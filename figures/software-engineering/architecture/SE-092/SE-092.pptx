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23d6f50001477c" /><Relationship Type="http://schemas.openxmlformats.org/officeDocument/2006/relationships/extended-properties" Target="/docProps/app.xml" Id="R68cc3675d8f44559" /><Relationship Type="http://schemas.openxmlformats.org/officeDocument/2006/relationships/officeDocument" Target="/ppt/presentation.xml" Id="R869a24d09a9b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71366d0874e21"/>
  </p:sldMasterIdLst>
  <p:notesMasterIdLst>
    <p:notesMasterId xmlns:r="http://schemas.openxmlformats.org/officeDocument/2006/relationships" r:id="R1db393c64ca647cb"/>
  </p:notesMasterIdLst>
  <p:sldIdLst>
    <p:sldId xmlns:r="http://schemas.openxmlformats.org/officeDocument/2006/relationships" id="256" r:id="R89196c6a418b4465"/>
  </p:sldIdLst>
  <p:sldSz cx="13001625" cy="6800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9090953cd48a8" /><Relationship Type="http://schemas.openxmlformats.org/officeDocument/2006/relationships/slideMaster" Target="/ppt/slideMasters/slideMaster1.xml" Id="R6b971366d0874e21" /><Relationship Type="http://schemas.openxmlformats.org/officeDocument/2006/relationships/notesMaster" Target="/ppt/notesMasters/notesMaster1.xml" Id="R1db393c64ca647cb" /><Relationship Type="http://schemas.openxmlformats.org/officeDocument/2006/relationships/presProps" Target="/ppt/presProps.xml" Id="R4d8d7ee68302484c" /><Relationship Type="http://schemas.openxmlformats.org/officeDocument/2006/relationships/tableStyles" Target="/ppt/tableStyles.xml" Id="Rc754b05c3d5a428c" /><Relationship Type="http://schemas.openxmlformats.org/officeDocument/2006/relationships/slide" Target="/ppt/slides/slide1.xml" Id="R89196c6a418b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b0783bd6c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b6b847a294b83" /><Relationship Type="http://schemas.openxmlformats.org/officeDocument/2006/relationships/notesMaster" Target="/ppt/notesMasters/notesMaster1.xml" Id="R3e13304238a34ae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素材ID：SE-092</ns1:t>
            </ns1:r>
          </ns1:p>
          <ns1:p>
            <ns1:r>
              <ns1:t>论文：When to Stop? Towards Efficient Code Generation in LLMs with Excess Token Prevention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4，PDF第7页</ns1:t>
            </ns1:r>
          </ns1:p>
          <ns1:p>
            <ns1:r>
              <ns1:t>类型：系统架构</ns1:t>
            </ns1:r>
          </ns1:p>
          <ns1:p>
            <ns1:r>
              <ns1:t>借鉴点：上方展开训练标签自动构造、代码分析及冻结LLM训练终止头，下方用绿/红分支、token标签和行级多数投票，解释何时继续生成或提前结束。</ns1:t>
            </ns1:r>
          </ns1:p>
          <ns1:p>
            <ns1:r>
              <ns1:t>论文URL：https://arxiv.org/pdf/2407.20042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29d1ab45e4e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45e3d935854bbd" /><Relationship Type="http://schemas.openxmlformats.org/officeDocument/2006/relationships/slideLayout" Target="/ppt/slideLayouts/slideLayout1.xml" Id="R5d0c3dc510ce42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c3dc510ce42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2608e3cd646e3" /><Relationship Type="http://schemas.openxmlformats.org/officeDocument/2006/relationships/image" Target="/ppt/media/image.png" Id="R51e271cba18f433d" /><Relationship Type="http://schemas.openxmlformats.org/officeDocument/2006/relationships/image" Target="/ppt/media/image2.png" Id="Ra1cc3ae64a334f68" /><Relationship Type="http://schemas.openxmlformats.org/officeDocument/2006/relationships/image" Target="/ppt/media/image3.png" Id="Rdb35a64ff07d4dbd" /><Relationship Type="http://schemas.openxmlformats.org/officeDocument/2006/relationships/image" Target="/ppt/media/image4.png" Id="R7848dcba70564249" /><Relationship Type="http://schemas.openxmlformats.org/officeDocument/2006/relationships/image" Target="/ppt/media/image5.png" Id="Rbf1e5d9564b54f19" /><Relationship Type="http://schemas.openxmlformats.org/officeDocument/2006/relationships/image" Target="/ppt/media/image6.png" Id="Rfc32ea05378146fc" /><Relationship Type="http://schemas.openxmlformats.org/officeDocument/2006/relationships/image" Target="/ppt/media/image7.png" Id="Rf8db4ffff5a2499b" /><Relationship Type="http://schemas.openxmlformats.org/officeDocument/2006/relationships/image" Target="/ppt/media/image8.png" Id="R357ffcb9ff5b4249" /><Relationship Type="http://schemas.openxmlformats.org/officeDocument/2006/relationships/image" Target="/ppt/media/image9.png" Id="R082fd128363045bf" /><Relationship Type="http://schemas.openxmlformats.org/officeDocument/2006/relationships/image" Target="/ppt/media/image10.png" Id="Ra622a99899df48f8" /><Relationship Type="http://schemas.openxmlformats.org/officeDocument/2006/relationships/image" Target="/ppt/media/image11.png" Id="R832a750dc49b4ef8" /><Relationship Type="http://schemas.openxmlformats.org/officeDocument/2006/relationships/image" Target="/ppt/media/image12.png" Id="Rfa8fade4ccf345da" /><Relationship Type="http://schemas.openxmlformats.org/officeDocument/2006/relationships/image" Target="/ppt/media/image13.png" Id="Rba0b9b0c17354985" /><Relationship Type="http://schemas.openxmlformats.org/officeDocument/2006/relationships/image" Target="/ppt/media/image14.png" Id="Rc4fa0a7ad77a4ab7" /><Relationship Type="http://schemas.openxmlformats.org/officeDocument/2006/relationships/image" Target="/ppt/media/image15.png" Id="R4b972fa46fb443ea" /><Relationship Type="http://schemas.openxmlformats.org/officeDocument/2006/relationships/image" Target="/ppt/media/image16.png" Id="R09fe5c286fe74c7d" /><Relationship Type="http://schemas.openxmlformats.org/officeDocument/2006/relationships/image" Target="/ppt/media/image17.png" Id="R05c3ddf1fd684ac2" /><Relationship Type="http://schemas.openxmlformats.org/officeDocument/2006/relationships/image" Target="/ppt/media/image18.png" Id="R1d05f1f400e0401c" /><Relationship Type="http://schemas.openxmlformats.org/officeDocument/2006/relationships/image" Target="/ppt/media/image19.png" Id="R23f9ffc17c794784" /><Relationship Type="http://schemas.openxmlformats.org/officeDocument/2006/relationships/image" Target="/ppt/media/image20.png" Id="R6413912034d549f3" /><Relationship Type="http://schemas.openxmlformats.org/officeDocument/2006/relationships/image" Target="/ppt/media/image21.png" Id="Rad46684fdc954cb7" /><Relationship Type="http://schemas.openxmlformats.org/officeDocument/2006/relationships/image" Target="/ppt/media/image22.png" Id="R35d2c761af1f447d" /><Relationship Type="http://schemas.openxmlformats.org/officeDocument/2006/relationships/image" Target="/ppt/media/image23.png" Id="R1f1058cca9754daf" /><Relationship Type="http://schemas.openxmlformats.org/officeDocument/2006/relationships/image" Target="/ppt/media/image24.png" Id="Rcc2b990543544715" /><Relationship Type="http://schemas.openxmlformats.org/officeDocument/2006/relationships/image" Target="/ppt/media/image25.png" Id="R792195f3fd514bd4" /><Relationship Type="http://schemas.openxmlformats.org/officeDocument/2006/relationships/image" Target="/ppt/media/image26.png" Id="Ra6e2d594f3234e4d" /><Relationship Type="http://schemas.openxmlformats.org/officeDocument/2006/relationships/image" Target="/ppt/media/image27.png" Id="Rcba333b3899f4b9a" /><Relationship Type="http://schemas.openxmlformats.org/officeDocument/2006/relationships/image" Target="/ppt/media/image28.png" Id="R697277e0fd864118" /><Relationship Type="http://schemas.openxmlformats.org/officeDocument/2006/relationships/image" Target="/ppt/media/image29.png" Id="R1c0fd72c4cd9462d" /><Relationship Type="http://schemas.openxmlformats.org/officeDocument/2006/relationships/image" Target="/ppt/media/image30.png" Id="R917fc4dc8c1645c3" /><Relationship Type="http://schemas.openxmlformats.org/officeDocument/2006/relationships/image" Target="/ppt/media/image31.png" Id="R2fbf3c024bd24622" /><Relationship Type="http://schemas.openxmlformats.org/officeDocument/2006/relationships/image" Target="/ppt/media/image32.png" Id="R7b1a22554663434a" /><Relationship Type="http://schemas.openxmlformats.org/officeDocument/2006/relationships/image" Target="/ppt/media/image33.png" Id="R3bc77973a3974faf" /><Relationship Type="http://schemas.openxmlformats.org/officeDocument/2006/relationships/image" Target="/ppt/media/image34.png" Id="R18a6c50de4824084" /><Relationship Type="http://schemas.openxmlformats.org/officeDocument/2006/relationships/image" Target="/ppt/media/image35.png" Id="R528b98bee24c4855" /><Relationship Type="http://schemas.openxmlformats.org/officeDocument/2006/relationships/image" Target="/ppt/media/image36.png" Id="Ra4e01a5c204f472e" /><Relationship Type="http://schemas.openxmlformats.org/officeDocument/2006/relationships/image" Target="/ppt/media/image37.png" Id="R1540e8e2722b4ac3" /><Relationship Type="http://schemas.openxmlformats.org/officeDocument/2006/relationships/image" Target="/ppt/media/image38.png" Id="R0af896d11a2e4559" /><Relationship Type="http://schemas.openxmlformats.org/officeDocument/2006/relationships/image" Target="/ppt/media/image39.png" Id="R61fb36552b044c1c" /><Relationship Type="http://schemas.openxmlformats.org/officeDocument/2006/relationships/image" Target="/ppt/media/image40.png" Id="R932f8fc25a35473f" /><Relationship Type="http://schemas.openxmlformats.org/officeDocument/2006/relationships/image" Target="/ppt/media/image41.png" Id="R10e672a3a6e64160" /><Relationship Type="http://schemas.openxmlformats.org/officeDocument/2006/relationships/image" Target="/ppt/media/image42.png" Id="R9d32b55778f54d2c" /><Relationship Type="http://schemas.openxmlformats.org/officeDocument/2006/relationships/image" Target="/ppt/media/image43.png" Id="Red2864f193734538" /><Relationship Type="http://schemas.openxmlformats.org/officeDocument/2006/relationships/image" Target="/ppt/media/image44.png" Id="R12e6aae33c884802" /><Relationship Type="http://schemas.openxmlformats.org/officeDocument/2006/relationships/image" Target="/ppt/media/image45.png" Id="R8313c2c9ca95427a" /><Relationship Type="http://schemas.openxmlformats.org/officeDocument/2006/relationships/image" Target="/ppt/media/image46.png" Id="R50ed2dc6319f4dc3" /><Relationship Type="http://schemas.openxmlformats.org/officeDocument/2006/relationships/image" Target="/ppt/media/image47.png" Id="Raf9d96f4e0ce4303" /><Relationship Type="http://schemas.openxmlformats.org/officeDocument/2006/relationships/image" Target="/ppt/media/image48.png" Id="R4051186aae0e4d4e" /><Relationship Type="http://schemas.openxmlformats.org/officeDocument/2006/relationships/image" Target="/ppt/media/image49.png" Id="R647f49bed27f4b38" /><Relationship Type="http://schemas.openxmlformats.org/officeDocument/2006/relationships/image" Target="/ppt/media/image50.png" Id="R0da783c847c645b5" /><Relationship Type="http://schemas.openxmlformats.org/officeDocument/2006/relationships/image" Target="/ppt/media/image51.png" Id="R9ecbe1c62b8041df" /><Relationship Type="http://schemas.openxmlformats.org/officeDocument/2006/relationships/image" Target="/ppt/media/image52.png" Id="Radb36ee919cc469f" /><Relationship Type="http://schemas.openxmlformats.org/officeDocument/2006/relationships/image" Target="/ppt/media/image53.png" Id="R24a7319f03ce4367" /><Relationship Type="http://schemas.openxmlformats.org/officeDocument/2006/relationships/image" Target="/ppt/media/image54.png" Id="R7a1605f9e0a04463" /><Relationship Type="http://schemas.openxmlformats.org/officeDocument/2006/relationships/image" Target="/ppt/media/image55.png" Id="Rf82d34d495fe4c77" /><Relationship Type="http://schemas.openxmlformats.org/officeDocument/2006/relationships/image" Target="/ppt/media/image56.png" Id="Ra5d965c3ee624298" /><Relationship Type="http://schemas.openxmlformats.org/officeDocument/2006/relationships/image" Target="/ppt/media/image57.png" Id="R4bb87ee8776845e7" /><Relationship Type="http://schemas.openxmlformats.org/officeDocument/2006/relationships/image" Target="/ppt/media/image58.png" Id="R64a5b445c52a4516" /><Relationship Type="http://schemas.openxmlformats.org/officeDocument/2006/relationships/notesSlide" Target="/ppt/notesSlides/notesSlide1.xml" Id="Rfeaf8a4f4ce245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E94E9-042B-4E7D-A69F-D7E4F58C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940544" cy="6800850"/>
          </a:xfrm>
          <a:custGeom xmlns:a="http://schemas.openxmlformats.org/drawingml/2006/main">
            <a:pathLst>
              <a:path w="12940544" h="6800850">
                <a:moveTo>
                  <a:pt x="12940544" y="6800850"/>
                </a:moveTo>
                <a:lnTo>
                  <a:pt x="12940544" y="0"/>
                </a:lnTo>
                <a:lnTo>
                  <a:pt x="0" y="0"/>
                </a:lnTo>
                <a:lnTo>
                  <a:pt x="0" y="6800850"/>
                </a:lnTo>
                <a:lnTo>
                  <a:pt x="12940544" y="6800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89A51-A85E-44B2-A8E5-7EE203C4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940544" cy="6800850"/>
          </a:xfrm>
          <a:custGeom xmlns:a="http://schemas.openxmlformats.org/drawingml/2006/main">
            <a:pathLst>
              <a:path w="12940544" h="6800850">
                <a:moveTo>
                  <a:pt x="12940544" y="6800850"/>
                </a:moveTo>
                <a:lnTo>
                  <a:pt x="12940544" y="0"/>
                </a:lnTo>
                <a:lnTo>
                  <a:pt x="0" y="0"/>
                </a:lnTo>
                <a:lnTo>
                  <a:pt x="0" y="6800850"/>
                </a:lnTo>
                <a:lnTo>
                  <a:pt x="12940544" y="6800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04CCA-8A10-41FD-A057-8A148A1C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4" y="2332895"/>
            <a:ext cx="2703209" cy="995869"/>
          </a:xfrm>
          <a:custGeom xmlns:a="http://schemas.openxmlformats.org/drawingml/2006/main">
            <a:pathLst>
              <a:path w="2703209" h="995869">
                <a:moveTo>
                  <a:pt x="0" y="995869"/>
                </a:moveTo>
                <a:lnTo>
                  <a:pt x="2703209" y="995869"/>
                </a:lnTo>
                <a:lnTo>
                  <a:pt x="2703209" y="0"/>
                </a:lnTo>
                <a:lnTo>
                  <a:pt x="0" y="0"/>
                </a:lnTo>
                <a:lnTo>
                  <a:pt x="0" y="995869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1defremove_spaces(str1):">
            <a:extLst xmlns:a="http://schemas.openxmlformats.org/drawingml/2006/main">
              <a:ext uri="{FF2B5EF4-FFF2-40B4-BE49-F238E27FC236}">
                <a16:creationId xmlns:a16="http://schemas.microsoft.com/office/drawing/2014/main" id="{AF7D12AE-761B-46B6-91DD-6392ABFF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89" y="2365917"/>
            <a:ext cx="1573947" cy="124074"/>
          </a:xfrm>
          <a:custGeom xmlns:a="http://schemas.openxmlformats.org/drawingml/2006/main">
            <a:pathLst>
              <a:path w="1573947" h="124074">
                <a:moveTo>
                  <a:pt x="51288" y="94971"/>
                </a:moveTo>
                <a:lnTo>
                  <a:pt x="515" y="94971"/>
                </a:lnTo>
                <a:lnTo>
                  <a:pt x="515" y="85308"/>
                </a:lnTo>
                <a:lnTo>
                  <a:pt x="20355" y="85308"/>
                </a:lnTo>
                <a:lnTo>
                  <a:pt x="20355" y="18068"/>
                </a:lnTo>
                <a:lnTo>
                  <a:pt x="0" y="23957"/>
                </a:lnTo>
                <a:lnTo>
                  <a:pt x="0" y="13665"/>
                </a:lnTo>
                <a:lnTo>
                  <a:pt x="31504" y="4517"/>
                </a:lnTo>
                <a:lnTo>
                  <a:pt x="31504" y="85308"/>
                </a:lnTo>
                <a:lnTo>
                  <a:pt x="51288" y="85308"/>
                </a:lnTo>
                <a:lnTo>
                  <a:pt x="51288" y="94971"/>
                </a:lnTo>
                <a:close/>
                <a:moveTo>
                  <a:pt x="263185" y="94971"/>
                </a:moveTo>
                <a:lnTo>
                  <a:pt x="251978" y="94971"/>
                </a:lnTo>
                <a:lnTo>
                  <a:pt x="251978" y="84450"/>
                </a:lnTo>
                <a:lnTo>
                  <a:pt x="251749" y="84450"/>
                </a:lnTo>
                <a:cubicBezTo>
                  <a:pt x="247137" y="92455"/>
                  <a:pt x="239971" y="96457"/>
                  <a:pt x="230251" y="96457"/>
                </a:cubicBezTo>
                <a:cubicBezTo>
                  <a:pt x="222246" y="96457"/>
                  <a:pt x="215880" y="93608"/>
                  <a:pt x="211154" y="87909"/>
                </a:cubicBezTo>
                <a:cubicBezTo>
                  <a:pt x="206427" y="82211"/>
                  <a:pt x="204064" y="74520"/>
                  <a:pt x="204064" y="64838"/>
                </a:cubicBezTo>
                <a:cubicBezTo>
                  <a:pt x="204064" y="54394"/>
                  <a:pt x="206732" y="46018"/>
                  <a:pt x="212069" y="39709"/>
                </a:cubicBezTo>
                <a:cubicBezTo>
                  <a:pt x="217405" y="33401"/>
                  <a:pt x="224381" y="30247"/>
                  <a:pt x="232995" y="30247"/>
                </a:cubicBezTo>
                <a:cubicBezTo>
                  <a:pt x="241610" y="30247"/>
                  <a:pt x="247861" y="33601"/>
                  <a:pt x="251749" y="40310"/>
                </a:cubicBezTo>
                <a:lnTo>
                  <a:pt x="251978" y="40310"/>
                </a:lnTo>
                <a:lnTo>
                  <a:pt x="251978" y="1372"/>
                </a:lnTo>
                <a:lnTo>
                  <a:pt x="263185" y="1372"/>
                </a:lnTo>
                <a:lnTo>
                  <a:pt x="263185" y="94971"/>
                </a:lnTo>
                <a:moveTo>
                  <a:pt x="252035" y="57348"/>
                </a:moveTo>
                <a:cubicBezTo>
                  <a:pt x="252035" y="52279"/>
                  <a:pt x="250368" y="48038"/>
                  <a:pt x="247032" y="44626"/>
                </a:cubicBezTo>
                <a:cubicBezTo>
                  <a:pt x="243697" y="41215"/>
                  <a:pt x="239590" y="39509"/>
                  <a:pt x="234711" y="39509"/>
                </a:cubicBezTo>
                <a:cubicBezTo>
                  <a:pt x="228764" y="39509"/>
                  <a:pt x="224076" y="41730"/>
                  <a:pt x="220645" y="46170"/>
                </a:cubicBezTo>
                <a:cubicBezTo>
                  <a:pt x="217215" y="50611"/>
                  <a:pt x="215499" y="56662"/>
                  <a:pt x="215499" y="64324"/>
                </a:cubicBezTo>
                <a:cubicBezTo>
                  <a:pt x="215499" y="71376"/>
                  <a:pt x="217148" y="76950"/>
                  <a:pt x="220445" y="81048"/>
                </a:cubicBezTo>
                <a:cubicBezTo>
                  <a:pt x="223742" y="85146"/>
                  <a:pt x="228135" y="87195"/>
                  <a:pt x="233624" y="87195"/>
                </a:cubicBezTo>
                <a:cubicBezTo>
                  <a:pt x="239037" y="87195"/>
                  <a:pt x="243459" y="85184"/>
                  <a:pt x="246889" y="81162"/>
                </a:cubicBezTo>
                <a:cubicBezTo>
                  <a:pt x="250320" y="77141"/>
                  <a:pt x="252035" y="72138"/>
                  <a:pt x="252035" y="66154"/>
                </a:cubicBezTo>
                <a:lnTo>
                  <a:pt x="252035" y="57348"/>
                </a:lnTo>
                <a:close/>
                <a:moveTo>
                  <a:pt x="334824" y="66211"/>
                </a:moveTo>
                <a:lnTo>
                  <a:pt x="290569" y="66211"/>
                </a:lnTo>
                <a:cubicBezTo>
                  <a:pt x="290760" y="72958"/>
                  <a:pt x="292609" y="78170"/>
                  <a:pt x="296116" y="81849"/>
                </a:cubicBezTo>
                <a:cubicBezTo>
                  <a:pt x="299622" y="85527"/>
                  <a:pt x="304521" y="87366"/>
                  <a:pt x="310810" y="87366"/>
                </a:cubicBezTo>
                <a:cubicBezTo>
                  <a:pt x="317900" y="87366"/>
                  <a:pt x="324399" y="85098"/>
                  <a:pt x="330307" y="80562"/>
                </a:cubicBezTo>
                <a:lnTo>
                  <a:pt x="330307" y="90568"/>
                </a:lnTo>
                <a:cubicBezTo>
                  <a:pt x="324742" y="94494"/>
                  <a:pt x="317366" y="96457"/>
                  <a:pt x="308180" y="96457"/>
                </a:cubicBezTo>
                <a:cubicBezTo>
                  <a:pt x="299032" y="96457"/>
                  <a:pt x="291894" y="93560"/>
                  <a:pt x="286767" y="87766"/>
                </a:cubicBezTo>
                <a:cubicBezTo>
                  <a:pt x="281640" y="81972"/>
                  <a:pt x="279077" y="73930"/>
                  <a:pt x="279077" y="63638"/>
                </a:cubicBezTo>
                <a:cubicBezTo>
                  <a:pt x="279077" y="53956"/>
                  <a:pt x="281888" y="45970"/>
                  <a:pt x="287511" y="39681"/>
                </a:cubicBezTo>
                <a:cubicBezTo>
                  <a:pt x="293133" y="33391"/>
                  <a:pt x="300118" y="30247"/>
                  <a:pt x="308466" y="30247"/>
                </a:cubicBezTo>
                <a:cubicBezTo>
                  <a:pt x="316737" y="30247"/>
                  <a:pt x="323198" y="32905"/>
                  <a:pt x="327849" y="38223"/>
                </a:cubicBezTo>
                <a:cubicBezTo>
                  <a:pt x="332499" y="43540"/>
                  <a:pt x="334824" y="50983"/>
                  <a:pt x="334824" y="60550"/>
                </a:cubicBezTo>
                <a:lnTo>
                  <a:pt x="334824" y="66211"/>
                </a:lnTo>
                <a:moveTo>
                  <a:pt x="323618" y="57234"/>
                </a:moveTo>
                <a:cubicBezTo>
                  <a:pt x="323580" y="51516"/>
                  <a:pt x="322226" y="47095"/>
                  <a:pt x="319558" y="43969"/>
                </a:cubicBezTo>
                <a:cubicBezTo>
                  <a:pt x="316890" y="40843"/>
                  <a:pt x="313135" y="39280"/>
                  <a:pt x="308294" y="39280"/>
                </a:cubicBezTo>
                <a:cubicBezTo>
                  <a:pt x="303835" y="39280"/>
                  <a:pt x="299975" y="40939"/>
                  <a:pt x="296716" y="44255"/>
                </a:cubicBezTo>
                <a:cubicBezTo>
                  <a:pt x="293457" y="47571"/>
                  <a:pt x="291408" y="51897"/>
                  <a:pt x="290569" y="57234"/>
                </a:cubicBezTo>
                <a:lnTo>
                  <a:pt x="323618" y="57234"/>
                </a:lnTo>
                <a:close/>
                <a:moveTo>
                  <a:pt x="381607" y="10921"/>
                </a:moveTo>
                <a:cubicBezTo>
                  <a:pt x="379510" y="9815"/>
                  <a:pt x="377242" y="9263"/>
                  <a:pt x="374803" y="9263"/>
                </a:cubicBezTo>
                <a:cubicBezTo>
                  <a:pt x="367789" y="9263"/>
                  <a:pt x="364282" y="13608"/>
                  <a:pt x="364282" y="22299"/>
                </a:cubicBezTo>
                <a:lnTo>
                  <a:pt x="364282" y="31733"/>
                </a:lnTo>
                <a:lnTo>
                  <a:pt x="379091" y="31733"/>
                </a:lnTo>
                <a:lnTo>
                  <a:pt x="379091" y="40996"/>
                </a:lnTo>
                <a:lnTo>
                  <a:pt x="364282" y="40996"/>
                </a:lnTo>
                <a:lnTo>
                  <a:pt x="364282" y="94971"/>
                </a:lnTo>
                <a:lnTo>
                  <a:pt x="353190" y="94971"/>
                </a:lnTo>
                <a:lnTo>
                  <a:pt x="353190" y="40996"/>
                </a:lnTo>
                <a:lnTo>
                  <a:pt x="342383" y="40996"/>
                </a:lnTo>
                <a:lnTo>
                  <a:pt x="342383" y="31733"/>
                </a:lnTo>
                <a:lnTo>
                  <a:pt x="353190" y="31733"/>
                </a:lnTo>
                <a:lnTo>
                  <a:pt x="353190" y="21784"/>
                </a:lnTo>
                <a:cubicBezTo>
                  <a:pt x="353190" y="14999"/>
                  <a:pt x="355143" y="9672"/>
                  <a:pt x="359050" y="5803"/>
                </a:cubicBezTo>
                <a:cubicBezTo>
                  <a:pt x="362957" y="1934"/>
                  <a:pt x="367922" y="0"/>
                  <a:pt x="373945" y="0"/>
                </a:cubicBezTo>
                <a:cubicBezTo>
                  <a:pt x="377147" y="0"/>
                  <a:pt x="379701" y="362"/>
                  <a:pt x="381607" y="1086"/>
                </a:cubicBezTo>
                <a:lnTo>
                  <a:pt x="381607" y="10921"/>
                </a:lnTo>
                <a:close/>
                <a:moveTo>
                  <a:pt x="458100" y="42825"/>
                </a:moveTo>
                <a:cubicBezTo>
                  <a:pt x="456233" y="41491"/>
                  <a:pt x="453660" y="40824"/>
                  <a:pt x="450382" y="40824"/>
                </a:cubicBezTo>
                <a:cubicBezTo>
                  <a:pt x="446036" y="40824"/>
                  <a:pt x="442453" y="42854"/>
                  <a:pt x="439632" y="46914"/>
                </a:cubicBezTo>
                <a:cubicBezTo>
                  <a:pt x="436812" y="50973"/>
                  <a:pt x="435401" y="56319"/>
                  <a:pt x="435401" y="62952"/>
                </a:cubicBezTo>
                <a:lnTo>
                  <a:pt x="435401" y="94971"/>
                </a:lnTo>
                <a:lnTo>
                  <a:pt x="424195" y="94971"/>
                </a:lnTo>
                <a:lnTo>
                  <a:pt x="424195" y="31733"/>
                </a:lnTo>
                <a:lnTo>
                  <a:pt x="435401" y="31733"/>
                </a:lnTo>
                <a:lnTo>
                  <a:pt x="435401" y="44598"/>
                </a:lnTo>
                <a:lnTo>
                  <a:pt x="435630" y="44598"/>
                </a:lnTo>
                <a:cubicBezTo>
                  <a:pt x="438832" y="35297"/>
                  <a:pt x="444359" y="30647"/>
                  <a:pt x="452211" y="30647"/>
                </a:cubicBezTo>
                <a:cubicBezTo>
                  <a:pt x="454765" y="30647"/>
                  <a:pt x="456728" y="30933"/>
                  <a:pt x="458100" y="31504"/>
                </a:cubicBezTo>
                <a:lnTo>
                  <a:pt x="458100" y="42825"/>
                </a:lnTo>
                <a:close/>
                <a:moveTo>
                  <a:pt x="519623" y="66211"/>
                </a:moveTo>
                <a:lnTo>
                  <a:pt x="475368" y="66211"/>
                </a:lnTo>
                <a:cubicBezTo>
                  <a:pt x="475558" y="72958"/>
                  <a:pt x="477407" y="78170"/>
                  <a:pt x="480914" y="81849"/>
                </a:cubicBezTo>
                <a:cubicBezTo>
                  <a:pt x="484421" y="85527"/>
                  <a:pt x="489319" y="87366"/>
                  <a:pt x="495608" y="87366"/>
                </a:cubicBezTo>
                <a:cubicBezTo>
                  <a:pt x="502698" y="87366"/>
                  <a:pt x="509197" y="85098"/>
                  <a:pt x="515106" y="80562"/>
                </a:cubicBezTo>
                <a:lnTo>
                  <a:pt x="515106" y="90568"/>
                </a:lnTo>
                <a:cubicBezTo>
                  <a:pt x="509541" y="94494"/>
                  <a:pt x="502165" y="96457"/>
                  <a:pt x="492978" y="96457"/>
                </a:cubicBezTo>
                <a:cubicBezTo>
                  <a:pt x="483830" y="96457"/>
                  <a:pt x="476692" y="93560"/>
                  <a:pt x="471566" y="87766"/>
                </a:cubicBezTo>
                <a:cubicBezTo>
                  <a:pt x="466439" y="81972"/>
                  <a:pt x="463875" y="73930"/>
                  <a:pt x="463875" y="63638"/>
                </a:cubicBezTo>
                <a:cubicBezTo>
                  <a:pt x="463875" y="53956"/>
                  <a:pt x="466687" y="45970"/>
                  <a:pt x="472309" y="39681"/>
                </a:cubicBezTo>
                <a:cubicBezTo>
                  <a:pt x="477931" y="33391"/>
                  <a:pt x="484916" y="30247"/>
                  <a:pt x="493264" y="30247"/>
                </a:cubicBezTo>
                <a:cubicBezTo>
                  <a:pt x="501536" y="30247"/>
                  <a:pt x="507997" y="32905"/>
                  <a:pt x="512647" y="38223"/>
                </a:cubicBezTo>
                <a:cubicBezTo>
                  <a:pt x="517297" y="43540"/>
                  <a:pt x="519623" y="50983"/>
                  <a:pt x="519623" y="60550"/>
                </a:cubicBezTo>
                <a:lnTo>
                  <a:pt x="519623" y="66211"/>
                </a:lnTo>
                <a:moveTo>
                  <a:pt x="508416" y="57234"/>
                </a:moveTo>
                <a:cubicBezTo>
                  <a:pt x="508378" y="51516"/>
                  <a:pt x="507025" y="47095"/>
                  <a:pt x="504356" y="43969"/>
                </a:cubicBezTo>
                <a:cubicBezTo>
                  <a:pt x="501688" y="40843"/>
                  <a:pt x="497934" y="39280"/>
                  <a:pt x="493093" y="39280"/>
                </a:cubicBezTo>
                <a:cubicBezTo>
                  <a:pt x="488633" y="39280"/>
                  <a:pt x="484773" y="40939"/>
                  <a:pt x="481514" y="44255"/>
                </a:cubicBezTo>
                <a:cubicBezTo>
                  <a:pt x="478255" y="47571"/>
                  <a:pt x="476206" y="51897"/>
                  <a:pt x="475368" y="57234"/>
                </a:cubicBezTo>
                <a:lnTo>
                  <a:pt x="508416" y="57234"/>
                </a:lnTo>
                <a:close/>
                <a:moveTo>
                  <a:pt x="625058" y="94971"/>
                </a:moveTo>
                <a:lnTo>
                  <a:pt x="613851" y="94971"/>
                </a:lnTo>
                <a:lnTo>
                  <a:pt x="613851" y="58663"/>
                </a:lnTo>
                <a:cubicBezTo>
                  <a:pt x="613851" y="51802"/>
                  <a:pt x="612784" y="46894"/>
                  <a:pt x="610650" y="43940"/>
                </a:cubicBezTo>
                <a:cubicBezTo>
                  <a:pt x="608515" y="40986"/>
                  <a:pt x="605008" y="39509"/>
                  <a:pt x="600129" y="39509"/>
                </a:cubicBezTo>
                <a:cubicBezTo>
                  <a:pt x="596012" y="39509"/>
                  <a:pt x="592486" y="41434"/>
                  <a:pt x="589551" y="45284"/>
                </a:cubicBezTo>
                <a:cubicBezTo>
                  <a:pt x="586616" y="49134"/>
                  <a:pt x="585149" y="53689"/>
                  <a:pt x="585149" y="58949"/>
                </a:cubicBezTo>
                <a:lnTo>
                  <a:pt x="585149" y="94971"/>
                </a:lnTo>
                <a:lnTo>
                  <a:pt x="573942" y="94971"/>
                </a:lnTo>
                <a:lnTo>
                  <a:pt x="573942" y="57520"/>
                </a:lnTo>
                <a:cubicBezTo>
                  <a:pt x="573942" y="45513"/>
                  <a:pt x="569311" y="39509"/>
                  <a:pt x="560048" y="39509"/>
                </a:cubicBezTo>
                <a:cubicBezTo>
                  <a:pt x="555779" y="39509"/>
                  <a:pt x="552243" y="41339"/>
                  <a:pt x="549442" y="44998"/>
                </a:cubicBezTo>
                <a:cubicBezTo>
                  <a:pt x="546640" y="48657"/>
                  <a:pt x="545239" y="53327"/>
                  <a:pt x="545239" y="59006"/>
                </a:cubicBezTo>
                <a:lnTo>
                  <a:pt x="545239" y="94971"/>
                </a:lnTo>
                <a:lnTo>
                  <a:pt x="534033" y="94971"/>
                </a:lnTo>
                <a:lnTo>
                  <a:pt x="534033" y="31733"/>
                </a:lnTo>
                <a:lnTo>
                  <a:pt x="545239" y="31733"/>
                </a:lnTo>
                <a:lnTo>
                  <a:pt x="545239" y="41739"/>
                </a:lnTo>
                <a:lnTo>
                  <a:pt x="545468" y="41739"/>
                </a:lnTo>
                <a:cubicBezTo>
                  <a:pt x="549966" y="34077"/>
                  <a:pt x="556541" y="30247"/>
                  <a:pt x="565194" y="30247"/>
                </a:cubicBezTo>
                <a:cubicBezTo>
                  <a:pt x="569425" y="30247"/>
                  <a:pt x="573161" y="31409"/>
                  <a:pt x="576401" y="33734"/>
                </a:cubicBezTo>
                <a:cubicBezTo>
                  <a:pt x="579641" y="36059"/>
                  <a:pt x="581890" y="39204"/>
                  <a:pt x="583147" y="43168"/>
                </a:cubicBezTo>
                <a:cubicBezTo>
                  <a:pt x="587836" y="34554"/>
                  <a:pt x="594850" y="30247"/>
                  <a:pt x="604189" y="30247"/>
                </a:cubicBezTo>
                <a:cubicBezTo>
                  <a:pt x="618102" y="30247"/>
                  <a:pt x="625058" y="38823"/>
                  <a:pt x="625058" y="55976"/>
                </a:cubicBezTo>
                <a:lnTo>
                  <a:pt x="625058" y="94971"/>
                </a:lnTo>
                <a:close/>
                <a:moveTo>
                  <a:pt x="639639" y="64038"/>
                </a:moveTo>
                <a:cubicBezTo>
                  <a:pt x="639639" y="53594"/>
                  <a:pt x="642555" y="45351"/>
                  <a:pt x="648388" y="39309"/>
                </a:cubicBezTo>
                <a:cubicBezTo>
                  <a:pt x="654220" y="33267"/>
                  <a:pt x="662129" y="30247"/>
                  <a:pt x="672116" y="30247"/>
                </a:cubicBezTo>
                <a:cubicBezTo>
                  <a:pt x="681607" y="30247"/>
                  <a:pt x="689050" y="33153"/>
                  <a:pt x="694443" y="38966"/>
                </a:cubicBezTo>
                <a:cubicBezTo>
                  <a:pt x="699837" y="44779"/>
                  <a:pt x="702534" y="52812"/>
                  <a:pt x="702534" y="63066"/>
                </a:cubicBezTo>
                <a:cubicBezTo>
                  <a:pt x="702534" y="73053"/>
                  <a:pt x="699656" y="81115"/>
                  <a:pt x="693900" y="87252"/>
                </a:cubicBezTo>
                <a:cubicBezTo>
                  <a:pt x="688144" y="93389"/>
                  <a:pt x="680426" y="96457"/>
                  <a:pt x="670744" y="96457"/>
                </a:cubicBezTo>
                <a:cubicBezTo>
                  <a:pt x="661290" y="96457"/>
                  <a:pt x="653743" y="93484"/>
                  <a:pt x="648102" y="87538"/>
                </a:cubicBezTo>
                <a:cubicBezTo>
                  <a:pt x="642460" y="81591"/>
                  <a:pt x="639639" y="73758"/>
                  <a:pt x="639639" y="64038"/>
                </a:cubicBezTo>
                <a:moveTo>
                  <a:pt x="651075" y="63695"/>
                </a:moveTo>
                <a:cubicBezTo>
                  <a:pt x="651075" y="70975"/>
                  <a:pt x="652914" y="76712"/>
                  <a:pt x="656592" y="80905"/>
                </a:cubicBezTo>
                <a:cubicBezTo>
                  <a:pt x="660271" y="85098"/>
                  <a:pt x="665217" y="87195"/>
                  <a:pt x="671430" y="87195"/>
                </a:cubicBezTo>
                <a:cubicBezTo>
                  <a:pt x="677834" y="87195"/>
                  <a:pt x="682713" y="85146"/>
                  <a:pt x="686067" y="81048"/>
                </a:cubicBezTo>
                <a:cubicBezTo>
                  <a:pt x="689421" y="76950"/>
                  <a:pt x="691099" y="71071"/>
                  <a:pt x="691099" y="63409"/>
                </a:cubicBezTo>
                <a:cubicBezTo>
                  <a:pt x="691099" y="55709"/>
                  <a:pt x="689421" y="49801"/>
                  <a:pt x="686067" y="45684"/>
                </a:cubicBezTo>
                <a:cubicBezTo>
                  <a:pt x="682713" y="41568"/>
                  <a:pt x="677834" y="39509"/>
                  <a:pt x="671430" y="39509"/>
                </a:cubicBezTo>
                <a:cubicBezTo>
                  <a:pt x="665140" y="39509"/>
                  <a:pt x="660175" y="41663"/>
                  <a:pt x="656535" y="45970"/>
                </a:cubicBezTo>
                <a:cubicBezTo>
                  <a:pt x="652895" y="50277"/>
                  <a:pt x="651075" y="56186"/>
                  <a:pt x="651075" y="63695"/>
                </a:cubicBezTo>
                <a:close/>
                <a:moveTo>
                  <a:pt x="769875" y="31733"/>
                </a:moveTo>
                <a:lnTo>
                  <a:pt x="744832" y="94971"/>
                </a:lnTo>
                <a:lnTo>
                  <a:pt x="733511" y="94971"/>
                </a:lnTo>
                <a:lnTo>
                  <a:pt x="709725" y="31733"/>
                </a:lnTo>
                <a:lnTo>
                  <a:pt x="721961" y="31733"/>
                </a:lnTo>
                <a:lnTo>
                  <a:pt x="737399" y="76903"/>
                </a:lnTo>
                <a:cubicBezTo>
                  <a:pt x="738656" y="80524"/>
                  <a:pt x="739400" y="83554"/>
                  <a:pt x="739628" y="85994"/>
                </a:cubicBezTo>
                <a:lnTo>
                  <a:pt x="739914" y="85994"/>
                </a:lnTo>
                <a:cubicBezTo>
                  <a:pt x="740296" y="82792"/>
                  <a:pt x="740963" y="79838"/>
                  <a:pt x="741916" y="77131"/>
                </a:cubicBezTo>
                <a:lnTo>
                  <a:pt x="758097" y="31733"/>
                </a:lnTo>
                <a:lnTo>
                  <a:pt x="769875" y="31733"/>
                </a:lnTo>
                <a:close/>
                <a:moveTo>
                  <a:pt x="832626" y="66211"/>
                </a:moveTo>
                <a:lnTo>
                  <a:pt x="788371" y="66211"/>
                </a:lnTo>
                <a:cubicBezTo>
                  <a:pt x="788562" y="72958"/>
                  <a:pt x="790410" y="78170"/>
                  <a:pt x="793917" y="81849"/>
                </a:cubicBezTo>
                <a:cubicBezTo>
                  <a:pt x="797424" y="85527"/>
                  <a:pt x="802322" y="87366"/>
                  <a:pt x="808612" y="87366"/>
                </a:cubicBezTo>
                <a:cubicBezTo>
                  <a:pt x="815701" y="87366"/>
                  <a:pt x="822201" y="85098"/>
                  <a:pt x="828109" y="80562"/>
                </a:cubicBezTo>
                <a:lnTo>
                  <a:pt x="828109" y="90568"/>
                </a:lnTo>
                <a:cubicBezTo>
                  <a:pt x="822544" y="94494"/>
                  <a:pt x="815168" y="96457"/>
                  <a:pt x="805981" y="96457"/>
                </a:cubicBezTo>
                <a:cubicBezTo>
                  <a:pt x="796833" y="96457"/>
                  <a:pt x="789696" y="93560"/>
                  <a:pt x="784569" y="87766"/>
                </a:cubicBezTo>
                <a:cubicBezTo>
                  <a:pt x="779442" y="81972"/>
                  <a:pt x="776878" y="73930"/>
                  <a:pt x="776878" y="63638"/>
                </a:cubicBezTo>
                <a:cubicBezTo>
                  <a:pt x="776878" y="53956"/>
                  <a:pt x="779690" y="45970"/>
                  <a:pt x="785312" y="39681"/>
                </a:cubicBezTo>
                <a:cubicBezTo>
                  <a:pt x="790934" y="33391"/>
                  <a:pt x="797919" y="30247"/>
                  <a:pt x="806267" y="30247"/>
                </a:cubicBezTo>
                <a:cubicBezTo>
                  <a:pt x="814539" y="30247"/>
                  <a:pt x="821000" y="32905"/>
                  <a:pt x="825650" y="38223"/>
                </a:cubicBezTo>
                <a:cubicBezTo>
                  <a:pt x="830301" y="43540"/>
                  <a:pt x="832626" y="50983"/>
                  <a:pt x="832626" y="60550"/>
                </a:cubicBezTo>
                <a:lnTo>
                  <a:pt x="832626" y="66211"/>
                </a:lnTo>
                <a:moveTo>
                  <a:pt x="821419" y="57234"/>
                </a:moveTo>
                <a:cubicBezTo>
                  <a:pt x="821381" y="51516"/>
                  <a:pt x="820028" y="47095"/>
                  <a:pt x="817360" y="43969"/>
                </a:cubicBezTo>
                <a:cubicBezTo>
                  <a:pt x="814691" y="40843"/>
                  <a:pt x="810937" y="39280"/>
                  <a:pt x="806096" y="39280"/>
                </a:cubicBezTo>
                <a:cubicBezTo>
                  <a:pt x="801636" y="39280"/>
                  <a:pt x="797777" y="40939"/>
                  <a:pt x="794517" y="44255"/>
                </a:cubicBezTo>
                <a:cubicBezTo>
                  <a:pt x="791258" y="47571"/>
                  <a:pt x="789210" y="51897"/>
                  <a:pt x="788371" y="57234"/>
                </a:cubicBezTo>
                <a:lnTo>
                  <a:pt x="821419" y="57234"/>
                </a:lnTo>
                <a:close/>
                <a:moveTo>
                  <a:pt x="889518" y="113324"/>
                </a:moveTo>
                <a:lnTo>
                  <a:pt x="837030" y="113324"/>
                </a:lnTo>
                <a:lnTo>
                  <a:pt x="837030" y="105949"/>
                </a:lnTo>
                <a:lnTo>
                  <a:pt x="889518" y="105949"/>
                </a:lnTo>
                <a:lnTo>
                  <a:pt x="889518" y="113324"/>
                </a:lnTo>
                <a:close/>
                <a:moveTo>
                  <a:pt x="896536" y="81305"/>
                </a:moveTo>
                <a:cubicBezTo>
                  <a:pt x="902178" y="85384"/>
                  <a:pt x="908257" y="87423"/>
                  <a:pt x="914776" y="87423"/>
                </a:cubicBezTo>
                <a:cubicBezTo>
                  <a:pt x="923505" y="87423"/>
                  <a:pt x="927869" y="84564"/>
                  <a:pt x="927869" y="78847"/>
                </a:cubicBezTo>
                <a:cubicBezTo>
                  <a:pt x="927869" y="76407"/>
                  <a:pt x="926916" y="74397"/>
                  <a:pt x="925010" y="72815"/>
                </a:cubicBezTo>
                <a:cubicBezTo>
                  <a:pt x="923104" y="71233"/>
                  <a:pt x="919235" y="69355"/>
                  <a:pt x="913403" y="67183"/>
                </a:cubicBezTo>
                <a:cubicBezTo>
                  <a:pt x="906390" y="64362"/>
                  <a:pt x="901835" y="61570"/>
                  <a:pt x="899738" y="58806"/>
                </a:cubicBezTo>
                <a:cubicBezTo>
                  <a:pt x="897642" y="56043"/>
                  <a:pt x="896593" y="52698"/>
                  <a:pt x="896593" y="48772"/>
                </a:cubicBezTo>
                <a:cubicBezTo>
                  <a:pt x="896593" y="43168"/>
                  <a:pt x="898966" y="38680"/>
                  <a:pt x="903712" y="35307"/>
                </a:cubicBezTo>
                <a:cubicBezTo>
                  <a:pt x="908458" y="31933"/>
                  <a:pt x="914299" y="30247"/>
                  <a:pt x="921237" y="30247"/>
                </a:cubicBezTo>
                <a:cubicBezTo>
                  <a:pt x="926611" y="30247"/>
                  <a:pt x="931605" y="31180"/>
                  <a:pt x="936217" y="33048"/>
                </a:cubicBezTo>
                <a:lnTo>
                  <a:pt x="936217" y="43855"/>
                </a:lnTo>
                <a:cubicBezTo>
                  <a:pt x="931490" y="40805"/>
                  <a:pt x="926135" y="39280"/>
                  <a:pt x="920150" y="39280"/>
                </a:cubicBezTo>
                <a:cubicBezTo>
                  <a:pt x="916567" y="39280"/>
                  <a:pt x="913651" y="40062"/>
                  <a:pt x="911402" y="41625"/>
                </a:cubicBezTo>
                <a:cubicBezTo>
                  <a:pt x="909153" y="43188"/>
                  <a:pt x="908029" y="45246"/>
                  <a:pt x="908029" y="47800"/>
                </a:cubicBezTo>
                <a:cubicBezTo>
                  <a:pt x="908029" y="50316"/>
                  <a:pt x="908839" y="52279"/>
                  <a:pt x="910459" y="53689"/>
                </a:cubicBezTo>
                <a:cubicBezTo>
                  <a:pt x="912079" y="55099"/>
                  <a:pt x="915671" y="56910"/>
                  <a:pt x="921237" y="59121"/>
                </a:cubicBezTo>
                <a:cubicBezTo>
                  <a:pt x="928288" y="61751"/>
                  <a:pt x="933053" y="64476"/>
                  <a:pt x="935531" y="67297"/>
                </a:cubicBezTo>
                <a:cubicBezTo>
                  <a:pt x="938008" y="70118"/>
                  <a:pt x="939247" y="73606"/>
                  <a:pt x="939247" y="77760"/>
                </a:cubicBezTo>
                <a:cubicBezTo>
                  <a:pt x="939247" y="83554"/>
                  <a:pt x="936874" y="88119"/>
                  <a:pt x="932129" y="91454"/>
                </a:cubicBezTo>
                <a:cubicBezTo>
                  <a:pt x="927383" y="94790"/>
                  <a:pt x="921237" y="96457"/>
                  <a:pt x="913689" y="96457"/>
                </a:cubicBezTo>
                <a:cubicBezTo>
                  <a:pt x="907133" y="96457"/>
                  <a:pt x="901415" y="95218"/>
                  <a:pt x="896536" y="92741"/>
                </a:cubicBezTo>
                <a:lnTo>
                  <a:pt x="896536" y="81305"/>
                </a:lnTo>
                <a:close/>
                <a:moveTo>
                  <a:pt x="966207" y="86051"/>
                </a:moveTo>
                <a:lnTo>
                  <a:pt x="966207" y="124074"/>
                </a:lnTo>
                <a:lnTo>
                  <a:pt x="955000" y="124074"/>
                </a:lnTo>
                <a:lnTo>
                  <a:pt x="955000" y="31733"/>
                </a:lnTo>
                <a:lnTo>
                  <a:pt x="966207" y="31733"/>
                </a:lnTo>
                <a:lnTo>
                  <a:pt x="966207" y="42654"/>
                </a:lnTo>
                <a:lnTo>
                  <a:pt x="966435" y="42654"/>
                </a:lnTo>
                <a:cubicBezTo>
                  <a:pt x="971391" y="34382"/>
                  <a:pt x="978633" y="30247"/>
                  <a:pt x="988163" y="30247"/>
                </a:cubicBezTo>
                <a:cubicBezTo>
                  <a:pt x="996244" y="30247"/>
                  <a:pt x="1002581" y="33077"/>
                  <a:pt x="1007174" y="38737"/>
                </a:cubicBezTo>
                <a:cubicBezTo>
                  <a:pt x="1011767" y="44398"/>
                  <a:pt x="1014064" y="51993"/>
                  <a:pt x="1014064" y="61522"/>
                </a:cubicBezTo>
                <a:cubicBezTo>
                  <a:pt x="1014064" y="72043"/>
                  <a:pt x="1011462" y="80495"/>
                  <a:pt x="1006259" y="86880"/>
                </a:cubicBezTo>
                <a:cubicBezTo>
                  <a:pt x="1001056" y="93265"/>
                  <a:pt x="994052" y="96457"/>
                  <a:pt x="985247" y="96457"/>
                </a:cubicBezTo>
                <a:cubicBezTo>
                  <a:pt x="977127" y="96457"/>
                  <a:pt x="970857" y="92989"/>
                  <a:pt x="966435" y="86051"/>
                </a:cubicBezTo>
                <a:lnTo>
                  <a:pt x="966207" y="86051"/>
                </a:lnTo>
                <a:moveTo>
                  <a:pt x="966149" y="68898"/>
                </a:moveTo>
                <a:cubicBezTo>
                  <a:pt x="966149" y="74044"/>
                  <a:pt x="967808" y="78380"/>
                  <a:pt x="971124" y="81906"/>
                </a:cubicBezTo>
                <a:cubicBezTo>
                  <a:pt x="974440" y="85432"/>
                  <a:pt x="978595" y="87195"/>
                  <a:pt x="983588" y="87195"/>
                </a:cubicBezTo>
                <a:cubicBezTo>
                  <a:pt x="989535" y="87195"/>
                  <a:pt x="994185" y="84908"/>
                  <a:pt x="997540" y="80333"/>
                </a:cubicBezTo>
                <a:cubicBezTo>
                  <a:pt x="1000894" y="75759"/>
                  <a:pt x="1002571" y="69432"/>
                  <a:pt x="1002571" y="61351"/>
                </a:cubicBezTo>
                <a:cubicBezTo>
                  <a:pt x="1002571" y="54528"/>
                  <a:pt x="1001008" y="49182"/>
                  <a:pt x="997883" y="45313"/>
                </a:cubicBezTo>
                <a:cubicBezTo>
                  <a:pt x="994757" y="41444"/>
                  <a:pt x="990488" y="39509"/>
                  <a:pt x="985075" y="39509"/>
                </a:cubicBezTo>
                <a:cubicBezTo>
                  <a:pt x="979548" y="39509"/>
                  <a:pt x="975012" y="41472"/>
                  <a:pt x="971467" y="45398"/>
                </a:cubicBezTo>
                <a:cubicBezTo>
                  <a:pt x="967922" y="49325"/>
                  <a:pt x="966149" y="54356"/>
                  <a:pt x="966149" y="60493"/>
                </a:cubicBezTo>
                <a:lnTo>
                  <a:pt x="966149" y="68898"/>
                </a:lnTo>
                <a:close/>
                <a:moveTo>
                  <a:pt x="1031547" y="36136"/>
                </a:moveTo>
                <a:cubicBezTo>
                  <a:pt x="1037836" y="32210"/>
                  <a:pt x="1045097" y="30247"/>
                  <a:pt x="1053331" y="30247"/>
                </a:cubicBezTo>
                <a:cubicBezTo>
                  <a:pt x="1068578" y="30247"/>
                  <a:pt x="1076202" y="38251"/>
                  <a:pt x="1076202" y="54261"/>
                </a:cubicBezTo>
                <a:lnTo>
                  <a:pt x="1076202" y="94971"/>
                </a:lnTo>
                <a:lnTo>
                  <a:pt x="1065109" y="94971"/>
                </a:lnTo>
                <a:lnTo>
                  <a:pt x="1065109" y="85193"/>
                </a:lnTo>
                <a:lnTo>
                  <a:pt x="1064823" y="85193"/>
                </a:lnTo>
                <a:cubicBezTo>
                  <a:pt x="1060440" y="92703"/>
                  <a:pt x="1053979" y="96457"/>
                  <a:pt x="1045441" y="96457"/>
                </a:cubicBezTo>
                <a:cubicBezTo>
                  <a:pt x="1039304" y="96457"/>
                  <a:pt x="1034424" y="94799"/>
                  <a:pt x="1030803" y="91483"/>
                </a:cubicBezTo>
                <a:cubicBezTo>
                  <a:pt x="1027182" y="88167"/>
                  <a:pt x="1025371" y="83688"/>
                  <a:pt x="1025371" y="78046"/>
                </a:cubicBezTo>
                <a:cubicBezTo>
                  <a:pt x="1025371" y="66230"/>
                  <a:pt x="1032366" y="59350"/>
                  <a:pt x="1046355" y="57405"/>
                </a:cubicBezTo>
                <a:lnTo>
                  <a:pt x="1065109" y="54775"/>
                </a:lnTo>
                <a:cubicBezTo>
                  <a:pt x="1065109" y="44445"/>
                  <a:pt x="1060840" y="39280"/>
                  <a:pt x="1052302" y="39280"/>
                </a:cubicBezTo>
                <a:cubicBezTo>
                  <a:pt x="1044716" y="39280"/>
                  <a:pt x="1037798" y="41834"/>
                  <a:pt x="1031547" y="46942"/>
                </a:cubicBezTo>
                <a:lnTo>
                  <a:pt x="1031547" y="36136"/>
                </a:lnTo>
                <a:moveTo>
                  <a:pt x="1050301" y="65239"/>
                </a:moveTo>
                <a:cubicBezTo>
                  <a:pt x="1045117" y="65925"/>
                  <a:pt x="1041543" y="67221"/>
                  <a:pt x="1039580" y="69127"/>
                </a:cubicBezTo>
                <a:cubicBezTo>
                  <a:pt x="1037617" y="71033"/>
                  <a:pt x="1036635" y="73701"/>
                  <a:pt x="1036635" y="77131"/>
                </a:cubicBezTo>
                <a:cubicBezTo>
                  <a:pt x="1036635" y="80143"/>
                  <a:pt x="1037703" y="82601"/>
                  <a:pt x="1039837" y="84507"/>
                </a:cubicBezTo>
                <a:cubicBezTo>
                  <a:pt x="1041972" y="86413"/>
                  <a:pt x="1044793" y="87366"/>
                  <a:pt x="1048299" y="87366"/>
                </a:cubicBezTo>
                <a:cubicBezTo>
                  <a:pt x="1053178" y="87366"/>
                  <a:pt x="1057200" y="85651"/>
                  <a:pt x="1060364" y="82220"/>
                </a:cubicBezTo>
                <a:cubicBezTo>
                  <a:pt x="1063527" y="78790"/>
                  <a:pt x="1065109" y="74482"/>
                  <a:pt x="1065109" y="69298"/>
                </a:cubicBezTo>
                <a:lnTo>
                  <a:pt x="1065109" y="63238"/>
                </a:lnTo>
                <a:lnTo>
                  <a:pt x="1050301" y="65239"/>
                </a:lnTo>
                <a:close/>
                <a:moveTo>
                  <a:pt x="1137796" y="92112"/>
                </a:moveTo>
                <a:cubicBezTo>
                  <a:pt x="1132955" y="95009"/>
                  <a:pt x="1127123" y="96457"/>
                  <a:pt x="1120300" y="96457"/>
                </a:cubicBezTo>
                <a:cubicBezTo>
                  <a:pt x="1111151" y="96457"/>
                  <a:pt x="1103795" y="93522"/>
                  <a:pt x="1098229" y="87652"/>
                </a:cubicBezTo>
                <a:cubicBezTo>
                  <a:pt x="1092664" y="81782"/>
                  <a:pt x="1089882" y="74177"/>
                  <a:pt x="1089882" y="64838"/>
                </a:cubicBezTo>
                <a:cubicBezTo>
                  <a:pt x="1089882" y="54470"/>
                  <a:pt x="1092883" y="46113"/>
                  <a:pt x="1098887" y="39766"/>
                </a:cubicBezTo>
                <a:cubicBezTo>
                  <a:pt x="1104890" y="33420"/>
                  <a:pt x="1112924" y="30247"/>
                  <a:pt x="1122987" y="30247"/>
                </a:cubicBezTo>
                <a:cubicBezTo>
                  <a:pt x="1128781" y="30247"/>
                  <a:pt x="1133736" y="31276"/>
                  <a:pt x="1137853" y="33334"/>
                </a:cubicBezTo>
                <a:lnTo>
                  <a:pt x="1137853" y="44426"/>
                </a:lnTo>
                <a:cubicBezTo>
                  <a:pt x="1133393" y="41148"/>
                  <a:pt x="1128438" y="39509"/>
                  <a:pt x="1122987" y="39509"/>
                </a:cubicBezTo>
                <a:cubicBezTo>
                  <a:pt x="1116583" y="39509"/>
                  <a:pt x="1111371" y="41730"/>
                  <a:pt x="1107349" y="46170"/>
                </a:cubicBezTo>
                <a:cubicBezTo>
                  <a:pt x="1103328" y="50611"/>
                  <a:pt x="1101317" y="56529"/>
                  <a:pt x="1101317" y="63924"/>
                </a:cubicBezTo>
                <a:cubicBezTo>
                  <a:pt x="1101317" y="71204"/>
                  <a:pt x="1103213" y="76903"/>
                  <a:pt x="1107006" y="81020"/>
                </a:cubicBezTo>
                <a:cubicBezTo>
                  <a:pt x="1110799" y="85136"/>
                  <a:pt x="1115916" y="87195"/>
                  <a:pt x="1122358" y="87195"/>
                </a:cubicBezTo>
                <a:cubicBezTo>
                  <a:pt x="1127809" y="87195"/>
                  <a:pt x="1132955" y="85403"/>
                  <a:pt x="1137796" y="81820"/>
                </a:cubicBezTo>
                <a:lnTo>
                  <a:pt x="1137796" y="92112"/>
                </a:lnTo>
                <a:close/>
                <a:moveTo>
                  <a:pt x="1204178" y="66211"/>
                </a:moveTo>
                <a:lnTo>
                  <a:pt x="1159923" y="66211"/>
                </a:lnTo>
                <a:cubicBezTo>
                  <a:pt x="1160114" y="72958"/>
                  <a:pt x="1161962" y="78170"/>
                  <a:pt x="1165469" y="81849"/>
                </a:cubicBezTo>
                <a:cubicBezTo>
                  <a:pt x="1168976" y="85527"/>
                  <a:pt x="1173874" y="87366"/>
                  <a:pt x="1180164" y="87366"/>
                </a:cubicBezTo>
                <a:cubicBezTo>
                  <a:pt x="1187254" y="87366"/>
                  <a:pt x="1193753" y="85098"/>
                  <a:pt x="1199661" y="80562"/>
                </a:cubicBezTo>
                <a:lnTo>
                  <a:pt x="1199661" y="90568"/>
                </a:lnTo>
                <a:cubicBezTo>
                  <a:pt x="1194096" y="94494"/>
                  <a:pt x="1186720" y="96457"/>
                  <a:pt x="1177533" y="96457"/>
                </a:cubicBezTo>
                <a:cubicBezTo>
                  <a:pt x="1168385" y="96457"/>
                  <a:pt x="1161248" y="93560"/>
                  <a:pt x="1156121" y="87766"/>
                </a:cubicBezTo>
                <a:cubicBezTo>
                  <a:pt x="1150994" y="81972"/>
                  <a:pt x="1148430" y="73930"/>
                  <a:pt x="1148430" y="63638"/>
                </a:cubicBezTo>
                <a:cubicBezTo>
                  <a:pt x="1148430" y="53956"/>
                  <a:pt x="1151242" y="45970"/>
                  <a:pt x="1156864" y="39681"/>
                </a:cubicBezTo>
                <a:cubicBezTo>
                  <a:pt x="1162486" y="33391"/>
                  <a:pt x="1169472" y="30247"/>
                  <a:pt x="1177819" y="30247"/>
                </a:cubicBezTo>
                <a:cubicBezTo>
                  <a:pt x="1186091" y="30247"/>
                  <a:pt x="1192552" y="32905"/>
                  <a:pt x="1197202" y="38223"/>
                </a:cubicBezTo>
                <a:cubicBezTo>
                  <a:pt x="1201853" y="43540"/>
                  <a:pt x="1204178" y="50983"/>
                  <a:pt x="1204178" y="60550"/>
                </a:cubicBezTo>
                <a:lnTo>
                  <a:pt x="1204178" y="66211"/>
                </a:lnTo>
                <a:moveTo>
                  <a:pt x="1192971" y="57234"/>
                </a:moveTo>
                <a:cubicBezTo>
                  <a:pt x="1192933" y="51516"/>
                  <a:pt x="1191580" y="47095"/>
                  <a:pt x="1188912" y="43969"/>
                </a:cubicBezTo>
                <a:cubicBezTo>
                  <a:pt x="1186243" y="40843"/>
                  <a:pt x="1182489" y="39280"/>
                  <a:pt x="1177648" y="39280"/>
                </a:cubicBezTo>
                <a:cubicBezTo>
                  <a:pt x="1173188" y="39280"/>
                  <a:pt x="1169329" y="40939"/>
                  <a:pt x="1166070" y="44255"/>
                </a:cubicBezTo>
                <a:cubicBezTo>
                  <a:pt x="1162810" y="47571"/>
                  <a:pt x="1160762" y="51897"/>
                  <a:pt x="1159923" y="57234"/>
                </a:cubicBezTo>
                <a:lnTo>
                  <a:pt x="1192971" y="57234"/>
                </a:lnTo>
                <a:close/>
                <a:moveTo>
                  <a:pt x="1215043" y="81305"/>
                </a:moveTo>
                <a:cubicBezTo>
                  <a:pt x="1220684" y="85384"/>
                  <a:pt x="1226764" y="87423"/>
                  <a:pt x="1233282" y="87423"/>
                </a:cubicBezTo>
                <a:cubicBezTo>
                  <a:pt x="1242011" y="87423"/>
                  <a:pt x="1246376" y="84564"/>
                  <a:pt x="1246376" y="78847"/>
                </a:cubicBezTo>
                <a:cubicBezTo>
                  <a:pt x="1246376" y="76407"/>
                  <a:pt x="1245423" y="74397"/>
                  <a:pt x="1243517" y="72815"/>
                </a:cubicBezTo>
                <a:cubicBezTo>
                  <a:pt x="1241611" y="71233"/>
                  <a:pt x="1237742" y="69355"/>
                  <a:pt x="1231910" y="67183"/>
                </a:cubicBezTo>
                <a:cubicBezTo>
                  <a:pt x="1224896" y="64362"/>
                  <a:pt x="1220341" y="61570"/>
                  <a:pt x="1218245" y="58806"/>
                </a:cubicBezTo>
                <a:cubicBezTo>
                  <a:pt x="1216148" y="56043"/>
                  <a:pt x="1215100" y="52698"/>
                  <a:pt x="1215100" y="48772"/>
                </a:cubicBezTo>
                <a:cubicBezTo>
                  <a:pt x="1215100" y="43168"/>
                  <a:pt x="1217473" y="38680"/>
                  <a:pt x="1222219" y="35307"/>
                </a:cubicBezTo>
                <a:cubicBezTo>
                  <a:pt x="1226964" y="31933"/>
                  <a:pt x="1232806" y="30247"/>
                  <a:pt x="1239743" y="30247"/>
                </a:cubicBezTo>
                <a:cubicBezTo>
                  <a:pt x="1245118" y="30247"/>
                  <a:pt x="1250111" y="31180"/>
                  <a:pt x="1254724" y="33048"/>
                </a:cubicBezTo>
                <a:lnTo>
                  <a:pt x="1254724" y="43855"/>
                </a:lnTo>
                <a:cubicBezTo>
                  <a:pt x="1249997" y="40805"/>
                  <a:pt x="1244641" y="39280"/>
                  <a:pt x="1238657" y="39280"/>
                </a:cubicBezTo>
                <a:cubicBezTo>
                  <a:pt x="1235074" y="39280"/>
                  <a:pt x="1232158" y="40062"/>
                  <a:pt x="1229909" y="41625"/>
                </a:cubicBezTo>
                <a:cubicBezTo>
                  <a:pt x="1227660" y="43188"/>
                  <a:pt x="1226535" y="45246"/>
                  <a:pt x="1226535" y="47800"/>
                </a:cubicBezTo>
                <a:cubicBezTo>
                  <a:pt x="1226535" y="50316"/>
                  <a:pt x="1227345" y="52279"/>
                  <a:pt x="1228965" y="53689"/>
                </a:cubicBezTo>
                <a:cubicBezTo>
                  <a:pt x="1230585" y="55099"/>
                  <a:pt x="1234178" y="56910"/>
                  <a:pt x="1239743" y="59121"/>
                </a:cubicBezTo>
                <a:cubicBezTo>
                  <a:pt x="1246795" y="61751"/>
                  <a:pt x="1251560" y="64476"/>
                  <a:pt x="1254037" y="67297"/>
                </a:cubicBezTo>
                <a:cubicBezTo>
                  <a:pt x="1256515" y="70118"/>
                  <a:pt x="1257754" y="73606"/>
                  <a:pt x="1257754" y="77760"/>
                </a:cubicBezTo>
                <a:cubicBezTo>
                  <a:pt x="1257754" y="83554"/>
                  <a:pt x="1255381" y="88119"/>
                  <a:pt x="1250635" y="91454"/>
                </a:cubicBezTo>
                <a:cubicBezTo>
                  <a:pt x="1245890" y="94790"/>
                  <a:pt x="1239743" y="96457"/>
                  <a:pt x="1232196" y="96457"/>
                </a:cubicBezTo>
                <a:cubicBezTo>
                  <a:pt x="1225640" y="96457"/>
                  <a:pt x="1219922" y="95218"/>
                  <a:pt x="1215043" y="92741"/>
                </a:cubicBezTo>
                <a:lnTo>
                  <a:pt x="1215043" y="81305"/>
                </a:lnTo>
                <a:close/>
                <a:moveTo>
                  <a:pt x="1291166" y="115097"/>
                </a:moveTo>
                <a:cubicBezTo>
                  <a:pt x="1278320" y="100460"/>
                  <a:pt x="1271897" y="82487"/>
                  <a:pt x="1271897" y="61179"/>
                </a:cubicBezTo>
                <a:cubicBezTo>
                  <a:pt x="1271897" y="39871"/>
                  <a:pt x="1278320" y="21613"/>
                  <a:pt x="1291166" y="6404"/>
                </a:cubicBezTo>
                <a:lnTo>
                  <a:pt x="1301057" y="6404"/>
                </a:lnTo>
                <a:cubicBezTo>
                  <a:pt x="1288174" y="22223"/>
                  <a:pt x="1281732" y="40443"/>
                  <a:pt x="1281732" y="61065"/>
                </a:cubicBezTo>
                <a:cubicBezTo>
                  <a:pt x="1281732" y="81648"/>
                  <a:pt x="1288135" y="99659"/>
                  <a:pt x="1300943" y="115097"/>
                </a:cubicBezTo>
                <a:lnTo>
                  <a:pt x="1291166" y="115097"/>
                </a:lnTo>
                <a:close/>
                <a:moveTo>
                  <a:pt x="1308030" y="81305"/>
                </a:moveTo>
                <a:cubicBezTo>
                  <a:pt x="1313672" y="85384"/>
                  <a:pt x="1319751" y="87423"/>
                  <a:pt x="1326269" y="87423"/>
                </a:cubicBezTo>
                <a:cubicBezTo>
                  <a:pt x="1334998" y="87423"/>
                  <a:pt x="1339363" y="84564"/>
                  <a:pt x="1339363" y="78847"/>
                </a:cubicBezTo>
                <a:cubicBezTo>
                  <a:pt x="1339363" y="76407"/>
                  <a:pt x="1338410" y="74397"/>
                  <a:pt x="1336504" y="72815"/>
                </a:cubicBezTo>
                <a:cubicBezTo>
                  <a:pt x="1334598" y="71233"/>
                  <a:pt x="1330729" y="69355"/>
                  <a:pt x="1324897" y="67183"/>
                </a:cubicBezTo>
                <a:cubicBezTo>
                  <a:pt x="1317884" y="64362"/>
                  <a:pt x="1313328" y="61570"/>
                  <a:pt x="1311232" y="58806"/>
                </a:cubicBezTo>
                <a:cubicBezTo>
                  <a:pt x="1309136" y="56043"/>
                  <a:pt x="1308087" y="52698"/>
                  <a:pt x="1308087" y="48772"/>
                </a:cubicBezTo>
                <a:cubicBezTo>
                  <a:pt x="1308087" y="43168"/>
                  <a:pt x="1310460" y="38680"/>
                  <a:pt x="1315206" y="35307"/>
                </a:cubicBezTo>
                <a:cubicBezTo>
                  <a:pt x="1319951" y="31933"/>
                  <a:pt x="1325793" y="30247"/>
                  <a:pt x="1332730" y="30247"/>
                </a:cubicBezTo>
                <a:cubicBezTo>
                  <a:pt x="1338105" y="30247"/>
                  <a:pt x="1343099" y="31180"/>
                  <a:pt x="1347711" y="33048"/>
                </a:cubicBezTo>
                <a:lnTo>
                  <a:pt x="1347711" y="43855"/>
                </a:lnTo>
                <a:cubicBezTo>
                  <a:pt x="1342984" y="40805"/>
                  <a:pt x="1337629" y="39280"/>
                  <a:pt x="1331644" y="39280"/>
                </a:cubicBezTo>
                <a:cubicBezTo>
                  <a:pt x="1328061" y="39280"/>
                  <a:pt x="1325145" y="40062"/>
                  <a:pt x="1322896" y="41625"/>
                </a:cubicBezTo>
                <a:cubicBezTo>
                  <a:pt x="1320647" y="43188"/>
                  <a:pt x="1319523" y="45246"/>
                  <a:pt x="1319523" y="47800"/>
                </a:cubicBezTo>
                <a:cubicBezTo>
                  <a:pt x="1319523" y="50316"/>
                  <a:pt x="1320333" y="52279"/>
                  <a:pt x="1321953" y="53689"/>
                </a:cubicBezTo>
                <a:cubicBezTo>
                  <a:pt x="1323573" y="55099"/>
                  <a:pt x="1327165" y="56910"/>
                  <a:pt x="1332730" y="59121"/>
                </a:cubicBezTo>
                <a:cubicBezTo>
                  <a:pt x="1339782" y="61751"/>
                  <a:pt x="1344547" y="64476"/>
                  <a:pt x="1347025" y="67297"/>
                </a:cubicBezTo>
                <a:cubicBezTo>
                  <a:pt x="1349502" y="70118"/>
                  <a:pt x="1350741" y="73606"/>
                  <a:pt x="1350741" y="77760"/>
                </a:cubicBezTo>
                <a:cubicBezTo>
                  <a:pt x="1350741" y="83554"/>
                  <a:pt x="1348368" y="88119"/>
                  <a:pt x="1343623" y="91454"/>
                </a:cubicBezTo>
                <a:cubicBezTo>
                  <a:pt x="1338877" y="94790"/>
                  <a:pt x="1332730" y="96457"/>
                  <a:pt x="1325183" y="96457"/>
                </a:cubicBezTo>
                <a:cubicBezTo>
                  <a:pt x="1318627" y="96457"/>
                  <a:pt x="1312909" y="95218"/>
                  <a:pt x="1308030" y="92741"/>
                </a:cubicBezTo>
                <a:lnTo>
                  <a:pt x="1308030" y="81305"/>
                </a:lnTo>
                <a:close/>
                <a:moveTo>
                  <a:pt x="1396867" y="94342"/>
                </a:moveTo>
                <a:cubicBezTo>
                  <a:pt x="1394427" y="95676"/>
                  <a:pt x="1391130" y="96343"/>
                  <a:pt x="1386975" y="96343"/>
                </a:cubicBezTo>
                <a:cubicBezTo>
                  <a:pt x="1375654" y="96343"/>
                  <a:pt x="1369993" y="90072"/>
                  <a:pt x="1369993" y="77532"/>
                </a:cubicBezTo>
                <a:lnTo>
                  <a:pt x="1369993" y="40996"/>
                </a:lnTo>
                <a:lnTo>
                  <a:pt x="1359130" y="40996"/>
                </a:lnTo>
                <a:lnTo>
                  <a:pt x="1359130" y="31733"/>
                </a:lnTo>
                <a:lnTo>
                  <a:pt x="1369993" y="31733"/>
                </a:lnTo>
                <a:lnTo>
                  <a:pt x="1369993" y="16524"/>
                </a:lnTo>
                <a:lnTo>
                  <a:pt x="1381143" y="12979"/>
                </a:lnTo>
                <a:lnTo>
                  <a:pt x="1381143" y="31733"/>
                </a:lnTo>
                <a:lnTo>
                  <a:pt x="1396867" y="31733"/>
                </a:lnTo>
                <a:lnTo>
                  <a:pt x="1396867" y="40996"/>
                </a:lnTo>
                <a:lnTo>
                  <a:pt x="1381143" y="40996"/>
                </a:lnTo>
                <a:lnTo>
                  <a:pt x="1381143" y="75531"/>
                </a:lnTo>
                <a:cubicBezTo>
                  <a:pt x="1381143" y="79685"/>
                  <a:pt x="1381848" y="82659"/>
                  <a:pt x="1383259" y="84450"/>
                </a:cubicBezTo>
                <a:cubicBezTo>
                  <a:pt x="1384669" y="86242"/>
                  <a:pt x="1387013" y="87137"/>
                  <a:pt x="1390291" y="87137"/>
                </a:cubicBezTo>
                <a:cubicBezTo>
                  <a:pt x="1392807" y="87137"/>
                  <a:pt x="1394999" y="86432"/>
                  <a:pt x="1396867" y="85022"/>
                </a:cubicBezTo>
                <a:lnTo>
                  <a:pt x="1396867" y="94342"/>
                </a:lnTo>
                <a:close/>
                <a:moveTo>
                  <a:pt x="1444335" y="42825"/>
                </a:moveTo>
                <a:cubicBezTo>
                  <a:pt x="1442467" y="41491"/>
                  <a:pt x="1439894" y="40824"/>
                  <a:pt x="1436616" y="40824"/>
                </a:cubicBezTo>
                <a:cubicBezTo>
                  <a:pt x="1432271" y="40824"/>
                  <a:pt x="1428688" y="42854"/>
                  <a:pt x="1425867" y="46914"/>
                </a:cubicBezTo>
                <a:cubicBezTo>
                  <a:pt x="1423046" y="50973"/>
                  <a:pt x="1421636" y="56319"/>
                  <a:pt x="1421636" y="62952"/>
                </a:cubicBezTo>
                <a:lnTo>
                  <a:pt x="1421636" y="94971"/>
                </a:lnTo>
                <a:lnTo>
                  <a:pt x="1410429" y="94971"/>
                </a:lnTo>
                <a:lnTo>
                  <a:pt x="1410429" y="31733"/>
                </a:lnTo>
                <a:lnTo>
                  <a:pt x="1421636" y="31733"/>
                </a:lnTo>
                <a:lnTo>
                  <a:pt x="1421636" y="44598"/>
                </a:lnTo>
                <a:lnTo>
                  <a:pt x="1421865" y="44598"/>
                </a:lnTo>
                <a:cubicBezTo>
                  <a:pt x="1425066" y="35297"/>
                  <a:pt x="1430593" y="30647"/>
                  <a:pt x="1438446" y="30647"/>
                </a:cubicBezTo>
                <a:cubicBezTo>
                  <a:pt x="1441000" y="30647"/>
                  <a:pt x="1442963" y="30933"/>
                  <a:pt x="1444335" y="31504"/>
                </a:cubicBezTo>
                <a:lnTo>
                  <a:pt x="1444335" y="42825"/>
                </a:lnTo>
                <a:close/>
                <a:moveTo>
                  <a:pt x="1505926" y="94971"/>
                </a:moveTo>
                <a:lnTo>
                  <a:pt x="1455153" y="94971"/>
                </a:lnTo>
                <a:lnTo>
                  <a:pt x="1455153" y="85308"/>
                </a:lnTo>
                <a:lnTo>
                  <a:pt x="1474994" y="85308"/>
                </a:lnTo>
                <a:lnTo>
                  <a:pt x="1474994" y="18068"/>
                </a:lnTo>
                <a:lnTo>
                  <a:pt x="1454639" y="23957"/>
                </a:lnTo>
                <a:lnTo>
                  <a:pt x="1454639" y="13665"/>
                </a:lnTo>
                <a:lnTo>
                  <a:pt x="1486143" y="4517"/>
                </a:lnTo>
                <a:lnTo>
                  <a:pt x="1486143" y="85308"/>
                </a:lnTo>
                <a:lnTo>
                  <a:pt x="1505926" y="85308"/>
                </a:lnTo>
                <a:lnTo>
                  <a:pt x="1505926" y="94971"/>
                </a:lnTo>
                <a:close/>
                <a:moveTo>
                  <a:pt x="1515344" y="115097"/>
                </a:moveTo>
                <a:cubicBezTo>
                  <a:pt x="1528190" y="99697"/>
                  <a:pt x="1534613" y="81687"/>
                  <a:pt x="1534613" y="61065"/>
                </a:cubicBezTo>
                <a:cubicBezTo>
                  <a:pt x="1534613" y="40405"/>
                  <a:pt x="1528152" y="22185"/>
                  <a:pt x="1515230" y="6404"/>
                </a:cubicBezTo>
                <a:lnTo>
                  <a:pt x="1525178" y="6404"/>
                </a:lnTo>
                <a:cubicBezTo>
                  <a:pt x="1538062" y="21498"/>
                  <a:pt x="1544504" y="39757"/>
                  <a:pt x="1544504" y="61179"/>
                </a:cubicBezTo>
                <a:cubicBezTo>
                  <a:pt x="1544504" y="82601"/>
                  <a:pt x="1538062" y="100574"/>
                  <a:pt x="1525178" y="115097"/>
                </a:cubicBezTo>
                <a:lnTo>
                  <a:pt x="1515344" y="115097"/>
                </a:lnTo>
                <a:close/>
                <a:moveTo>
                  <a:pt x="1559139" y="37622"/>
                </a:moveTo>
                <a:cubicBezTo>
                  <a:pt x="1559139" y="35564"/>
                  <a:pt x="1559863" y="33849"/>
                  <a:pt x="1561311" y="32476"/>
                </a:cubicBezTo>
                <a:cubicBezTo>
                  <a:pt x="1562760" y="31104"/>
                  <a:pt x="1564494" y="30418"/>
                  <a:pt x="1566514" y="30418"/>
                </a:cubicBezTo>
                <a:cubicBezTo>
                  <a:pt x="1568573" y="30418"/>
                  <a:pt x="1570326" y="31114"/>
                  <a:pt x="1571775" y="32505"/>
                </a:cubicBezTo>
                <a:cubicBezTo>
                  <a:pt x="1573223" y="33896"/>
                  <a:pt x="1573947" y="35602"/>
                  <a:pt x="1573947" y="37622"/>
                </a:cubicBezTo>
                <a:cubicBezTo>
                  <a:pt x="1573947" y="39643"/>
                  <a:pt x="1573242" y="41358"/>
                  <a:pt x="1571832" y="42768"/>
                </a:cubicBezTo>
                <a:cubicBezTo>
                  <a:pt x="1570421" y="44179"/>
                  <a:pt x="1568630" y="44884"/>
                  <a:pt x="1566457" y="44884"/>
                </a:cubicBezTo>
                <a:cubicBezTo>
                  <a:pt x="1564399" y="44884"/>
                  <a:pt x="1562664" y="44179"/>
                  <a:pt x="1561254" y="42768"/>
                </a:cubicBezTo>
                <a:cubicBezTo>
                  <a:pt x="1559844" y="41358"/>
                  <a:pt x="1559139" y="39643"/>
                  <a:pt x="1559139" y="37622"/>
                </a:cubicBezTo>
                <a:moveTo>
                  <a:pt x="1559139" y="89081"/>
                </a:moveTo>
                <a:cubicBezTo>
                  <a:pt x="1559139" y="87023"/>
                  <a:pt x="1559844" y="85289"/>
                  <a:pt x="1561254" y="83878"/>
                </a:cubicBezTo>
                <a:cubicBezTo>
                  <a:pt x="1562664" y="82468"/>
                  <a:pt x="1564418" y="81763"/>
                  <a:pt x="1566514" y="81763"/>
                </a:cubicBezTo>
                <a:cubicBezTo>
                  <a:pt x="1568649" y="81763"/>
                  <a:pt x="1570421" y="82478"/>
                  <a:pt x="1571832" y="83907"/>
                </a:cubicBezTo>
                <a:cubicBezTo>
                  <a:pt x="1573242" y="85336"/>
                  <a:pt x="1573947" y="87061"/>
                  <a:pt x="1573947" y="89081"/>
                </a:cubicBezTo>
                <a:cubicBezTo>
                  <a:pt x="1573947" y="91064"/>
                  <a:pt x="1573242" y="92769"/>
                  <a:pt x="1571832" y="94199"/>
                </a:cubicBezTo>
                <a:cubicBezTo>
                  <a:pt x="1570421" y="95628"/>
                  <a:pt x="1568630" y="96343"/>
                  <a:pt x="1566457" y="96343"/>
                </a:cubicBezTo>
                <a:cubicBezTo>
                  <a:pt x="1564361" y="96343"/>
                  <a:pt x="1562617" y="95628"/>
                  <a:pt x="1561226" y="94199"/>
                </a:cubicBezTo>
                <a:cubicBezTo>
                  <a:pt x="1559834" y="92769"/>
                  <a:pt x="1559139" y="91064"/>
                  <a:pt x="1559139" y="89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B810EF4-D65E-4D1C-8442-9762CEC1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58" y="2500814"/>
            <a:ext cx="54661" cy="90053"/>
          </a:xfrm>
          <a:custGeom xmlns:a="http://schemas.openxmlformats.org/drawingml/2006/main">
            <a:pathLst>
              <a:path w="54661" h="90053">
                <a:moveTo>
                  <a:pt x="53861" y="90053"/>
                </a:moveTo>
                <a:lnTo>
                  <a:pt x="0" y="90053"/>
                </a:lnTo>
                <a:lnTo>
                  <a:pt x="0" y="80333"/>
                </a:lnTo>
                <a:lnTo>
                  <a:pt x="25730" y="54661"/>
                </a:lnTo>
                <a:cubicBezTo>
                  <a:pt x="32819" y="47571"/>
                  <a:pt x="37565" y="41958"/>
                  <a:pt x="39967" y="37822"/>
                </a:cubicBezTo>
                <a:cubicBezTo>
                  <a:pt x="42368" y="33687"/>
                  <a:pt x="43569" y="29408"/>
                  <a:pt x="43569" y="24986"/>
                </a:cubicBezTo>
                <a:cubicBezTo>
                  <a:pt x="43569" y="19955"/>
                  <a:pt x="42158" y="16095"/>
                  <a:pt x="39338" y="13408"/>
                </a:cubicBezTo>
                <a:cubicBezTo>
                  <a:pt x="36517" y="10721"/>
                  <a:pt x="32438" y="9377"/>
                  <a:pt x="27102" y="9377"/>
                </a:cubicBezTo>
                <a:cubicBezTo>
                  <a:pt x="19211" y="9377"/>
                  <a:pt x="11683" y="12731"/>
                  <a:pt x="4517" y="19440"/>
                </a:cubicBezTo>
                <a:lnTo>
                  <a:pt x="4517" y="8062"/>
                </a:lnTo>
                <a:cubicBezTo>
                  <a:pt x="11493" y="2687"/>
                  <a:pt x="19612" y="0"/>
                  <a:pt x="28874" y="0"/>
                </a:cubicBezTo>
                <a:cubicBezTo>
                  <a:pt x="36841" y="0"/>
                  <a:pt x="43130" y="2154"/>
                  <a:pt x="47743" y="6461"/>
                </a:cubicBezTo>
                <a:cubicBezTo>
                  <a:pt x="52355" y="10768"/>
                  <a:pt x="54661" y="16562"/>
                  <a:pt x="54661" y="23843"/>
                </a:cubicBezTo>
                <a:cubicBezTo>
                  <a:pt x="54661" y="29332"/>
                  <a:pt x="53184" y="34716"/>
                  <a:pt x="50230" y="39995"/>
                </a:cubicBezTo>
                <a:cubicBezTo>
                  <a:pt x="47276" y="45274"/>
                  <a:pt x="41682" y="51993"/>
                  <a:pt x="33448" y="60150"/>
                </a:cubicBezTo>
                <a:lnTo>
                  <a:pt x="13265" y="79876"/>
                </a:lnTo>
                <a:lnTo>
                  <a:pt x="13265" y="80105"/>
                </a:lnTo>
                <a:lnTo>
                  <a:pt x="53861" y="80105"/>
                </a:lnTo>
                <a:lnTo>
                  <a:pt x="53861" y="90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C6B762D6-700E-41F7-8018-7436AA37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80" y="2502186"/>
            <a:ext cx="129277" cy="27559"/>
          </a:xfrm>
          <a:custGeom xmlns:a="http://schemas.openxmlformats.org/drawingml/2006/main">
            <a:pathLst>
              <a:path w="129277" h="27559">
                <a:moveTo>
                  <a:pt x="11378" y="0"/>
                </a:moveTo>
                <a:lnTo>
                  <a:pt x="9491" y="27559"/>
                </a:lnTo>
                <a:lnTo>
                  <a:pt x="1830" y="27559"/>
                </a:lnTo>
                <a:lnTo>
                  <a:pt x="0" y="0"/>
                </a:lnTo>
                <a:lnTo>
                  <a:pt x="11378" y="0"/>
                </a:lnTo>
                <a:moveTo>
                  <a:pt x="26816" y="0"/>
                </a:moveTo>
                <a:lnTo>
                  <a:pt x="24986" y="27559"/>
                </a:lnTo>
                <a:lnTo>
                  <a:pt x="17267" y="27559"/>
                </a:lnTo>
                <a:lnTo>
                  <a:pt x="15381" y="0"/>
                </a:lnTo>
                <a:lnTo>
                  <a:pt x="26816" y="0"/>
                </a:lnTo>
                <a:close/>
                <a:moveTo>
                  <a:pt x="62609" y="0"/>
                </a:moveTo>
                <a:lnTo>
                  <a:pt x="60722" y="27559"/>
                </a:lnTo>
                <a:lnTo>
                  <a:pt x="53060" y="27559"/>
                </a:lnTo>
                <a:lnTo>
                  <a:pt x="51230" y="0"/>
                </a:lnTo>
                <a:lnTo>
                  <a:pt x="62609" y="0"/>
                </a:lnTo>
                <a:moveTo>
                  <a:pt x="78046" y="0"/>
                </a:moveTo>
                <a:lnTo>
                  <a:pt x="76217" y="27559"/>
                </a:lnTo>
                <a:lnTo>
                  <a:pt x="68498" y="27559"/>
                </a:lnTo>
                <a:lnTo>
                  <a:pt x="66611" y="0"/>
                </a:lnTo>
                <a:lnTo>
                  <a:pt x="78046" y="0"/>
                </a:lnTo>
                <a:close/>
                <a:moveTo>
                  <a:pt x="113839" y="0"/>
                </a:moveTo>
                <a:lnTo>
                  <a:pt x="111952" y="27559"/>
                </a:lnTo>
                <a:lnTo>
                  <a:pt x="104290" y="27559"/>
                </a:lnTo>
                <a:lnTo>
                  <a:pt x="102461" y="0"/>
                </a:lnTo>
                <a:lnTo>
                  <a:pt x="113839" y="0"/>
                </a:lnTo>
                <a:moveTo>
                  <a:pt x="129277" y="0"/>
                </a:moveTo>
                <a:lnTo>
                  <a:pt x="127447" y="27559"/>
                </a:lnTo>
                <a:lnTo>
                  <a:pt x="119728" y="27559"/>
                </a:lnTo>
                <a:lnTo>
                  <a:pt x="117841" y="0"/>
                </a:lnTo>
                <a:lnTo>
                  <a:pt x="129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5F2B78D-283A-426B-9612-5D2EDD58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73" y="2648357"/>
            <a:ext cx="51802" cy="91540"/>
          </a:xfrm>
          <a:custGeom xmlns:a="http://schemas.openxmlformats.org/drawingml/2006/main">
            <a:pathLst>
              <a:path w="51802" h="91540">
                <a:moveTo>
                  <a:pt x="0" y="75245"/>
                </a:moveTo>
                <a:cubicBezTo>
                  <a:pt x="6061" y="79933"/>
                  <a:pt x="12903" y="82277"/>
                  <a:pt x="20526" y="82277"/>
                </a:cubicBezTo>
                <a:cubicBezTo>
                  <a:pt x="26625" y="82277"/>
                  <a:pt x="31457" y="80781"/>
                  <a:pt x="35021" y="77789"/>
                </a:cubicBezTo>
                <a:cubicBezTo>
                  <a:pt x="38585" y="74797"/>
                  <a:pt x="40367" y="70785"/>
                  <a:pt x="40367" y="65753"/>
                </a:cubicBezTo>
                <a:cubicBezTo>
                  <a:pt x="40367" y="54547"/>
                  <a:pt x="32343" y="48943"/>
                  <a:pt x="16295" y="48943"/>
                </a:cubicBezTo>
                <a:lnTo>
                  <a:pt x="8920" y="48943"/>
                </a:lnTo>
                <a:lnTo>
                  <a:pt x="8920" y="39681"/>
                </a:lnTo>
                <a:lnTo>
                  <a:pt x="15952" y="39681"/>
                </a:lnTo>
                <a:cubicBezTo>
                  <a:pt x="30170" y="39681"/>
                  <a:pt x="37279" y="34420"/>
                  <a:pt x="37279" y="23900"/>
                </a:cubicBezTo>
                <a:cubicBezTo>
                  <a:pt x="37279" y="14180"/>
                  <a:pt x="31847" y="9320"/>
                  <a:pt x="20984" y="9320"/>
                </a:cubicBezTo>
                <a:cubicBezTo>
                  <a:pt x="14771" y="9320"/>
                  <a:pt x="8920" y="11416"/>
                  <a:pt x="3431" y="15609"/>
                </a:cubicBezTo>
                <a:lnTo>
                  <a:pt x="3431" y="5032"/>
                </a:lnTo>
                <a:cubicBezTo>
                  <a:pt x="9225" y="1677"/>
                  <a:pt x="15990" y="0"/>
                  <a:pt x="23728" y="0"/>
                </a:cubicBezTo>
                <a:cubicBezTo>
                  <a:pt x="31276" y="0"/>
                  <a:pt x="37336" y="1973"/>
                  <a:pt x="41911" y="5918"/>
                </a:cubicBezTo>
                <a:cubicBezTo>
                  <a:pt x="46485" y="9863"/>
                  <a:pt x="48772" y="14980"/>
                  <a:pt x="48772" y="21270"/>
                </a:cubicBezTo>
                <a:cubicBezTo>
                  <a:pt x="48772" y="32858"/>
                  <a:pt x="42864" y="40310"/>
                  <a:pt x="31047" y="43626"/>
                </a:cubicBezTo>
                <a:lnTo>
                  <a:pt x="31047" y="43855"/>
                </a:lnTo>
                <a:cubicBezTo>
                  <a:pt x="37451" y="44541"/>
                  <a:pt x="42511" y="46799"/>
                  <a:pt x="46227" y="50630"/>
                </a:cubicBezTo>
                <a:cubicBezTo>
                  <a:pt x="49944" y="54461"/>
                  <a:pt x="51802" y="59235"/>
                  <a:pt x="51802" y="64953"/>
                </a:cubicBezTo>
                <a:cubicBezTo>
                  <a:pt x="51802" y="72919"/>
                  <a:pt x="48934" y="79342"/>
                  <a:pt x="43197" y="84221"/>
                </a:cubicBezTo>
                <a:cubicBezTo>
                  <a:pt x="37460" y="89100"/>
                  <a:pt x="29827" y="91540"/>
                  <a:pt x="20298" y="91540"/>
                </a:cubicBezTo>
                <a:cubicBezTo>
                  <a:pt x="11912" y="91540"/>
                  <a:pt x="5146" y="89977"/>
                  <a:pt x="0" y="86852"/>
                </a:cubicBezTo>
                <a:lnTo>
                  <a:pt x="0" y="75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Writeapythonfunctiontoremove">
            <a:extLst xmlns:a="http://schemas.openxmlformats.org/drawingml/2006/main">
              <a:ext uri="{FF2B5EF4-FFF2-40B4-BE49-F238E27FC236}">
                <a16:creationId xmlns:a16="http://schemas.microsoft.com/office/drawing/2014/main" id="{7202C4BB-A2DB-4445-B8C5-53BCCD9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03" y="2643439"/>
            <a:ext cx="1938723" cy="124760"/>
          </a:xfrm>
          <a:custGeom xmlns:a="http://schemas.openxmlformats.org/drawingml/2006/main">
            <a:pathLst>
              <a:path w="1938723" h="124760">
                <a:moveTo>
                  <a:pt x="116126" y="6404"/>
                </a:moveTo>
                <a:lnTo>
                  <a:pt x="91311" y="94971"/>
                </a:lnTo>
                <a:lnTo>
                  <a:pt x="77989" y="94971"/>
                </a:lnTo>
                <a:lnTo>
                  <a:pt x="60150" y="31161"/>
                </a:lnTo>
                <a:cubicBezTo>
                  <a:pt x="59350" y="28264"/>
                  <a:pt x="58873" y="25215"/>
                  <a:pt x="58721" y="22013"/>
                </a:cubicBezTo>
                <a:lnTo>
                  <a:pt x="58492" y="22013"/>
                </a:lnTo>
                <a:cubicBezTo>
                  <a:pt x="58263" y="25177"/>
                  <a:pt x="57729" y="28188"/>
                  <a:pt x="56891" y="31047"/>
                </a:cubicBezTo>
                <a:lnTo>
                  <a:pt x="38880" y="94971"/>
                </a:lnTo>
                <a:lnTo>
                  <a:pt x="25672" y="94971"/>
                </a:lnTo>
                <a:lnTo>
                  <a:pt x="0" y="6404"/>
                </a:lnTo>
                <a:lnTo>
                  <a:pt x="12636" y="6404"/>
                </a:lnTo>
                <a:lnTo>
                  <a:pt x="30704" y="73301"/>
                </a:lnTo>
                <a:cubicBezTo>
                  <a:pt x="31504" y="76312"/>
                  <a:pt x="31981" y="79342"/>
                  <a:pt x="32133" y="82392"/>
                </a:cubicBezTo>
                <a:lnTo>
                  <a:pt x="32476" y="82392"/>
                </a:lnTo>
                <a:cubicBezTo>
                  <a:pt x="32667" y="80105"/>
                  <a:pt x="33296" y="77074"/>
                  <a:pt x="34363" y="73301"/>
                </a:cubicBezTo>
                <a:lnTo>
                  <a:pt x="53517" y="6404"/>
                </a:lnTo>
                <a:lnTo>
                  <a:pt x="64781" y="6404"/>
                </a:lnTo>
                <a:lnTo>
                  <a:pt x="83078" y="73815"/>
                </a:lnTo>
                <a:cubicBezTo>
                  <a:pt x="83688" y="76026"/>
                  <a:pt x="84183" y="78847"/>
                  <a:pt x="84564" y="82277"/>
                </a:cubicBezTo>
                <a:lnTo>
                  <a:pt x="84793" y="82277"/>
                </a:lnTo>
                <a:cubicBezTo>
                  <a:pt x="84984" y="79800"/>
                  <a:pt x="85536" y="76903"/>
                  <a:pt x="86451" y="73587"/>
                </a:cubicBezTo>
                <a:lnTo>
                  <a:pt x="103833" y="6404"/>
                </a:lnTo>
                <a:lnTo>
                  <a:pt x="116126" y="6404"/>
                </a:lnTo>
                <a:close/>
                <a:moveTo>
                  <a:pt x="161293" y="42825"/>
                </a:moveTo>
                <a:cubicBezTo>
                  <a:pt x="159425" y="41491"/>
                  <a:pt x="156852" y="40824"/>
                  <a:pt x="153574" y="40824"/>
                </a:cubicBezTo>
                <a:cubicBezTo>
                  <a:pt x="149229" y="40824"/>
                  <a:pt x="145645" y="42854"/>
                  <a:pt x="142825" y="46914"/>
                </a:cubicBezTo>
                <a:cubicBezTo>
                  <a:pt x="140004" y="50973"/>
                  <a:pt x="138594" y="56319"/>
                  <a:pt x="138594" y="62952"/>
                </a:cubicBezTo>
                <a:lnTo>
                  <a:pt x="138594" y="94971"/>
                </a:lnTo>
                <a:lnTo>
                  <a:pt x="127387" y="94971"/>
                </a:lnTo>
                <a:lnTo>
                  <a:pt x="127387" y="31733"/>
                </a:lnTo>
                <a:lnTo>
                  <a:pt x="138594" y="31733"/>
                </a:lnTo>
                <a:lnTo>
                  <a:pt x="138594" y="44598"/>
                </a:lnTo>
                <a:lnTo>
                  <a:pt x="138822" y="44598"/>
                </a:lnTo>
                <a:cubicBezTo>
                  <a:pt x="142024" y="35297"/>
                  <a:pt x="147551" y="30647"/>
                  <a:pt x="155404" y="30647"/>
                </a:cubicBezTo>
                <a:cubicBezTo>
                  <a:pt x="157957" y="30647"/>
                  <a:pt x="159921" y="30933"/>
                  <a:pt x="161293" y="31504"/>
                </a:cubicBezTo>
                <a:lnTo>
                  <a:pt x="161293" y="42825"/>
                </a:lnTo>
                <a:close/>
                <a:moveTo>
                  <a:pt x="169880" y="9434"/>
                </a:moveTo>
                <a:cubicBezTo>
                  <a:pt x="169880" y="7452"/>
                  <a:pt x="170556" y="5784"/>
                  <a:pt x="171909" y="4431"/>
                </a:cubicBezTo>
                <a:cubicBezTo>
                  <a:pt x="173263" y="3078"/>
                  <a:pt x="174930" y="2401"/>
                  <a:pt x="176912" y="2401"/>
                </a:cubicBezTo>
                <a:cubicBezTo>
                  <a:pt x="178933" y="2401"/>
                  <a:pt x="180638" y="3068"/>
                  <a:pt x="182030" y="4403"/>
                </a:cubicBezTo>
                <a:cubicBezTo>
                  <a:pt x="183421" y="5737"/>
                  <a:pt x="184117" y="7414"/>
                  <a:pt x="184117" y="9434"/>
                </a:cubicBezTo>
                <a:cubicBezTo>
                  <a:pt x="184117" y="11416"/>
                  <a:pt x="183421" y="13065"/>
                  <a:pt x="182030" y="14380"/>
                </a:cubicBezTo>
                <a:cubicBezTo>
                  <a:pt x="180638" y="15695"/>
                  <a:pt x="178933" y="16353"/>
                  <a:pt x="176912" y="16353"/>
                </a:cubicBezTo>
                <a:cubicBezTo>
                  <a:pt x="174892" y="16353"/>
                  <a:pt x="173215" y="15695"/>
                  <a:pt x="171881" y="14380"/>
                </a:cubicBezTo>
                <a:cubicBezTo>
                  <a:pt x="170547" y="13065"/>
                  <a:pt x="169880" y="11416"/>
                  <a:pt x="169880" y="9434"/>
                </a:cubicBezTo>
                <a:moveTo>
                  <a:pt x="171195" y="94971"/>
                </a:moveTo>
                <a:lnTo>
                  <a:pt x="171195" y="31733"/>
                </a:lnTo>
                <a:lnTo>
                  <a:pt x="182401" y="31733"/>
                </a:lnTo>
                <a:lnTo>
                  <a:pt x="182401" y="94971"/>
                </a:lnTo>
                <a:lnTo>
                  <a:pt x="171195" y="94971"/>
                </a:lnTo>
                <a:close/>
                <a:moveTo>
                  <a:pt x="232714" y="94342"/>
                </a:moveTo>
                <a:cubicBezTo>
                  <a:pt x="230275" y="95676"/>
                  <a:pt x="226977" y="96343"/>
                  <a:pt x="222822" y="96343"/>
                </a:cubicBezTo>
                <a:cubicBezTo>
                  <a:pt x="211501" y="96343"/>
                  <a:pt x="205841" y="90072"/>
                  <a:pt x="205841" y="77532"/>
                </a:cubicBezTo>
                <a:lnTo>
                  <a:pt x="205841" y="40996"/>
                </a:lnTo>
                <a:lnTo>
                  <a:pt x="194977" y="40996"/>
                </a:lnTo>
                <a:lnTo>
                  <a:pt x="194977" y="31733"/>
                </a:lnTo>
                <a:lnTo>
                  <a:pt x="205841" y="31733"/>
                </a:lnTo>
                <a:lnTo>
                  <a:pt x="205841" y="16524"/>
                </a:lnTo>
                <a:lnTo>
                  <a:pt x="216990" y="12979"/>
                </a:lnTo>
                <a:lnTo>
                  <a:pt x="216990" y="31733"/>
                </a:lnTo>
                <a:lnTo>
                  <a:pt x="232714" y="31733"/>
                </a:lnTo>
                <a:lnTo>
                  <a:pt x="232714" y="40996"/>
                </a:lnTo>
                <a:lnTo>
                  <a:pt x="216990" y="40996"/>
                </a:lnTo>
                <a:lnTo>
                  <a:pt x="216990" y="75531"/>
                </a:lnTo>
                <a:cubicBezTo>
                  <a:pt x="216990" y="79685"/>
                  <a:pt x="217696" y="82659"/>
                  <a:pt x="219106" y="84450"/>
                </a:cubicBezTo>
                <a:cubicBezTo>
                  <a:pt x="220516" y="86242"/>
                  <a:pt x="222861" y="87137"/>
                  <a:pt x="226139" y="87137"/>
                </a:cubicBezTo>
                <a:cubicBezTo>
                  <a:pt x="228655" y="87137"/>
                  <a:pt x="230846" y="86432"/>
                  <a:pt x="232714" y="85022"/>
                </a:cubicBezTo>
                <a:lnTo>
                  <a:pt x="232714" y="94342"/>
                </a:lnTo>
                <a:close/>
                <a:moveTo>
                  <a:pt x="297734" y="66211"/>
                </a:moveTo>
                <a:lnTo>
                  <a:pt x="253480" y="66211"/>
                </a:lnTo>
                <a:cubicBezTo>
                  <a:pt x="253670" y="72958"/>
                  <a:pt x="255519" y="78170"/>
                  <a:pt x="259026" y="81849"/>
                </a:cubicBezTo>
                <a:cubicBezTo>
                  <a:pt x="262533" y="85527"/>
                  <a:pt x="267431" y="87366"/>
                  <a:pt x="273720" y="87366"/>
                </a:cubicBezTo>
                <a:cubicBezTo>
                  <a:pt x="280810" y="87366"/>
                  <a:pt x="287309" y="85098"/>
                  <a:pt x="293217" y="80562"/>
                </a:cubicBezTo>
                <a:lnTo>
                  <a:pt x="293217" y="90568"/>
                </a:lnTo>
                <a:cubicBezTo>
                  <a:pt x="287652" y="94494"/>
                  <a:pt x="280276" y="96457"/>
                  <a:pt x="271090" y="96457"/>
                </a:cubicBezTo>
                <a:cubicBezTo>
                  <a:pt x="261942" y="96457"/>
                  <a:pt x="254804" y="93560"/>
                  <a:pt x="249677" y="87766"/>
                </a:cubicBezTo>
                <a:cubicBezTo>
                  <a:pt x="244550" y="81972"/>
                  <a:pt x="241987" y="73930"/>
                  <a:pt x="241987" y="63638"/>
                </a:cubicBezTo>
                <a:cubicBezTo>
                  <a:pt x="241987" y="53956"/>
                  <a:pt x="244798" y="45970"/>
                  <a:pt x="250421" y="39681"/>
                </a:cubicBezTo>
                <a:cubicBezTo>
                  <a:pt x="256043" y="33391"/>
                  <a:pt x="263028" y="30247"/>
                  <a:pt x="271376" y="30247"/>
                </a:cubicBezTo>
                <a:cubicBezTo>
                  <a:pt x="279647" y="30247"/>
                  <a:pt x="286108" y="32905"/>
                  <a:pt x="290759" y="38223"/>
                </a:cubicBezTo>
                <a:cubicBezTo>
                  <a:pt x="295409" y="43540"/>
                  <a:pt x="297734" y="50983"/>
                  <a:pt x="297734" y="60550"/>
                </a:cubicBezTo>
                <a:lnTo>
                  <a:pt x="297734" y="66211"/>
                </a:lnTo>
                <a:moveTo>
                  <a:pt x="286528" y="57234"/>
                </a:moveTo>
                <a:cubicBezTo>
                  <a:pt x="286490" y="51516"/>
                  <a:pt x="285136" y="47095"/>
                  <a:pt x="282468" y="43969"/>
                </a:cubicBezTo>
                <a:cubicBezTo>
                  <a:pt x="279800" y="40843"/>
                  <a:pt x="276045" y="39280"/>
                  <a:pt x="271204" y="39280"/>
                </a:cubicBezTo>
                <a:cubicBezTo>
                  <a:pt x="266745" y="39280"/>
                  <a:pt x="262885" y="40939"/>
                  <a:pt x="259626" y="44255"/>
                </a:cubicBezTo>
                <a:cubicBezTo>
                  <a:pt x="256367" y="47571"/>
                  <a:pt x="254318" y="51897"/>
                  <a:pt x="253480" y="57234"/>
                </a:cubicBezTo>
                <a:lnTo>
                  <a:pt x="286528" y="57234"/>
                </a:lnTo>
                <a:close/>
                <a:moveTo>
                  <a:pt x="348315" y="36136"/>
                </a:moveTo>
                <a:cubicBezTo>
                  <a:pt x="354605" y="32210"/>
                  <a:pt x="361866" y="30247"/>
                  <a:pt x="370100" y="30247"/>
                </a:cubicBezTo>
                <a:cubicBezTo>
                  <a:pt x="385347" y="30247"/>
                  <a:pt x="392970" y="38251"/>
                  <a:pt x="392970" y="54261"/>
                </a:cubicBezTo>
                <a:lnTo>
                  <a:pt x="392970" y="94971"/>
                </a:lnTo>
                <a:lnTo>
                  <a:pt x="381878" y="94971"/>
                </a:lnTo>
                <a:lnTo>
                  <a:pt x="381878" y="85193"/>
                </a:lnTo>
                <a:lnTo>
                  <a:pt x="381592" y="85193"/>
                </a:lnTo>
                <a:cubicBezTo>
                  <a:pt x="377209" y="92703"/>
                  <a:pt x="370748" y="96457"/>
                  <a:pt x="362209" y="96457"/>
                </a:cubicBezTo>
                <a:cubicBezTo>
                  <a:pt x="356072" y="96457"/>
                  <a:pt x="351193" y="94799"/>
                  <a:pt x="347572" y="91483"/>
                </a:cubicBezTo>
                <a:cubicBezTo>
                  <a:pt x="343951" y="88167"/>
                  <a:pt x="342140" y="83688"/>
                  <a:pt x="342140" y="78046"/>
                </a:cubicBezTo>
                <a:cubicBezTo>
                  <a:pt x="342140" y="66230"/>
                  <a:pt x="349135" y="59350"/>
                  <a:pt x="363124" y="57405"/>
                </a:cubicBezTo>
                <a:lnTo>
                  <a:pt x="381878" y="54775"/>
                </a:lnTo>
                <a:cubicBezTo>
                  <a:pt x="381878" y="44445"/>
                  <a:pt x="377609" y="39280"/>
                  <a:pt x="369070" y="39280"/>
                </a:cubicBezTo>
                <a:cubicBezTo>
                  <a:pt x="361485" y="39280"/>
                  <a:pt x="354567" y="41834"/>
                  <a:pt x="348315" y="46942"/>
                </a:cubicBezTo>
                <a:lnTo>
                  <a:pt x="348315" y="36136"/>
                </a:lnTo>
                <a:moveTo>
                  <a:pt x="367069" y="65239"/>
                </a:moveTo>
                <a:cubicBezTo>
                  <a:pt x="361885" y="65925"/>
                  <a:pt x="358312" y="67221"/>
                  <a:pt x="356349" y="69127"/>
                </a:cubicBezTo>
                <a:cubicBezTo>
                  <a:pt x="354386" y="71033"/>
                  <a:pt x="353404" y="73701"/>
                  <a:pt x="353404" y="77131"/>
                </a:cubicBezTo>
                <a:cubicBezTo>
                  <a:pt x="353404" y="80143"/>
                  <a:pt x="354471" y="82601"/>
                  <a:pt x="356606" y="84507"/>
                </a:cubicBezTo>
                <a:cubicBezTo>
                  <a:pt x="358741" y="86413"/>
                  <a:pt x="361561" y="87366"/>
                  <a:pt x="365068" y="87366"/>
                </a:cubicBezTo>
                <a:cubicBezTo>
                  <a:pt x="369947" y="87366"/>
                  <a:pt x="373969" y="85651"/>
                  <a:pt x="377132" y="82220"/>
                </a:cubicBezTo>
                <a:cubicBezTo>
                  <a:pt x="380296" y="78790"/>
                  <a:pt x="381878" y="74482"/>
                  <a:pt x="381878" y="69298"/>
                </a:cubicBezTo>
                <a:lnTo>
                  <a:pt x="381878" y="63238"/>
                </a:lnTo>
                <a:lnTo>
                  <a:pt x="367069" y="65239"/>
                </a:lnTo>
                <a:close/>
                <a:moveTo>
                  <a:pt x="456773" y="86051"/>
                </a:moveTo>
                <a:lnTo>
                  <a:pt x="456773" y="124074"/>
                </a:lnTo>
                <a:lnTo>
                  <a:pt x="445566" y="124074"/>
                </a:lnTo>
                <a:lnTo>
                  <a:pt x="445566" y="31733"/>
                </a:lnTo>
                <a:lnTo>
                  <a:pt x="456773" y="31733"/>
                </a:lnTo>
                <a:lnTo>
                  <a:pt x="456773" y="42654"/>
                </a:lnTo>
                <a:lnTo>
                  <a:pt x="457001" y="42654"/>
                </a:lnTo>
                <a:cubicBezTo>
                  <a:pt x="461957" y="34382"/>
                  <a:pt x="469199" y="30247"/>
                  <a:pt x="478728" y="30247"/>
                </a:cubicBezTo>
                <a:cubicBezTo>
                  <a:pt x="486809" y="30247"/>
                  <a:pt x="493146" y="33077"/>
                  <a:pt x="497740" y="38737"/>
                </a:cubicBezTo>
                <a:cubicBezTo>
                  <a:pt x="502333" y="44398"/>
                  <a:pt x="504629" y="51993"/>
                  <a:pt x="504629" y="61522"/>
                </a:cubicBezTo>
                <a:cubicBezTo>
                  <a:pt x="504629" y="72043"/>
                  <a:pt x="502028" y="80495"/>
                  <a:pt x="496825" y="86880"/>
                </a:cubicBezTo>
                <a:cubicBezTo>
                  <a:pt x="491622" y="93265"/>
                  <a:pt x="484618" y="96457"/>
                  <a:pt x="475812" y="96457"/>
                </a:cubicBezTo>
                <a:cubicBezTo>
                  <a:pt x="467693" y="96457"/>
                  <a:pt x="461423" y="92989"/>
                  <a:pt x="457001" y="86051"/>
                </a:cubicBezTo>
                <a:lnTo>
                  <a:pt x="456773" y="86051"/>
                </a:lnTo>
                <a:moveTo>
                  <a:pt x="456715" y="68898"/>
                </a:moveTo>
                <a:cubicBezTo>
                  <a:pt x="456715" y="74044"/>
                  <a:pt x="458373" y="78380"/>
                  <a:pt x="461690" y="81906"/>
                </a:cubicBezTo>
                <a:cubicBezTo>
                  <a:pt x="465006" y="85432"/>
                  <a:pt x="469161" y="87195"/>
                  <a:pt x="474154" y="87195"/>
                </a:cubicBezTo>
                <a:cubicBezTo>
                  <a:pt x="480101" y="87195"/>
                  <a:pt x="484751" y="84908"/>
                  <a:pt x="488105" y="80333"/>
                </a:cubicBezTo>
                <a:cubicBezTo>
                  <a:pt x="491460" y="75759"/>
                  <a:pt x="493137" y="69432"/>
                  <a:pt x="493137" y="61351"/>
                </a:cubicBezTo>
                <a:cubicBezTo>
                  <a:pt x="493137" y="54528"/>
                  <a:pt x="491574" y="49182"/>
                  <a:pt x="488448" y="45313"/>
                </a:cubicBezTo>
                <a:cubicBezTo>
                  <a:pt x="485323" y="41444"/>
                  <a:pt x="481054" y="39509"/>
                  <a:pt x="475641" y="39509"/>
                </a:cubicBezTo>
                <a:cubicBezTo>
                  <a:pt x="470114" y="39509"/>
                  <a:pt x="465578" y="41472"/>
                  <a:pt x="462033" y="45398"/>
                </a:cubicBezTo>
                <a:cubicBezTo>
                  <a:pt x="458488" y="49325"/>
                  <a:pt x="456715" y="54356"/>
                  <a:pt x="456715" y="60493"/>
                </a:cubicBezTo>
                <a:lnTo>
                  <a:pt x="456715" y="68898"/>
                </a:lnTo>
                <a:close/>
                <a:moveTo>
                  <a:pt x="572038" y="31733"/>
                </a:moveTo>
                <a:lnTo>
                  <a:pt x="543335" y="104519"/>
                </a:lnTo>
                <a:cubicBezTo>
                  <a:pt x="537999" y="118013"/>
                  <a:pt x="530470" y="124760"/>
                  <a:pt x="520750" y="124760"/>
                </a:cubicBezTo>
                <a:cubicBezTo>
                  <a:pt x="517968" y="124760"/>
                  <a:pt x="515585" y="124455"/>
                  <a:pt x="513603" y="123845"/>
                </a:cubicBezTo>
                <a:lnTo>
                  <a:pt x="513603" y="114011"/>
                </a:lnTo>
                <a:cubicBezTo>
                  <a:pt x="515776" y="114849"/>
                  <a:pt x="517872" y="115268"/>
                  <a:pt x="519893" y="115268"/>
                </a:cubicBezTo>
                <a:cubicBezTo>
                  <a:pt x="524962" y="115268"/>
                  <a:pt x="528755" y="112295"/>
                  <a:pt x="531271" y="106349"/>
                </a:cubicBezTo>
                <a:lnTo>
                  <a:pt x="536131" y="94856"/>
                </a:lnTo>
                <a:lnTo>
                  <a:pt x="511316" y="31733"/>
                </a:lnTo>
                <a:lnTo>
                  <a:pt x="523723" y="31733"/>
                </a:lnTo>
                <a:lnTo>
                  <a:pt x="540248" y="79247"/>
                </a:lnTo>
                <a:lnTo>
                  <a:pt x="541620" y="84450"/>
                </a:lnTo>
                <a:lnTo>
                  <a:pt x="541906" y="84450"/>
                </a:lnTo>
                <a:cubicBezTo>
                  <a:pt x="542134" y="83268"/>
                  <a:pt x="542592" y="81572"/>
                  <a:pt x="543278" y="79361"/>
                </a:cubicBezTo>
                <a:lnTo>
                  <a:pt x="560545" y="31733"/>
                </a:lnTo>
                <a:lnTo>
                  <a:pt x="572038" y="31733"/>
                </a:lnTo>
                <a:close/>
                <a:moveTo>
                  <a:pt x="613189" y="94342"/>
                </a:moveTo>
                <a:cubicBezTo>
                  <a:pt x="610750" y="95676"/>
                  <a:pt x="607452" y="96343"/>
                  <a:pt x="603297" y="96343"/>
                </a:cubicBezTo>
                <a:cubicBezTo>
                  <a:pt x="591976" y="96343"/>
                  <a:pt x="586316" y="90072"/>
                  <a:pt x="586316" y="77532"/>
                </a:cubicBezTo>
                <a:lnTo>
                  <a:pt x="586316" y="40996"/>
                </a:lnTo>
                <a:lnTo>
                  <a:pt x="575452" y="40996"/>
                </a:lnTo>
                <a:lnTo>
                  <a:pt x="575452" y="31733"/>
                </a:lnTo>
                <a:lnTo>
                  <a:pt x="586316" y="31733"/>
                </a:lnTo>
                <a:lnTo>
                  <a:pt x="586316" y="16524"/>
                </a:lnTo>
                <a:lnTo>
                  <a:pt x="597465" y="12979"/>
                </a:lnTo>
                <a:lnTo>
                  <a:pt x="597465" y="31733"/>
                </a:lnTo>
                <a:lnTo>
                  <a:pt x="613189" y="31733"/>
                </a:lnTo>
                <a:lnTo>
                  <a:pt x="613189" y="40996"/>
                </a:lnTo>
                <a:lnTo>
                  <a:pt x="597465" y="40996"/>
                </a:lnTo>
                <a:lnTo>
                  <a:pt x="597465" y="75531"/>
                </a:lnTo>
                <a:cubicBezTo>
                  <a:pt x="597465" y="79685"/>
                  <a:pt x="598171" y="82659"/>
                  <a:pt x="599581" y="84450"/>
                </a:cubicBezTo>
                <a:cubicBezTo>
                  <a:pt x="600991" y="86242"/>
                  <a:pt x="603336" y="87137"/>
                  <a:pt x="606614" y="87137"/>
                </a:cubicBezTo>
                <a:cubicBezTo>
                  <a:pt x="609130" y="87137"/>
                  <a:pt x="611321" y="86432"/>
                  <a:pt x="613189" y="85022"/>
                </a:cubicBezTo>
                <a:lnTo>
                  <a:pt x="613189" y="94342"/>
                </a:lnTo>
                <a:close/>
                <a:moveTo>
                  <a:pt x="680096" y="94971"/>
                </a:moveTo>
                <a:lnTo>
                  <a:pt x="668947" y="94971"/>
                </a:lnTo>
                <a:lnTo>
                  <a:pt x="668947" y="58606"/>
                </a:lnTo>
                <a:cubicBezTo>
                  <a:pt x="668947" y="45875"/>
                  <a:pt x="664220" y="39509"/>
                  <a:pt x="654767" y="39509"/>
                </a:cubicBezTo>
                <a:cubicBezTo>
                  <a:pt x="649926" y="39509"/>
                  <a:pt x="645904" y="41367"/>
                  <a:pt x="642703" y="45084"/>
                </a:cubicBezTo>
                <a:cubicBezTo>
                  <a:pt x="639501" y="48800"/>
                  <a:pt x="637900" y="53479"/>
                  <a:pt x="637900" y="59121"/>
                </a:cubicBezTo>
                <a:lnTo>
                  <a:pt x="637900" y="94971"/>
                </a:lnTo>
                <a:lnTo>
                  <a:pt x="626693" y="94971"/>
                </a:lnTo>
                <a:lnTo>
                  <a:pt x="626693" y="1372"/>
                </a:lnTo>
                <a:lnTo>
                  <a:pt x="637900" y="1372"/>
                </a:lnTo>
                <a:lnTo>
                  <a:pt x="637900" y="42139"/>
                </a:lnTo>
                <a:lnTo>
                  <a:pt x="638128" y="42139"/>
                </a:lnTo>
                <a:cubicBezTo>
                  <a:pt x="642969" y="34211"/>
                  <a:pt x="649850" y="30247"/>
                  <a:pt x="658769" y="30247"/>
                </a:cubicBezTo>
                <a:cubicBezTo>
                  <a:pt x="672987" y="30247"/>
                  <a:pt x="680096" y="38842"/>
                  <a:pt x="680096" y="56033"/>
                </a:cubicBezTo>
                <a:lnTo>
                  <a:pt x="680096" y="94971"/>
                </a:lnTo>
                <a:close/>
                <a:moveTo>
                  <a:pt x="693845" y="64038"/>
                </a:moveTo>
                <a:cubicBezTo>
                  <a:pt x="693845" y="53594"/>
                  <a:pt x="696761" y="45351"/>
                  <a:pt x="702593" y="39309"/>
                </a:cubicBezTo>
                <a:cubicBezTo>
                  <a:pt x="708425" y="33267"/>
                  <a:pt x="716335" y="30247"/>
                  <a:pt x="726321" y="30247"/>
                </a:cubicBezTo>
                <a:cubicBezTo>
                  <a:pt x="735813" y="30247"/>
                  <a:pt x="743255" y="33153"/>
                  <a:pt x="748649" y="38966"/>
                </a:cubicBezTo>
                <a:cubicBezTo>
                  <a:pt x="754043" y="44779"/>
                  <a:pt x="756739" y="52812"/>
                  <a:pt x="756739" y="63066"/>
                </a:cubicBezTo>
                <a:cubicBezTo>
                  <a:pt x="756739" y="73053"/>
                  <a:pt x="753862" y="81115"/>
                  <a:pt x="748106" y="87252"/>
                </a:cubicBezTo>
                <a:cubicBezTo>
                  <a:pt x="742350" y="93389"/>
                  <a:pt x="734631" y="96457"/>
                  <a:pt x="724949" y="96457"/>
                </a:cubicBezTo>
                <a:cubicBezTo>
                  <a:pt x="715496" y="96457"/>
                  <a:pt x="707949" y="93484"/>
                  <a:pt x="702307" y="87538"/>
                </a:cubicBezTo>
                <a:cubicBezTo>
                  <a:pt x="696666" y="81591"/>
                  <a:pt x="693845" y="73758"/>
                  <a:pt x="693845" y="64038"/>
                </a:cubicBezTo>
                <a:moveTo>
                  <a:pt x="705280" y="63695"/>
                </a:moveTo>
                <a:cubicBezTo>
                  <a:pt x="705280" y="70975"/>
                  <a:pt x="707120" y="76712"/>
                  <a:pt x="710798" y="80905"/>
                </a:cubicBezTo>
                <a:cubicBezTo>
                  <a:pt x="714476" y="85098"/>
                  <a:pt x="719422" y="87195"/>
                  <a:pt x="725635" y="87195"/>
                </a:cubicBezTo>
                <a:cubicBezTo>
                  <a:pt x="732039" y="87195"/>
                  <a:pt x="736918" y="85146"/>
                  <a:pt x="740273" y="81048"/>
                </a:cubicBezTo>
                <a:cubicBezTo>
                  <a:pt x="743627" y="76950"/>
                  <a:pt x="745304" y="71071"/>
                  <a:pt x="745304" y="63409"/>
                </a:cubicBezTo>
                <a:cubicBezTo>
                  <a:pt x="745304" y="55709"/>
                  <a:pt x="743627" y="49801"/>
                  <a:pt x="740273" y="45684"/>
                </a:cubicBezTo>
                <a:cubicBezTo>
                  <a:pt x="736918" y="41568"/>
                  <a:pt x="732039" y="39509"/>
                  <a:pt x="725635" y="39509"/>
                </a:cubicBezTo>
                <a:cubicBezTo>
                  <a:pt x="719346" y="39509"/>
                  <a:pt x="714381" y="41663"/>
                  <a:pt x="710741" y="45970"/>
                </a:cubicBezTo>
                <a:cubicBezTo>
                  <a:pt x="707100" y="50277"/>
                  <a:pt x="705280" y="56186"/>
                  <a:pt x="705280" y="63695"/>
                </a:cubicBezTo>
                <a:close/>
                <a:moveTo>
                  <a:pt x="826549" y="94971"/>
                </a:moveTo>
                <a:lnTo>
                  <a:pt x="815400" y="94971"/>
                </a:lnTo>
                <a:lnTo>
                  <a:pt x="815400" y="59006"/>
                </a:lnTo>
                <a:cubicBezTo>
                  <a:pt x="815400" y="46008"/>
                  <a:pt x="810654" y="39509"/>
                  <a:pt x="801163" y="39509"/>
                </a:cubicBezTo>
                <a:cubicBezTo>
                  <a:pt x="796246" y="39509"/>
                  <a:pt x="792205" y="41339"/>
                  <a:pt x="789041" y="44998"/>
                </a:cubicBezTo>
                <a:cubicBezTo>
                  <a:pt x="785878" y="48657"/>
                  <a:pt x="784296" y="53289"/>
                  <a:pt x="784296" y="58892"/>
                </a:cubicBezTo>
                <a:lnTo>
                  <a:pt x="784296" y="94971"/>
                </a:lnTo>
                <a:lnTo>
                  <a:pt x="773089" y="94971"/>
                </a:lnTo>
                <a:lnTo>
                  <a:pt x="773089" y="31733"/>
                </a:lnTo>
                <a:lnTo>
                  <a:pt x="784296" y="31733"/>
                </a:lnTo>
                <a:lnTo>
                  <a:pt x="784296" y="42196"/>
                </a:lnTo>
                <a:lnTo>
                  <a:pt x="784524" y="42196"/>
                </a:lnTo>
                <a:cubicBezTo>
                  <a:pt x="789289" y="34230"/>
                  <a:pt x="796208" y="30247"/>
                  <a:pt x="805280" y="30247"/>
                </a:cubicBezTo>
                <a:cubicBezTo>
                  <a:pt x="812217" y="30247"/>
                  <a:pt x="817496" y="32467"/>
                  <a:pt x="821118" y="36908"/>
                </a:cubicBezTo>
                <a:cubicBezTo>
                  <a:pt x="824739" y="41348"/>
                  <a:pt x="826549" y="47819"/>
                  <a:pt x="826549" y="56319"/>
                </a:cubicBezTo>
                <a:lnTo>
                  <a:pt x="826549" y="94971"/>
                </a:lnTo>
                <a:close/>
                <a:moveTo>
                  <a:pt x="911623" y="10921"/>
                </a:moveTo>
                <a:cubicBezTo>
                  <a:pt x="909526" y="9815"/>
                  <a:pt x="907258" y="9263"/>
                  <a:pt x="904819" y="9263"/>
                </a:cubicBezTo>
                <a:cubicBezTo>
                  <a:pt x="897805" y="9263"/>
                  <a:pt x="894298" y="13608"/>
                  <a:pt x="894298" y="22299"/>
                </a:cubicBezTo>
                <a:lnTo>
                  <a:pt x="894298" y="31733"/>
                </a:lnTo>
                <a:lnTo>
                  <a:pt x="909107" y="31733"/>
                </a:lnTo>
                <a:lnTo>
                  <a:pt x="909107" y="40996"/>
                </a:lnTo>
                <a:lnTo>
                  <a:pt x="894298" y="40996"/>
                </a:lnTo>
                <a:lnTo>
                  <a:pt x="894298" y="94971"/>
                </a:lnTo>
                <a:lnTo>
                  <a:pt x="883206" y="94971"/>
                </a:lnTo>
                <a:lnTo>
                  <a:pt x="883206" y="40996"/>
                </a:lnTo>
                <a:lnTo>
                  <a:pt x="872399" y="40996"/>
                </a:lnTo>
                <a:lnTo>
                  <a:pt x="872399" y="31733"/>
                </a:lnTo>
                <a:lnTo>
                  <a:pt x="883206" y="31733"/>
                </a:lnTo>
                <a:lnTo>
                  <a:pt x="883206" y="21784"/>
                </a:lnTo>
                <a:cubicBezTo>
                  <a:pt x="883206" y="14999"/>
                  <a:pt x="885159" y="9672"/>
                  <a:pt x="889066" y="5803"/>
                </a:cubicBezTo>
                <a:cubicBezTo>
                  <a:pt x="892974" y="1934"/>
                  <a:pt x="897938" y="0"/>
                  <a:pt x="903961" y="0"/>
                </a:cubicBezTo>
                <a:cubicBezTo>
                  <a:pt x="907163" y="0"/>
                  <a:pt x="909717" y="362"/>
                  <a:pt x="911623" y="1086"/>
                </a:cubicBezTo>
                <a:lnTo>
                  <a:pt x="911623" y="10921"/>
                </a:lnTo>
                <a:close/>
                <a:moveTo>
                  <a:pt x="971641" y="94971"/>
                </a:moveTo>
                <a:lnTo>
                  <a:pt x="960377" y="94971"/>
                </a:lnTo>
                <a:lnTo>
                  <a:pt x="960377" y="85022"/>
                </a:lnTo>
                <a:lnTo>
                  <a:pt x="960148" y="85022"/>
                </a:lnTo>
                <a:cubicBezTo>
                  <a:pt x="955917" y="92645"/>
                  <a:pt x="949418" y="96457"/>
                  <a:pt x="940651" y="96457"/>
                </a:cubicBezTo>
                <a:cubicBezTo>
                  <a:pt x="925671" y="96457"/>
                  <a:pt x="918180" y="87500"/>
                  <a:pt x="918180" y="69584"/>
                </a:cubicBezTo>
                <a:lnTo>
                  <a:pt x="918180" y="31733"/>
                </a:lnTo>
                <a:lnTo>
                  <a:pt x="929273" y="31733"/>
                </a:lnTo>
                <a:lnTo>
                  <a:pt x="929273" y="67926"/>
                </a:lnTo>
                <a:cubicBezTo>
                  <a:pt x="929273" y="80772"/>
                  <a:pt x="934190" y="87195"/>
                  <a:pt x="944024" y="87195"/>
                </a:cubicBezTo>
                <a:cubicBezTo>
                  <a:pt x="948903" y="87195"/>
                  <a:pt x="952849" y="85394"/>
                  <a:pt x="955860" y="81791"/>
                </a:cubicBezTo>
                <a:cubicBezTo>
                  <a:pt x="958871" y="78189"/>
                  <a:pt x="960377" y="73644"/>
                  <a:pt x="960377" y="68155"/>
                </a:cubicBezTo>
                <a:lnTo>
                  <a:pt x="960377" y="31733"/>
                </a:lnTo>
                <a:lnTo>
                  <a:pt x="971641" y="31733"/>
                </a:lnTo>
                <a:lnTo>
                  <a:pt x="971641" y="94971"/>
                </a:lnTo>
                <a:close/>
                <a:moveTo>
                  <a:pt x="1044282" y="94971"/>
                </a:moveTo>
                <a:lnTo>
                  <a:pt x="1033132" y="94971"/>
                </a:lnTo>
                <a:lnTo>
                  <a:pt x="1033132" y="59006"/>
                </a:lnTo>
                <a:cubicBezTo>
                  <a:pt x="1033132" y="46008"/>
                  <a:pt x="1028387" y="39509"/>
                  <a:pt x="1018895" y="39509"/>
                </a:cubicBezTo>
                <a:cubicBezTo>
                  <a:pt x="1013978" y="39509"/>
                  <a:pt x="1009937" y="41339"/>
                  <a:pt x="1006774" y="44998"/>
                </a:cubicBezTo>
                <a:cubicBezTo>
                  <a:pt x="1003610" y="48657"/>
                  <a:pt x="1002028" y="53289"/>
                  <a:pt x="1002028" y="58892"/>
                </a:cubicBezTo>
                <a:lnTo>
                  <a:pt x="1002028" y="94971"/>
                </a:lnTo>
                <a:lnTo>
                  <a:pt x="990821" y="94971"/>
                </a:lnTo>
                <a:lnTo>
                  <a:pt x="990821" y="31733"/>
                </a:lnTo>
                <a:lnTo>
                  <a:pt x="1002028" y="31733"/>
                </a:lnTo>
                <a:lnTo>
                  <a:pt x="1002028" y="42196"/>
                </a:lnTo>
                <a:lnTo>
                  <a:pt x="1002257" y="42196"/>
                </a:lnTo>
                <a:cubicBezTo>
                  <a:pt x="1007021" y="34230"/>
                  <a:pt x="1013940" y="30247"/>
                  <a:pt x="1023012" y="30247"/>
                </a:cubicBezTo>
                <a:cubicBezTo>
                  <a:pt x="1029949" y="30247"/>
                  <a:pt x="1035229" y="32467"/>
                  <a:pt x="1038850" y="36908"/>
                </a:cubicBezTo>
                <a:cubicBezTo>
                  <a:pt x="1042471" y="41348"/>
                  <a:pt x="1044282" y="47819"/>
                  <a:pt x="1044282" y="56319"/>
                </a:cubicBezTo>
                <a:lnTo>
                  <a:pt x="1044282" y="94971"/>
                </a:lnTo>
                <a:close/>
                <a:moveTo>
                  <a:pt x="1105888" y="92112"/>
                </a:moveTo>
                <a:cubicBezTo>
                  <a:pt x="1101047" y="95009"/>
                  <a:pt x="1095215" y="96457"/>
                  <a:pt x="1088391" y="96457"/>
                </a:cubicBezTo>
                <a:cubicBezTo>
                  <a:pt x="1079243" y="96457"/>
                  <a:pt x="1071886" y="93522"/>
                  <a:pt x="1066321" y="87652"/>
                </a:cubicBezTo>
                <a:cubicBezTo>
                  <a:pt x="1060756" y="81782"/>
                  <a:pt x="1057973" y="74177"/>
                  <a:pt x="1057973" y="64838"/>
                </a:cubicBezTo>
                <a:cubicBezTo>
                  <a:pt x="1057973" y="54470"/>
                  <a:pt x="1060975" y="46113"/>
                  <a:pt x="1066979" y="39766"/>
                </a:cubicBezTo>
                <a:cubicBezTo>
                  <a:pt x="1072982" y="33420"/>
                  <a:pt x="1081016" y="30247"/>
                  <a:pt x="1091079" y="30247"/>
                </a:cubicBezTo>
                <a:cubicBezTo>
                  <a:pt x="1096873" y="30247"/>
                  <a:pt x="1101828" y="31276"/>
                  <a:pt x="1105945" y="33334"/>
                </a:cubicBezTo>
                <a:lnTo>
                  <a:pt x="1105945" y="44426"/>
                </a:lnTo>
                <a:cubicBezTo>
                  <a:pt x="1101485" y="41148"/>
                  <a:pt x="1096530" y="39509"/>
                  <a:pt x="1091079" y="39509"/>
                </a:cubicBezTo>
                <a:cubicBezTo>
                  <a:pt x="1084675" y="39509"/>
                  <a:pt x="1079462" y="41730"/>
                  <a:pt x="1075441" y="46170"/>
                </a:cubicBezTo>
                <a:cubicBezTo>
                  <a:pt x="1071419" y="50611"/>
                  <a:pt x="1069409" y="56529"/>
                  <a:pt x="1069409" y="63924"/>
                </a:cubicBezTo>
                <a:cubicBezTo>
                  <a:pt x="1069409" y="71204"/>
                  <a:pt x="1071305" y="76903"/>
                  <a:pt x="1075098" y="81020"/>
                </a:cubicBezTo>
                <a:cubicBezTo>
                  <a:pt x="1078891" y="85136"/>
                  <a:pt x="1084008" y="87195"/>
                  <a:pt x="1090450" y="87195"/>
                </a:cubicBezTo>
                <a:cubicBezTo>
                  <a:pt x="1095901" y="87195"/>
                  <a:pt x="1101047" y="85403"/>
                  <a:pt x="1105888" y="81820"/>
                </a:cubicBezTo>
                <a:lnTo>
                  <a:pt x="1105888" y="92112"/>
                </a:lnTo>
                <a:close/>
                <a:moveTo>
                  <a:pt x="1151067" y="94342"/>
                </a:moveTo>
                <a:cubicBezTo>
                  <a:pt x="1148628" y="95676"/>
                  <a:pt x="1145331" y="96343"/>
                  <a:pt x="1141176" y="96343"/>
                </a:cubicBezTo>
                <a:cubicBezTo>
                  <a:pt x="1129855" y="96343"/>
                  <a:pt x="1124194" y="90072"/>
                  <a:pt x="1124194" y="77532"/>
                </a:cubicBezTo>
                <a:lnTo>
                  <a:pt x="1124194" y="40996"/>
                </a:lnTo>
                <a:lnTo>
                  <a:pt x="1113331" y="40996"/>
                </a:lnTo>
                <a:lnTo>
                  <a:pt x="1113331" y="31733"/>
                </a:lnTo>
                <a:lnTo>
                  <a:pt x="1124194" y="31733"/>
                </a:lnTo>
                <a:lnTo>
                  <a:pt x="1124194" y="16524"/>
                </a:lnTo>
                <a:lnTo>
                  <a:pt x="1135344" y="12979"/>
                </a:lnTo>
                <a:lnTo>
                  <a:pt x="1135344" y="31733"/>
                </a:lnTo>
                <a:lnTo>
                  <a:pt x="1151067" y="31733"/>
                </a:lnTo>
                <a:lnTo>
                  <a:pt x="1151067" y="40996"/>
                </a:lnTo>
                <a:lnTo>
                  <a:pt x="1135344" y="40996"/>
                </a:lnTo>
                <a:lnTo>
                  <a:pt x="1135344" y="75531"/>
                </a:lnTo>
                <a:cubicBezTo>
                  <a:pt x="1135344" y="79685"/>
                  <a:pt x="1136049" y="82659"/>
                  <a:pt x="1137459" y="84450"/>
                </a:cubicBezTo>
                <a:cubicBezTo>
                  <a:pt x="1138870" y="86242"/>
                  <a:pt x="1141214" y="87137"/>
                  <a:pt x="1144492" y="87137"/>
                </a:cubicBezTo>
                <a:cubicBezTo>
                  <a:pt x="1147008" y="87137"/>
                  <a:pt x="1149200" y="86432"/>
                  <a:pt x="1151067" y="85022"/>
                </a:cubicBezTo>
                <a:lnTo>
                  <a:pt x="1151067" y="94342"/>
                </a:lnTo>
                <a:close/>
                <a:moveTo>
                  <a:pt x="1163199" y="9434"/>
                </a:moveTo>
                <a:cubicBezTo>
                  <a:pt x="1163199" y="7452"/>
                  <a:pt x="1163876" y="5784"/>
                  <a:pt x="1165229" y="4431"/>
                </a:cubicBezTo>
                <a:cubicBezTo>
                  <a:pt x="1166582" y="3078"/>
                  <a:pt x="1168250" y="2401"/>
                  <a:pt x="1170232" y="2401"/>
                </a:cubicBezTo>
                <a:cubicBezTo>
                  <a:pt x="1172252" y="2401"/>
                  <a:pt x="1173958" y="3068"/>
                  <a:pt x="1175349" y="4403"/>
                </a:cubicBezTo>
                <a:cubicBezTo>
                  <a:pt x="1176741" y="5737"/>
                  <a:pt x="1177436" y="7414"/>
                  <a:pt x="1177436" y="9434"/>
                </a:cubicBezTo>
                <a:cubicBezTo>
                  <a:pt x="1177436" y="11416"/>
                  <a:pt x="1176741" y="13065"/>
                  <a:pt x="1175349" y="14380"/>
                </a:cubicBezTo>
                <a:cubicBezTo>
                  <a:pt x="1173958" y="15695"/>
                  <a:pt x="1172252" y="16353"/>
                  <a:pt x="1170232" y="16353"/>
                </a:cubicBezTo>
                <a:cubicBezTo>
                  <a:pt x="1168212" y="16353"/>
                  <a:pt x="1166535" y="15695"/>
                  <a:pt x="1165200" y="14380"/>
                </a:cubicBezTo>
                <a:cubicBezTo>
                  <a:pt x="1163866" y="13065"/>
                  <a:pt x="1163199" y="11416"/>
                  <a:pt x="1163199" y="9434"/>
                </a:cubicBezTo>
                <a:moveTo>
                  <a:pt x="1164514" y="94971"/>
                </a:moveTo>
                <a:lnTo>
                  <a:pt x="1164514" y="31733"/>
                </a:lnTo>
                <a:lnTo>
                  <a:pt x="1175721" y="31733"/>
                </a:lnTo>
                <a:lnTo>
                  <a:pt x="1175721" y="94971"/>
                </a:lnTo>
                <a:lnTo>
                  <a:pt x="1164514" y="94971"/>
                </a:lnTo>
                <a:close/>
                <a:moveTo>
                  <a:pt x="1191442" y="64038"/>
                </a:moveTo>
                <a:cubicBezTo>
                  <a:pt x="1191442" y="53594"/>
                  <a:pt x="1194358" y="45351"/>
                  <a:pt x="1200190" y="39309"/>
                </a:cubicBezTo>
                <a:cubicBezTo>
                  <a:pt x="1206022" y="33267"/>
                  <a:pt x="1213931" y="30247"/>
                  <a:pt x="1223918" y="30247"/>
                </a:cubicBezTo>
                <a:cubicBezTo>
                  <a:pt x="1233410" y="30247"/>
                  <a:pt x="1240852" y="33153"/>
                  <a:pt x="1246246" y="38966"/>
                </a:cubicBezTo>
                <a:cubicBezTo>
                  <a:pt x="1251639" y="44779"/>
                  <a:pt x="1254336" y="52812"/>
                  <a:pt x="1254336" y="63066"/>
                </a:cubicBezTo>
                <a:cubicBezTo>
                  <a:pt x="1254336" y="73053"/>
                  <a:pt x="1251458" y="81115"/>
                  <a:pt x="1245703" y="87252"/>
                </a:cubicBezTo>
                <a:cubicBezTo>
                  <a:pt x="1239947" y="93389"/>
                  <a:pt x="1232228" y="96457"/>
                  <a:pt x="1222546" y="96457"/>
                </a:cubicBezTo>
                <a:cubicBezTo>
                  <a:pt x="1213093" y="96457"/>
                  <a:pt x="1205545" y="93484"/>
                  <a:pt x="1199904" y="87538"/>
                </a:cubicBezTo>
                <a:cubicBezTo>
                  <a:pt x="1194262" y="81591"/>
                  <a:pt x="1191442" y="73758"/>
                  <a:pt x="1191442" y="64038"/>
                </a:cubicBezTo>
                <a:moveTo>
                  <a:pt x="1202877" y="63695"/>
                </a:moveTo>
                <a:cubicBezTo>
                  <a:pt x="1202877" y="70975"/>
                  <a:pt x="1204716" y="76712"/>
                  <a:pt x="1208395" y="80905"/>
                </a:cubicBezTo>
                <a:cubicBezTo>
                  <a:pt x="1212073" y="85098"/>
                  <a:pt x="1217019" y="87195"/>
                  <a:pt x="1223232" y="87195"/>
                </a:cubicBezTo>
                <a:cubicBezTo>
                  <a:pt x="1229636" y="87195"/>
                  <a:pt x="1234515" y="85146"/>
                  <a:pt x="1237869" y="81048"/>
                </a:cubicBezTo>
                <a:cubicBezTo>
                  <a:pt x="1241224" y="76950"/>
                  <a:pt x="1242901" y="71071"/>
                  <a:pt x="1242901" y="63409"/>
                </a:cubicBezTo>
                <a:cubicBezTo>
                  <a:pt x="1242901" y="55709"/>
                  <a:pt x="1241224" y="49801"/>
                  <a:pt x="1237869" y="45684"/>
                </a:cubicBezTo>
                <a:cubicBezTo>
                  <a:pt x="1234515" y="41568"/>
                  <a:pt x="1229636" y="39509"/>
                  <a:pt x="1223232" y="39509"/>
                </a:cubicBezTo>
                <a:cubicBezTo>
                  <a:pt x="1216943" y="39509"/>
                  <a:pt x="1211978" y="41663"/>
                  <a:pt x="1208337" y="45970"/>
                </a:cubicBezTo>
                <a:cubicBezTo>
                  <a:pt x="1204697" y="50277"/>
                  <a:pt x="1202877" y="56186"/>
                  <a:pt x="1202877" y="63695"/>
                </a:cubicBezTo>
                <a:close/>
                <a:moveTo>
                  <a:pt x="1324146" y="94971"/>
                </a:moveTo>
                <a:lnTo>
                  <a:pt x="1312996" y="94971"/>
                </a:lnTo>
                <a:lnTo>
                  <a:pt x="1312996" y="59006"/>
                </a:lnTo>
                <a:cubicBezTo>
                  <a:pt x="1312996" y="46008"/>
                  <a:pt x="1308251" y="39509"/>
                  <a:pt x="1298759" y="39509"/>
                </a:cubicBezTo>
                <a:cubicBezTo>
                  <a:pt x="1293842" y="39509"/>
                  <a:pt x="1289802" y="41339"/>
                  <a:pt x="1286638" y="44998"/>
                </a:cubicBezTo>
                <a:cubicBezTo>
                  <a:pt x="1283474" y="48657"/>
                  <a:pt x="1281892" y="53289"/>
                  <a:pt x="1281892" y="58892"/>
                </a:cubicBezTo>
                <a:lnTo>
                  <a:pt x="1281892" y="94971"/>
                </a:lnTo>
                <a:lnTo>
                  <a:pt x="1270686" y="94971"/>
                </a:lnTo>
                <a:lnTo>
                  <a:pt x="1270686" y="31733"/>
                </a:lnTo>
                <a:lnTo>
                  <a:pt x="1281892" y="31733"/>
                </a:lnTo>
                <a:lnTo>
                  <a:pt x="1281892" y="42196"/>
                </a:lnTo>
                <a:lnTo>
                  <a:pt x="1282121" y="42196"/>
                </a:lnTo>
                <a:cubicBezTo>
                  <a:pt x="1286886" y="34230"/>
                  <a:pt x="1293804" y="30247"/>
                  <a:pt x="1302876" y="30247"/>
                </a:cubicBezTo>
                <a:cubicBezTo>
                  <a:pt x="1309814" y="30247"/>
                  <a:pt x="1315093" y="32467"/>
                  <a:pt x="1318714" y="36908"/>
                </a:cubicBezTo>
                <a:cubicBezTo>
                  <a:pt x="1322335" y="41348"/>
                  <a:pt x="1324146" y="47819"/>
                  <a:pt x="1324146" y="56319"/>
                </a:cubicBezTo>
                <a:lnTo>
                  <a:pt x="1324146" y="94971"/>
                </a:lnTo>
                <a:close/>
                <a:moveTo>
                  <a:pt x="1407161" y="94342"/>
                </a:moveTo>
                <a:cubicBezTo>
                  <a:pt x="1404721" y="95676"/>
                  <a:pt x="1401424" y="96343"/>
                  <a:pt x="1397269" y="96343"/>
                </a:cubicBezTo>
                <a:cubicBezTo>
                  <a:pt x="1385948" y="96343"/>
                  <a:pt x="1380288" y="90072"/>
                  <a:pt x="1380288" y="77532"/>
                </a:cubicBezTo>
                <a:lnTo>
                  <a:pt x="1380288" y="40996"/>
                </a:lnTo>
                <a:lnTo>
                  <a:pt x="1369424" y="40996"/>
                </a:lnTo>
                <a:lnTo>
                  <a:pt x="1369424" y="31733"/>
                </a:lnTo>
                <a:lnTo>
                  <a:pt x="1380288" y="31733"/>
                </a:lnTo>
                <a:lnTo>
                  <a:pt x="1380288" y="16524"/>
                </a:lnTo>
                <a:lnTo>
                  <a:pt x="1391437" y="12979"/>
                </a:lnTo>
                <a:lnTo>
                  <a:pt x="1391437" y="31733"/>
                </a:lnTo>
                <a:lnTo>
                  <a:pt x="1407161" y="31733"/>
                </a:lnTo>
                <a:lnTo>
                  <a:pt x="1407161" y="40996"/>
                </a:lnTo>
                <a:lnTo>
                  <a:pt x="1391437" y="40996"/>
                </a:lnTo>
                <a:lnTo>
                  <a:pt x="1391437" y="75531"/>
                </a:lnTo>
                <a:cubicBezTo>
                  <a:pt x="1391437" y="79685"/>
                  <a:pt x="1392142" y="82659"/>
                  <a:pt x="1393553" y="84450"/>
                </a:cubicBezTo>
                <a:cubicBezTo>
                  <a:pt x="1394963" y="86242"/>
                  <a:pt x="1397307" y="87137"/>
                  <a:pt x="1400585" y="87137"/>
                </a:cubicBezTo>
                <a:cubicBezTo>
                  <a:pt x="1403101" y="87137"/>
                  <a:pt x="1405293" y="86432"/>
                  <a:pt x="1407161" y="85022"/>
                </a:cubicBezTo>
                <a:lnTo>
                  <a:pt x="1407161" y="94342"/>
                </a:lnTo>
                <a:close/>
                <a:moveTo>
                  <a:pt x="1416434" y="64038"/>
                </a:moveTo>
                <a:cubicBezTo>
                  <a:pt x="1416434" y="53594"/>
                  <a:pt x="1419350" y="45351"/>
                  <a:pt x="1425182" y="39309"/>
                </a:cubicBezTo>
                <a:cubicBezTo>
                  <a:pt x="1431014" y="33267"/>
                  <a:pt x="1438923" y="30247"/>
                  <a:pt x="1448910" y="30247"/>
                </a:cubicBezTo>
                <a:cubicBezTo>
                  <a:pt x="1458401" y="30247"/>
                  <a:pt x="1465844" y="33153"/>
                  <a:pt x="1471238" y="38966"/>
                </a:cubicBezTo>
                <a:cubicBezTo>
                  <a:pt x="1476631" y="44779"/>
                  <a:pt x="1479328" y="52812"/>
                  <a:pt x="1479328" y="63066"/>
                </a:cubicBezTo>
                <a:cubicBezTo>
                  <a:pt x="1479328" y="73053"/>
                  <a:pt x="1476450" y="81115"/>
                  <a:pt x="1470694" y="87252"/>
                </a:cubicBezTo>
                <a:cubicBezTo>
                  <a:pt x="1464939" y="93389"/>
                  <a:pt x="1457220" y="96457"/>
                  <a:pt x="1447538" y="96457"/>
                </a:cubicBezTo>
                <a:cubicBezTo>
                  <a:pt x="1438085" y="96457"/>
                  <a:pt x="1430537" y="93484"/>
                  <a:pt x="1424896" y="87538"/>
                </a:cubicBezTo>
                <a:cubicBezTo>
                  <a:pt x="1419254" y="81591"/>
                  <a:pt x="1416434" y="73758"/>
                  <a:pt x="1416434" y="64038"/>
                </a:cubicBezTo>
                <a:moveTo>
                  <a:pt x="1427869" y="63695"/>
                </a:moveTo>
                <a:cubicBezTo>
                  <a:pt x="1427869" y="70975"/>
                  <a:pt x="1429708" y="76712"/>
                  <a:pt x="1433387" y="80905"/>
                </a:cubicBezTo>
                <a:cubicBezTo>
                  <a:pt x="1437065" y="85098"/>
                  <a:pt x="1442011" y="87195"/>
                  <a:pt x="1448224" y="87195"/>
                </a:cubicBezTo>
                <a:cubicBezTo>
                  <a:pt x="1454628" y="87195"/>
                  <a:pt x="1459507" y="85146"/>
                  <a:pt x="1462861" y="81048"/>
                </a:cubicBezTo>
                <a:cubicBezTo>
                  <a:pt x="1466216" y="76950"/>
                  <a:pt x="1467893" y="71071"/>
                  <a:pt x="1467893" y="63409"/>
                </a:cubicBezTo>
                <a:cubicBezTo>
                  <a:pt x="1467893" y="55709"/>
                  <a:pt x="1466216" y="49801"/>
                  <a:pt x="1462861" y="45684"/>
                </a:cubicBezTo>
                <a:cubicBezTo>
                  <a:pt x="1459507" y="41568"/>
                  <a:pt x="1454628" y="39509"/>
                  <a:pt x="1448224" y="39509"/>
                </a:cubicBezTo>
                <a:cubicBezTo>
                  <a:pt x="1441934" y="39509"/>
                  <a:pt x="1436970" y="41663"/>
                  <a:pt x="1433329" y="45970"/>
                </a:cubicBezTo>
                <a:cubicBezTo>
                  <a:pt x="1429689" y="50277"/>
                  <a:pt x="1427869" y="56186"/>
                  <a:pt x="1427869" y="63695"/>
                </a:cubicBezTo>
                <a:close/>
                <a:moveTo>
                  <a:pt x="1564315" y="42825"/>
                </a:moveTo>
                <a:cubicBezTo>
                  <a:pt x="1562447" y="41491"/>
                  <a:pt x="1559874" y="40824"/>
                  <a:pt x="1556596" y="40824"/>
                </a:cubicBezTo>
                <a:cubicBezTo>
                  <a:pt x="1552251" y="40824"/>
                  <a:pt x="1548668" y="42854"/>
                  <a:pt x="1545847" y="46914"/>
                </a:cubicBezTo>
                <a:cubicBezTo>
                  <a:pt x="1543026" y="50973"/>
                  <a:pt x="1541616" y="56319"/>
                  <a:pt x="1541616" y="62952"/>
                </a:cubicBezTo>
                <a:lnTo>
                  <a:pt x="1541616" y="94971"/>
                </a:lnTo>
                <a:lnTo>
                  <a:pt x="1530409" y="94971"/>
                </a:lnTo>
                <a:lnTo>
                  <a:pt x="1530409" y="31733"/>
                </a:lnTo>
                <a:lnTo>
                  <a:pt x="1541616" y="31733"/>
                </a:lnTo>
                <a:lnTo>
                  <a:pt x="1541616" y="44598"/>
                </a:lnTo>
                <a:lnTo>
                  <a:pt x="1541845" y="44598"/>
                </a:lnTo>
                <a:cubicBezTo>
                  <a:pt x="1545046" y="35297"/>
                  <a:pt x="1550574" y="30647"/>
                  <a:pt x="1558426" y="30647"/>
                </a:cubicBezTo>
                <a:cubicBezTo>
                  <a:pt x="1560980" y="30647"/>
                  <a:pt x="1562943" y="30933"/>
                  <a:pt x="1564315" y="31504"/>
                </a:cubicBezTo>
                <a:lnTo>
                  <a:pt x="1564315" y="42825"/>
                </a:lnTo>
                <a:close/>
                <a:moveTo>
                  <a:pt x="1625790" y="66211"/>
                </a:moveTo>
                <a:lnTo>
                  <a:pt x="1581536" y="66211"/>
                </a:lnTo>
                <a:cubicBezTo>
                  <a:pt x="1581726" y="72958"/>
                  <a:pt x="1583575" y="78170"/>
                  <a:pt x="1587082" y="81849"/>
                </a:cubicBezTo>
                <a:cubicBezTo>
                  <a:pt x="1590589" y="85527"/>
                  <a:pt x="1595487" y="87366"/>
                  <a:pt x="1601776" y="87366"/>
                </a:cubicBezTo>
                <a:cubicBezTo>
                  <a:pt x="1608866" y="87366"/>
                  <a:pt x="1615365" y="85098"/>
                  <a:pt x="1621273" y="80562"/>
                </a:cubicBezTo>
                <a:lnTo>
                  <a:pt x="1621273" y="90568"/>
                </a:lnTo>
                <a:cubicBezTo>
                  <a:pt x="1615708" y="94494"/>
                  <a:pt x="1608332" y="96457"/>
                  <a:pt x="1599146" y="96457"/>
                </a:cubicBezTo>
                <a:cubicBezTo>
                  <a:pt x="1589998" y="96457"/>
                  <a:pt x="1582860" y="93560"/>
                  <a:pt x="1577733" y="87766"/>
                </a:cubicBezTo>
                <a:cubicBezTo>
                  <a:pt x="1572606" y="81972"/>
                  <a:pt x="1570043" y="73930"/>
                  <a:pt x="1570043" y="63638"/>
                </a:cubicBezTo>
                <a:cubicBezTo>
                  <a:pt x="1570043" y="53956"/>
                  <a:pt x="1572854" y="45970"/>
                  <a:pt x="1578477" y="39681"/>
                </a:cubicBezTo>
                <a:cubicBezTo>
                  <a:pt x="1584099" y="33391"/>
                  <a:pt x="1591084" y="30247"/>
                  <a:pt x="1599432" y="30247"/>
                </a:cubicBezTo>
                <a:cubicBezTo>
                  <a:pt x="1607704" y="30247"/>
                  <a:pt x="1614164" y="32905"/>
                  <a:pt x="1618815" y="38223"/>
                </a:cubicBezTo>
                <a:cubicBezTo>
                  <a:pt x="1623465" y="43540"/>
                  <a:pt x="1625790" y="50983"/>
                  <a:pt x="1625790" y="60550"/>
                </a:cubicBezTo>
                <a:lnTo>
                  <a:pt x="1625790" y="66211"/>
                </a:lnTo>
                <a:moveTo>
                  <a:pt x="1614584" y="57234"/>
                </a:moveTo>
                <a:cubicBezTo>
                  <a:pt x="1614546" y="51516"/>
                  <a:pt x="1613192" y="47095"/>
                  <a:pt x="1610524" y="43969"/>
                </a:cubicBezTo>
                <a:cubicBezTo>
                  <a:pt x="1607856" y="40843"/>
                  <a:pt x="1604101" y="39280"/>
                  <a:pt x="1599260" y="39280"/>
                </a:cubicBezTo>
                <a:cubicBezTo>
                  <a:pt x="1594801" y="39280"/>
                  <a:pt x="1590941" y="40939"/>
                  <a:pt x="1587682" y="44255"/>
                </a:cubicBezTo>
                <a:cubicBezTo>
                  <a:pt x="1584423" y="47571"/>
                  <a:pt x="1582374" y="51897"/>
                  <a:pt x="1581536" y="57234"/>
                </a:cubicBezTo>
                <a:lnTo>
                  <a:pt x="1614584" y="57234"/>
                </a:lnTo>
                <a:close/>
                <a:moveTo>
                  <a:pt x="1731179" y="94971"/>
                </a:moveTo>
                <a:lnTo>
                  <a:pt x="1719972" y="94971"/>
                </a:lnTo>
                <a:lnTo>
                  <a:pt x="1719972" y="58663"/>
                </a:lnTo>
                <a:cubicBezTo>
                  <a:pt x="1719972" y="51802"/>
                  <a:pt x="1718905" y="46894"/>
                  <a:pt x="1716770" y="43940"/>
                </a:cubicBezTo>
                <a:cubicBezTo>
                  <a:pt x="1714636" y="40986"/>
                  <a:pt x="1711129" y="39509"/>
                  <a:pt x="1706250" y="39509"/>
                </a:cubicBezTo>
                <a:cubicBezTo>
                  <a:pt x="1702133" y="39509"/>
                  <a:pt x="1698607" y="41434"/>
                  <a:pt x="1695672" y="45284"/>
                </a:cubicBezTo>
                <a:cubicBezTo>
                  <a:pt x="1692737" y="49134"/>
                  <a:pt x="1691270" y="53689"/>
                  <a:pt x="1691270" y="58949"/>
                </a:cubicBezTo>
                <a:lnTo>
                  <a:pt x="1691270" y="94971"/>
                </a:lnTo>
                <a:lnTo>
                  <a:pt x="1680063" y="94971"/>
                </a:lnTo>
                <a:lnTo>
                  <a:pt x="1680063" y="57520"/>
                </a:lnTo>
                <a:cubicBezTo>
                  <a:pt x="1680063" y="45513"/>
                  <a:pt x="1675432" y="39509"/>
                  <a:pt x="1666169" y="39509"/>
                </a:cubicBezTo>
                <a:cubicBezTo>
                  <a:pt x="1661900" y="39509"/>
                  <a:pt x="1658364" y="41339"/>
                  <a:pt x="1655563" y="44998"/>
                </a:cubicBezTo>
                <a:cubicBezTo>
                  <a:pt x="1652761" y="48657"/>
                  <a:pt x="1651360" y="53327"/>
                  <a:pt x="1651360" y="59006"/>
                </a:cubicBezTo>
                <a:lnTo>
                  <a:pt x="1651360" y="94971"/>
                </a:lnTo>
                <a:lnTo>
                  <a:pt x="1640154" y="94971"/>
                </a:lnTo>
                <a:lnTo>
                  <a:pt x="1640154" y="31733"/>
                </a:lnTo>
                <a:lnTo>
                  <a:pt x="1651360" y="31733"/>
                </a:lnTo>
                <a:lnTo>
                  <a:pt x="1651360" y="41739"/>
                </a:lnTo>
                <a:lnTo>
                  <a:pt x="1651589" y="41739"/>
                </a:lnTo>
                <a:cubicBezTo>
                  <a:pt x="1656087" y="34077"/>
                  <a:pt x="1662662" y="30247"/>
                  <a:pt x="1671315" y="30247"/>
                </a:cubicBezTo>
                <a:cubicBezTo>
                  <a:pt x="1675546" y="30247"/>
                  <a:pt x="1679281" y="31409"/>
                  <a:pt x="1682521" y="33734"/>
                </a:cubicBezTo>
                <a:cubicBezTo>
                  <a:pt x="1685762" y="36059"/>
                  <a:pt x="1688010" y="39204"/>
                  <a:pt x="1689268" y="43168"/>
                </a:cubicBezTo>
                <a:cubicBezTo>
                  <a:pt x="1693957" y="34554"/>
                  <a:pt x="1700971" y="30247"/>
                  <a:pt x="1710309" y="30247"/>
                </a:cubicBezTo>
                <a:cubicBezTo>
                  <a:pt x="1724222" y="30247"/>
                  <a:pt x="1731179" y="38823"/>
                  <a:pt x="1731179" y="55976"/>
                </a:cubicBezTo>
                <a:lnTo>
                  <a:pt x="1731179" y="94971"/>
                </a:lnTo>
                <a:close/>
                <a:moveTo>
                  <a:pt x="1745714" y="64038"/>
                </a:moveTo>
                <a:cubicBezTo>
                  <a:pt x="1745714" y="53594"/>
                  <a:pt x="1748630" y="45351"/>
                  <a:pt x="1754462" y="39309"/>
                </a:cubicBezTo>
                <a:cubicBezTo>
                  <a:pt x="1760294" y="33267"/>
                  <a:pt x="1768203" y="30247"/>
                  <a:pt x="1778190" y="30247"/>
                </a:cubicBezTo>
                <a:cubicBezTo>
                  <a:pt x="1787681" y="30247"/>
                  <a:pt x="1795124" y="33153"/>
                  <a:pt x="1800517" y="38966"/>
                </a:cubicBezTo>
                <a:cubicBezTo>
                  <a:pt x="1805911" y="44779"/>
                  <a:pt x="1808608" y="52812"/>
                  <a:pt x="1808608" y="63066"/>
                </a:cubicBezTo>
                <a:cubicBezTo>
                  <a:pt x="1808608" y="73053"/>
                  <a:pt x="1805730" y="81115"/>
                  <a:pt x="1799974" y="87252"/>
                </a:cubicBezTo>
                <a:cubicBezTo>
                  <a:pt x="1794219" y="93389"/>
                  <a:pt x="1786500" y="96457"/>
                  <a:pt x="1776818" y="96457"/>
                </a:cubicBezTo>
                <a:cubicBezTo>
                  <a:pt x="1767364" y="96457"/>
                  <a:pt x="1759817" y="93484"/>
                  <a:pt x="1754176" y="87538"/>
                </a:cubicBezTo>
                <a:cubicBezTo>
                  <a:pt x="1748534" y="81591"/>
                  <a:pt x="1745714" y="73758"/>
                  <a:pt x="1745714" y="64038"/>
                </a:cubicBezTo>
                <a:moveTo>
                  <a:pt x="1757149" y="63695"/>
                </a:moveTo>
                <a:cubicBezTo>
                  <a:pt x="1757149" y="70975"/>
                  <a:pt x="1758988" y="76712"/>
                  <a:pt x="1762666" y="80905"/>
                </a:cubicBezTo>
                <a:cubicBezTo>
                  <a:pt x="1766345" y="85098"/>
                  <a:pt x="1771291" y="87195"/>
                  <a:pt x="1777504" y="87195"/>
                </a:cubicBezTo>
                <a:cubicBezTo>
                  <a:pt x="1783908" y="87195"/>
                  <a:pt x="1788787" y="85146"/>
                  <a:pt x="1792141" y="81048"/>
                </a:cubicBezTo>
                <a:cubicBezTo>
                  <a:pt x="1795495" y="76950"/>
                  <a:pt x="1797173" y="71071"/>
                  <a:pt x="1797173" y="63409"/>
                </a:cubicBezTo>
                <a:cubicBezTo>
                  <a:pt x="1797173" y="55709"/>
                  <a:pt x="1795495" y="49801"/>
                  <a:pt x="1792141" y="45684"/>
                </a:cubicBezTo>
                <a:cubicBezTo>
                  <a:pt x="1788787" y="41568"/>
                  <a:pt x="1783908" y="39509"/>
                  <a:pt x="1777504" y="39509"/>
                </a:cubicBezTo>
                <a:cubicBezTo>
                  <a:pt x="1771214" y="39509"/>
                  <a:pt x="1766250" y="41663"/>
                  <a:pt x="1762609" y="45970"/>
                </a:cubicBezTo>
                <a:cubicBezTo>
                  <a:pt x="1758969" y="50277"/>
                  <a:pt x="1757149" y="56186"/>
                  <a:pt x="1757149" y="63695"/>
                </a:cubicBezTo>
                <a:close/>
                <a:moveTo>
                  <a:pt x="1875902" y="31733"/>
                </a:moveTo>
                <a:lnTo>
                  <a:pt x="1850859" y="94971"/>
                </a:lnTo>
                <a:lnTo>
                  <a:pt x="1839538" y="94971"/>
                </a:lnTo>
                <a:lnTo>
                  <a:pt x="1815752" y="31733"/>
                </a:lnTo>
                <a:lnTo>
                  <a:pt x="1827988" y="31733"/>
                </a:lnTo>
                <a:lnTo>
                  <a:pt x="1843426" y="76903"/>
                </a:lnTo>
                <a:cubicBezTo>
                  <a:pt x="1844684" y="80524"/>
                  <a:pt x="1845427" y="83554"/>
                  <a:pt x="1845656" y="85994"/>
                </a:cubicBezTo>
                <a:lnTo>
                  <a:pt x="1845942" y="85994"/>
                </a:lnTo>
                <a:cubicBezTo>
                  <a:pt x="1846323" y="82792"/>
                  <a:pt x="1846990" y="79838"/>
                  <a:pt x="1847943" y="77131"/>
                </a:cubicBezTo>
                <a:lnTo>
                  <a:pt x="1864124" y="31733"/>
                </a:lnTo>
                <a:lnTo>
                  <a:pt x="1875902" y="31733"/>
                </a:lnTo>
                <a:close/>
                <a:moveTo>
                  <a:pt x="1938723" y="66211"/>
                </a:moveTo>
                <a:lnTo>
                  <a:pt x="1894468" y="66211"/>
                </a:lnTo>
                <a:cubicBezTo>
                  <a:pt x="1894659" y="72958"/>
                  <a:pt x="1896508" y="78170"/>
                  <a:pt x="1900015" y="81849"/>
                </a:cubicBezTo>
                <a:cubicBezTo>
                  <a:pt x="1903521" y="85527"/>
                  <a:pt x="1908420" y="87366"/>
                  <a:pt x="1914709" y="87366"/>
                </a:cubicBezTo>
                <a:cubicBezTo>
                  <a:pt x="1921799" y="87366"/>
                  <a:pt x="1928298" y="85098"/>
                  <a:pt x="1934206" y="80562"/>
                </a:cubicBezTo>
                <a:lnTo>
                  <a:pt x="1934206" y="90568"/>
                </a:lnTo>
                <a:cubicBezTo>
                  <a:pt x="1928641" y="94494"/>
                  <a:pt x="1921265" y="96457"/>
                  <a:pt x="1912079" y="96457"/>
                </a:cubicBezTo>
                <a:cubicBezTo>
                  <a:pt x="1902931" y="96457"/>
                  <a:pt x="1895793" y="93560"/>
                  <a:pt x="1890666" y="87766"/>
                </a:cubicBezTo>
                <a:cubicBezTo>
                  <a:pt x="1885539" y="81972"/>
                  <a:pt x="1882976" y="73930"/>
                  <a:pt x="1882976" y="63638"/>
                </a:cubicBezTo>
                <a:cubicBezTo>
                  <a:pt x="1882976" y="53956"/>
                  <a:pt x="1885787" y="45970"/>
                  <a:pt x="1891409" y="39681"/>
                </a:cubicBezTo>
                <a:cubicBezTo>
                  <a:pt x="1897032" y="33391"/>
                  <a:pt x="1904017" y="30247"/>
                  <a:pt x="1912365" y="30247"/>
                </a:cubicBezTo>
                <a:cubicBezTo>
                  <a:pt x="1920636" y="30247"/>
                  <a:pt x="1927097" y="32905"/>
                  <a:pt x="1931748" y="38223"/>
                </a:cubicBezTo>
                <a:cubicBezTo>
                  <a:pt x="1936398" y="43540"/>
                  <a:pt x="1938723" y="50983"/>
                  <a:pt x="1938723" y="60550"/>
                </a:cubicBezTo>
                <a:lnTo>
                  <a:pt x="1938723" y="66211"/>
                </a:lnTo>
                <a:moveTo>
                  <a:pt x="1927517" y="57234"/>
                </a:moveTo>
                <a:cubicBezTo>
                  <a:pt x="1927478" y="51516"/>
                  <a:pt x="1926125" y="47095"/>
                  <a:pt x="1923457" y="43969"/>
                </a:cubicBezTo>
                <a:cubicBezTo>
                  <a:pt x="1920789" y="40843"/>
                  <a:pt x="1917034" y="39280"/>
                  <a:pt x="1912193" y="39280"/>
                </a:cubicBezTo>
                <a:cubicBezTo>
                  <a:pt x="1907733" y="39280"/>
                  <a:pt x="1903874" y="40939"/>
                  <a:pt x="1900615" y="44255"/>
                </a:cubicBezTo>
                <a:cubicBezTo>
                  <a:pt x="1897356" y="47571"/>
                  <a:pt x="1895307" y="51897"/>
                  <a:pt x="1894468" y="57234"/>
                </a:cubicBezTo>
                <a:lnTo>
                  <a:pt x="1927517" y="57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spacesfromagivenstring.">
            <a:extLst xmlns:a="http://schemas.openxmlformats.org/drawingml/2006/main">
              <a:ext uri="{FF2B5EF4-FFF2-40B4-BE49-F238E27FC236}">
                <a16:creationId xmlns:a16="http://schemas.microsoft.com/office/drawing/2014/main" id="{6902D5BF-5830-4E83-AE6A-75035F8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20" y="2790983"/>
            <a:ext cx="1486161" cy="124760"/>
          </a:xfrm>
          <a:custGeom xmlns:a="http://schemas.openxmlformats.org/drawingml/2006/main">
            <a:pathLst>
              <a:path w="1486161" h="124760">
                <a:moveTo>
                  <a:pt x="0" y="81305"/>
                </a:moveTo>
                <a:cubicBezTo>
                  <a:pt x="5641" y="85384"/>
                  <a:pt x="11721" y="87423"/>
                  <a:pt x="18239" y="87423"/>
                </a:cubicBezTo>
                <a:cubicBezTo>
                  <a:pt x="26968" y="87423"/>
                  <a:pt x="31333" y="84564"/>
                  <a:pt x="31333" y="78847"/>
                </a:cubicBezTo>
                <a:cubicBezTo>
                  <a:pt x="31333" y="76407"/>
                  <a:pt x="30380" y="74397"/>
                  <a:pt x="28474" y="72815"/>
                </a:cubicBezTo>
                <a:cubicBezTo>
                  <a:pt x="26568" y="71233"/>
                  <a:pt x="22699" y="69355"/>
                  <a:pt x="16867" y="67183"/>
                </a:cubicBezTo>
                <a:cubicBezTo>
                  <a:pt x="9853" y="64362"/>
                  <a:pt x="5298" y="61570"/>
                  <a:pt x="3202" y="58806"/>
                </a:cubicBezTo>
                <a:cubicBezTo>
                  <a:pt x="1105" y="56043"/>
                  <a:pt x="57" y="52698"/>
                  <a:pt x="57" y="48772"/>
                </a:cubicBezTo>
                <a:cubicBezTo>
                  <a:pt x="57" y="43168"/>
                  <a:pt x="2430" y="38680"/>
                  <a:pt x="7176" y="35307"/>
                </a:cubicBezTo>
                <a:cubicBezTo>
                  <a:pt x="11921" y="31933"/>
                  <a:pt x="17763" y="30247"/>
                  <a:pt x="24700" y="30247"/>
                </a:cubicBezTo>
                <a:cubicBezTo>
                  <a:pt x="30075" y="30247"/>
                  <a:pt x="35068" y="31180"/>
                  <a:pt x="39681" y="33048"/>
                </a:cubicBezTo>
                <a:lnTo>
                  <a:pt x="39681" y="43855"/>
                </a:lnTo>
                <a:cubicBezTo>
                  <a:pt x="34954" y="40805"/>
                  <a:pt x="29599" y="39280"/>
                  <a:pt x="23614" y="39280"/>
                </a:cubicBezTo>
                <a:cubicBezTo>
                  <a:pt x="20031" y="39280"/>
                  <a:pt x="17115" y="40062"/>
                  <a:pt x="14866" y="41625"/>
                </a:cubicBezTo>
                <a:cubicBezTo>
                  <a:pt x="12617" y="43188"/>
                  <a:pt x="11493" y="45246"/>
                  <a:pt x="11493" y="47800"/>
                </a:cubicBezTo>
                <a:cubicBezTo>
                  <a:pt x="11493" y="50316"/>
                  <a:pt x="12303" y="52279"/>
                  <a:pt x="13923" y="53689"/>
                </a:cubicBezTo>
                <a:cubicBezTo>
                  <a:pt x="15543" y="55099"/>
                  <a:pt x="19135" y="56910"/>
                  <a:pt x="24700" y="59121"/>
                </a:cubicBezTo>
                <a:cubicBezTo>
                  <a:pt x="31752" y="61751"/>
                  <a:pt x="36517" y="64476"/>
                  <a:pt x="38995" y="67297"/>
                </a:cubicBezTo>
                <a:cubicBezTo>
                  <a:pt x="41472" y="70118"/>
                  <a:pt x="42711" y="73606"/>
                  <a:pt x="42711" y="77760"/>
                </a:cubicBezTo>
                <a:cubicBezTo>
                  <a:pt x="42711" y="83554"/>
                  <a:pt x="40338" y="88119"/>
                  <a:pt x="35593" y="91454"/>
                </a:cubicBezTo>
                <a:cubicBezTo>
                  <a:pt x="30847" y="94790"/>
                  <a:pt x="24700" y="96457"/>
                  <a:pt x="17153" y="96457"/>
                </a:cubicBezTo>
                <a:cubicBezTo>
                  <a:pt x="10597" y="96457"/>
                  <a:pt x="4879" y="95218"/>
                  <a:pt x="0" y="92741"/>
                </a:cubicBezTo>
                <a:lnTo>
                  <a:pt x="0" y="81305"/>
                </a:lnTo>
                <a:close/>
                <a:moveTo>
                  <a:pt x="69635" y="86051"/>
                </a:moveTo>
                <a:lnTo>
                  <a:pt x="69635" y="124074"/>
                </a:lnTo>
                <a:lnTo>
                  <a:pt x="58429" y="124074"/>
                </a:lnTo>
                <a:lnTo>
                  <a:pt x="58429" y="31733"/>
                </a:lnTo>
                <a:lnTo>
                  <a:pt x="69635" y="31733"/>
                </a:lnTo>
                <a:lnTo>
                  <a:pt x="69635" y="42654"/>
                </a:lnTo>
                <a:lnTo>
                  <a:pt x="69864" y="42654"/>
                </a:lnTo>
                <a:cubicBezTo>
                  <a:pt x="74820" y="34382"/>
                  <a:pt x="82062" y="30247"/>
                  <a:pt x="91591" y="30247"/>
                </a:cubicBezTo>
                <a:cubicBezTo>
                  <a:pt x="99672" y="30247"/>
                  <a:pt x="106009" y="33077"/>
                  <a:pt x="110603" y="38737"/>
                </a:cubicBezTo>
                <a:cubicBezTo>
                  <a:pt x="115196" y="44398"/>
                  <a:pt x="117492" y="51993"/>
                  <a:pt x="117492" y="61522"/>
                </a:cubicBezTo>
                <a:cubicBezTo>
                  <a:pt x="117492" y="72043"/>
                  <a:pt x="114891" y="80495"/>
                  <a:pt x="109688" y="86880"/>
                </a:cubicBezTo>
                <a:cubicBezTo>
                  <a:pt x="104485" y="93265"/>
                  <a:pt x="97481" y="96457"/>
                  <a:pt x="88675" y="96457"/>
                </a:cubicBezTo>
                <a:cubicBezTo>
                  <a:pt x="80556" y="96457"/>
                  <a:pt x="74286" y="92989"/>
                  <a:pt x="69864" y="86051"/>
                </a:cubicBezTo>
                <a:lnTo>
                  <a:pt x="69635" y="86051"/>
                </a:lnTo>
                <a:moveTo>
                  <a:pt x="69578" y="68898"/>
                </a:moveTo>
                <a:cubicBezTo>
                  <a:pt x="69578" y="74044"/>
                  <a:pt x="71236" y="78380"/>
                  <a:pt x="74553" y="81906"/>
                </a:cubicBezTo>
                <a:cubicBezTo>
                  <a:pt x="77869" y="85432"/>
                  <a:pt x="82024" y="87195"/>
                  <a:pt x="87017" y="87195"/>
                </a:cubicBezTo>
                <a:cubicBezTo>
                  <a:pt x="92964" y="87195"/>
                  <a:pt x="97614" y="84908"/>
                  <a:pt x="100968" y="80333"/>
                </a:cubicBezTo>
                <a:cubicBezTo>
                  <a:pt x="104323" y="75759"/>
                  <a:pt x="106000" y="69432"/>
                  <a:pt x="106000" y="61351"/>
                </a:cubicBezTo>
                <a:cubicBezTo>
                  <a:pt x="106000" y="54528"/>
                  <a:pt x="104437" y="49182"/>
                  <a:pt x="101311" y="45313"/>
                </a:cubicBezTo>
                <a:cubicBezTo>
                  <a:pt x="98186" y="41444"/>
                  <a:pt x="93917" y="39509"/>
                  <a:pt x="88504" y="39509"/>
                </a:cubicBezTo>
                <a:cubicBezTo>
                  <a:pt x="82977" y="39509"/>
                  <a:pt x="78441" y="41472"/>
                  <a:pt x="74896" y="45398"/>
                </a:cubicBezTo>
                <a:cubicBezTo>
                  <a:pt x="71351" y="49325"/>
                  <a:pt x="69578" y="54356"/>
                  <a:pt x="69578" y="60493"/>
                </a:cubicBezTo>
                <a:lnTo>
                  <a:pt x="69578" y="68898"/>
                </a:lnTo>
                <a:close/>
                <a:moveTo>
                  <a:pt x="134940" y="36136"/>
                </a:moveTo>
                <a:cubicBezTo>
                  <a:pt x="141230" y="32210"/>
                  <a:pt x="148491" y="30247"/>
                  <a:pt x="156725" y="30247"/>
                </a:cubicBezTo>
                <a:cubicBezTo>
                  <a:pt x="171972" y="30247"/>
                  <a:pt x="179595" y="38251"/>
                  <a:pt x="179595" y="54261"/>
                </a:cubicBezTo>
                <a:lnTo>
                  <a:pt x="179595" y="94971"/>
                </a:lnTo>
                <a:lnTo>
                  <a:pt x="168503" y="94971"/>
                </a:lnTo>
                <a:lnTo>
                  <a:pt x="168503" y="85193"/>
                </a:lnTo>
                <a:lnTo>
                  <a:pt x="168217" y="85193"/>
                </a:lnTo>
                <a:cubicBezTo>
                  <a:pt x="163834" y="92703"/>
                  <a:pt x="157373" y="96457"/>
                  <a:pt x="148834" y="96457"/>
                </a:cubicBezTo>
                <a:cubicBezTo>
                  <a:pt x="142697" y="96457"/>
                  <a:pt x="137818" y="94799"/>
                  <a:pt x="134197" y="91483"/>
                </a:cubicBezTo>
                <a:cubicBezTo>
                  <a:pt x="130576" y="88167"/>
                  <a:pt x="128765" y="83688"/>
                  <a:pt x="128765" y="78046"/>
                </a:cubicBezTo>
                <a:cubicBezTo>
                  <a:pt x="128765" y="66230"/>
                  <a:pt x="135760" y="59350"/>
                  <a:pt x="149749" y="57405"/>
                </a:cubicBezTo>
                <a:lnTo>
                  <a:pt x="168503" y="54775"/>
                </a:lnTo>
                <a:cubicBezTo>
                  <a:pt x="168503" y="44445"/>
                  <a:pt x="164234" y="39280"/>
                  <a:pt x="155695" y="39280"/>
                </a:cubicBezTo>
                <a:cubicBezTo>
                  <a:pt x="148110" y="39280"/>
                  <a:pt x="141192" y="41834"/>
                  <a:pt x="134940" y="46942"/>
                </a:cubicBezTo>
                <a:lnTo>
                  <a:pt x="134940" y="36136"/>
                </a:lnTo>
                <a:moveTo>
                  <a:pt x="153694" y="65239"/>
                </a:moveTo>
                <a:cubicBezTo>
                  <a:pt x="148510" y="65925"/>
                  <a:pt x="144937" y="67221"/>
                  <a:pt x="142974" y="69127"/>
                </a:cubicBezTo>
                <a:cubicBezTo>
                  <a:pt x="141010" y="71033"/>
                  <a:pt x="140029" y="73701"/>
                  <a:pt x="140029" y="77131"/>
                </a:cubicBezTo>
                <a:cubicBezTo>
                  <a:pt x="140029" y="80143"/>
                  <a:pt x="141096" y="82601"/>
                  <a:pt x="143231" y="84507"/>
                </a:cubicBezTo>
                <a:cubicBezTo>
                  <a:pt x="145365" y="86413"/>
                  <a:pt x="148186" y="87366"/>
                  <a:pt x="151693" y="87366"/>
                </a:cubicBezTo>
                <a:cubicBezTo>
                  <a:pt x="156572" y="87366"/>
                  <a:pt x="160594" y="85651"/>
                  <a:pt x="163757" y="82220"/>
                </a:cubicBezTo>
                <a:cubicBezTo>
                  <a:pt x="166921" y="78790"/>
                  <a:pt x="168503" y="74482"/>
                  <a:pt x="168503" y="69298"/>
                </a:cubicBezTo>
                <a:lnTo>
                  <a:pt x="168503" y="63238"/>
                </a:lnTo>
                <a:lnTo>
                  <a:pt x="153694" y="65239"/>
                </a:lnTo>
                <a:close/>
                <a:moveTo>
                  <a:pt x="241154" y="92112"/>
                </a:moveTo>
                <a:cubicBezTo>
                  <a:pt x="236313" y="95009"/>
                  <a:pt x="230481" y="96457"/>
                  <a:pt x="223658" y="96457"/>
                </a:cubicBezTo>
                <a:cubicBezTo>
                  <a:pt x="214510" y="96457"/>
                  <a:pt x="207153" y="93522"/>
                  <a:pt x="201588" y="87652"/>
                </a:cubicBezTo>
                <a:cubicBezTo>
                  <a:pt x="196023" y="81782"/>
                  <a:pt x="193240" y="74177"/>
                  <a:pt x="193240" y="64838"/>
                </a:cubicBezTo>
                <a:cubicBezTo>
                  <a:pt x="193240" y="54470"/>
                  <a:pt x="196242" y="46113"/>
                  <a:pt x="202245" y="39766"/>
                </a:cubicBezTo>
                <a:cubicBezTo>
                  <a:pt x="208249" y="33420"/>
                  <a:pt x="216282" y="30247"/>
                  <a:pt x="226345" y="30247"/>
                </a:cubicBezTo>
                <a:cubicBezTo>
                  <a:pt x="232139" y="30247"/>
                  <a:pt x="237095" y="31276"/>
                  <a:pt x="241211" y="33334"/>
                </a:cubicBezTo>
                <a:lnTo>
                  <a:pt x="241211" y="44426"/>
                </a:lnTo>
                <a:cubicBezTo>
                  <a:pt x="236752" y="41148"/>
                  <a:pt x="231796" y="39509"/>
                  <a:pt x="226345" y="39509"/>
                </a:cubicBezTo>
                <a:cubicBezTo>
                  <a:pt x="219942" y="39509"/>
                  <a:pt x="214729" y="41730"/>
                  <a:pt x="210708" y="46170"/>
                </a:cubicBezTo>
                <a:cubicBezTo>
                  <a:pt x="206686" y="50611"/>
                  <a:pt x="204675" y="56529"/>
                  <a:pt x="204675" y="63924"/>
                </a:cubicBezTo>
                <a:cubicBezTo>
                  <a:pt x="204675" y="71204"/>
                  <a:pt x="206572" y="76903"/>
                  <a:pt x="210364" y="81020"/>
                </a:cubicBezTo>
                <a:cubicBezTo>
                  <a:pt x="214157" y="85136"/>
                  <a:pt x="219274" y="87195"/>
                  <a:pt x="225716" y="87195"/>
                </a:cubicBezTo>
                <a:cubicBezTo>
                  <a:pt x="231167" y="87195"/>
                  <a:pt x="236313" y="85403"/>
                  <a:pt x="241154" y="81820"/>
                </a:cubicBezTo>
                <a:lnTo>
                  <a:pt x="241154" y="92112"/>
                </a:lnTo>
                <a:close/>
                <a:moveTo>
                  <a:pt x="307501" y="66211"/>
                </a:moveTo>
                <a:lnTo>
                  <a:pt x="263246" y="66211"/>
                </a:lnTo>
                <a:cubicBezTo>
                  <a:pt x="263437" y="72958"/>
                  <a:pt x="265286" y="78170"/>
                  <a:pt x="268793" y="81849"/>
                </a:cubicBezTo>
                <a:cubicBezTo>
                  <a:pt x="272299" y="85527"/>
                  <a:pt x="277198" y="87366"/>
                  <a:pt x="283487" y="87366"/>
                </a:cubicBezTo>
                <a:cubicBezTo>
                  <a:pt x="290577" y="87366"/>
                  <a:pt x="297076" y="85098"/>
                  <a:pt x="302984" y="80562"/>
                </a:cubicBezTo>
                <a:lnTo>
                  <a:pt x="302984" y="90568"/>
                </a:lnTo>
                <a:cubicBezTo>
                  <a:pt x="297419" y="94494"/>
                  <a:pt x="290043" y="96457"/>
                  <a:pt x="280857" y="96457"/>
                </a:cubicBezTo>
                <a:cubicBezTo>
                  <a:pt x="271709" y="96457"/>
                  <a:pt x="264571" y="93560"/>
                  <a:pt x="259444" y="87766"/>
                </a:cubicBezTo>
                <a:cubicBezTo>
                  <a:pt x="254317" y="81972"/>
                  <a:pt x="251754" y="73930"/>
                  <a:pt x="251754" y="63638"/>
                </a:cubicBezTo>
                <a:cubicBezTo>
                  <a:pt x="251754" y="53956"/>
                  <a:pt x="254565" y="45970"/>
                  <a:pt x="260187" y="39681"/>
                </a:cubicBezTo>
                <a:cubicBezTo>
                  <a:pt x="265810" y="33391"/>
                  <a:pt x="272795" y="30247"/>
                  <a:pt x="281143" y="30247"/>
                </a:cubicBezTo>
                <a:cubicBezTo>
                  <a:pt x="289414" y="30247"/>
                  <a:pt x="295875" y="32905"/>
                  <a:pt x="300526" y="38223"/>
                </a:cubicBezTo>
                <a:cubicBezTo>
                  <a:pt x="305176" y="43540"/>
                  <a:pt x="307501" y="50983"/>
                  <a:pt x="307501" y="60550"/>
                </a:cubicBezTo>
                <a:lnTo>
                  <a:pt x="307501" y="66211"/>
                </a:lnTo>
                <a:moveTo>
                  <a:pt x="296295" y="57234"/>
                </a:moveTo>
                <a:cubicBezTo>
                  <a:pt x="296256" y="51516"/>
                  <a:pt x="294903" y="47095"/>
                  <a:pt x="292235" y="43969"/>
                </a:cubicBezTo>
                <a:cubicBezTo>
                  <a:pt x="289567" y="40843"/>
                  <a:pt x="285812" y="39280"/>
                  <a:pt x="280971" y="39280"/>
                </a:cubicBezTo>
                <a:cubicBezTo>
                  <a:pt x="276511" y="39280"/>
                  <a:pt x="272652" y="40939"/>
                  <a:pt x="269393" y="44255"/>
                </a:cubicBezTo>
                <a:cubicBezTo>
                  <a:pt x="266134" y="47571"/>
                  <a:pt x="264085" y="51897"/>
                  <a:pt x="263246" y="57234"/>
                </a:cubicBezTo>
                <a:lnTo>
                  <a:pt x="296295" y="57234"/>
                </a:lnTo>
                <a:close/>
                <a:moveTo>
                  <a:pt x="318331" y="81305"/>
                </a:moveTo>
                <a:cubicBezTo>
                  <a:pt x="323973" y="85384"/>
                  <a:pt x="330052" y="87423"/>
                  <a:pt x="336570" y="87423"/>
                </a:cubicBezTo>
                <a:cubicBezTo>
                  <a:pt x="345299" y="87423"/>
                  <a:pt x="349664" y="84564"/>
                  <a:pt x="349664" y="78847"/>
                </a:cubicBezTo>
                <a:cubicBezTo>
                  <a:pt x="349664" y="76407"/>
                  <a:pt x="348711" y="74397"/>
                  <a:pt x="346805" y="72815"/>
                </a:cubicBezTo>
                <a:cubicBezTo>
                  <a:pt x="344899" y="71233"/>
                  <a:pt x="341030" y="69355"/>
                  <a:pt x="335198" y="67183"/>
                </a:cubicBezTo>
                <a:cubicBezTo>
                  <a:pt x="328185" y="64362"/>
                  <a:pt x="323629" y="61570"/>
                  <a:pt x="321533" y="58806"/>
                </a:cubicBezTo>
                <a:cubicBezTo>
                  <a:pt x="319437" y="56043"/>
                  <a:pt x="318388" y="52698"/>
                  <a:pt x="318388" y="48772"/>
                </a:cubicBezTo>
                <a:cubicBezTo>
                  <a:pt x="318388" y="43168"/>
                  <a:pt x="320761" y="38680"/>
                  <a:pt x="325507" y="35307"/>
                </a:cubicBezTo>
                <a:cubicBezTo>
                  <a:pt x="330252" y="31933"/>
                  <a:pt x="336094" y="30247"/>
                  <a:pt x="343031" y="30247"/>
                </a:cubicBezTo>
                <a:cubicBezTo>
                  <a:pt x="348406" y="30247"/>
                  <a:pt x="353400" y="31180"/>
                  <a:pt x="358012" y="33048"/>
                </a:cubicBezTo>
                <a:lnTo>
                  <a:pt x="358012" y="43855"/>
                </a:lnTo>
                <a:cubicBezTo>
                  <a:pt x="353285" y="40805"/>
                  <a:pt x="347930" y="39280"/>
                  <a:pt x="341945" y="39280"/>
                </a:cubicBezTo>
                <a:cubicBezTo>
                  <a:pt x="338362" y="39280"/>
                  <a:pt x="335446" y="40062"/>
                  <a:pt x="333197" y="41625"/>
                </a:cubicBezTo>
                <a:cubicBezTo>
                  <a:pt x="330948" y="43188"/>
                  <a:pt x="329824" y="45246"/>
                  <a:pt x="329824" y="47800"/>
                </a:cubicBezTo>
                <a:cubicBezTo>
                  <a:pt x="329824" y="50316"/>
                  <a:pt x="330634" y="52279"/>
                  <a:pt x="332254" y="53689"/>
                </a:cubicBezTo>
                <a:cubicBezTo>
                  <a:pt x="333874" y="55099"/>
                  <a:pt x="337466" y="56910"/>
                  <a:pt x="343031" y="59121"/>
                </a:cubicBezTo>
                <a:cubicBezTo>
                  <a:pt x="350083" y="61751"/>
                  <a:pt x="354848" y="64476"/>
                  <a:pt x="357326" y="67297"/>
                </a:cubicBezTo>
                <a:cubicBezTo>
                  <a:pt x="359803" y="70118"/>
                  <a:pt x="361042" y="73606"/>
                  <a:pt x="361042" y="77760"/>
                </a:cubicBezTo>
                <a:cubicBezTo>
                  <a:pt x="361042" y="83554"/>
                  <a:pt x="358669" y="88119"/>
                  <a:pt x="353924" y="91454"/>
                </a:cubicBezTo>
                <a:cubicBezTo>
                  <a:pt x="349178" y="94790"/>
                  <a:pt x="343031" y="96457"/>
                  <a:pt x="335484" y="96457"/>
                </a:cubicBezTo>
                <a:cubicBezTo>
                  <a:pt x="328928" y="96457"/>
                  <a:pt x="323210" y="95218"/>
                  <a:pt x="318331" y="92741"/>
                </a:cubicBezTo>
                <a:lnTo>
                  <a:pt x="318331" y="81305"/>
                </a:lnTo>
                <a:close/>
                <a:moveTo>
                  <a:pt x="443922" y="10921"/>
                </a:moveTo>
                <a:cubicBezTo>
                  <a:pt x="441826" y="9815"/>
                  <a:pt x="439558" y="9263"/>
                  <a:pt x="437118" y="9263"/>
                </a:cubicBezTo>
                <a:cubicBezTo>
                  <a:pt x="430104" y="9263"/>
                  <a:pt x="426598" y="13608"/>
                  <a:pt x="426598" y="22299"/>
                </a:cubicBezTo>
                <a:lnTo>
                  <a:pt x="426598" y="31733"/>
                </a:lnTo>
                <a:lnTo>
                  <a:pt x="441406" y="31733"/>
                </a:lnTo>
                <a:lnTo>
                  <a:pt x="441406" y="40996"/>
                </a:lnTo>
                <a:lnTo>
                  <a:pt x="426598" y="40996"/>
                </a:lnTo>
                <a:lnTo>
                  <a:pt x="426598" y="94971"/>
                </a:lnTo>
                <a:lnTo>
                  <a:pt x="415505" y="94971"/>
                </a:lnTo>
                <a:lnTo>
                  <a:pt x="415505" y="40996"/>
                </a:lnTo>
                <a:lnTo>
                  <a:pt x="404699" y="40996"/>
                </a:lnTo>
                <a:lnTo>
                  <a:pt x="404699" y="31733"/>
                </a:lnTo>
                <a:lnTo>
                  <a:pt x="415505" y="31733"/>
                </a:lnTo>
                <a:lnTo>
                  <a:pt x="415505" y="21784"/>
                </a:lnTo>
                <a:cubicBezTo>
                  <a:pt x="415505" y="14999"/>
                  <a:pt x="417459" y="9672"/>
                  <a:pt x="421366" y="5803"/>
                </a:cubicBezTo>
                <a:cubicBezTo>
                  <a:pt x="425273" y="1934"/>
                  <a:pt x="430238" y="0"/>
                  <a:pt x="436260" y="0"/>
                </a:cubicBezTo>
                <a:cubicBezTo>
                  <a:pt x="439462" y="0"/>
                  <a:pt x="442016" y="362"/>
                  <a:pt x="443922" y="1086"/>
                </a:cubicBezTo>
                <a:lnTo>
                  <a:pt x="443922" y="10921"/>
                </a:lnTo>
                <a:close/>
                <a:moveTo>
                  <a:pt x="485655" y="42825"/>
                </a:moveTo>
                <a:cubicBezTo>
                  <a:pt x="483788" y="41491"/>
                  <a:pt x="481215" y="40824"/>
                  <a:pt x="477936" y="40824"/>
                </a:cubicBezTo>
                <a:cubicBezTo>
                  <a:pt x="473591" y="40824"/>
                  <a:pt x="470008" y="42854"/>
                  <a:pt x="467187" y="46914"/>
                </a:cubicBezTo>
                <a:cubicBezTo>
                  <a:pt x="464367" y="50973"/>
                  <a:pt x="462956" y="56319"/>
                  <a:pt x="462956" y="62952"/>
                </a:cubicBezTo>
                <a:lnTo>
                  <a:pt x="462956" y="94971"/>
                </a:lnTo>
                <a:lnTo>
                  <a:pt x="451749" y="94971"/>
                </a:lnTo>
                <a:lnTo>
                  <a:pt x="451749" y="31733"/>
                </a:lnTo>
                <a:lnTo>
                  <a:pt x="462956" y="31733"/>
                </a:lnTo>
                <a:lnTo>
                  <a:pt x="462956" y="44598"/>
                </a:lnTo>
                <a:lnTo>
                  <a:pt x="463185" y="44598"/>
                </a:lnTo>
                <a:cubicBezTo>
                  <a:pt x="466387" y="35297"/>
                  <a:pt x="471914" y="30647"/>
                  <a:pt x="479766" y="30647"/>
                </a:cubicBezTo>
                <a:cubicBezTo>
                  <a:pt x="482320" y="30647"/>
                  <a:pt x="484283" y="30933"/>
                  <a:pt x="485655" y="31504"/>
                </a:cubicBezTo>
                <a:lnTo>
                  <a:pt x="485655" y="42825"/>
                </a:lnTo>
                <a:close/>
                <a:moveTo>
                  <a:pt x="491395" y="64038"/>
                </a:moveTo>
                <a:cubicBezTo>
                  <a:pt x="491395" y="53594"/>
                  <a:pt x="494311" y="45351"/>
                  <a:pt x="500143" y="39309"/>
                </a:cubicBezTo>
                <a:cubicBezTo>
                  <a:pt x="505975" y="33267"/>
                  <a:pt x="513885" y="30247"/>
                  <a:pt x="523871" y="30247"/>
                </a:cubicBezTo>
                <a:cubicBezTo>
                  <a:pt x="533363" y="30247"/>
                  <a:pt x="540805" y="33153"/>
                  <a:pt x="546199" y="38966"/>
                </a:cubicBezTo>
                <a:cubicBezTo>
                  <a:pt x="551593" y="44779"/>
                  <a:pt x="554289" y="52812"/>
                  <a:pt x="554289" y="63066"/>
                </a:cubicBezTo>
                <a:cubicBezTo>
                  <a:pt x="554289" y="73053"/>
                  <a:pt x="551412" y="81115"/>
                  <a:pt x="545656" y="87252"/>
                </a:cubicBezTo>
                <a:cubicBezTo>
                  <a:pt x="539900" y="93389"/>
                  <a:pt x="532181" y="96457"/>
                  <a:pt x="522499" y="96457"/>
                </a:cubicBezTo>
                <a:cubicBezTo>
                  <a:pt x="513046" y="96457"/>
                  <a:pt x="505499" y="93484"/>
                  <a:pt x="499857" y="87538"/>
                </a:cubicBezTo>
                <a:cubicBezTo>
                  <a:pt x="494216" y="81591"/>
                  <a:pt x="491395" y="73758"/>
                  <a:pt x="491395" y="64038"/>
                </a:cubicBezTo>
                <a:moveTo>
                  <a:pt x="502830" y="63695"/>
                </a:moveTo>
                <a:cubicBezTo>
                  <a:pt x="502830" y="70975"/>
                  <a:pt x="504670" y="76712"/>
                  <a:pt x="508348" y="80905"/>
                </a:cubicBezTo>
                <a:cubicBezTo>
                  <a:pt x="512026" y="85098"/>
                  <a:pt x="516972" y="87195"/>
                  <a:pt x="523185" y="87195"/>
                </a:cubicBezTo>
                <a:cubicBezTo>
                  <a:pt x="529589" y="87195"/>
                  <a:pt x="534468" y="85146"/>
                  <a:pt x="537823" y="81048"/>
                </a:cubicBezTo>
                <a:cubicBezTo>
                  <a:pt x="541177" y="76950"/>
                  <a:pt x="542854" y="71071"/>
                  <a:pt x="542854" y="63409"/>
                </a:cubicBezTo>
                <a:cubicBezTo>
                  <a:pt x="542854" y="55709"/>
                  <a:pt x="541177" y="49801"/>
                  <a:pt x="537823" y="45684"/>
                </a:cubicBezTo>
                <a:cubicBezTo>
                  <a:pt x="534468" y="41568"/>
                  <a:pt x="529589" y="39509"/>
                  <a:pt x="523185" y="39509"/>
                </a:cubicBezTo>
                <a:cubicBezTo>
                  <a:pt x="516896" y="39509"/>
                  <a:pt x="511931" y="41663"/>
                  <a:pt x="508291" y="45970"/>
                </a:cubicBezTo>
                <a:cubicBezTo>
                  <a:pt x="504650" y="50277"/>
                  <a:pt x="502830" y="56186"/>
                  <a:pt x="502830" y="63695"/>
                </a:cubicBezTo>
                <a:close/>
                <a:moveTo>
                  <a:pt x="661676" y="94971"/>
                </a:moveTo>
                <a:lnTo>
                  <a:pt x="650470" y="94971"/>
                </a:lnTo>
                <a:lnTo>
                  <a:pt x="650470" y="58663"/>
                </a:lnTo>
                <a:cubicBezTo>
                  <a:pt x="650470" y="51802"/>
                  <a:pt x="649402" y="46894"/>
                  <a:pt x="647268" y="43940"/>
                </a:cubicBezTo>
                <a:cubicBezTo>
                  <a:pt x="645133" y="40986"/>
                  <a:pt x="641626" y="39509"/>
                  <a:pt x="636747" y="39509"/>
                </a:cubicBezTo>
                <a:cubicBezTo>
                  <a:pt x="632630" y="39509"/>
                  <a:pt x="629105" y="41434"/>
                  <a:pt x="626169" y="45284"/>
                </a:cubicBezTo>
                <a:cubicBezTo>
                  <a:pt x="623234" y="49134"/>
                  <a:pt x="621767" y="53689"/>
                  <a:pt x="621767" y="58949"/>
                </a:cubicBezTo>
                <a:lnTo>
                  <a:pt x="621767" y="94971"/>
                </a:lnTo>
                <a:lnTo>
                  <a:pt x="610560" y="94971"/>
                </a:lnTo>
                <a:lnTo>
                  <a:pt x="610560" y="57520"/>
                </a:lnTo>
                <a:cubicBezTo>
                  <a:pt x="610560" y="45513"/>
                  <a:pt x="605929" y="39509"/>
                  <a:pt x="596666" y="39509"/>
                </a:cubicBezTo>
                <a:cubicBezTo>
                  <a:pt x="592397" y="39509"/>
                  <a:pt x="588862" y="41339"/>
                  <a:pt x="586060" y="44998"/>
                </a:cubicBezTo>
                <a:cubicBezTo>
                  <a:pt x="583258" y="48657"/>
                  <a:pt x="581857" y="53327"/>
                  <a:pt x="581857" y="59006"/>
                </a:cubicBezTo>
                <a:lnTo>
                  <a:pt x="581857" y="94971"/>
                </a:lnTo>
                <a:lnTo>
                  <a:pt x="570651" y="94971"/>
                </a:lnTo>
                <a:lnTo>
                  <a:pt x="570651" y="31733"/>
                </a:lnTo>
                <a:lnTo>
                  <a:pt x="581857" y="31733"/>
                </a:lnTo>
                <a:lnTo>
                  <a:pt x="581857" y="41739"/>
                </a:lnTo>
                <a:lnTo>
                  <a:pt x="582086" y="41739"/>
                </a:lnTo>
                <a:cubicBezTo>
                  <a:pt x="586584" y="34077"/>
                  <a:pt x="593159" y="30247"/>
                  <a:pt x="601812" y="30247"/>
                </a:cubicBezTo>
                <a:cubicBezTo>
                  <a:pt x="606043" y="30247"/>
                  <a:pt x="609779" y="31409"/>
                  <a:pt x="613019" y="33734"/>
                </a:cubicBezTo>
                <a:cubicBezTo>
                  <a:pt x="616259" y="36059"/>
                  <a:pt x="618508" y="39204"/>
                  <a:pt x="619766" y="43168"/>
                </a:cubicBezTo>
                <a:cubicBezTo>
                  <a:pt x="624454" y="34554"/>
                  <a:pt x="631468" y="30247"/>
                  <a:pt x="640807" y="30247"/>
                </a:cubicBezTo>
                <a:cubicBezTo>
                  <a:pt x="654720" y="30247"/>
                  <a:pt x="661676" y="38823"/>
                  <a:pt x="661676" y="55976"/>
                </a:cubicBezTo>
                <a:lnTo>
                  <a:pt x="661676" y="94971"/>
                </a:lnTo>
                <a:close/>
                <a:moveTo>
                  <a:pt x="716683" y="36136"/>
                </a:moveTo>
                <a:cubicBezTo>
                  <a:pt x="722973" y="32210"/>
                  <a:pt x="730234" y="30247"/>
                  <a:pt x="738468" y="30247"/>
                </a:cubicBezTo>
                <a:cubicBezTo>
                  <a:pt x="753715" y="30247"/>
                  <a:pt x="761338" y="38251"/>
                  <a:pt x="761338" y="54261"/>
                </a:cubicBezTo>
                <a:lnTo>
                  <a:pt x="761338" y="94971"/>
                </a:lnTo>
                <a:lnTo>
                  <a:pt x="750246" y="94971"/>
                </a:lnTo>
                <a:lnTo>
                  <a:pt x="750246" y="85193"/>
                </a:lnTo>
                <a:lnTo>
                  <a:pt x="749960" y="85193"/>
                </a:lnTo>
                <a:cubicBezTo>
                  <a:pt x="745577" y="92703"/>
                  <a:pt x="739116" y="96457"/>
                  <a:pt x="730577" y="96457"/>
                </a:cubicBezTo>
                <a:cubicBezTo>
                  <a:pt x="724440" y="96457"/>
                  <a:pt x="719561" y="94799"/>
                  <a:pt x="715940" y="91483"/>
                </a:cubicBezTo>
                <a:cubicBezTo>
                  <a:pt x="712319" y="88167"/>
                  <a:pt x="710508" y="83688"/>
                  <a:pt x="710508" y="78046"/>
                </a:cubicBezTo>
                <a:cubicBezTo>
                  <a:pt x="710508" y="66230"/>
                  <a:pt x="717503" y="59350"/>
                  <a:pt x="731492" y="57405"/>
                </a:cubicBezTo>
                <a:lnTo>
                  <a:pt x="750246" y="54775"/>
                </a:lnTo>
                <a:cubicBezTo>
                  <a:pt x="750246" y="44445"/>
                  <a:pt x="745977" y="39280"/>
                  <a:pt x="737438" y="39280"/>
                </a:cubicBezTo>
                <a:cubicBezTo>
                  <a:pt x="729853" y="39280"/>
                  <a:pt x="722935" y="41834"/>
                  <a:pt x="716683" y="46942"/>
                </a:cubicBezTo>
                <a:lnTo>
                  <a:pt x="716683" y="36136"/>
                </a:lnTo>
                <a:moveTo>
                  <a:pt x="735437" y="65239"/>
                </a:moveTo>
                <a:cubicBezTo>
                  <a:pt x="730253" y="65925"/>
                  <a:pt x="726680" y="67221"/>
                  <a:pt x="724717" y="69127"/>
                </a:cubicBezTo>
                <a:cubicBezTo>
                  <a:pt x="722754" y="71033"/>
                  <a:pt x="721772" y="73701"/>
                  <a:pt x="721772" y="77131"/>
                </a:cubicBezTo>
                <a:cubicBezTo>
                  <a:pt x="721772" y="80143"/>
                  <a:pt x="722839" y="82601"/>
                  <a:pt x="724974" y="84507"/>
                </a:cubicBezTo>
                <a:cubicBezTo>
                  <a:pt x="727108" y="86413"/>
                  <a:pt x="729929" y="87366"/>
                  <a:pt x="733436" y="87366"/>
                </a:cubicBezTo>
                <a:cubicBezTo>
                  <a:pt x="738315" y="87366"/>
                  <a:pt x="742337" y="85651"/>
                  <a:pt x="745500" y="82220"/>
                </a:cubicBezTo>
                <a:cubicBezTo>
                  <a:pt x="748664" y="78790"/>
                  <a:pt x="750246" y="74482"/>
                  <a:pt x="750246" y="69298"/>
                </a:cubicBezTo>
                <a:lnTo>
                  <a:pt x="750246" y="63238"/>
                </a:lnTo>
                <a:lnTo>
                  <a:pt x="735437" y="65239"/>
                </a:lnTo>
                <a:close/>
                <a:moveTo>
                  <a:pt x="868847" y="89653"/>
                </a:moveTo>
                <a:cubicBezTo>
                  <a:pt x="868847" y="113058"/>
                  <a:pt x="857488" y="124760"/>
                  <a:pt x="834770" y="124760"/>
                </a:cubicBezTo>
                <a:cubicBezTo>
                  <a:pt x="826917" y="124760"/>
                  <a:pt x="820094" y="123292"/>
                  <a:pt x="814300" y="120357"/>
                </a:cubicBezTo>
                <a:lnTo>
                  <a:pt x="814300" y="109551"/>
                </a:lnTo>
                <a:cubicBezTo>
                  <a:pt x="821352" y="113477"/>
                  <a:pt x="828118" y="115440"/>
                  <a:pt x="834598" y="115440"/>
                </a:cubicBezTo>
                <a:cubicBezTo>
                  <a:pt x="849960" y="115440"/>
                  <a:pt x="857640" y="107359"/>
                  <a:pt x="857640" y="91197"/>
                </a:cubicBezTo>
                <a:lnTo>
                  <a:pt x="857640" y="84507"/>
                </a:lnTo>
                <a:lnTo>
                  <a:pt x="857412" y="84507"/>
                </a:lnTo>
                <a:cubicBezTo>
                  <a:pt x="852609" y="92474"/>
                  <a:pt x="845443" y="96457"/>
                  <a:pt x="835913" y="96457"/>
                </a:cubicBezTo>
                <a:cubicBezTo>
                  <a:pt x="827985" y="96457"/>
                  <a:pt x="821638" y="93617"/>
                  <a:pt x="816873" y="87938"/>
                </a:cubicBezTo>
                <a:cubicBezTo>
                  <a:pt x="812109" y="82258"/>
                  <a:pt x="809726" y="74730"/>
                  <a:pt x="809726" y="65353"/>
                </a:cubicBezTo>
                <a:cubicBezTo>
                  <a:pt x="809726" y="54566"/>
                  <a:pt x="812356" y="46018"/>
                  <a:pt x="817617" y="39709"/>
                </a:cubicBezTo>
                <a:cubicBezTo>
                  <a:pt x="822877" y="33401"/>
                  <a:pt x="829890" y="30247"/>
                  <a:pt x="838658" y="30247"/>
                </a:cubicBezTo>
                <a:cubicBezTo>
                  <a:pt x="847082" y="30247"/>
                  <a:pt x="853333" y="33601"/>
                  <a:pt x="857412" y="40310"/>
                </a:cubicBezTo>
                <a:lnTo>
                  <a:pt x="857640" y="40310"/>
                </a:lnTo>
                <a:lnTo>
                  <a:pt x="857640" y="31733"/>
                </a:lnTo>
                <a:lnTo>
                  <a:pt x="868847" y="31733"/>
                </a:lnTo>
                <a:lnTo>
                  <a:pt x="868847" y="89653"/>
                </a:lnTo>
                <a:moveTo>
                  <a:pt x="857640" y="57348"/>
                </a:moveTo>
                <a:cubicBezTo>
                  <a:pt x="857678" y="52469"/>
                  <a:pt x="856039" y="48276"/>
                  <a:pt x="852723" y="44769"/>
                </a:cubicBezTo>
                <a:cubicBezTo>
                  <a:pt x="849407" y="41263"/>
                  <a:pt x="845328" y="39509"/>
                  <a:pt x="840487" y="39509"/>
                </a:cubicBezTo>
                <a:cubicBezTo>
                  <a:pt x="834388" y="39509"/>
                  <a:pt x="829643" y="41749"/>
                  <a:pt x="826250" y="46227"/>
                </a:cubicBezTo>
                <a:cubicBezTo>
                  <a:pt x="822858" y="50706"/>
                  <a:pt x="821161" y="56853"/>
                  <a:pt x="821161" y="64667"/>
                </a:cubicBezTo>
                <a:cubicBezTo>
                  <a:pt x="821161" y="71376"/>
                  <a:pt x="822801" y="76807"/>
                  <a:pt x="826079" y="80962"/>
                </a:cubicBezTo>
                <a:cubicBezTo>
                  <a:pt x="829357" y="85117"/>
                  <a:pt x="833702" y="87195"/>
                  <a:pt x="839115" y="87195"/>
                </a:cubicBezTo>
                <a:cubicBezTo>
                  <a:pt x="844566" y="87195"/>
                  <a:pt x="849026" y="85212"/>
                  <a:pt x="852494" y="81248"/>
                </a:cubicBezTo>
                <a:cubicBezTo>
                  <a:pt x="855963" y="77284"/>
                  <a:pt x="857678" y="72252"/>
                  <a:pt x="857640" y="66154"/>
                </a:cubicBezTo>
                <a:lnTo>
                  <a:pt x="857640" y="57348"/>
                </a:lnTo>
                <a:close/>
                <a:moveTo>
                  <a:pt x="887610" y="9434"/>
                </a:moveTo>
                <a:cubicBezTo>
                  <a:pt x="887610" y="7452"/>
                  <a:pt x="888286" y="5784"/>
                  <a:pt x="889639" y="4431"/>
                </a:cubicBezTo>
                <a:cubicBezTo>
                  <a:pt x="890993" y="3078"/>
                  <a:pt x="892660" y="2401"/>
                  <a:pt x="894642" y="2401"/>
                </a:cubicBezTo>
                <a:cubicBezTo>
                  <a:pt x="896663" y="2401"/>
                  <a:pt x="898368" y="3068"/>
                  <a:pt x="899760" y="4403"/>
                </a:cubicBezTo>
                <a:cubicBezTo>
                  <a:pt x="901151" y="5737"/>
                  <a:pt x="901847" y="7414"/>
                  <a:pt x="901847" y="9434"/>
                </a:cubicBezTo>
                <a:cubicBezTo>
                  <a:pt x="901847" y="11416"/>
                  <a:pt x="901151" y="13065"/>
                  <a:pt x="899760" y="14380"/>
                </a:cubicBezTo>
                <a:cubicBezTo>
                  <a:pt x="898368" y="15695"/>
                  <a:pt x="896663" y="16353"/>
                  <a:pt x="894642" y="16353"/>
                </a:cubicBezTo>
                <a:cubicBezTo>
                  <a:pt x="892622" y="16353"/>
                  <a:pt x="890945" y="15695"/>
                  <a:pt x="889611" y="14380"/>
                </a:cubicBezTo>
                <a:cubicBezTo>
                  <a:pt x="888277" y="13065"/>
                  <a:pt x="887610" y="11416"/>
                  <a:pt x="887610" y="9434"/>
                </a:cubicBezTo>
                <a:moveTo>
                  <a:pt x="888925" y="94971"/>
                </a:moveTo>
                <a:lnTo>
                  <a:pt x="888925" y="31733"/>
                </a:lnTo>
                <a:lnTo>
                  <a:pt x="900131" y="31733"/>
                </a:lnTo>
                <a:lnTo>
                  <a:pt x="900131" y="94971"/>
                </a:lnTo>
                <a:lnTo>
                  <a:pt x="888925" y="94971"/>
                </a:lnTo>
                <a:close/>
                <a:moveTo>
                  <a:pt x="971039" y="31733"/>
                </a:moveTo>
                <a:lnTo>
                  <a:pt x="945996" y="94971"/>
                </a:lnTo>
                <a:lnTo>
                  <a:pt x="934675" y="94971"/>
                </a:lnTo>
                <a:lnTo>
                  <a:pt x="910889" y="31733"/>
                </a:lnTo>
                <a:lnTo>
                  <a:pt x="923125" y="31733"/>
                </a:lnTo>
                <a:lnTo>
                  <a:pt x="938563" y="76903"/>
                </a:lnTo>
                <a:cubicBezTo>
                  <a:pt x="939821" y="80524"/>
                  <a:pt x="940564" y="83554"/>
                  <a:pt x="940793" y="85994"/>
                </a:cubicBezTo>
                <a:lnTo>
                  <a:pt x="941079" y="85994"/>
                </a:lnTo>
                <a:cubicBezTo>
                  <a:pt x="941460" y="82792"/>
                  <a:pt x="942127" y="79838"/>
                  <a:pt x="943080" y="77131"/>
                </a:cubicBezTo>
                <a:lnTo>
                  <a:pt x="959261" y="31733"/>
                </a:lnTo>
                <a:lnTo>
                  <a:pt x="971039" y="31733"/>
                </a:lnTo>
                <a:close/>
                <a:moveTo>
                  <a:pt x="1033872" y="66211"/>
                </a:moveTo>
                <a:lnTo>
                  <a:pt x="989617" y="66211"/>
                </a:lnTo>
                <a:cubicBezTo>
                  <a:pt x="989808" y="72958"/>
                  <a:pt x="991657" y="78170"/>
                  <a:pt x="995163" y="81849"/>
                </a:cubicBezTo>
                <a:cubicBezTo>
                  <a:pt x="998670" y="85527"/>
                  <a:pt x="1003568" y="87366"/>
                  <a:pt x="1009858" y="87366"/>
                </a:cubicBezTo>
                <a:cubicBezTo>
                  <a:pt x="1016948" y="87366"/>
                  <a:pt x="1023447" y="85098"/>
                  <a:pt x="1029355" y="80562"/>
                </a:cubicBezTo>
                <a:lnTo>
                  <a:pt x="1029355" y="90568"/>
                </a:lnTo>
                <a:cubicBezTo>
                  <a:pt x="1023790" y="94494"/>
                  <a:pt x="1016414" y="96457"/>
                  <a:pt x="1007228" y="96457"/>
                </a:cubicBezTo>
                <a:cubicBezTo>
                  <a:pt x="998079" y="96457"/>
                  <a:pt x="990942" y="93560"/>
                  <a:pt x="985815" y="87766"/>
                </a:cubicBezTo>
                <a:cubicBezTo>
                  <a:pt x="980688" y="81972"/>
                  <a:pt x="978125" y="73930"/>
                  <a:pt x="978125" y="63638"/>
                </a:cubicBezTo>
                <a:cubicBezTo>
                  <a:pt x="978125" y="53956"/>
                  <a:pt x="980936" y="45970"/>
                  <a:pt x="986558" y="39681"/>
                </a:cubicBezTo>
                <a:cubicBezTo>
                  <a:pt x="992181" y="33391"/>
                  <a:pt x="999166" y="30247"/>
                  <a:pt x="1007514" y="30247"/>
                </a:cubicBezTo>
                <a:cubicBezTo>
                  <a:pt x="1015785" y="30247"/>
                  <a:pt x="1022246" y="32905"/>
                  <a:pt x="1026897" y="38223"/>
                </a:cubicBezTo>
                <a:cubicBezTo>
                  <a:pt x="1031547" y="43540"/>
                  <a:pt x="1033872" y="50983"/>
                  <a:pt x="1033872" y="60550"/>
                </a:cubicBezTo>
                <a:lnTo>
                  <a:pt x="1033872" y="66211"/>
                </a:lnTo>
                <a:moveTo>
                  <a:pt x="1022665" y="57234"/>
                </a:moveTo>
                <a:cubicBezTo>
                  <a:pt x="1022627" y="51516"/>
                  <a:pt x="1021274" y="47095"/>
                  <a:pt x="1018606" y="43969"/>
                </a:cubicBezTo>
                <a:cubicBezTo>
                  <a:pt x="1015938" y="40843"/>
                  <a:pt x="1012183" y="39280"/>
                  <a:pt x="1007342" y="39280"/>
                </a:cubicBezTo>
                <a:cubicBezTo>
                  <a:pt x="1002882" y="39280"/>
                  <a:pt x="999023" y="40939"/>
                  <a:pt x="995764" y="44255"/>
                </a:cubicBezTo>
                <a:cubicBezTo>
                  <a:pt x="992505" y="47571"/>
                  <a:pt x="990456" y="51897"/>
                  <a:pt x="989617" y="57234"/>
                </a:cubicBezTo>
                <a:lnTo>
                  <a:pt x="1022665" y="57234"/>
                </a:lnTo>
                <a:close/>
                <a:moveTo>
                  <a:pt x="1101707" y="94971"/>
                </a:moveTo>
                <a:lnTo>
                  <a:pt x="1090558" y="94971"/>
                </a:lnTo>
                <a:lnTo>
                  <a:pt x="1090558" y="59006"/>
                </a:lnTo>
                <a:cubicBezTo>
                  <a:pt x="1090558" y="46008"/>
                  <a:pt x="1085812" y="39509"/>
                  <a:pt x="1076321" y="39509"/>
                </a:cubicBezTo>
                <a:cubicBezTo>
                  <a:pt x="1071403" y="39509"/>
                  <a:pt x="1067363" y="41339"/>
                  <a:pt x="1064199" y="44998"/>
                </a:cubicBezTo>
                <a:cubicBezTo>
                  <a:pt x="1061035" y="48657"/>
                  <a:pt x="1059453" y="53289"/>
                  <a:pt x="1059453" y="58892"/>
                </a:cubicBezTo>
                <a:lnTo>
                  <a:pt x="1059453" y="94971"/>
                </a:lnTo>
                <a:lnTo>
                  <a:pt x="1048247" y="94971"/>
                </a:lnTo>
                <a:lnTo>
                  <a:pt x="1048247" y="31733"/>
                </a:lnTo>
                <a:lnTo>
                  <a:pt x="1059453" y="31733"/>
                </a:lnTo>
                <a:lnTo>
                  <a:pt x="1059453" y="42196"/>
                </a:lnTo>
                <a:lnTo>
                  <a:pt x="1059682" y="42196"/>
                </a:lnTo>
                <a:cubicBezTo>
                  <a:pt x="1064447" y="34230"/>
                  <a:pt x="1071365" y="30247"/>
                  <a:pt x="1080437" y="30247"/>
                </a:cubicBezTo>
                <a:cubicBezTo>
                  <a:pt x="1087375" y="30247"/>
                  <a:pt x="1092654" y="32467"/>
                  <a:pt x="1096275" y="36908"/>
                </a:cubicBezTo>
                <a:cubicBezTo>
                  <a:pt x="1099897" y="41348"/>
                  <a:pt x="1101707" y="47819"/>
                  <a:pt x="1101707" y="56319"/>
                </a:cubicBezTo>
                <a:lnTo>
                  <a:pt x="1101707" y="94971"/>
                </a:lnTo>
                <a:close/>
                <a:moveTo>
                  <a:pt x="1150840" y="81305"/>
                </a:moveTo>
                <a:cubicBezTo>
                  <a:pt x="1156481" y="85384"/>
                  <a:pt x="1162561" y="87423"/>
                  <a:pt x="1169079" y="87423"/>
                </a:cubicBezTo>
                <a:cubicBezTo>
                  <a:pt x="1177808" y="87423"/>
                  <a:pt x="1182172" y="84564"/>
                  <a:pt x="1182172" y="78847"/>
                </a:cubicBezTo>
                <a:cubicBezTo>
                  <a:pt x="1182172" y="76407"/>
                  <a:pt x="1181219" y="74397"/>
                  <a:pt x="1179314" y="72815"/>
                </a:cubicBezTo>
                <a:cubicBezTo>
                  <a:pt x="1177408" y="71233"/>
                  <a:pt x="1173539" y="69355"/>
                  <a:pt x="1167707" y="67183"/>
                </a:cubicBezTo>
                <a:cubicBezTo>
                  <a:pt x="1160693" y="64362"/>
                  <a:pt x="1156138" y="61570"/>
                  <a:pt x="1154041" y="58806"/>
                </a:cubicBezTo>
                <a:cubicBezTo>
                  <a:pt x="1151945" y="56043"/>
                  <a:pt x="1150897" y="52698"/>
                  <a:pt x="1150897" y="48772"/>
                </a:cubicBezTo>
                <a:cubicBezTo>
                  <a:pt x="1150897" y="43168"/>
                  <a:pt x="1153270" y="38680"/>
                  <a:pt x="1158015" y="35307"/>
                </a:cubicBezTo>
                <a:cubicBezTo>
                  <a:pt x="1162761" y="31933"/>
                  <a:pt x="1168602" y="30247"/>
                  <a:pt x="1175540" y="30247"/>
                </a:cubicBezTo>
                <a:cubicBezTo>
                  <a:pt x="1180915" y="30247"/>
                  <a:pt x="1185908" y="31180"/>
                  <a:pt x="1190520" y="33048"/>
                </a:cubicBezTo>
                <a:lnTo>
                  <a:pt x="1190520" y="43855"/>
                </a:lnTo>
                <a:cubicBezTo>
                  <a:pt x="1185794" y="40805"/>
                  <a:pt x="1180438" y="39280"/>
                  <a:pt x="1174454" y="39280"/>
                </a:cubicBezTo>
                <a:cubicBezTo>
                  <a:pt x="1170870" y="39280"/>
                  <a:pt x="1167954" y="40062"/>
                  <a:pt x="1165706" y="41625"/>
                </a:cubicBezTo>
                <a:cubicBezTo>
                  <a:pt x="1163457" y="43188"/>
                  <a:pt x="1162332" y="45246"/>
                  <a:pt x="1162332" y="47800"/>
                </a:cubicBezTo>
                <a:cubicBezTo>
                  <a:pt x="1162332" y="50316"/>
                  <a:pt x="1163142" y="52279"/>
                  <a:pt x="1164762" y="53689"/>
                </a:cubicBezTo>
                <a:cubicBezTo>
                  <a:pt x="1166382" y="55099"/>
                  <a:pt x="1169975" y="56910"/>
                  <a:pt x="1175540" y="59121"/>
                </a:cubicBezTo>
                <a:cubicBezTo>
                  <a:pt x="1182592" y="61751"/>
                  <a:pt x="1187356" y="64476"/>
                  <a:pt x="1189834" y="67297"/>
                </a:cubicBezTo>
                <a:cubicBezTo>
                  <a:pt x="1192312" y="70118"/>
                  <a:pt x="1193551" y="73606"/>
                  <a:pt x="1193551" y="77760"/>
                </a:cubicBezTo>
                <a:cubicBezTo>
                  <a:pt x="1193551" y="83554"/>
                  <a:pt x="1191178" y="88119"/>
                  <a:pt x="1186432" y="91454"/>
                </a:cubicBezTo>
                <a:cubicBezTo>
                  <a:pt x="1181686" y="94790"/>
                  <a:pt x="1175540" y="96457"/>
                  <a:pt x="1167993" y="96457"/>
                </a:cubicBezTo>
                <a:cubicBezTo>
                  <a:pt x="1161436" y="96457"/>
                  <a:pt x="1155719" y="95218"/>
                  <a:pt x="1150840" y="92741"/>
                </a:cubicBezTo>
                <a:lnTo>
                  <a:pt x="1150840" y="81305"/>
                </a:lnTo>
                <a:close/>
                <a:moveTo>
                  <a:pt x="1239629" y="94342"/>
                </a:moveTo>
                <a:cubicBezTo>
                  <a:pt x="1237190" y="95676"/>
                  <a:pt x="1233893" y="96343"/>
                  <a:pt x="1229738" y="96343"/>
                </a:cubicBezTo>
                <a:cubicBezTo>
                  <a:pt x="1218417" y="96343"/>
                  <a:pt x="1212756" y="90072"/>
                  <a:pt x="1212756" y="77532"/>
                </a:cubicBezTo>
                <a:lnTo>
                  <a:pt x="1212756" y="40996"/>
                </a:lnTo>
                <a:lnTo>
                  <a:pt x="1201893" y="40996"/>
                </a:lnTo>
                <a:lnTo>
                  <a:pt x="1201893" y="31733"/>
                </a:lnTo>
                <a:lnTo>
                  <a:pt x="1212756" y="31733"/>
                </a:lnTo>
                <a:lnTo>
                  <a:pt x="1212756" y="16524"/>
                </a:lnTo>
                <a:lnTo>
                  <a:pt x="1223906" y="12979"/>
                </a:lnTo>
                <a:lnTo>
                  <a:pt x="1223906" y="31733"/>
                </a:lnTo>
                <a:lnTo>
                  <a:pt x="1239629" y="31733"/>
                </a:lnTo>
                <a:lnTo>
                  <a:pt x="1239629" y="40996"/>
                </a:lnTo>
                <a:lnTo>
                  <a:pt x="1223906" y="40996"/>
                </a:lnTo>
                <a:lnTo>
                  <a:pt x="1223906" y="75531"/>
                </a:lnTo>
                <a:cubicBezTo>
                  <a:pt x="1223906" y="79685"/>
                  <a:pt x="1224611" y="82659"/>
                  <a:pt x="1226021" y="84450"/>
                </a:cubicBezTo>
                <a:cubicBezTo>
                  <a:pt x="1227432" y="86242"/>
                  <a:pt x="1229776" y="87137"/>
                  <a:pt x="1233054" y="87137"/>
                </a:cubicBezTo>
                <a:cubicBezTo>
                  <a:pt x="1235570" y="87137"/>
                  <a:pt x="1237762" y="86432"/>
                  <a:pt x="1239629" y="85022"/>
                </a:cubicBezTo>
                <a:lnTo>
                  <a:pt x="1239629" y="94342"/>
                </a:lnTo>
                <a:close/>
                <a:moveTo>
                  <a:pt x="1287051" y="42825"/>
                </a:moveTo>
                <a:cubicBezTo>
                  <a:pt x="1285183" y="41491"/>
                  <a:pt x="1282610" y="40824"/>
                  <a:pt x="1279332" y="40824"/>
                </a:cubicBezTo>
                <a:cubicBezTo>
                  <a:pt x="1274987" y="40824"/>
                  <a:pt x="1271404" y="42854"/>
                  <a:pt x="1268583" y="46914"/>
                </a:cubicBezTo>
                <a:cubicBezTo>
                  <a:pt x="1265762" y="50973"/>
                  <a:pt x="1264352" y="56319"/>
                  <a:pt x="1264352" y="62952"/>
                </a:cubicBezTo>
                <a:lnTo>
                  <a:pt x="1264352" y="94971"/>
                </a:lnTo>
                <a:lnTo>
                  <a:pt x="1253145" y="94971"/>
                </a:lnTo>
                <a:lnTo>
                  <a:pt x="1253145" y="31733"/>
                </a:lnTo>
                <a:lnTo>
                  <a:pt x="1264352" y="31733"/>
                </a:lnTo>
                <a:lnTo>
                  <a:pt x="1264352" y="44598"/>
                </a:lnTo>
                <a:lnTo>
                  <a:pt x="1264580" y="44598"/>
                </a:lnTo>
                <a:cubicBezTo>
                  <a:pt x="1267782" y="35297"/>
                  <a:pt x="1273309" y="30647"/>
                  <a:pt x="1281162" y="30647"/>
                </a:cubicBezTo>
                <a:cubicBezTo>
                  <a:pt x="1283716" y="30647"/>
                  <a:pt x="1285679" y="30933"/>
                  <a:pt x="1287051" y="31504"/>
                </a:cubicBezTo>
                <a:lnTo>
                  <a:pt x="1287051" y="42825"/>
                </a:lnTo>
                <a:close/>
                <a:moveTo>
                  <a:pt x="1295650" y="9434"/>
                </a:moveTo>
                <a:cubicBezTo>
                  <a:pt x="1295650" y="7452"/>
                  <a:pt x="1296326" y="5784"/>
                  <a:pt x="1297679" y="4431"/>
                </a:cubicBezTo>
                <a:cubicBezTo>
                  <a:pt x="1299032" y="3078"/>
                  <a:pt x="1300700" y="2401"/>
                  <a:pt x="1302682" y="2401"/>
                </a:cubicBezTo>
                <a:cubicBezTo>
                  <a:pt x="1304703" y="2401"/>
                  <a:pt x="1306408" y="3068"/>
                  <a:pt x="1307800" y="4403"/>
                </a:cubicBezTo>
                <a:cubicBezTo>
                  <a:pt x="1309191" y="5737"/>
                  <a:pt x="1309887" y="7414"/>
                  <a:pt x="1309887" y="9434"/>
                </a:cubicBezTo>
                <a:cubicBezTo>
                  <a:pt x="1309887" y="11416"/>
                  <a:pt x="1309191" y="13065"/>
                  <a:pt x="1307800" y="14380"/>
                </a:cubicBezTo>
                <a:cubicBezTo>
                  <a:pt x="1306408" y="15695"/>
                  <a:pt x="1304703" y="16353"/>
                  <a:pt x="1302682" y="16353"/>
                </a:cubicBezTo>
                <a:cubicBezTo>
                  <a:pt x="1300662" y="16353"/>
                  <a:pt x="1298985" y="15695"/>
                  <a:pt x="1297651" y="14380"/>
                </a:cubicBezTo>
                <a:cubicBezTo>
                  <a:pt x="1296317" y="13065"/>
                  <a:pt x="1295650" y="11416"/>
                  <a:pt x="1295650" y="9434"/>
                </a:cubicBezTo>
                <a:moveTo>
                  <a:pt x="1296965" y="94971"/>
                </a:moveTo>
                <a:lnTo>
                  <a:pt x="1296965" y="31733"/>
                </a:lnTo>
                <a:lnTo>
                  <a:pt x="1308171" y="31733"/>
                </a:lnTo>
                <a:lnTo>
                  <a:pt x="1308171" y="94971"/>
                </a:lnTo>
                <a:lnTo>
                  <a:pt x="1296965" y="94971"/>
                </a:lnTo>
                <a:close/>
                <a:moveTo>
                  <a:pt x="1381595" y="94971"/>
                </a:moveTo>
                <a:lnTo>
                  <a:pt x="1370445" y="94971"/>
                </a:lnTo>
                <a:lnTo>
                  <a:pt x="1370445" y="59006"/>
                </a:lnTo>
                <a:cubicBezTo>
                  <a:pt x="1370445" y="46008"/>
                  <a:pt x="1365700" y="39509"/>
                  <a:pt x="1356208" y="39509"/>
                </a:cubicBezTo>
                <a:cubicBezTo>
                  <a:pt x="1351291" y="39509"/>
                  <a:pt x="1347251" y="41339"/>
                  <a:pt x="1344087" y="44998"/>
                </a:cubicBezTo>
                <a:cubicBezTo>
                  <a:pt x="1340923" y="48657"/>
                  <a:pt x="1339341" y="53289"/>
                  <a:pt x="1339341" y="58892"/>
                </a:cubicBezTo>
                <a:lnTo>
                  <a:pt x="1339341" y="94971"/>
                </a:lnTo>
                <a:lnTo>
                  <a:pt x="1328135" y="94971"/>
                </a:lnTo>
                <a:lnTo>
                  <a:pt x="1328135" y="31733"/>
                </a:lnTo>
                <a:lnTo>
                  <a:pt x="1339341" y="31733"/>
                </a:lnTo>
                <a:lnTo>
                  <a:pt x="1339341" y="42196"/>
                </a:lnTo>
                <a:lnTo>
                  <a:pt x="1339570" y="42196"/>
                </a:lnTo>
                <a:cubicBezTo>
                  <a:pt x="1344335" y="34230"/>
                  <a:pt x="1351253" y="30247"/>
                  <a:pt x="1360325" y="30247"/>
                </a:cubicBezTo>
                <a:cubicBezTo>
                  <a:pt x="1367262" y="30247"/>
                  <a:pt x="1372542" y="32467"/>
                  <a:pt x="1376163" y="36908"/>
                </a:cubicBezTo>
                <a:cubicBezTo>
                  <a:pt x="1379784" y="41348"/>
                  <a:pt x="1381595" y="47819"/>
                  <a:pt x="1381595" y="56319"/>
                </a:cubicBezTo>
                <a:lnTo>
                  <a:pt x="1381595" y="94971"/>
                </a:lnTo>
                <a:close/>
                <a:moveTo>
                  <a:pt x="1454419" y="89653"/>
                </a:moveTo>
                <a:cubicBezTo>
                  <a:pt x="1454419" y="113058"/>
                  <a:pt x="1443060" y="124760"/>
                  <a:pt x="1420342" y="124760"/>
                </a:cubicBezTo>
                <a:cubicBezTo>
                  <a:pt x="1412489" y="124760"/>
                  <a:pt x="1405666" y="123292"/>
                  <a:pt x="1399872" y="120357"/>
                </a:cubicBezTo>
                <a:lnTo>
                  <a:pt x="1399872" y="109551"/>
                </a:lnTo>
                <a:cubicBezTo>
                  <a:pt x="1406924" y="113477"/>
                  <a:pt x="1413690" y="115440"/>
                  <a:pt x="1420170" y="115440"/>
                </a:cubicBezTo>
                <a:cubicBezTo>
                  <a:pt x="1435532" y="115440"/>
                  <a:pt x="1443212" y="107359"/>
                  <a:pt x="1443212" y="91197"/>
                </a:cubicBezTo>
                <a:lnTo>
                  <a:pt x="1443212" y="84507"/>
                </a:lnTo>
                <a:lnTo>
                  <a:pt x="1442984" y="84507"/>
                </a:lnTo>
                <a:cubicBezTo>
                  <a:pt x="1438181" y="92474"/>
                  <a:pt x="1431015" y="96457"/>
                  <a:pt x="1421485" y="96457"/>
                </a:cubicBezTo>
                <a:cubicBezTo>
                  <a:pt x="1413557" y="96457"/>
                  <a:pt x="1407210" y="93617"/>
                  <a:pt x="1402445" y="87938"/>
                </a:cubicBezTo>
                <a:cubicBezTo>
                  <a:pt x="1397681" y="82258"/>
                  <a:pt x="1395298" y="74730"/>
                  <a:pt x="1395298" y="65353"/>
                </a:cubicBezTo>
                <a:cubicBezTo>
                  <a:pt x="1395298" y="54566"/>
                  <a:pt x="1397928" y="46018"/>
                  <a:pt x="1403189" y="39709"/>
                </a:cubicBezTo>
                <a:cubicBezTo>
                  <a:pt x="1408449" y="33401"/>
                  <a:pt x="1415463" y="30247"/>
                  <a:pt x="1424230" y="30247"/>
                </a:cubicBezTo>
                <a:cubicBezTo>
                  <a:pt x="1432654" y="30247"/>
                  <a:pt x="1438905" y="33601"/>
                  <a:pt x="1442984" y="40310"/>
                </a:cubicBezTo>
                <a:lnTo>
                  <a:pt x="1443212" y="40310"/>
                </a:lnTo>
                <a:lnTo>
                  <a:pt x="1443212" y="31733"/>
                </a:lnTo>
                <a:lnTo>
                  <a:pt x="1454419" y="31733"/>
                </a:lnTo>
                <a:lnTo>
                  <a:pt x="1454419" y="89653"/>
                </a:lnTo>
                <a:moveTo>
                  <a:pt x="1443212" y="57348"/>
                </a:moveTo>
                <a:cubicBezTo>
                  <a:pt x="1443251" y="52469"/>
                  <a:pt x="1441611" y="48276"/>
                  <a:pt x="1438295" y="44769"/>
                </a:cubicBezTo>
                <a:cubicBezTo>
                  <a:pt x="1434979" y="41263"/>
                  <a:pt x="1430900" y="39509"/>
                  <a:pt x="1426059" y="39509"/>
                </a:cubicBezTo>
                <a:cubicBezTo>
                  <a:pt x="1419961" y="39509"/>
                  <a:pt x="1415215" y="41749"/>
                  <a:pt x="1411822" y="46227"/>
                </a:cubicBezTo>
                <a:cubicBezTo>
                  <a:pt x="1408430" y="50706"/>
                  <a:pt x="1406734" y="56853"/>
                  <a:pt x="1406734" y="64667"/>
                </a:cubicBezTo>
                <a:cubicBezTo>
                  <a:pt x="1406734" y="71376"/>
                  <a:pt x="1408373" y="76807"/>
                  <a:pt x="1411651" y="80962"/>
                </a:cubicBezTo>
                <a:cubicBezTo>
                  <a:pt x="1414929" y="85117"/>
                  <a:pt x="1419274" y="87195"/>
                  <a:pt x="1424687" y="87195"/>
                </a:cubicBezTo>
                <a:cubicBezTo>
                  <a:pt x="1430138" y="87195"/>
                  <a:pt x="1434598" y="85212"/>
                  <a:pt x="1438067" y="81248"/>
                </a:cubicBezTo>
                <a:cubicBezTo>
                  <a:pt x="1441535" y="77284"/>
                  <a:pt x="1443251" y="72252"/>
                  <a:pt x="1443212" y="66154"/>
                </a:cubicBezTo>
                <a:lnTo>
                  <a:pt x="1443212" y="57348"/>
                </a:lnTo>
                <a:close/>
                <a:moveTo>
                  <a:pt x="1471352" y="89081"/>
                </a:moveTo>
                <a:cubicBezTo>
                  <a:pt x="1471352" y="87023"/>
                  <a:pt x="1472058" y="85289"/>
                  <a:pt x="1473468" y="83878"/>
                </a:cubicBezTo>
                <a:cubicBezTo>
                  <a:pt x="1474878" y="82468"/>
                  <a:pt x="1476632" y="81763"/>
                  <a:pt x="1478728" y="81763"/>
                </a:cubicBezTo>
                <a:cubicBezTo>
                  <a:pt x="1480863" y="81763"/>
                  <a:pt x="1482635" y="82478"/>
                  <a:pt x="1484046" y="83907"/>
                </a:cubicBezTo>
                <a:cubicBezTo>
                  <a:pt x="1485456" y="85336"/>
                  <a:pt x="1486161" y="87061"/>
                  <a:pt x="1486161" y="89081"/>
                </a:cubicBezTo>
                <a:cubicBezTo>
                  <a:pt x="1486161" y="91064"/>
                  <a:pt x="1485456" y="92769"/>
                  <a:pt x="1484046" y="94199"/>
                </a:cubicBezTo>
                <a:cubicBezTo>
                  <a:pt x="1482635" y="95628"/>
                  <a:pt x="1480844" y="96343"/>
                  <a:pt x="1478671" y="96343"/>
                </a:cubicBezTo>
                <a:cubicBezTo>
                  <a:pt x="1476574" y="96343"/>
                  <a:pt x="1474831" y="95628"/>
                  <a:pt x="1473439" y="94199"/>
                </a:cubicBezTo>
                <a:cubicBezTo>
                  <a:pt x="1472048" y="92769"/>
                  <a:pt x="1471352" y="91064"/>
                  <a:pt x="1471352" y="89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3E6DC85F-5ADB-450B-840A-D5EA20A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6" y="2927365"/>
            <a:ext cx="63466" cy="88567"/>
          </a:xfrm>
          <a:custGeom xmlns:a="http://schemas.openxmlformats.org/drawingml/2006/main">
            <a:pathLst>
              <a:path w="63466" h="88567">
                <a:moveTo>
                  <a:pt x="63466" y="65582"/>
                </a:moveTo>
                <a:lnTo>
                  <a:pt x="52145" y="65582"/>
                </a:lnTo>
                <a:lnTo>
                  <a:pt x="52145" y="88567"/>
                </a:lnTo>
                <a:lnTo>
                  <a:pt x="41282" y="88567"/>
                </a:lnTo>
                <a:lnTo>
                  <a:pt x="41282" y="65582"/>
                </a:lnTo>
                <a:lnTo>
                  <a:pt x="0" y="65582"/>
                </a:lnTo>
                <a:lnTo>
                  <a:pt x="0" y="58320"/>
                </a:lnTo>
                <a:lnTo>
                  <a:pt x="39166" y="0"/>
                </a:lnTo>
                <a:lnTo>
                  <a:pt x="52145" y="0"/>
                </a:lnTo>
                <a:lnTo>
                  <a:pt x="52145" y="56719"/>
                </a:lnTo>
                <a:lnTo>
                  <a:pt x="63466" y="56719"/>
                </a:lnTo>
                <a:lnTo>
                  <a:pt x="63466" y="65582"/>
                </a:lnTo>
                <a:moveTo>
                  <a:pt x="41282" y="56719"/>
                </a:moveTo>
                <a:lnTo>
                  <a:pt x="41282" y="19612"/>
                </a:lnTo>
                <a:cubicBezTo>
                  <a:pt x="41282" y="16982"/>
                  <a:pt x="41358" y="13951"/>
                  <a:pt x="41510" y="10521"/>
                </a:cubicBezTo>
                <a:lnTo>
                  <a:pt x="41282" y="10521"/>
                </a:lnTo>
                <a:cubicBezTo>
                  <a:pt x="40748" y="11969"/>
                  <a:pt x="39624" y="14237"/>
                  <a:pt x="37908" y="17325"/>
                </a:cubicBezTo>
                <a:lnTo>
                  <a:pt x="11550" y="56719"/>
                </a:lnTo>
                <a:lnTo>
                  <a:pt x="41282" y="56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assertremove_spaces(&quot;abc&quot;)==&quot;abc”">
            <a:extLst xmlns:a="http://schemas.openxmlformats.org/drawingml/2006/main">
              <a:ext uri="{FF2B5EF4-FFF2-40B4-BE49-F238E27FC236}">
                <a16:creationId xmlns:a16="http://schemas.microsoft.com/office/drawing/2014/main" id="{5F42F0F1-FC2D-4F86-BBFD-5FBD2CA2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76" y="2922334"/>
            <a:ext cx="2185983" cy="122701"/>
          </a:xfrm>
          <a:custGeom xmlns:a="http://schemas.openxmlformats.org/drawingml/2006/main">
            <a:pathLst>
              <a:path w="2185983" h="122701">
                <a:moveTo>
                  <a:pt x="6175" y="34763"/>
                </a:moveTo>
                <a:cubicBezTo>
                  <a:pt x="12465" y="30837"/>
                  <a:pt x="19726" y="28874"/>
                  <a:pt x="27959" y="28874"/>
                </a:cubicBezTo>
                <a:cubicBezTo>
                  <a:pt x="43207" y="28874"/>
                  <a:pt x="50830" y="36879"/>
                  <a:pt x="50830" y="52889"/>
                </a:cubicBezTo>
                <a:lnTo>
                  <a:pt x="50830" y="93598"/>
                </a:lnTo>
                <a:lnTo>
                  <a:pt x="39738" y="93598"/>
                </a:lnTo>
                <a:lnTo>
                  <a:pt x="39738" y="83821"/>
                </a:lnTo>
                <a:lnTo>
                  <a:pt x="39452" y="83821"/>
                </a:lnTo>
                <a:cubicBezTo>
                  <a:pt x="35068" y="91330"/>
                  <a:pt x="28607" y="95085"/>
                  <a:pt x="20069" y="95085"/>
                </a:cubicBezTo>
                <a:cubicBezTo>
                  <a:pt x="13932" y="95085"/>
                  <a:pt x="9053" y="93427"/>
                  <a:pt x="5432" y="90111"/>
                </a:cubicBezTo>
                <a:cubicBezTo>
                  <a:pt x="1811" y="86794"/>
                  <a:pt x="0" y="82316"/>
                  <a:pt x="0" y="76674"/>
                </a:cubicBezTo>
                <a:cubicBezTo>
                  <a:pt x="0" y="64858"/>
                  <a:pt x="6995" y="57977"/>
                  <a:pt x="20984" y="56033"/>
                </a:cubicBezTo>
                <a:lnTo>
                  <a:pt x="39738" y="53403"/>
                </a:lnTo>
                <a:cubicBezTo>
                  <a:pt x="39738" y="43073"/>
                  <a:pt x="35469" y="37908"/>
                  <a:pt x="26930" y="37908"/>
                </a:cubicBezTo>
                <a:cubicBezTo>
                  <a:pt x="19345" y="37908"/>
                  <a:pt x="12426" y="40462"/>
                  <a:pt x="6175" y="45570"/>
                </a:cubicBezTo>
                <a:lnTo>
                  <a:pt x="6175" y="34763"/>
                </a:lnTo>
                <a:moveTo>
                  <a:pt x="24929" y="63866"/>
                </a:moveTo>
                <a:cubicBezTo>
                  <a:pt x="19745" y="64553"/>
                  <a:pt x="16172" y="65849"/>
                  <a:pt x="14208" y="67754"/>
                </a:cubicBezTo>
                <a:cubicBezTo>
                  <a:pt x="12245" y="69660"/>
                  <a:pt x="11264" y="72329"/>
                  <a:pt x="11264" y="75759"/>
                </a:cubicBezTo>
                <a:cubicBezTo>
                  <a:pt x="11264" y="78771"/>
                  <a:pt x="12331" y="81229"/>
                  <a:pt x="14466" y="83135"/>
                </a:cubicBezTo>
                <a:cubicBezTo>
                  <a:pt x="16600" y="85041"/>
                  <a:pt x="19421" y="85994"/>
                  <a:pt x="22928" y="85994"/>
                </a:cubicBezTo>
                <a:cubicBezTo>
                  <a:pt x="27807" y="85994"/>
                  <a:pt x="31828" y="84279"/>
                  <a:pt x="34992" y="80848"/>
                </a:cubicBezTo>
                <a:cubicBezTo>
                  <a:pt x="38156" y="77417"/>
                  <a:pt x="39738" y="73110"/>
                  <a:pt x="39738" y="67926"/>
                </a:cubicBezTo>
                <a:lnTo>
                  <a:pt x="39738" y="61865"/>
                </a:lnTo>
                <a:lnTo>
                  <a:pt x="24929" y="63866"/>
                </a:lnTo>
                <a:close/>
                <a:moveTo>
                  <a:pt x="65184" y="79933"/>
                </a:moveTo>
                <a:cubicBezTo>
                  <a:pt x="70826" y="84012"/>
                  <a:pt x="76906" y="86051"/>
                  <a:pt x="83424" y="86051"/>
                </a:cubicBezTo>
                <a:cubicBezTo>
                  <a:pt x="92153" y="86051"/>
                  <a:pt x="96517" y="83192"/>
                  <a:pt x="96517" y="77475"/>
                </a:cubicBezTo>
                <a:cubicBezTo>
                  <a:pt x="96517" y="75035"/>
                  <a:pt x="95564" y="73024"/>
                  <a:pt x="93659" y="71442"/>
                </a:cubicBezTo>
                <a:cubicBezTo>
                  <a:pt x="91753" y="69861"/>
                  <a:pt x="87884" y="67983"/>
                  <a:pt x="82052" y="65810"/>
                </a:cubicBezTo>
                <a:cubicBezTo>
                  <a:pt x="75038" y="62990"/>
                  <a:pt x="70483" y="60198"/>
                  <a:pt x="68386" y="57434"/>
                </a:cubicBezTo>
                <a:cubicBezTo>
                  <a:pt x="66290" y="54671"/>
                  <a:pt x="65242" y="51326"/>
                  <a:pt x="65242" y="47400"/>
                </a:cubicBezTo>
                <a:cubicBezTo>
                  <a:pt x="65242" y="41796"/>
                  <a:pt x="67614" y="37308"/>
                  <a:pt x="72360" y="33934"/>
                </a:cubicBezTo>
                <a:cubicBezTo>
                  <a:pt x="77106" y="30561"/>
                  <a:pt x="82947" y="28874"/>
                  <a:pt x="89885" y="28874"/>
                </a:cubicBezTo>
                <a:cubicBezTo>
                  <a:pt x="95259" y="28874"/>
                  <a:pt x="100253" y="29808"/>
                  <a:pt x="104865" y="31676"/>
                </a:cubicBezTo>
                <a:lnTo>
                  <a:pt x="104865" y="42482"/>
                </a:lnTo>
                <a:cubicBezTo>
                  <a:pt x="100139" y="39433"/>
                  <a:pt x="94783" y="37908"/>
                  <a:pt x="88798" y="37908"/>
                </a:cubicBezTo>
                <a:cubicBezTo>
                  <a:pt x="85215" y="37908"/>
                  <a:pt x="82299" y="38690"/>
                  <a:pt x="80050" y="40252"/>
                </a:cubicBezTo>
                <a:cubicBezTo>
                  <a:pt x="77801" y="41815"/>
                  <a:pt x="76677" y="43874"/>
                  <a:pt x="76677" y="46428"/>
                </a:cubicBezTo>
                <a:cubicBezTo>
                  <a:pt x="76677" y="48943"/>
                  <a:pt x="77487" y="50906"/>
                  <a:pt x="79107" y="52317"/>
                </a:cubicBezTo>
                <a:cubicBezTo>
                  <a:pt x="80727" y="53727"/>
                  <a:pt x="84320" y="55538"/>
                  <a:pt x="89885" y="57749"/>
                </a:cubicBezTo>
                <a:cubicBezTo>
                  <a:pt x="96937" y="60379"/>
                  <a:pt x="101701" y="63104"/>
                  <a:pt x="104179" y="65925"/>
                </a:cubicBezTo>
                <a:cubicBezTo>
                  <a:pt x="106657" y="68746"/>
                  <a:pt x="107896" y="72233"/>
                  <a:pt x="107896" y="76388"/>
                </a:cubicBezTo>
                <a:cubicBezTo>
                  <a:pt x="107896" y="82182"/>
                  <a:pt x="105523" y="86747"/>
                  <a:pt x="100777" y="90082"/>
                </a:cubicBezTo>
                <a:cubicBezTo>
                  <a:pt x="96031" y="93417"/>
                  <a:pt x="89885" y="95085"/>
                  <a:pt x="82338" y="95085"/>
                </a:cubicBezTo>
                <a:cubicBezTo>
                  <a:pt x="75781" y="95085"/>
                  <a:pt x="70064" y="93846"/>
                  <a:pt x="65184" y="91369"/>
                </a:cubicBezTo>
                <a:lnTo>
                  <a:pt x="65184" y="79933"/>
                </a:lnTo>
                <a:close/>
                <a:moveTo>
                  <a:pt x="120092" y="79933"/>
                </a:moveTo>
                <a:cubicBezTo>
                  <a:pt x="125733" y="84012"/>
                  <a:pt x="131813" y="86051"/>
                  <a:pt x="138331" y="86051"/>
                </a:cubicBezTo>
                <a:cubicBezTo>
                  <a:pt x="147060" y="86051"/>
                  <a:pt x="151425" y="83192"/>
                  <a:pt x="151425" y="77475"/>
                </a:cubicBezTo>
                <a:cubicBezTo>
                  <a:pt x="151425" y="75035"/>
                  <a:pt x="150472" y="73024"/>
                  <a:pt x="148566" y="71442"/>
                </a:cubicBezTo>
                <a:cubicBezTo>
                  <a:pt x="146660" y="69861"/>
                  <a:pt x="142791" y="67983"/>
                  <a:pt x="136959" y="65810"/>
                </a:cubicBezTo>
                <a:cubicBezTo>
                  <a:pt x="129945" y="62990"/>
                  <a:pt x="125390" y="60198"/>
                  <a:pt x="123294" y="57434"/>
                </a:cubicBezTo>
                <a:cubicBezTo>
                  <a:pt x="121197" y="54671"/>
                  <a:pt x="120149" y="51326"/>
                  <a:pt x="120149" y="47400"/>
                </a:cubicBezTo>
                <a:cubicBezTo>
                  <a:pt x="120149" y="41796"/>
                  <a:pt x="122522" y="37308"/>
                  <a:pt x="127267" y="33934"/>
                </a:cubicBezTo>
                <a:cubicBezTo>
                  <a:pt x="132013" y="30561"/>
                  <a:pt x="137855" y="28874"/>
                  <a:pt x="144792" y="28874"/>
                </a:cubicBezTo>
                <a:cubicBezTo>
                  <a:pt x="150167" y="28874"/>
                  <a:pt x="155160" y="29808"/>
                  <a:pt x="159772" y="31676"/>
                </a:cubicBezTo>
                <a:lnTo>
                  <a:pt x="159772" y="42482"/>
                </a:lnTo>
                <a:cubicBezTo>
                  <a:pt x="155046" y="39433"/>
                  <a:pt x="149690" y="37908"/>
                  <a:pt x="143706" y="37908"/>
                </a:cubicBezTo>
                <a:cubicBezTo>
                  <a:pt x="140123" y="37908"/>
                  <a:pt x="137207" y="38690"/>
                  <a:pt x="134958" y="40252"/>
                </a:cubicBezTo>
                <a:cubicBezTo>
                  <a:pt x="132709" y="41815"/>
                  <a:pt x="131584" y="43874"/>
                  <a:pt x="131584" y="46428"/>
                </a:cubicBezTo>
                <a:cubicBezTo>
                  <a:pt x="131584" y="48943"/>
                  <a:pt x="132394" y="50906"/>
                  <a:pt x="134014" y="52317"/>
                </a:cubicBezTo>
                <a:cubicBezTo>
                  <a:pt x="135634" y="53727"/>
                  <a:pt x="139227" y="55538"/>
                  <a:pt x="144792" y="57749"/>
                </a:cubicBezTo>
                <a:cubicBezTo>
                  <a:pt x="151844" y="60379"/>
                  <a:pt x="156609" y="63104"/>
                  <a:pt x="159086" y="65925"/>
                </a:cubicBezTo>
                <a:cubicBezTo>
                  <a:pt x="161564" y="68746"/>
                  <a:pt x="162803" y="72233"/>
                  <a:pt x="162803" y="76388"/>
                </a:cubicBezTo>
                <a:cubicBezTo>
                  <a:pt x="162803" y="82182"/>
                  <a:pt x="160430" y="86747"/>
                  <a:pt x="155684" y="90082"/>
                </a:cubicBezTo>
                <a:cubicBezTo>
                  <a:pt x="150939" y="93417"/>
                  <a:pt x="144792" y="95085"/>
                  <a:pt x="137245" y="95085"/>
                </a:cubicBezTo>
                <a:cubicBezTo>
                  <a:pt x="130689" y="95085"/>
                  <a:pt x="124971" y="93846"/>
                  <a:pt x="120092" y="91369"/>
                </a:cubicBezTo>
                <a:lnTo>
                  <a:pt x="120092" y="79933"/>
                </a:lnTo>
                <a:close/>
                <a:moveTo>
                  <a:pt x="230060" y="64838"/>
                </a:moveTo>
                <a:lnTo>
                  <a:pt x="185806" y="64838"/>
                </a:lnTo>
                <a:cubicBezTo>
                  <a:pt x="185996" y="71585"/>
                  <a:pt x="187845" y="76798"/>
                  <a:pt x="191352" y="80476"/>
                </a:cubicBezTo>
                <a:cubicBezTo>
                  <a:pt x="194859" y="84155"/>
                  <a:pt x="199757" y="85994"/>
                  <a:pt x="206046" y="85994"/>
                </a:cubicBezTo>
                <a:cubicBezTo>
                  <a:pt x="213136" y="85994"/>
                  <a:pt x="219635" y="83726"/>
                  <a:pt x="225543" y="79190"/>
                </a:cubicBezTo>
                <a:lnTo>
                  <a:pt x="225543" y="89196"/>
                </a:lnTo>
                <a:cubicBezTo>
                  <a:pt x="219978" y="93122"/>
                  <a:pt x="212602" y="95085"/>
                  <a:pt x="203416" y="95085"/>
                </a:cubicBezTo>
                <a:cubicBezTo>
                  <a:pt x="194268" y="95085"/>
                  <a:pt x="187130" y="92188"/>
                  <a:pt x="182003" y="86394"/>
                </a:cubicBezTo>
                <a:cubicBezTo>
                  <a:pt x="176876" y="80600"/>
                  <a:pt x="174313" y="72557"/>
                  <a:pt x="174313" y="62266"/>
                </a:cubicBezTo>
                <a:cubicBezTo>
                  <a:pt x="174313" y="52584"/>
                  <a:pt x="177124" y="44598"/>
                  <a:pt x="182747" y="38308"/>
                </a:cubicBezTo>
                <a:cubicBezTo>
                  <a:pt x="188369" y="32019"/>
                  <a:pt x="195354" y="28874"/>
                  <a:pt x="203702" y="28874"/>
                </a:cubicBezTo>
                <a:cubicBezTo>
                  <a:pt x="211973" y="28874"/>
                  <a:pt x="218434" y="31533"/>
                  <a:pt x="223085" y="36850"/>
                </a:cubicBezTo>
                <a:cubicBezTo>
                  <a:pt x="227735" y="42168"/>
                  <a:pt x="230060" y="49610"/>
                  <a:pt x="230060" y="59178"/>
                </a:cubicBezTo>
                <a:lnTo>
                  <a:pt x="230060" y="64838"/>
                </a:lnTo>
                <a:moveTo>
                  <a:pt x="218854" y="55862"/>
                </a:moveTo>
                <a:cubicBezTo>
                  <a:pt x="218816" y="50144"/>
                  <a:pt x="217462" y="45722"/>
                  <a:pt x="214794" y="42597"/>
                </a:cubicBezTo>
                <a:cubicBezTo>
                  <a:pt x="212126" y="39471"/>
                  <a:pt x="208371" y="37908"/>
                  <a:pt x="203530" y="37908"/>
                </a:cubicBezTo>
                <a:cubicBezTo>
                  <a:pt x="199071" y="37908"/>
                  <a:pt x="195211" y="39566"/>
                  <a:pt x="191952" y="42883"/>
                </a:cubicBezTo>
                <a:cubicBezTo>
                  <a:pt x="188693" y="46199"/>
                  <a:pt x="186644" y="50525"/>
                  <a:pt x="185806" y="55862"/>
                </a:cubicBezTo>
                <a:lnTo>
                  <a:pt x="218854" y="55862"/>
                </a:lnTo>
                <a:close/>
                <a:moveTo>
                  <a:pt x="278364" y="41453"/>
                </a:moveTo>
                <a:cubicBezTo>
                  <a:pt x="276497" y="40119"/>
                  <a:pt x="273924" y="39452"/>
                  <a:pt x="270645" y="39452"/>
                </a:cubicBezTo>
                <a:cubicBezTo>
                  <a:pt x="266300" y="39452"/>
                  <a:pt x="262717" y="41482"/>
                  <a:pt x="259896" y="45541"/>
                </a:cubicBezTo>
                <a:cubicBezTo>
                  <a:pt x="257075" y="49601"/>
                  <a:pt x="255665" y="54947"/>
                  <a:pt x="255665" y="61579"/>
                </a:cubicBezTo>
                <a:lnTo>
                  <a:pt x="255665" y="93598"/>
                </a:lnTo>
                <a:lnTo>
                  <a:pt x="244458" y="93598"/>
                </a:lnTo>
                <a:lnTo>
                  <a:pt x="244458" y="30361"/>
                </a:lnTo>
                <a:lnTo>
                  <a:pt x="255665" y="30361"/>
                </a:lnTo>
                <a:lnTo>
                  <a:pt x="255665" y="43226"/>
                </a:lnTo>
                <a:lnTo>
                  <a:pt x="255894" y="43226"/>
                </a:lnTo>
                <a:cubicBezTo>
                  <a:pt x="259096" y="33925"/>
                  <a:pt x="264623" y="29275"/>
                  <a:pt x="272475" y="29275"/>
                </a:cubicBezTo>
                <a:cubicBezTo>
                  <a:pt x="275029" y="29275"/>
                  <a:pt x="276992" y="29560"/>
                  <a:pt x="278364" y="30132"/>
                </a:cubicBezTo>
                <a:lnTo>
                  <a:pt x="278364" y="41453"/>
                </a:lnTo>
                <a:close/>
                <a:moveTo>
                  <a:pt x="318720" y="92969"/>
                </a:moveTo>
                <a:cubicBezTo>
                  <a:pt x="316280" y="94304"/>
                  <a:pt x="312983" y="94971"/>
                  <a:pt x="308828" y="94971"/>
                </a:cubicBezTo>
                <a:cubicBezTo>
                  <a:pt x="297507" y="94971"/>
                  <a:pt x="291846" y="88700"/>
                  <a:pt x="291846" y="76159"/>
                </a:cubicBezTo>
                <a:lnTo>
                  <a:pt x="291846" y="39624"/>
                </a:lnTo>
                <a:lnTo>
                  <a:pt x="280983" y="39624"/>
                </a:lnTo>
                <a:lnTo>
                  <a:pt x="280983" y="30361"/>
                </a:lnTo>
                <a:lnTo>
                  <a:pt x="291846" y="30361"/>
                </a:lnTo>
                <a:lnTo>
                  <a:pt x="291846" y="15152"/>
                </a:lnTo>
                <a:lnTo>
                  <a:pt x="302996" y="11607"/>
                </a:lnTo>
                <a:lnTo>
                  <a:pt x="302996" y="30361"/>
                </a:lnTo>
                <a:lnTo>
                  <a:pt x="318720" y="30361"/>
                </a:lnTo>
                <a:lnTo>
                  <a:pt x="318720" y="39624"/>
                </a:lnTo>
                <a:lnTo>
                  <a:pt x="302996" y="39624"/>
                </a:lnTo>
                <a:lnTo>
                  <a:pt x="302996" y="74158"/>
                </a:lnTo>
                <a:cubicBezTo>
                  <a:pt x="302996" y="78313"/>
                  <a:pt x="303701" y="81286"/>
                  <a:pt x="305111" y="83078"/>
                </a:cubicBezTo>
                <a:cubicBezTo>
                  <a:pt x="306522" y="84869"/>
                  <a:pt x="308866" y="85765"/>
                  <a:pt x="312144" y="85765"/>
                </a:cubicBezTo>
                <a:cubicBezTo>
                  <a:pt x="314660" y="85765"/>
                  <a:pt x="316852" y="85060"/>
                  <a:pt x="318720" y="83650"/>
                </a:cubicBezTo>
                <a:lnTo>
                  <a:pt x="318720" y="92969"/>
                </a:lnTo>
                <a:close/>
                <a:moveTo>
                  <a:pt x="400866" y="41453"/>
                </a:moveTo>
                <a:cubicBezTo>
                  <a:pt x="398998" y="40119"/>
                  <a:pt x="396425" y="39452"/>
                  <a:pt x="393147" y="39452"/>
                </a:cubicBezTo>
                <a:cubicBezTo>
                  <a:pt x="388802" y="39452"/>
                  <a:pt x="385219" y="41482"/>
                  <a:pt x="382398" y="45541"/>
                </a:cubicBezTo>
                <a:cubicBezTo>
                  <a:pt x="379577" y="49601"/>
                  <a:pt x="378167" y="54947"/>
                  <a:pt x="378167" y="61579"/>
                </a:cubicBezTo>
                <a:lnTo>
                  <a:pt x="378167" y="93598"/>
                </a:lnTo>
                <a:lnTo>
                  <a:pt x="366960" y="93598"/>
                </a:lnTo>
                <a:lnTo>
                  <a:pt x="366960" y="30361"/>
                </a:lnTo>
                <a:lnTo>
                  <a:pt x="378167" y="30361"/>
                </a:lnTo>
                <a:lnTo>
                  <a:pt x="378167" y="43226"/>
                </a:lnTo>
                <a:lnTo>
                  <a:pt x="378396" y="43226"/>
                </a:lnTo>
                <a:cubicBezTo>
                  <a:pt x="381598" y="33925"/>
                  <a:pt x="387125" y="29275"/>
                  <a:pt x="394977" y="29275"/>
                </a:cubicBezTo>
                <a:cubicBezTo>
                  <a:pt x="397531" y="29275"/>
                  <a:pt x="399494" y="29560"/>
                  <a:pt x="400866" y="30132"/>
                </a:cubicBezTo>
                <a:lnTo>
                  <a:pt x="400866" y="41453"/>
                </a:lnTo>
                <a:close/>
                <a:moveTo>
                  <a:pt x="462388" y="64838"/>
                </a:moveTo>
                <a:lnTo>
                  <a:pt x="418134" y="64838"/>
                </a:lnTo>
                <a:cubicBezTo>
                  <a:pt x="418324" y="71585"/>
                  <a:pt x="420173" y="76798"/>
                  <a:pt x="423680" y="80476"/>
                </a:cubicBezTo>
                <a:cubicBezTo>
                  <a:pt x="427187" y="84155"/>
                  <a:pt x="432085" y="85994"/>
                  <a:pt x="438374" y="85994"/>
                </a:cubicBezTo>
                <a:cubicBezTo>
                  <a:pt x="445464" y="85994"/>
                  <a:pt x="451963" y="83726"/>
                  <a:pt x="457871" y="79190"/>
                </a:cubicBezTo>
                <a:lnTo>
                  <a:pt x="457871" y="89196"/>
                </a:lnTo>
                <a:cubicBezTo>
                  <a:pt x="452306" y="93122"/>
                  <a:pt x="444930" y="95085"/>
                  <a:pt x="435744" y="95085"/>
                </a:cubicBezTo>
                <a:cubicBezTo>
                  <a:pt x="426596" y="95085"/>
                  <a:pt x="419458" y="92188"/>
                  <a:pt x="414331" y="86394"/>
                </a:cubicBezTo>
                <a:cubicBezTo>
                  <a:pt x="409204" y="80600"/>
                  <a:pt x="406641" y="72557"/>
                  <a:pt x="406641" y="62266"/>
                </a:cubicBezTo>
                <a:cubicBezTo>
                  <a:pt x="406641" y="52584"/>
                  <a:pt x="409452" y="44598"/>
                  <a:pt x="415075" y="38308"/>
                </a:cubicBezTo>
                <a:cubicBezTo>
                  <a:pt x="420697" y="32019"/>
                  <a:pt x="427682" y="28874"/>
                  <a:pt x="436030" y="28874"/>
                </a:cubicBezTo>
                <a:cubicBezTo>
                  <a:pt x="444301" y="28874"/>
                  <a:pt x="450762" y="31533"/>
                  <a:pt x="455413" y="36850"/>
                </a:cubicBezTo>
                <a:cubicBezTo>
                  <a:pt x="460063" y="42168"/>
                  <a:pt x="462388" y="49610"/>
                  <a:pt x="462388" y="59178"/>
                </a:cubicBezTo>
                <a:lnTo>
                  <a:pt x="462388" y="64838"/>
                </a:lnTo>
                <a:moveTo>
                  <a:pt x="451182" y="55862"/>
                </a:moveTo>
                <a:cubicBezTo>
                  <a:pt x="451144" y="50144"/>
                  <a:pt x="449790" y="45722"/>
                  <a:pt x="447122" y="42597"/>
                </a:cubicBezTo>
                <a:cubicBezTo>
                  <a:pt x="444454" y="39471"/>
                  <a:pt x="440699" y="37908"/>
                  <a:pt x="435858" y="37908"/>
                </a:cubicBezTo>
                <a:cubicBezTo>
                  <a:pt x="431399" y="37908"/>
                  <a:pt x="427539" y="39566"/>
                  <a:pt x="424280" y="42883"/>
                </a:cubicBezTo>
                <a:cubicBezTo>
                  <a:pt x="421021" y="46199"/>
                  <a:pt x="418972" y="50525"/>
                  <a:pt x="418134" y="55862"/>
                </a:cubicBezTo>
                <a:lnTo>
                  <a:pt x="451182" y="55862"/>
                </a:lnTo>
                <a:close/>
                <a:moveTo>
                  <a:pt x="567824" y="93598"/>
                </a:moveTo>
                <a:lnTo>
                  <a:pt x="556617" y="93598"/>
                </a:lnTo>
                <a:lnTo>
                  <a:pt x="556617" y="57291"/>
                </a:lnTo>
                <a:cubicBezTo>
                  <a:pt x="556617" y="50430"/>
                  <a:pt x="555550" y="45522"/>
                  <a:pt x="553415" y="42568"/>
                </a:cubicBezTo>
                <a:cubicBezTo>
                  <a:pt x="551281" y="39614"/>
                  <a:pt x="547774" y="38137"/>
                  <a:pt x="542895" y="38137"/>
                </a:cubicBezTo>
                <a:cubicBezTo>
                  <a:pt x="538778" y="38137"/>
                  <a:pt x="535252" y="40062"/>
                  <a:pt x="532317" y="43912"/>
                </a:cubicBezTo>
                <a:cubicBezTo>
                  <a:pt x="529382" y="47762"/>
                  <a:pt x="527914" y="52317"/>
                  <a:pt x="527914" y="57577"/>
                </a:cubicBezTo>
                <a:lnTo>
                  <a:pt x="527914" y="93598"/>
                </a:lnTo>
                <a:lnTo>
                  <a:pt x="516708" y="93598"/>
                </a:lnTo>
                <a:lnTo>
                  <a:pt x="516708" y="56148"/>
                </a:lnTo>
                <a:cubicBezTo>
                  <a:pt x="516708" y="44140"/>
                  <a:pt x="512076" y="38137"/>
                  <a:pt x="502814" y="38137"/>
                </a:cubicBezTo>
                <a:cubicBezTo>
                  <a:pt x="498545" y="38137"/>
                  <a:pt x="495009" y="39967"/>
                  <a:pt x="492208" y="43626"/>
                </a:cubicBezTo>
                <a:cubicBezTo>
                  <a:pt x="489406" y="47285"/>
                  <a:pt x="488005" y="51955"/>
                  <a:pt x="488005" y="57634"/>
                </a:cubicBezTo>
                <a:lnTo>
                  <a:pt x="488005" y="93598"/>
                </a:lnTo>
                <a:lnTo>
                  <a:pt x="476798" y="93598"/>
                </a:lnTo>
                <a:lnTo>
                  <a:pt x="476798" y="30361"/>
                </a:lnTo>
                <a:lnTo>
                  <a:pt x="488005" y="30361"/>
                </a:lnTo>
                <a:lnTo>
                  <a:pt x="488005" y="40367"/>
                </a:lnTo>
                <a:lnTo>
                  <a:pt x="488234" y="40367"/>
                </a:lnTo>
                <a:cubicBezTo>
                  <a:pt x="492732" y="32705"/>
                  <a:pt x="499307" y="28874"/>
                  <a:pt x="507960" y="28874"/>
                </a:cubicBezTo>
                <a:cubicBezTo>
                  <a:pt x="512191" y="28874"/>
                  <a:pt x="515926" y="30037"/>
                  <a:pt x="519166" y="32362"/>
                </a:cubicBezTo>
                <a:cubicBezTo>
                  <a:pt x="522406" y="34687"/>
                  <a:pt x="524655" y="37832"/>
                  <a:pt x="525913" y="41796"/>
                </a:cubicBezTo>
                <a:cubicBezTo>
                  <a:pt x="530602" y="33182"/>
                  <a:pt x="537615" y="28874"/>
                  <a:pt x="546954" y="28874"/>
                </a:cubicBezTo>
                <a:cubicBezTo>
                  <a:pt x="560867" y="28874"/>
                  <a:pt x="567824" y="37451"/>
                  <a:pt x="567824" y="54604"/>
                </a:cubicBezTo>
                <a:lnTo>
                  <a:pt x="567824" y="93598"/>
                </a:lnTo>
                <a:close/>
                <a:moveTo>
                  <a:pt x="582405" y="62666"/>
                </a:moveTo>
                <a:cubicBezTo>
                  <a:pt x="582405" y="52221"/>
                  <a:pt x="585321" y="43978"/>
                  <a:pt x="591153" y="37937"/>
                </a:cubicBezTo>
                <a:cubicBezTo>
                  <a:pt x="596985" y="31895"/>
                  <a:pt x="604895" y="28874"/>
                  <a:pt x="614882" y="28874"/>
                </a:cubicBezTo>
                <a:cubicBezTo>
                  <a:pt x="624373" y="28874"/>
                  <a:pt x="631816" y="31781"/>
                  <a:pt x="637209" y="37594"/>
                </a:cubicBezTo>
                <a:cubicBezTo>
                  <a:pt x="642603" y="43407"/>
                  <a:pt x="645300" y="51440"/>
                  <a:pt x="645300" y="61694"/>
                </a:cubicBezTo>
                <a:cubicBezTo>
                  <a:pt x="645300" y="71681"/>
                  <a:pt x="642422" y="79743"/>
                  <a:pt x="636666" y="85880"/>
                </a:cubicBezTo>
                <a:cubicBezTo>
                  <a:pt x="630910" y="92017"/>
                  <a:pt x="623191" y="95085"/>
                  <a:pt x="613509" y="95085"/>
                </a:cubicBezTo>
                <a:cubicBezTo>
                  <a:pt x="604056" y="95085"/>
                  <a:pt x="596509" y="92112"/>
                  <a:pt x="590867" y="86165"/>
                </a:cubicBezTo>
                <a:cubicBezTo>
                  <a:pt x="585226" y="80219"/>
                  <a:pt x="582405" y="72386"/>
                  <a:pt x="582405" y="62666"/>
                </a:cubicBezTo>
                <a:moveTo>
                  <a:pt x="593841" y="62323"/>
                </a:moveTo>
                <a:cubicBezTo>
                  <a:pt x="593841" y="69603"/>
                  <a:pt x="595680" y="75340"/>
                  <a:pt x="599358" y="79533"/>
                </a:cubicBezTo>
                <a:cubicBezTo>
                  <a:pt x="603037" y="83726"/>
                  <a:pt x="607982" y="85822"/>
                  <a:pt x="614196" y="85822"/>
                </a:cubicBezTo>
                <a:cubicBezTo>
                  <a:pt x="620599" y="85822"/>
                  <a:pt x="625478" y="83774"/>
                  <a:pt x="628833" y="79676"/>
                </a:cubicBezTo>
                <a:cubicBezTo>
                  <a:pt x="632187" y="75578"/>
                  <a:pt x="633864" y="69699"/>
                  <a:pt x="633864" y="62037"/>
                </a:cubicBezTo>
                <a:cubicBezTo>
                  <a:pt x="633864" y="54337"/>
                  <a:pt x="632187" y="48429"/>
                  <a:pt x="628833" y="44312"/>
                </a:cubicBezTo>
                <a:cubicBezTo>
                  <a:pt x="625478" y="40195"/>
                  <a:pt x="620599" y="38137"/>
                  <a:pt x="614196" y="38137"/>
                </a:cubicBezTo>
                <a:cubicBezTo>
                  <a:pt x="607906" y="38137"/>
                  <a:pt x="602941" y="40291"/>
                  <a:pt x="599301" y="44598"/>
                </a:cubicBezTo>
                <a:cubicBezTo>
                  <a:pt x="595661" y="48905"/>
                  <a:pt x="593841" y="54813"/>
                  <a:pt x="593841" y="62323"/>
                </a:cubicBezTo>
                <a:close/>
                <a:moveTo>
                  <a:pt x="712641" y="30361"/>
                </a:moveTo>
                <a:lnTo>
                  <a:pt x="687597" y="93598"/>
                </a:lnTo>
                <a:lnTo>
                  <a:pt x="676276" y="93598"/>
                </a:lnTo>
                <a:lnTo>
                  <a:pt x="652491" y="30361"/>
                </a:lnTo>
                <a:lnTo>
                  <a:pt x="664727" y="30361"/>
                </a:lnTo>
                <a:lnTo>
                  <a:pt x="680164" y="75531"/>
                </a:lnTo>
                <a:cubicBezTo>
                  <a:pt x="681422" y="79152"/>
                  <a:pt x="682166" y="82182"/>
                  <a:pt x="682394" y="84622"/>
                </a:cubicBezTo>
                <a:lnTo>
                  <a:pt x="682680" y="84622"/>
                </a:lnTo>
                <a:cubicBezTo>
                  <a:pt x="683061" y="81420"/>
                  <a:pt x="683728" y="78466"/>
                  <a:pt x="684681" y="75759"/>
                </a:cubicBezTo>
                <a:lnTo>
                  <a:pt x="700862" y="30361"/>
                </a:lnTo>
                <a:lnTo>
                  <a:pt x="712641" y="30361"/>
                </a:lnTo>
                <a:close/>
                <a:moveTo>
                  <a:pt x="775392" y="64838"/>
                </a:moveTo>
                <a:lnTo>
                  <a:pt x="731137" y="64838"/>
                </a:lnTo>
                <a:cubicBezTo>
                  <a:pt x="731327" y="71585"/>
                  <a:pt x="733176" y="76798"/>
                  <a:pt x="736683" y="80476"/>
                </a:cubicBezTo>
                <a:cubicBezTo>
                  <a:pt x="740190" y="84155"/>
                  <a:pt x="745088" y="85994"/>
                  <a:pt x="751377" y="85994"/>
                </a:cubicBezTo>
                <a:cubicBezTo>
                  <a:pt x="758467" y="85994"/>
                  <a:pt x="764966" y="83726"/>
                  <a:pt x="770875" y="79190"/>
                </a:cubicBezTo>
                <a:lnTo>
                  <a:pt x="770875" y="89196"/>
                </a:lnTo>
                <a:cubicBezTo>
                  <a:pt x="765309" y="93122"/>
                  <a:pt x="757934" y="95085"/>
                  <a:pt x="748747" y="95085"/>
                </a:cubicBezTo>
                <a:cubicBezTo>
                  <a:pt x="739599" y="95085"/>
                  <a:pt x="732461" y="92188"/>
                  <a:pt x="727334" y="86394"/>
                </a:cubicBezTo>
                <a:cubicBezTo>
                  <a:pt x="722208" y="80600"/>
                  <a:pt x="719644" y="72557"/>
                  <a:pt x="719644" y="62266"/>
                </a:cubicBezTo>
                <a:cubicBezTo>
                  <a:pt x="719644" y="52584"/>
                  <a:pt x="722455" y="44598"/>
                  <a:pt x="728078" y="38308"/>
                </a:cubicBezTo>
                <a:cubicBezTo>
                  <a:pt x="733700" y="32019"/>
                  <a:pt x="740685" y="28874"/>
                  <a:pt x="749033" y="28874"/>
                </a:cubicBezTo>
                <a:cubicBezTo>
                  <a:pt x="757305" y="28874"/>
                  <a:pt x="763766" y="31533"/>
                  <a:pt x="768416" y="36850"/>
                </a:cubicBezTo>
                <a:cubicBezTo>
                  <a:pt x="773066" y="42168"/>
                  <a:pt x="775392" y="49610"/>
                  <a:pt x="775392" y="59178"/>
                </a:cubicBezTo>
                <a:lnTo>
                  <a:pt x="775392" y="64838"/>
                </a:lnTo>
                <a:moveTo>
                  <a:pt x="764185" y="55862"/>
                </a:moveTo>
                <a:cubicBezTo>
                  <a:pt x="764147" y="50144"/>
                  <a:pt x="762794" y="45722"/>
                  <a:pt x="760125" y="42597"/>
                </a:cubicBezTo>
                <a:cubicBezTo>
                  <a:pt x="757457" y="39471"/>
                  <a:pt x="753702" y="37908"/>
                  <a:pt x="748861" y="37908"/>
                </a:cubicBezTo>
                <a:cubicBezTo>
                  <a:pt x="744402" y="37908"/>
                  <a:pt x="740542" y="39566"/>
                  <a:pt x="737283" y="42883"/>
                </a:cubicBezTo>
                <a:cubicBezTo>
                  <a:pt x="734024" y="46199"/>
                  <a:pt x="731975" y="50525"/>
                  <a:pt x="731137" y="55862"/>
                </a:cubicBezTo>
                <a:lnTo>
                  <a:pt x="764185" y="55862"/>
                </a:lnTo>
                <a:close/>
                <a:moveTo>
                  <a:pt x="832284" y="111952"/>
                </a:moveTo>
                <a:lnTo>
                  <a:pt x="779796" y="111952"/>
                </a:lnTo>
                <a:lnTo>
                  <a:pt x="779796" y="104576"/>
                </a:lnTo>
                <a:lnTo>
                  <a:pt x="832284" y="104576"/>
                </a:lnTo>
                <a:lnTo>
                  <a:pt x="832284" y="111952"/>
                </a:lnTo>
                <a:close/>
                <a:moveTo>
                  <a:pt x="839302" y="79933"/>
                </a:moveTo>
                <a:cubicBezTo>
                  <a:pt x="844943" y="84012"/>
                  <a:pt x="851023" y="86051"/>
                  <a:pt x="857541" y="86051"/>
                </a:cubicBezTo>
                <a:cubicBezTo>
                  <a:pt x="866270" y="86051"/>
                  <a:pt x="870635" y="83192"/>
                  <a:pt x="870635" y="77475"/>
                </a:cubicBezTo>
                <a:cubicBezTo>
                  <a:pt x="870635" y="75035"/>
                  <a:pt x="869682" y="73024"/>
                  <a:pt x="867776" y="71442"/>
                </a:cubicBezTo>
                <a:cubicBezTo>
                  <a:pt x="865870" y="69861"/>
                  <a:pt x="862001" y="67983"/>
                  <a:pt x="856169" y="65810"/>
                </a:cubicBezTo>
                <a:cubicBezTo>
                  <a:pt x="849155" y="62990"/>
                  <a:pt x="844600" y="60198"/>
                  <a:pt x="842504" y="57434"/>
                </a:cubicBezTo>
                <a:cubicBezTo>
                  <a:pt x="840407" y="54671"/>
                  <a:pt x="839359" y="51326"/>
                  <a:pt x="839359" y="47400"/>
                </a:cubicBezTo>
                <a:cubicBezTo>
                  <a:pt x="839359" y="41796"/>
                  <a:pt x="841732" y="37308"/>
                  <a:pt x="846478" y="33934"/>
                </a:cubicBezTo>
                <a:cubicBezTo>
                  <a:pt x="851223" y="30561"/>
                  <a:pt x="857065" y="28874"/>
                  <a:pt x="864002" y="28874"/>
                </a:cubicBezTo>
                <a:cubicBezTo>
                  <a:pt x="869377" y="28874"/>
                  <a:pt x="874370" y="29808"/>
                  <a:pt x="878983" y="31676"/>
                </a:cubicBezTo>
                <a:lnTo>
                  <a:pt x="878983" y="42482"/>
                </a:lnTo>
                <a:cubicBezTo>
                  <a:pt x="874256" y="39433"/>
                  <a:pt x="868900" y="37908"/>
                  <a:pt x="862916" y="37908"/>
                </a:cubicBezTo>
                <a:cubicBezTo>
                  <a:pt x="859333" y="37908"/>
                  <a:pt x="856417" y="38690"/>
                  <a:pt x="854168" y="40252"/>
                </a:cubicBezTo>
                <a:cubicBezTo>
                  <a:pt x="851919" y="41815"/>
                  <a:pt x="850794" y="43874"/>
                  <a:pt x="850794" y="46428"/>
                </a:cubicBezTo>
                <a:cubicBezTo>
                  <a:pt x="850794" y="48943"/>
                  <a:pt x="851604" y="50906"/>
                  <a:pt x="853224" y="52317"/>
                </a:cubicBezTo>
                <a:cubicBezTo>
                  <a:pt x="854844" y="53727"/>
                  <a:pt x="858437" y="55538"/>
                  <a:pt x="864002" y="57749"/>
                </a:cubicBezTo>
                <a:cubicBezTo>
                  <a:pt x="871054" y="60379"/>
                  <a:pt x="875819" y="63104"/>
                  <a:pt x="878296" y="65925"/>
                </a:cubicBezTo>
                <a:cubicBezTo>
                  <a:pt x="880774" y="68746"/>
                  <a:pt x="882013" y="72233"/>
                  <a:pt x="882013" y="76388"/>
                </a:cubicBezTo>
                <a:cubicBezTo>
                  <a:pt x="882013" y="82182"/>
                  <a:pt x="879640" y="86747"/>
                  <a:pt x="874894" y="90082"/>
                </a:cubicBezTo>
                <a:cubicBezTo>
                  <a:pt x="870149" y="93417"/>
                  <a:pt x="864002" y="95085"/>
                  <a:pt x="856455" y="95085"/>
                </a:cubicBezTo>
                <a:cubicBezTo>
                  <a:pt x="849899" y="95085"/>
                  <a:pt x="844181" y="93846"/>
                  <a:pt x="839302" y="91369"/>
                </a:cubicBezTo>
                <a:lnTo>
                  <a:pt x="839302" y="79933"/>
                </a:lnTo>
                <a:close/>
                <a:moveTo>
                  <a:pt x="908972" y="84679"/>
                </a:moveTo>
                <a:lnTo>
                  <a:pt x="908972" y="122701"/>
                </a:lnTo>
                <a:lnTo>
                  <a:pt x="897766" y="122701"/>
                </a:lnTo>
                <a:lnTo>
                  <a:pt x="897766" y="30361"/>
                </a:lnTo>
                <a:lnTo>
                  <a:pt x="908972" y="30361"/>
                </a:lnTo>
                <a:lnTo>
                  <a:pt x="908972" y="41282"/>
                </a:lnTo>
                <a:lnTo>
                  <a:pt x="909201" y="41282"/>
                </a:lnTo>
                <a:cubicBezTo>
                  <a:pt x="914156" y="33010"/>
                  <a:pt x="921399" y="28874"/>
                  <a:pt x="930928" y="28874"/>
                </a:cubicBezTo>
                <a:cubicBezTo>
                  <a:pt x="939009" y="28874"/>
                  <a:pt x="945346" y="31705"/>
                  <a:pt x="949940" y="37365"/>
                </a:cubicBezTo>
                <a:cubicBezTo>
                  <a:pt x="954533" y="43026"/>
                  <a:pt x="956829" y="50621"/>
                  <a:pt x="956829" y="60150"/>
                </a:cubicBezTo>
                <a:cubicBezTo>
                  <a:pt x="956829" y="70671"/>
                  <a:pt x="954228" y="79123"/>
                  <a:pt x="949025" y="85508"/>
                </a:cubicBezTo>
                <a:cubicBezTo>
                  <a:pt x="943822" y="91893"/>
                  <a:pt x="936818" y="95085"/>
                  <a:pt x="928012" y="95085"/>
                </a:cubicBezTo>
                <a:cubicBezTo>
                  <a:pt x="919893" y="95085"/>
                  <a:pt x="913623" y="91616"/>
                  <a:pt x="909201" y="84679"/>
                </a:cubicBezTo>
                <a:lnTo>
                  <a:pt x="908972" y="84679"/>
                </a:lnTo>
                <a:moveTo>
                  <a:pt x="908915" y="67526"/>
                </a:moveTo>
                <a:cubicBezTo>
                  <a:pt x="908915" y="72672"/>
                  <a:pt x="910573" y="77008"/>
                  <a:pt x="913890" y="80534"/>
                </a:cubicBezTo>
                <a:cubicBezTo>
                  <a:pt x="917206" y="84059"/>
                  <a:pt x="921361" y="85822"/>
                  <a:pt x="926354" y="85822"/>
                </a:cubicBezTo>
                <a:cubicBezTo>
                  <a:pt x="932301" y="85822"/>
                  <a:pt x="936951" y="83535"/>
                  <a:pt x="940305" y="78961"/>
                </a:cubicBezTo>
                <a:cubicBezTo>
                  <a:pt x="943660" y="74387"/>
                  <a:pt x="945337" y="68059"/>
                  <a:pt x="945337" y="59978"/>
                </a:cubicBezTo>
                <a:cubicBezTo>
                  <a:pt x="945337" y="53155"/>
                  <a:pt x="943774" y="47809"/>
                  <a:pt x="940648" y="43940"/>
                </a:cubicBezTo>
                <a:cubicBezTo>
                  <a:pt x="937523" y="40071"/>
                  <a:pt x="933254" y="38137"/>
                  <a:pt x="927841" y="38137"/>
                </a:cubicBezTo>
                <a:cubicBezTo>
                  <a:pt x="922314" y="38137"/>
                  <a:pt x="917778" y="40100"/>
                  <a:pt x="914233" y="44026"/>
                </a:cubicBezTo>
                <a:cubicBezTo>
                  <a:pt x="910688" y="47952"/>
                  <a:pt x="908915" y="52984"/>
                  <a:pt x="908915" y="59121"/>
                </a:cubicBezTo>
                <a:lnTo>
                  <a:pt x="908915" y="67526"/>
                </a:lnTo>
                <a:close/>
                <a:moveTo>
                  <a:pt x="974312" y="34763"/>
                </a:moveTo>
                <a:cubicBezTo>
                  <a:pt x="980602" y="30837"/>
                  <a:pt x="987863" y="28874"/>
                  <a:pt x="996097" y="28874"/>
                </a:cubicBezTo>
                <a:cubicBezTo>
                  <a:pt x="1011344" y="28874"/>
                  <a:pt x="1018967" y="36879"/>
                  <a:pt x="1018967" y="52889"/>
                </a:cubicBezTo>
                <a:lnTo>
                  <a:pt x="1018967" y="93598"/>
                </a:lnTo>
                <a:lnTo>
                  <a:pt x="1007875" y="93598"/>
                </a:lnTo>
                <a:lnTo>
                  <a:pt x="1007875" y="83821"/>
                </a:lnTo>
                <a:lnTo>
                  <a:pt x="1007589" y="83821"/>
                </a:lnTo>
                <a:cubicBezTo>
                  <a:pt x="1003206" y="91330"/>
                  <a:pt x="996745" y="95085"/>
                  <a:pt x="988206" y="95085"/>
                </a:cubicBezTo>
                <a:cubicBezTo>
                  <a:pt x="982069" y="95085"/>
                  <a:pt x="977190" y="93427"/>
                  <a:pt x="973569" y="90111"/>
                </a:cubicBezTo>
                <a:cubicBezTo>
                  <a:pt x="969948" y="86794"/>
                  <a:pt x="968137" y="82316"/>
                  <a:pt x="968137" y="76674"/>
                </a:cubicBezTo>
                <a:cubicBezTo>
                  <a:pt x="968137" y="64858"/>
                  <a:pt x="975132" y="57977"/>
                  <a:pt x="989121" y="56033"/>
                </a:cubicBezTo>
                <a:lnTo>
                  <a:pt x="1007875" y="53403"/>
                </a:lnTo>
                <a:cubicBezTo>
                  <a:pt x="1007875" y="43073"/>
                  <a:pt x="1003606" y="37908"/>
                  <a:pt x="995067" y="37908"/>
                </a:cubicBezTo>
                <a:cubicBezTo>
                  <a:pt x="987482" y="37908"/>
                  <a:pt x="980564" y="40462"/>
                  <a:pt x="974312" y="45570"/>
                </a:cubicBezTo>
                <a:lnTo>
                  <a:pt x="974312" y="34763"/>
                </a:lnTo>
                <a:moveTo>
                  <a:pt x="993066" y="63866"/>
                </a:moveTo>
                <a:cubicBezTo>
                  <a:pt x="987882" y="64553"/>
                  <a:pt x="984309" y="65849"/>
                  <a:pt x="982346" y="67754"/>
                </a:cubicBezTo>
                <a:cubicBezTo>
                  <a:pt x="980383" y="69660"/>
                  <a:pt x="979401" y="72329"/>
                  <a:pt x="979401" y="75759"/>
                </a:cubicBezTo>
                <a:cubicBezTo>
                  <a:pt x="979401" y="78771"/>
                  <a:pt x="980468" y="81229"/>
                  <a:pt x="982603" y="83135"/>
                </a:cubicBezTo>
                <a:cubicBezTo>
                  <a:pt x="984738" y="85041"/>
                  <a:pt x="987558" y="85994"/>
                  <a:pt x="991065" y="85994"/>
                </a:cubicBezTo>
                <a:cubicBezTo>
                  <a:pt x="995944" y="85994"/>
                  <a:pt x="999966" y="84279"/>
                  <a:pt x="1003129" y="80848"/>
                </a:cubicBezTo>
                <a:cubicBezTo>
                  <a:pt x="1006293" y="77417"/>
                  <a:pt x="1007875" y="73110"/>
                  <a:pt x="1007875" y="67926"/>
                </a:cubicBezTo>
                <a:lnTo>
                  <a:pt x="1007875" y="61865"/>
                </a:lnTo>
                <a:lnTo>
                  <a:pt x="993066" y="63866"/>
                </a:lnTo>
                <a:close/>
                <a:moveTo>
                  <a:pt x="1080561" y="90740"/>
                </a:moveTo>
                <a:cubicBezTo>
                  <a:pt x="1075720" y="93637"/>
                  <a:pt x="1069888" y="95085"/>
                  <a:pt x="1063065" y="95085"/>
                </a:cubicBezTo>
                <a:cubicBezTo>
                  <a:pt x="1053917" y="95085"/>
                  <a:pt x="1046560" y="92150"/>
                  <a:pt x="1040995" y="86280"/>
                </a:cubicBezTo>
                <a:cubicBezTo>
                  <a:pt x="1035430" y="80410"/>
                  <a:pt x="1032647" y="72805"/>
                  <a:pt x="1032647" y="63466"/>
                </a:cubicBezTo>
                <a:cubicBezTo>
                  <a:pt x="1032647" y="53098"/>
                  <a:pt x="1035649" y="44741"/>
                  <a:pt x="1041653" y="38394"/>
                </a:cubicBezTo>
                <a:cubicBezTo>
                  <a:pt x="1047656" y="32048"/>
                  <a:pt x="1055690" y="28874"/>
                  <a:pt x="1065753" y="28874"/>
                </a:cubicBezTo>
                <a:cubicBezTo>
                  <a:pt x="1071547" y="28874"/>
                  <a:pt x="1076502" y="29903"/>
                  <a:pt x="1080619" y="31962"/>
                </a:cubicBezTo>
                <a:lnTo>
                  <a:pt x="1080619" y="43054"/>
                </a:lnTo>
                <a:cubicBezTo>
                  <a:pt x="1076159" y="39776"/>
                  <a:pt x="1071203" y="38137"/>
                  <a:pt x="1065753" y="38137"/>
                </a:cubicBezTo>
                <a:cubicBezTo>
                  <a:pt x="1059349" y="38137"/>
                  <a:pt x="1054136" y="40357"/>
                  <a:pt x="1050115" y="44798"/>
                </a:cubicBezTo>
                <a:cubicBezTo>
                  <a:pt x="1046093" y="49239"/>
                  <a:pt x="1044083" y="55157"/>
                  <a:pt x="1044083" y="62551"/>
                </a:cubicBezTo>
                <a:cubicBezTo>
                  <a:pt x="1044083" y="69832"/>
                  <a:pt x="1045979" y="75531"/>
                  <a:pt x="1049772" y="79647"/>
                </a:cubicBezTo>
                <a:cubicBezTo>
                  <a:pt x="1053564" y="83764"/>
                  <a:pt x="1058682" y="85822"/>
                  <a:pt x="1065124" y="85822"/>
                </a:cubicBezTo>
                <a:cubicBezTo>
                  <a:pt x="1070575" y="85822"/>
                  <a:pt x="1075720" y="84031"/>
                  <a:pt x="1080561" y="80448"/>
                </a:cubicBezTo>
                <a:lnTo>
                  <a:pt x="1080561" y="90740"/>
                </a:lnTo>
                <a:close/>
                <a:moveTo>
                  <a:pt x="1146944" y="64838"/>
                </a:moveTo>
                <a:lnTo>
                  <a:pt x="1102689" y="64838"/>
                </a:lnTo>
                <a:cubicBezTo>
                  <a:pt x="1102879" y="71585"/>
                  <a:pt x="1104728" y="76798"/>
                  <a:pt x="1108235" y="80476"/>
                </a:cubicBezTo>
                <a:cubicBezTo>
                  <a:pt x="1111742" y="84155"/>
                  <a:pt x="1116640" y="85994"/>
                  <a:pt x="1122929" y="85994"/>
                </a:cubicBezTo>
                <a:cubicBezTo>
                  <a:pt x="1130019" y="85994"/>
                  <a:pt x="1136518" y="83726"/>
                  <a:pt x="1142427" y="79190"/>
                </a:cubicBezTo>
                <a:lnTo>
                  <a:pt x="1142427" y="89196"/>
                </a:lnTo>
                <a:cubicBezTo>
                  <a:pt x="1136862" y="93122"/>
                  <a:pt x="1129486" y="95085"/>
                  <a:pt x="1120299" y="95085"/>
                </a:cubicBezTo>
                <a:cubicBezTo>
                  <a:pt x="1111151" y="95085"/>
                  <a:pt x="1104013" y="92188"/>
                  <a:pt x="1098887" y="86394"/>
                </a:cubicBezTo>
                <a:cubicBezTo>
                  <a:pt x="1093760" y="80600"/>
                  <a:pt x="1091196" y="72557"/>
                  <a:pt x="1091196" y="62266"/>
                </a:cubicBezTo>
                <a:cubicBezTo>
                  <a:pt x="1091196" y="52584"/>
                  <a:pt x="1094008" y="44598"/>
                  <a:pt x="1099630" y="38308"/>
                </a:cubicBezTo>
                <a:cubicBezTo>
                  <a:pt x="1105252" y="32019"/>
                  <a:pt x="1112237" y="28874"/>
                  <a:pt x="1120585" y="28874"/>
                </a:cubicBezTo>
                <a:cubicBezTo>
                  <a:pt x="1128857" y="28874"/>
                  <a:pt x="1135318" y="31533"/>
                  <a:pt x="1139968" y="36850"/>
                </a:cubicBezTo>
                <a:cubicBezTo>
                  <a:pt x="1144618" y="42168"/>
                  <a:pt x="1146944" y="49610"/>
                  <a:pt x="1146944" y="59178"/>
                </a:cubicBezTo>
                <a:lnTo>
                  <a:pt x="1146944" y="64838"/>
                </a:lnTo>
                <a:moveTo>
                  <a:pt x="1135737" y="55862"/>
                </a:moveTo>
                <a:cubicBezTo>
                  <a:pt x="1135699" y="50144"/>
                  <a:pt x="1134346" y="45722"/>
                  <a:pt x="1131677" y="42597"/>
                </a:cubicBezTo>
                <a:cubicBezTo>
                  <a:pt x="1129009" y="39471"/>
                  <a:pt x="1125255" y="37908"/>
                  <a:pt x="1120414" y="37908"/>
                </a:cubicBezTo>
                <a:cubicBezTo>
                  <a:pt x="1115954" y="37908"/>
                  <a:pt x="1112094" y="39566"/>
                  <a:pt x="1108835" y="42883"/>
                </a:cubicBezTo>
                <a:cubicBezTo>
                  <a:pt x="1105576" y="46199"/>
                  <a:pt x="1103527" y="50525"/>
                  <a:pt x="1102689" y="55862"/>
                </a:cubicBezTo>
                <a:lnTo>
                  <a:pt x="1135737" y="55862"/>
                </a:lnTo>
                <a:close/>
                <a:moveTo>
                  <a:pt x="1157809" y="79933"/>
                </a:moveTo>
                <a:cubicBezTo>
                  <a:pt x="1163450" y="84012"/>
                  <a:pt x="1169530" y="86051"/>
                  <a:pt x="1176048" y="86051"/>
                </a:cubicBezTo>
                <a:cubicBezTo>
                  <a:pt x="1184777" y="86051"/>
                  <a:pt x="1189141" y="83192"/>
                  <a:pt x="1189141" y="77475"/>
                </a:cubicBezTo>
                <a:cubicBezTo>
                  <a:pt x="1189141" y="75035"/>
                  <a:pt x="1188189" y="73024"/>
                  <a:pt x="1186283" y="71442"/>
                </a:cubicBezTo>
                <a:cubicBezTo>
                  <a:pt x="1184377" y="69861"/>
                  <a:pt x="1180508" y="67983"/>
                  <a:pt x="1174676" y="65810"/>
                </a:cubicBezTo>
                <a:cubicBezTo>
                  <a:pt x="1167662" y="62990"/>
                  <a:pt x="1163107" y="60198"/>
                  <a:pt x="1161011" y="57434"/>
                </a:cubicBezTo>
                <a:cubicBezTo>
                  <a:pt x="1158914" y="54671"/>
                  <a:pt x="1157866" y="51326"/>
                  <a:pt x="1157866" y="47400"/>
                </a:cubicBezTo>
                <a:cubicBezTo>
                  <a:pt x="1157866" y="41796"/>
                  <a:pt x="1160239" y="37308"/>
                  <a:pt x="1164984" y="33934"/>
                </a:cubicBezTo>
                <a:cubicBezTo>
                  <a:pt x="1169730" y="30561"/>
                  <a:pt x="1175572" y="28874"/>
                  <a:pt x="1182509" y="28874"/>
                </a:cubicBezTo>
                <a:cubicBezTo>
                  <a:pt x="1187884" y="28874"/>
                  <a:pt x="1192877" y="29808"/>
                  <a:pt x="1197489" y="31676"/>
                </a:cubicBezTo>
                <a:lnTo>
                  <a:pt x="1197489" y="42482"/>
                </a:lnTo>
                <a:cubicBezTo>
                  <a:pt x="1192763" y="39433"/>
                  <a:pt x="1187407" y="37908"/>
                  <a:pt x="1181423" y="37908"/>
                </a:cubicBezTo>
                <a:cubicBezTo>
                  <a:pt x="1177840" y="37908"/>
                  <a:pt x="1174924" y="38690"/>
                  <a:pt x="1172675" y="40252"/>
                </a:cubicBezTo>
                <a:cubicBezTo>
                  <a:pt x="1170426" y="41815"/>
                  <a:pt x="1169301" y="43874"/>
                  <a:pt x="1169301" y="46428"/>
                </a:cubicBezTo>
                <a:cubicBezTo>
                  <a:pt x="1169301" y="48943"/>
                  <a:pt x="1170111" y="50906"/>
                  <a:pt x="1171731" y="52317"/>
                </a:cubicBezTo>
                <a:cubicBezTo>
                  <a:pt x="1173351" y="53727"/>
                  <a:pt x="1176944" y="55538"/>
                  <a:pt x="1182509" y="57749"/>
                </a:cubicBezTo>
                <a:cubicBezTo>
                  <a:pt x="1189561" y="60379"/>
                  <a:pt x="1194326" y="63104"/>
                  <a:pt x="1196803" y="65925"/>
                </a:cubicBezTo>
                <a:cubicBezTo>
                  <a:pt x="1199281" y="68746"/>
                  <a:pt x="1200520" y="72233"/>
                  <a:pt x="1200520" y="76388"/>
                </a:cubicBezTo>
                <a:cubicBezTo>
                  <a:pt x="1200520" y="82182"/>
                  <a:pt x="1198147" y="86747"/>
                  <a:pt x="1193401" y="90082"/>
                </a:cubicBezTo>
                <a:cubicBezTo>
                  <a:pt x="1188655" y="93417"/>
                  <a:pt x="1182509" y="95085"/>
                  <a:pt x="1174962" y="95085"/>
                </a:cubicBezTo>
                <a:cubicBezTo>
                  <a:pt x="1168405" y="95085"/>
                  <a:pt x="1162688" y="93846"/>
                  <a:pt x="1157809" y="91369"/>
                </a:cubicBezTo>
                <a:lnTo>
                  <a:pt x="1157809" y="79933"/>
                </a:lnTo>
                <a:close/>
                <a:moveTo>
                  <a:pt x="1233932" y="113725"/>
                </a:moveTo>
                <a:cubicBezTo>
                  <a:pt x="1221086" y="99087"/>
                  <a:pt x="1214663" y="81115"/>
                  <a:pt x="1214663" y="59807"/>
                </a:cubicBezTo>
                <a:cubicBezTo>
                  <a:pt x="1214663" y="38499"/>
                  <a:pt x="1221086" y="20241"/>
                  <a:pt x="1233932" y="5032"/>
                </a:cubicBezTo>
                <a:lnTo>
                  <a:pt x="1243824" y="5032"/>
                </a:lnTo>
                <a:cubicBezTo>
                  <a:pt x="1230940" y="20850"/>
                  <a:pt x="1224498" y="39071"/>
                  <a:pt x="1224498" y="59693"/>
                </a:cubicBezTo>
                <a:cubicBezTo>
                  <a:pt x="1224498" y="80276"/>
                  <a:pt x="1230902" y="98287"/>
                  <a:pt x="1243709" y="113725"/>
                </a:cubicBezTo>
                <a:lnTo>
                  <a:pt x="1233932" y="113725"/>
                </a:lnTo>
                <a:close/>
                <a:moveTo>
                  <a:pt x="1267835" y="4917"/>
                </a:moveTo>
                <a:lnTo>
                  <a:pt x="1265948" y="32476"/>
                </a:lnTo>
                <a:lnTo>
                  <a:pt x="1258286" y="32476"/>
                </a:lnTo>
                <a:lnTo>
                  <a:pt x="1256457" y="4917"/>
                </a:lnTo>
                <a:lnTo>
                  <a:pt x="1267835" y="4917"/>
                </a:lnTo>
                <a:moveTo>
                  <a:pt x="1283273" y="4917"/>
                </a:moveTo>
                <a:lnTo>
                  <a:pt x="1281443" y="32476"/>
                </a:lnTo>
                <a:lnTo>
                  <a:pt x="1273724" y="32476"/>
                </a:lnTo>
                <a:lnTo>
                  <a:pt x="1271837" y="4917"/>
                </a:lnTo>
                <a:lnTo>
                  <a:pt x="1283273" y="4917"/>
                </a:lnTo>
                <a:close/>
                <a:moveTo>
                  <a:pt x="1307011" y="34763"/>
                </a:moveTo>
                <a:cubicBezTo>
                  <a:pt x="1313301" y="30837"/>
                  <a:pt x="1320562" y="28874"/>
                  <a:pt x="1328796" y="28874"/>
                </a:cubicBezTo>
                <a:cubicBezTo>
                  <a:pt x="1344043" y="28874"/>
                  <a:pt x="1351666" y="36879"/>
                  <a:pt x="1351666" y="52889"/>
                </a:cubicBezTo>
                <a:lnTo>
                  <a:pt x="1351666" y="93598"/>
                </a:lnTo>
                <a:lnTo>
                  <a:pt x="1340574" y="93598"/>
                </a:lnTo>
                <a:lnTo>
                  <a:pt x="1340574" y="83821"/>
                </a:lnTo>
                <a:lnTo>
                  <a:pt x="1340288" y="83821"/>
                </a:lnTo>
                <a:cubicBezTo>
                  <a:pt x="1335905" y="91330"/>
                  <a:pt x="1329444" y="95085"/>
                  <a:pt x="1320905" y="95085"/>
                </a:cubicBezTo>
                <a:cubicBezTo>
                  <a:pt x="1314768" y="95085"/>
                  <a:pt x="1309889" y="93427"/>
                  <a:pt x="1306268" y="90111"/>
                </a:cubicBezTo>
                <a:cubicBezTo>
                  <a:pt x="1302647" y="86794"/>
                  <a:pt x="1300836" y="82316"/>
                  <a:pt x="1300836" y="76674"/>
                </a:cubicBezTo>
                <a:cubicBezTo>
                  <a:pt x="1300836" y="64858"/>
                  <a:pt x="1307831" y="57977"/>
                  <a:pt x="1321820" y="56033"/>
                </a:cubicBezTo>
                <a:lnTo>
                  <a:pt x="1340574" y="53403"/>
                </a:lnTo>
                <a:cubicBezTo>
                  <a:pt x="1340574" y="43073"/>
                  <a:pt x="1336305" y="37908"/>
                  <a:pt x="1327767" y="37908"/>
                </a:cubicBezTo>
                <a:cubicBezTo>
                  <a:pt x="1320181" y="37908"/>
                  <a:pt x="1313263" y="40462"/>
                  <a:pt x="1307011" y="45570"/>
                </a:cubicBezTo>
                <a:lnTo>
                  <a:pt x="1307011" y="34763"/>
                </a:lnTo>
                <a:moveTo>
                  <a:pt x="1325765" y="63866"/>
                </a:moveTo>
                <a:cubicBezTo>
                  <a:pt x="1320581" y="64553"/>
                  <a:pt x="1317008" y="65849"/>
                  <a:pt x="1315045" y="67754"/>
                </a:cubicBezTo>
                <a:cubicBezTo>
                  <a:pt x="1313082" y="69660"/>
                  <a:pt x="1312100" y="72329"/>
                  <a:pt x="1312100" y="75759"/>
                </a:cubicBezTo>
                <a:cubicBezTo>
                  <a:pt x="1312100" y="78771"/>
                  <a:pt x="1313167" y="81229"/>
                  <a:pt x="1315302" y="83135"/>
                </a:cubicBezTo>
                <a:cubicBezTo>
                  <a:pt x="1317437" y="85041"/>
                  <a:pt x="1320257" y="85994"/>
                  <a:pt x="1323764" y="85994"/>
                </a:cubicBezTo>
                <a:cubicBezTo>
                  <a:pt x="1328643" y="85994"/>
                  <a:pt x="1332665" y="84279"/>
                  <a:pt x="1335828" y="80848"/>
                </a:cubicBezTo>
                <a:cubicBezTo>
                  <a:pt x="1338992" y="77417"/>
                  <a:pt x="1340574" y="73110"/>
                  <a:pt x="1340574" y="67926"/>
                </a:cubicBezTo>
                <a:lnTo>
                  <a:pt x="1340574" y="61865"/>
                </a:lnTo>
                <a:lnTo>
                  <a:pt x="1325765" y="63866"/>
                </a:lnTo>
                <a:close/>
                <a:moveTo>
                  <a:pt x="1415586" y="84679"/>
                </a:moveTo>
                <a:lnTo>
                  <a:pt x="1415586" y="93598"/>
                </a:lnTo>
                <a:lnTo>
                  <a:pt x="1404379" y="93598"/>
                </a:lnTo>
                <a:lnTo>
                  <a:pt x="1404379" y="0"/>
                </a:lnTo>
                <a:lnTo>
                  <a:pt x="1415586" y="0"/>
                </a:lnTo>
                <a:lnTo>
                  <a:pt x="1415586" y="41282"/>
                </a:lnTo>
                <a:lnTo>
                  <a:pt x="1415814" y="41282"/>
                </a:lnTo>
                <a:cubicBezTo>
                  <a:pt x="1420770" y="33010"/>
                  <a:pt x="1428012" y="28874"/>
                  <a:pt x="1437542" y="28874"/>
                </a:cubicBezTo>
                <a:cubicBezTo>
                  <a:pt x="1445470" y="28874"/>
                  <a:pt x="1451769" y="31666"/>
                  <a:pt x="1456439" y="37251"/>
                </a:cubicBezTo>
                <a:cubicBezTo>
                  <a:pt x="1461108" y="42835"/>
                  <a:pt x="1463443" y="50468"/>
                  <a:pt x="1463443" y="60150"/>
                </a:cubicBezTo>
                <a:cubicBezTo>
                  <a:pt x="1463443" y="70823"/>
                  <a:pt x="1460822" y="79314"/>
                  <a:pt x="1455581" y="85622"/>
                </a:cubicBezTo>
                <a:cubicBezTo>
                  <a:pt x="1450340" y="91931"/>
                  <a:pt x="1443355" y="95085"/>
                  <a:pt x="1434626" y="95085"/>
                </a:cubicBezTo>
                <a:cubicBezTo>
                  <a:pt x="1426392" y="95085"/>
                  <a:pt x="1420122" y="91616"/>
                  <a:pt x="1415814" y="84679"/>
                </a:cubicBezTo>
                <a:lnTo>
                  <a:pt x="1415586" y="84679"/>
                </a:lnTo>
                <a:moveTo>
                  <a:pt x="1415529" y="67583"/>
                </a:moveTo>
                <a:cubicBezTo>
                  <a:pt x="1415529" y="72691"/>
                  <a:pt x="1417187" y="77008"/>
                  <a:pt x="1420503" y="80534"/>
                </a:cubicBezTo>
                <a:cubicBezTo>
                  <a:pt x="1423819" y="84059"/>
                  <a:pt x="1427974" y="85822"/>
                  <a:pt x="1432967" y="85822"/>
                </a:cubicBezTo>
                <a:cubicBezTo>
                  <a:pt x="1438914" y="85822"/>
                  <a:pt x="1443564" y="83535"/>
                  <a:pt x="1446919" y="78961"/>
                </a:cubicBezTo>
                <a:cubicBezTo>
                  <a:pt x="1450273" y="74387"/>
                  <a:pt x="1451950" y="68059"/>
                  <a:pt x="1451950" y="59978"/>
                </a:cubicBezTo>
                <a:cubicBezTo>
                  <a:pt x="1451950" y="53308"/>
                  <a:pt x="1450387" y="48000"/>
                  <a:pt x="1447262" y="44055"/>
                </a:cubicBezTo>
                <a:cubicBezTo>
                  <a:pt x="1444136" y="40110"/>
                  <a:pt x="1439867" y="38137"/>
                  <a:pt x="1434454" y="38137"/>
                </a:cubicBezTo>
                <a:cubicBezTo>
                  <a:pt x="1428965" y="38137"/>
                  <a:pt x="1424439" y="40100"/>
                  <a:pt x="1420875" y="44026"/>
                </a:cubicBezTo>
                <a:cubicBezTo>
                  <a:pt x="1417311" y="47952"/>
                  <a:pt x="1415529" y="52946"/>
                  <a:pt x="1415529" y="59006"/>
                </a:cubicBezTo>
                <a:lnTo>
                  <a:pt x="1415529" y="67583"/>
                </a:lnTo>
                <a:close/>
                <a:moveTo>
                  <a:pt x="1557923" y="90740"/>
                </a:moveTo>
                <a:cubicBezTo>
                  <a:pt x="1553082" y="93637"/>
                  <a:pt x="1547250" y="95085"/>
                  <a:pt x="1540427" y="95085"/>
                </a:cubicBezTo>
                <a:cubicBezTo>
                  <a:pt x="1531279" y="95085"/>
                  <a:pt x="1523922" y="92150"/>
                  <a:pt x="1518357" y="86280"/>
                </a:cubicBezTo>
                <a:cubicBezTo>
                  <a:pt x="1512792" y="80410"/>
                  <a:pt x="1510009" y="72805"/>
                  <a:pt x="1510009" y="63466"/>
                </a:cubicBezTo>
                <a:cubicBezTo>
                  <a:pt x="1510009" y="53098"/>
                  <a:pt x="1513011" y="44741"/>
                  <a:pt x="1519015" y="38394"/>
                </a:cubicBezTo>
                <a:cubicBezTo>
                  <a:pt x="1525018" y="32048"/>
                  <a:pt x="1533051" y="28874"/>
                  <a:pt x="1543115" y="28874"/>
                </a:cubicBezTo>
                <a:cubicBezTo>
                  <a:pt x="1548908" y="28874"/>
                  <a:pt x="1553864" y="29903"/>
                  <a:pt x="1557981" y="31962"/>
                </a:cubicBezTo>
                <a:lnTo>
                  <a:pt x="1557981" y="43054"/>
                </a:lnTo>
                <a:cubicBezTo>
                  <a:pt x="1553521" y="39776"/>
                  <a:pt x="1548565" y="38137"/>
                  <a:pt x="1543115" y="38137"/>
                </a:cubicBezTo>
                <a:cubicBezTo>
                  <a:pt x="1536711" y="38137"/>
                  <a:pt x="1531498" y="40357"/>
                  <a:pt x="1527477" y="44798"/>
                </a:cubicBezTo>
                <a:cubicBezTo>
                  <a:pt x="1523455" y="49239"/>
                  <a:pt x="1521445" y="55157"/>
                  <a:pt x="1521445" y="62551"/>
                </a:cubicBezTo>
                <a:cubicBezTo>
                  <a:pt x="1521445" y="69832"/>
                  <a:pt x="1523341" y="75531"/>
                  <a:pt x="1527134" y="79647"/>
                </a:cubicBezTo>
                <a:cubicBezTo>
                  <a:pt x="1530926" y="83764"/>
                  <a:pt x="1536044" y="85822"/>
                  <a:pt x="1542486" y="85822"/>
                </a:cubicBezTo>
                <a:cubicBezTo>
                  <a:pt x="1547936" y="85822"/>
                  <a:pt x="1553082" y="84031"/>
                  <a:pt x="1557923" y="80448"/>
                </a:cubicBezTo>
                <a:lnTo>
                  <a:pt x="1557923" y="90740"/>
                </a:lnTo>
                <a:close/>
                <a:moveTo>
                  <a:pt x="1586295" y="4917"/>
                </a:moveTo>
                <a:lnTo>
                  <a:pt x="1584408" y="32476"/>
                </a:lnTo>
                <a:lnTo>
                  <a:pt x="1576746" y="32476"/>
                </a:lnTo>
                <a:lnTo>
                  <a:pt x="1574917" y="4917"/>
                </a:lnTo>
                <a:lnTo>
                  <a:pt x="1586295" y="4917"/>
                </a:lnTo>
                <a:moveTo>
                  <a:pt x="1601733" y="4917"/>
                </a:moveTo>
                <a:lnTo>
                  <a:pt x="1599903" y="32476"/>
                </a:lnTo>
                <a:lnTo>
                  <a:pt x="1592184" y="32476"/>
                </a:lnTo>
                <a:lnTo>
                  <a:pt x="1590297" y="4917"/>
                </a:lnTo>
                <a:lnTo>
                  <a:pt x="1601733" y="4917"/>
                </a:lnTo>
                <a:close/>
                <a:moveTo>
                  <a:pt x="1615408" y="113725"/>
                </a:moveTo>
                <a:cubicBezTo>
                  <a:pt x="1628254" y="98325"/>
                  <a:pt x="1634677" y="80314"/>
                  <a:pt x="1634677" y="59693"/>
                </a:cubicBezTo>
                <a:cubicBezTo>
                  <a:pt x="1634677" y="39033"/>
                  <a:pt x="1628216" y="20812"/>
                  <a:pt x="1615294" y="5032"/>
                </a:cubicBezTo>
                <a:lnTo>
                  <a:pt x="1625242" y="5032"/>
                </a:lnTo>
                <a:cubicBezTo>
                  <a:pt x="1638126" y="20126"/>
                  <a:pt x="1644568" y="38385"/>
                  <a:pt x="1644568" y="59807"/>
                </a:cubicBezTo>
                <a:cubicBezTo>
                  <a:pt x="1644568" y="81229"/>
                  <a:pt x="1638126" y="99202"/>
                  <a:pt x="1625242" y="113725"/>
                </a:cubicBezTo>
                <a:lnTo>
                  <a:pt x="1615408" y="113725"/>
                </a:lnTo>
                <a:close/>
                <a:moveTo>
                  <a:pt x="1759860" y="47914"/>
                </a:moveTo>
                <a:lnTo>
                  <a:pt x="1701597" y="47914"/>
                </a:lnTo>
                <a:lnTo>
                  <a:pt x="1701597" y="39280"/>
                </a:lnTo>
                <a:lnTo>
                  <a:pt x="1759860" y="39280"/>
                </a:lnTo>
                <a:lnTo>
                  <a:pt x="1759860" y="47914"/>
                </a:lnTo>
                <a:moveTo>
                  <a:pt x="1759860" y="74330"/>
                </a:moveTo>
                <a:lnTo>
                  <a:pt x="1701597" y="74330"/>
                </a:lnTo>
                <a:lnTo>
                  <a:pt x="1701597" y="65696"/>
                </a:lnTo>
                <a:lnTo>
                  <a:pt x="1759860" y="65696"/>
                </a:lnTo>
                <a:lnTo>
                  <a:pt x="1759860" y="74330"/>
                </a:lnTo>
                <a:close/>
                <a:moveTo>
                  <a:pt x="1845822" y="47914"/>
                </a:moveTo>
                <a:lnTo>
                  <a:pt x="1787559" y="47914"/>
                </a:lnTo>
                <a:lnTo>
                  <a:pt x="1787559" y="39280"/>
                </a:lnTo>
                <a:lnTo>
                  <a:pt x="1845822" y="39280"/>
                </a:lnTo>
                <a:lnTo>
                  <a:pt x="1845822" y="47914"/>
                </a:lnTo>
                <a:moveTo>
                  <a:pt x="1845822" y="74330"/>
                </a:moveTo>
                <a:lnTo>
                  <a:pt x="1787559" y="74330"/>
                </a:lnTo>
                <a:lnTo>
                  <a:pt x="1787559" y="65696"/>
                </a:lnTo>
                <a:lnTo>
                  <a:pt x="1845822" y="65696"/>
                </a:lnTo>
                <a:lnTo>
                  <a:pt x="1845822" y="74330"/>
                </a:lnTo>
                <a:close/>
                <a:moveTo>
                  <a:pt x="1917401" y="4917"/>
                </a:moveTo>
                <a:lnTo>
                  <a:pt x="1915514" y="32476"/>
                </a:lnTo>
                <a:lnTo>
                  <a:pt x="1907853" y="32476"/>
                </a:lnTo>
                <a:lnTo>
                  <a:pt x="1906023" y="4917"/>
                </a:lnTo>
                <a:lnTo>
                  <a:pt x="1917401" y="4917"/>
                </a:lnTo>
                <a:moveTo>
                  <a:pt x="1932839" y="4917"/>
                </a:moveTo>
                <a:lnTo>
                  <a:pt x="1931009" y="32476"/>
                </a:lnTo>
                <a:lnTo>
                  <a:pt x="1923291" y="32476"/>
                </a:lnTo>
                <a:lnTo>
                  <a:pt x="1921404" y="4917"/>
                </a:lnTo>
                <a:lnTo>
                  <a:pt x="1932839" y="4917"/>
                </a:lnTo>
                <a:close/>
                <a:moveTo>
                  <a:pt x="1956589" y="34763"/>
                </a:moveTo>
                <a:cubicBezTo>
                  <a:pt x="1962879" y="30837"/>
                  <a:pt x="1970140" y="28874"/>
                  <a:pt x="1978374" y="28874"/>
                </a:cubicBezTo>
                <a:cubicBezTo>
                  <a:pt x="1993621" y="28874"/>
                  <a:pt x="2001245" y="36879"/>
                  <a:pt x="2001245" y="52889"/>
                </a:cubicBezTo>
                <a:lnTo>
                  <a:pt x="2001245" y="93598"/>
                </a:lnTo>
                <a:lnTo>
                  <a:pt x="1990152" y="93598"/>
                </a:lnTo>
                <a:lnTo>
                  <a:pt x="1990152" y="83821"/>
                </a:lnTo>
                <a:lnTo>
                  <a:pt x="1989866" y="83821"/>
                </a:lnTo>
                <a:cubicBezTo>
                  <a:pt x="1985483" y="91330"/>
                  <a:pt x="1979022" y="95085"/>
                  <a:pt x="1970483" y="95085"/>
                </a:cubicBezTo>
                <a:cubicBezTo>
                  <a:pt x="1964346" y="95085"/>
                  <a:pt x="1959467" y="93427"/>
                  <a:pt x="1955846" y="90111"/>
                </a:cubicBezTo>
                <a:cubicBezTo>
                  <a:pt x="1952225" y="86794"/>
                  <a:pt x="1950414" y="82316"/>
                  <a:pt x="1950414" y="76674"/>
                </a:cubicBezTo>
                <a:cubicBezTo>
                  <a:pt x="1950414" y="64858"/>
                  <a:pt x="1957409" y="57977"/>
                  <a:pt x="1971398" y="56033"/>
                </a:cubicBezTo>
                <a:lnTo>
                  <a:pt x="1990152" y="53403"/>
                </a:lnTo>
                <a:cubicBezTo>
                  <a:pt x="1990152" y="43073"/>
                  <a:pt x="1985883" y="37908"/>
                  <a:pt x="1977345" y="37908"/>
                </a:cubicBezTo>
                <a:cubicBezTo>
                  <a:pt x="1969759" y="37908"/>
                  <a:pt x="1962841" y="40462"/>
                  <a:pt x="1956589" y="45570"/>
                </a:cubicBezTo>
                <a:lnTo>
                  <a:pt x="1956589" y="34763"/>
                </a:lnTo>
                <a:moveTo>
                  <a:pt x="1975343" y="63866"/>
                </a:moveTo>
                <a:cubicBezTo>
                  <a:pt x="1970159" y="64553"/>
                  <a:pt x="1966586" y="65849"/>
                  <a:pt x="1964623" y="67754"/>
                </a:cubicBezTo>
                <a:cubicBezTo>
                  <a:pt x="1962660" y="69660"/>
                  <a:pt x="1961678" y="72329"/>
                  <a:pt x="1961678" y="75759"/>
                </a:cubicBezTo>
                <a:cubicBezTo>
                  <a:pt x="1961678" y="78771"/>
                  <a:pt x="1962745" y="81229"/>
                  <a:pt x="1964880" y="83135"/>
                </a:cubicBezTo>
                <a:cubicBezTo>
                  <a:pt x="1967015" y="85041"/>
                  <a:pt x="1969835" y="85994"/>
                  <a:pt x="1973342" y="85994"/>
                </a:cubicBezTo>
                <a:cubicBezTo>
                  <a:pt x="1978221" y="85994"/>
                  <a:pt x="1982243" y="84279"/>
                  <a:pt x="1985407" y="80848"/>
                </a:cubicBezTo>
                <a:cubicBezTo>
                  <a:pt x="1988570" y="77417"/>
                  <a:pt x="1990152" y="73110"/>
                  <a:pt x="1990152" y="67926"/>
                </a:cubicBezTo>
                <a:lnTo>
                  <a:pt x="1990152" y="61865"/>
                </a:lnTo>
                <a:lnTo>
                  <a:pt x="1975343" y="63866"/>
                </a:lnTo>
                <a:close/>
                <a:moveTo>
                  <a:pt x="2030350" y="84679"/>
                </a:moveTo>
                <a:lnTo>
                  <a:pt x="2030350" y="93598"/>
                </a:lnTo>
                <a:lnTo>
                  <a:pt x="2019144" y="93598"/>
                </a:lnTo>
                <a:lnTo>
                  <a:pt x="2019144" y="0"/>
                </a:lnTo>
                <a:lnTo>
                  <a:pt x="2030350" y="0"/>
                </a:lnTo>
                <a:lnTo>
                  <a:pt x="2030350" y="41282"/>
                </a:lnTo>
                <a:lnTo>
                  <a:pt x="2030579" y="41282"/>
                </a:lnTo>
                <a:cubicBezTo>
                  <a:pt x="2035534" y="33010"/>
                  <a:pt x="2042777" y="28874"/>
                  <a:pt x="2052306" y="28874"/>
                </a:cubicBezTo>
                <a:cubicBezTo>
                  <a:pt x="2060235" y="28874"/>
                  <a:pt x="2066534" y="31666"/>
                  <a:pt x="2071203" y="37251"/>
                </a:cubicBezTo>
                <a:cubicBezTo>
                  <a:pt x="2075873" y="42835"/>
                  <a:pt x="2078207" y="50468"/>
                  <a:pt x="2078207" y="60150"/>
                </a:cubicBezTo>
                <a:cubicBezTo>
                  <a:pt x="2078207" y="70823"/>
                  <a:pt x="2075587" y="79314"/>
                  <a:pt x="2070346" y="85622"/>
                </a:cubicBezTo>
                <a:cubicBezTo>
                  <a:pt x="2065104" y="91931"/>
                  <a:pt x="2058119" y="95085"/>
                  <a:pt x="2049390" y="95085"/>
                </a:cubicBezTo>
                <a:cubicBezTo>
                  <a:pt x="2041157" y="95085"/>
                  <a:pt x="2034886" y="91616"/>
                  <a:pt x="2030579" y="84679"/>
                </a:cubicBezTo>
                <a:lnTo>
                  <a:pt x="2030350" y="84679"/>
                </a:lnTo>
                <a:moveTo>
                  <a:pt x="2030293" y="67583"/>
                </a:moveTo>
                <a:cubicBezTo>
                  <a:pt x="2030293" y="72691"/>
                  <a:pt x="2031951" y="77008"/>
                  <a:pt x="2035268" y="80534"/>
                </a:cubicBezTo>
                <a:cubicBezTo>
                  <a:pt x="2038584" y="84059"/>
                  <a:pt x="2042739" y="85822"/>
                  <a:pt x="2047732" y="85822"/>
                </a:cubicBezTo>
                <a:cubicBezTo>
                  <a:pt x="2053678" y="85822"/>
                  <a:pt x="2058329" y="83535"/>
                  <a:pt x="2061683" y="78961"/>
                </a:cubicBezTo>
                <a:cubicBezTo>
                  <a:pt x="2065038" y="74387"/>
                  <a:pt x="2066715" y="68059"/>
                  <a:pt x="2066715" y="59978"/>
                </a:cubicBezTo>
                <a:cubicBezTo>
                  <a:pt x="2066715" y="53308"/>
                  <a:pt x="2065152" y="48000"/>
                  <a:pt x="2062026" y="44055"/>
                </a:cubicBezTo>
                <a:cubicBezTo>
                  <a:pt x="2058901" y="40110"/>
                  <a:pt x="2054631" y="38137"/>
                  <a:pt x="2049219" y="38137"/>
                </a:cubicBezTo>
                <a:cubicBezTo>
                  <a:pt x="2043730" y="38137"/>
                  <a:pt x="2039203" y="40100"/>
                  <a:pt x="2035639" y="44026"/>
                </a:cubicBezTo>
                <a:cubicBezTo>
                  <a:pt x="2032075" y="47952"/>
                  <a:pt x="2030293" y="52946"/>
                  <a:pt x="2030293" y="59006"/>
                </a:cubicBezTo>
                <a:lnTo>
                  <a:pt x="2030293" y="67583"/>
                </a:lnTo>
                <a:close/>
                <a:moveTo>
                  <a:pt x="2137875" y="90740"/>
                </a:moveTo>
                <a:cubicBezTo>
                  <a:pt x="2133034" y="93637"/>
                  <a:pt x="2127202" y="95085"/>
                  <a:pt x="2120379" y="95085"/>
                </a:cubicBezTo>
                <a:cubicBezTo>
                  <a:pt x="2111231" y="95085"/>
                  <a:pt x="2103874" y="92150"/>
                  <a:pt x="2098309" y="86280"/>
                </a:cubicBezTo>
                <a:cubicBezTo>
                  <a:pt x="2092743" y="80410"/>
                  <a:pt x="2089961" y="72805"/>
                  <a:pt x="2089961" y="63466"/>
                </a:cubicBezTo>
                <a:cubicBezTo>
                  <a:pt x="2089961" y="53098"/>
                  <a:pt x="2092963" y="44741"/>
                  <a:pt x="2098966" y="38394"/>
                </a:cubicBezTo>
                <a:cubicBezTo>
                  <a:pt x="2104970" y="32048"/>
                  <a:pt x="2113003" y="28874"/>
                  <a:pt x="2123066" y="28874"/>
                </a:cubicBezTo>
                <a:cubicBezTo>
                  <a:pt x="2128860" y="28874"/>
                  <a:pt x="2133815" y="29903"/>
                  <a:pt x="2137932" y="31962"/>
                </a:cubicBezTo>
                <a:lnTo>
                  <a:pt x="2137932" y="43054"/>
                </a:lnTo>
                <a:cubicBezTo>
                  <a:pt x="2133472" y="39776"/>
                  <a:pt x="2128517" y="38137"/>
                  <a:pt x="2123066" y="38137"/>
                </a:cubicBezTo>
                <a:cubicBezTo>
                  <a:pt x="2116662" y="38137"/>
                  <a:pt x="2111450" y="40357"/>
                  <a:pt x="2107428" y="44798"/>
                </a:cubicBezTo>
                <a:cubicBezTo>
                  <a:pt x="2103407" y="49239"/>
                  <a:pt x="2101396" y="55157"/>
                  <a:pt x="2101396" y="62551"/>
                </a:cubicBezTo>
                <a:cubicBezTo>
                  <a:pt x="2101396" y="69832"/>
                  <a:pt x="2103293" y="75531"/>
                  <a:pt x="2107085" y="79647"/>
                </a:cubicBezTo>
                <a:cubicBezTo>
                  <a:pt x="2110878" y="83764"/>
                  <a:pt x="2115995" y="85822"/>
                  <a:pt x="2122437" y="85822"/>
                </a:cubicBezTo>
                <a:cubicBezTo>
                  <a:pt x="2127888" y="85822"/>
                  <a:pt x="2133034" y="84031"/>
                  <a:pt x="2137875" y="80448"/>
                </a:cubicBezTo>
                <a:lnTo>
                  <a:pt x="2137875" y="90740"/>
                </a:lnTo>
                <a:close/>
                <a:moveTo>
                  <a:pt x="2185983" y="3488"/>
                </a:moveTo>
                <a:lnTo>
                  <a:pt x="2176949" y="31047"/>
                </a:lnTo>
                <a:lnTo>
                  <a:pt x="2169173" y="31047"/>
                </a:lnTo>
                <a:lnTo>
                  <a:pt x="2175863" y="3488"/>
                </a:lnTo>
                <a:lnTo>
                  <a:pt x="2185983" y="3488"/>
                </a:lnTo>
                <a:moveTo>
                  <a:pt x="2166314" y="3488"/>
                </a:moveTo>
                <a:lnTo>
                  <a:pt x="2157280" y="31047"/>
                </a:lnTo>
                <a:lnTo>
                  <a:pt x="2149504" y="31047"/>
                </a:lnTo>
                <a:lnTo>
                  <a:pt x="2156194" y="3488"/>
                </a:lnTo>
                <a:lnTo>
                  <a:pt x="2166314" y="3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ADB6E125-BF9F-41C4-B781-F1F36C8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917" y="3074909"/>
            <a:ext cx="50316" cy="90053"/>
          </a:xfrm>
          <a:custGeom xmlns:a="http://schemas.openxmlformats.org/drawingml/2006/main">
            <a:pathLst>
              <a:path w="50316" h="90053">
                <a:moveTo>
                  <a:pt x="0" y="74959"/>
                </a:moveTo>
                <a:cubicBezTo>
                  <a:pt x="5946" y="78847"/>
                  <a:pt x="12141" y="80791"/>
                  <a:pt x="18582" y="80791"/>
                </a:cubicBezTo>
                <a:cubicBezTo>
                  <a:pt x="24681" y="80791"/>
                  <a:pt x="29599" y="79085"/>
                  <a:pt x="33334" y="75673"/>
                </a:cubicBezTo>
                <a:cubicBezTo>
                  <a:pt x="37070" y="72262"/>
                  <a:pt x="38937" y="67735"/>
                  <a:pt x="38937" y="62094"/>
                </a:cubicBezTo>
                <a:cubicBezTo>
                  <a:pt x="38937" y="56414"/>
                  <a:pt x="37041" y="52012"/>
                  <a:pt x="33248" y="48886"/>
                </a:cubicBezTo>
                <a:cubicBezTo>
                  <a:pt x="29456" y="45760"/>
                  <a:pt x="23957" y="44198"/>
                  <a:pt x="16753" y="44198"/>
                </a:cubicBezTo>
                <a:cubicBezTo>
                  <a:pt x="13284" y="44198"/>
                  <a:pt x="8615" y="44464"/>
                  <a:pt x="2744" y="44998"/>
                </a:cubicBezTo>
                <a:lnTo>
                  <a:pt x="2744" y="0"/>
                </a:lnTo>
                <a:lnTo>
                  <a:pt x="46313" y="0"/>
                </a:lnTo>
                <a:lnTo>
                  <a:pt x="46313" y="9892"/>
                </a:lnTo>
                <a:lnTo>
                  <a:pt x="13151" y="9892"/>
                </a:lnTo>
                <a:lnTo>
                  <a:pt x="13151" y="34935"/>
                </a:lnTo>
                <a:cubicBezTo>
                  <a:pt x="16467" y="34744"/>
                  <a:pt x="18964" y="34649"/>
                  <a:pt x="20641" y="34649"/>
                </a:cubicBezTo>
                <a:cubicBezTo>
                  <a:pt x="29980" y="34649"/>
                  <a:pt x="37260" y="37012"/>
                  <a:pt x="42482" y="41739"/>
                </a:cubicBezTo>
                <a:cubicBezTo>
                  <a:pt x="47704" y="46466"/>
                  <a:pt x="50316" y="52984"/>
                  <a:pt x="50316" y="61294"/>
                </a:cubicBezTo>
                <a:cubicBezTo>
                  <a:pt x="50316" y="69870"/>
                  <a:pt x="47514" y="76807"/>
                  <a:pt x="41911" y="82106"/>
                </a:cubicBezTo>
                <a:cubicBezTo>
                  <a:pt x="36307" y="87404"/>
                  <a:pt x="28569" y="90053"/>
                  <a:pt x="18697" y="90053"/>
                </a:cubicBezTo>
                <a:cubicBezTo>
                  <a:pt x="10425" y="90053"/>
                  <a:pt x="4193" y="88834"/>
                  <a:pt x="0" y="86394"/>
                </a:cubicBezTo>
                <a:lnTo>
                  <a:pt x="0" y="74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C130059D-CA9A-4AB7-9053-6ECBA17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98" y="3074795"/>
            <a:ext cx="129359" cy="27559"/>
          </a:xfrm>
          <a:custGeom xmlns:a="http://schemas.openxmlformats.org/drawingml/2006/main">
            <a:pathLst>
              <a:path w="129359" h="27559">
                <a:moveTo>
                  <a:pt x="11378" y="0"/>
                </a:moveTo>
                <a:lnTo>
                  <a:pt x="9491" y="27559"/>
                </a:lnTo>
                <a:lnTo>
                  <a:pt x="1830" y="27559"/>
                </a:lnTo>
                <a:lnTo>
                  <a:pt x="0" y="0"/>
                </a:lnTo>
                <a:lnTo>
                  <a:pt x="11378" y="0"/>
                </a:lnTo>
                <a:moveTo>
                  <a:pt x="26816" y="0"/>
                </a:moveTo>
                <a:lnTo>
                  <a:pt x="24986" y="27559"/>
                </a:lnTo>
                <a:lnTo>
                  <a:pt x="17267" y="27559"/>
                </a:lnTo>
                <a:lnTo>
                  <a:pt x="15381" y="0"/>
                </a:lnTo>
                <a:lnTo>
                  <a:pt x="26816" y="0"/>
                </a:lnTo>
                <a:close/>
                <a:moveTo>
                  <a:pt x="62691" y="0"/>
                </a:moveTo>
                <a:lnTo>
                  <a:pt x="60804" y="27559"/>
                </a:lnTo>
                <a:lnTo>
                  <a:pt x="53142" y="27559"/>
                </a:lnTo>
                <a:lnTo>
                  <a:pt x="51312" y="0"/>
                </a:lnTo>
                <a:lnTo>
                  <a:pt x="62691" y="0"/>
                </a:lnTo>
                <a:moveTo>
                  <a:pt x="78128" y="0"/>
                </a:moveTo>
                <a:lnTo>
                  <a:pt x="76299" y="27559"/>
                </a:lnTo>
                <a:lnTo>
                  <a:pt x="68580" y="27559"/>
                </a:lnTo>
                <a:lnTo>
                  <a:pt x="66693" y="0"/>
                </a:lnTo>
                <a:lnTo>
                  <a:pt x="78128" y="0"/>
                </a:lnTo>
                <a:close/>
                <a:moveTo>
                  <a:pt x="113921" y="0"/>
                </a:moveTo>
                <a:lnTo>
                  <a:pt x="112034" y="27559"/>
                </a:lnTo>
                <a:lnTo>
                  <a:pt x="104372" y="27559"/>
                </a:lnTo>
                <a:lnTo>
                  <a:pt x="102543" y="0"/>
                </a:lnTo>
                <a:lnTo>
                  <a:pt x="113921" y="0"/>
                </a:lnTo>
                <a:moveTo>
                  <a:pt x="129359" y="0"/>
                </a:moveTo>
                <a:lnTo>
                  <a:pt x="127529" y="27559"/>
                </a:lnTo>
                <a:lnTo>
                  <a:pt x="119810" y="27559"/>
                </a:lnTo>
                <a:lnTo>
                  <a:pt x="117923" y="0"/>
                </a:lnTo>
                <a:lnTo>
                  <a:pt x="1293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262C92BF-1671-4963-BCA2-5E060E0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44" y="3203401"/>
            <a:ext cx="57005" cy="91540"/>
          </a:xfrm>
          <a:custGeom xmlns:a="http://schemas.openxmlformats.org/drawingml/2006/main">
            <a:pathLst>
              <a:path w="57005" h="91540">
                <a:moveTo>
                  <a:pt x="51459" y="12865"/>
                </a:moveTo>
                <a:cubicBezTo>
                  <a:pt x="46847" y="10501"/>
                  <a:pt x="42025" y="9320"/>
                  <a:pt x="36993" y="9320"/>
                </a:cubicBezTo>
                <a:cubicBezTo>
                  <a:pt x="29332" y="9320"/>
                  <a:pt x="23176" y="12655"/>
                  <a:pt x="18525" y="19326"/>
                </a:cubicBezTo>
                <a:cubicBezTo>
                  <a:pt x="13875" y="25996"/>
                  <a:pt x="11512" y="35107"/>
                  <a:pt x="11435" y="46656"/>
                </a:cubicBezTo>
                <a:lnTo>
                  <a:pt x="11721" y="46656"/>
                </a:lnTo>
                <a:cubicBezTo>
                  <a:pt x="15914" y="38537"/>
                  <a:pt x="22604" y="34478"/>
                  <a:pt x="31790" y="34478"/>
                </a:cubicBezTo>
                <a:cubicBezTo>
                  <a:pt x="39452" y="34478"/>
                  <a:pt x="45570" y="36974"/>
                  <a:pt x="50144" y="41968"/>
                </a:cubicBezTo>
                <a:cubicBezTo>
                  <a:pt x="54718" y="46961"/>
                  <a:pt x="57005" y="53594"/>
                  <a:pt x="57005" y="61865"/>
                </a:cubicBezTo>
                <a:cubicBezTo>
                  <a:pt x="57005" y="70518"/>
                  <a:pt x="54366" y="77627"/>
                  <a:pt x="49086" y="83192"/>
                </a:cubicBezTo>
                <a:cubicBezTo>
                  <a:pt x="43807" y="88757"/>
                  <a:pt x="37070" y="91540"/>
                  <a:pt x="28874" y="91540"/>
                </a:cubicBezTo>
                <a:cubicBezTo>
                  <a:pt x="19878" y="91540"/>
                  <a:pt x="12817" y="88024"/>
                  <a:pt x="7690" y="80991"/>
                </a:cubicBezTo>
                <a:cubicBezTo>
                  <a:pt x="2563" y="73958"/>
                  <a:pt x="0" y="63981"/>
                  <a:pt x="0" y="51059"/>
                </a:cubicBezTo>
                <a:cubicBezTo>
                  <a:pt x="0" y="35431"/>
                  <a:pt x="3364" y="23014"/>
                  <a:pt x="10092" y="13808"/>
                </a:cubicBezTo>
                <a:cubicBezTo>
                  <a:pt x="16820" y="4603"/>
                  <a:pt x="25672" y="0"/>
                  <a:pt x="36650" y="0"/>
                </a:cubicBezTo>
                <a:cubicBezTo>
                  <a:pt x="42940" y="0"/>
                  <a:pt x="47876" y="858"/>
                  <a:pt x="51459" y="2573"/>
                </a:cubicBezTo>
                <a:lnTo>
                  <a:pt x="51459" y="12865"/>
                </a:lnTo>
                <a:moveTo>
                  <a:pt x="12121" y="61065"/>
                </a:moveTo>
                <a:cubicBezTo>
                  <a:pt x="12121" y="66897"/>
                  <a:pt x="13675" y="71890"/>
                  <a:pt x="16781" y="76045"/>
                </a:cubicBezTo>
                <a:cubicBezTo>
                  <a:pt x="19888" y="80200"/>
                  <a:pt x="24014" y="82277"/>
                  <a:pt x="29160" y="82277"/>
                </a:cubicBezTo>
                <a:cubicBezTo>
                  <a:pt x="34039" y="82277"/>
                  <a:pt x="38004" y="80486"/>
                  <a:pt x="41053" y="76903"/>
                </a:cubicBezTo>
                <a:cubicBezTo>
                  <a:pt x="44102" y="73320"/>
                  <a:pt x="45627" y="68707"/>
                  <a:pt x="45627" y="63066"/>
                </a:cubicBezTo>
                <a:cubicBezTo>
                  <a:pt x="45627" y="56967"/>
                  <a:pt x="44188" y="52221"/>
                  <a:pt x="41310" y="48829"/>
                </a:cubicBezTo>
                <a:cubicBezTo>
                  <a:pt x="38432" y="45436"/>
                  <a:pt x="34344" y="43740"/>
                  <a:pt x="29046" y="43740"/>
                </a:cubicBezTo>
                <a:cubicBezTo>
                  <a:pt x="24014" y="43740"/>
                  <a:pt x="19936" y="45456"/>
                  <a:pt x="16810" y="48886"/>
                </a:cubicBezTo>
                <a:cubicBezTo>
                  <a:pt x="13684" y="52317"/>
                  <a:pt x="12121" y="56376"/>
                  <a:pt x="12121" y="61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#Yourcodehere">
            <a:extLst xmlns:a="http://schemas.openxmlformats.org/drawingml/2006/main">
              <a:ext uri="{FF2B5EF4-FFF2-40B4-BE49-F238E27FC236}">
                <a16:creationId xmlns:a16="http://schemas.microsoft.com/office/drawing/2014/main" id="{A5254365-111B-4E20-96AD-3B0E2CC7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17" y="3199856"/>
            <a:ext cx="955849" cy="95085"/>
          </a:xfrm>
          <a:custGeom xmlns:a="http://schemas.openxmlformats.org/drawingml/2006/main">
            <a:pathLst>
              <a:path w="955849" h="95085">
                <a:moveTo>
                  <a:pt x="69813" y="29560"/>
                </a:moveTo>
                <a:lnTo>
                  <a:pt x="68383" y="36707"/>
                </a:lnTo>
                <a:lnTo>
                  <a:pt x="52717" y="36707"/>
                </a:lnTo>
                <a:lnTo>
                  <a:pt x="49001" y="54833"/>
                </a:lnTo>
                <a:lnTo>
                  <a:pt x="65525" y="54833"/>
                </a:lnTo>
                <a:lnTo>
                  <a:pt x="64095" y="61865"/>
                </a:lnTo>
                <a:lnTo>
                  <a:pt x="47457" y="61865"/>
                </a:lnTo>
                <a:lnTo>
                  <a:pt x="42311" y="86051"/>
                </a:lnTo>
                <a:lnTo>
                  <a:pt x="34020" y="86051"/>
                </a:lnTo>
                <a:lnTo>
                  <a:pt x="39166" y="61865"/>
                </a:lnTo>
                <a:lnTo>
                  <a:pt x="23957" y="61865"/>
                </a:lnTo>
                <a:lnTo>
                  <a:pt x="18811" y="86051"/>
                </a:lnTo>
                <a:lnTo>
                  <a:pt x="10521" y="86051"/>
                </a:lnTo>
                <a:lnTo>
                  <a:pt x="15666" y="61865"/>
                </a:lnTo>
                <a:lnTo>
                  <a:pt x="0" y="61865"/>
                </a:lnTo>
                <a:lnTo>
                  <a:pt x="1429" y="54833"/>
                </a:lnTo>
                <a:lnTo>
                  <a:pt x="17210" y="54833"/>
                </a:lnTo>
                <a:lnTo>
                  <a:pt x="20927" y="36707"/>
                </a:lnTo>
                <a:lnTo>
                  <a:pt x="4288" y="36707"/>
                </a:lnTo>
                <a:lnTo>
                  <a:pt x="5718" y="29560"/>
                </a:lnTo>
                <a:lnTo>
                  <a:pt x="22356" y="29560"/>
                </a:lnTo>
                <a:lnTo>
                  <a:pt x="27445" y="5089"/>
                </a:lnTo>
                <a:lnTo>
                  <a:pt x="35735" y="5089"/>
                </a:lnTo>
                <a:lnTo>
                  <a:pt x="30647" y="29560"/>
                </a:lnTo>
                <a:lnTo>
                  <a:pt x="45856" y="29560"/>
                </a:lnTo>
                <a:lnTo>
                  <a:pt x="50945" y="5089"/>
                </a:lnTo>
                <a:lnTo>
                  <a:pt x="59235" y="5089"/>
                </a:lnTo>
                <a:lnTo>
                  <a:pt x="54146" y="29560"/>
                </a:lnTo>
                <a:lnTo>
                  <a:pt x="69813" y="29560"/>
                </a:lnTo>
                <a:moveTo>
                  <a:pt x="44426" y="36707"/>
                </a:moveTo>
                <a:lnTo>
                  <a:pt x="29217" y="36707"/>
                </a:lnTo>
                <a:lnTo>
                  <a:pt x="25501" y="54833"/>
                </a:lnTo>
                <a:lnTo>
                  <a:pt x="40710" y="54833"/>
                </a:lnTo>
                <a:lnTo>
                  <a:pt x="44426" y="36707"/>
                </a:lnTo>
                <a:close/>
                <a:moveTo>
                  <a:pt x="177728" y="5032"/>
                </a:moveTo>
                <a:lnTo>
                  <a:pt x="148567" y="61008"/>
                </a:lnTo>
                <a:lnTo>
                  <a:pt x="148567" y="93598"/>
                </a:lnTo>
                <a:lnTo>
                  <a:pt x="137075" y="93598"/>
                </a:lnTo>
                <a:lnTo>
                  <a:pt x="137075" y="61294"/>
                </a:lnTo>
                <a:lnTo>
                  <a:pt x="108658" y="5032"/>
                </a:lnTo>
                <a:lnTo>
                  <a:pt x="121751" y="5032"/>
                </a:lnTo>
                <a:lnTo>
                  <a:pt x="140906" y="44255"/>
                </a:lnTo>
                <a:cubicBezTo>
                  <a:pt x="140944" y="44293"/>
                  <a:pt x="141649" y="46180"/>
                  <a:pt x="143021" y="49915"/>
                </a:cubicBezTo>
                <a:lnTo>
                  <a:pt x="143193" y="49915"/>
                </a:lnTo>
                <a:cubicBezTo>
                  <a:pt x="143650" y="48314"/>
                  <a:pt x="144432" y="46447"/>
                  <a:pt x="145537" y="44312"/>
                </a:cubicBezTo>
                <a:lnTo>
                  <a:pt x="165549" y="5032"/>
                </a:lnTo>
                <a:lnTo>
                  <a:pt x="177728" y="5032"/>
                </a:lnTo>
                <a:close/>
                <a:moveTo>
                  <a:pt x="184844" y="62666"/>
                </a:moveTo>
                <a:cubicBezTo>
                  <a:pt x="184844" y="52221"/>
                  <a:pt x="187760" y="43978"/>
                  <a:pt x="193592" y="37937"/>
                </a:cubicBezTo>
                <a:cubicBezTo>
                  <a:pt x="199424" y="31895"/>
                  <a:pt x="207333" y="28874"/>
                  <a:pt x="217320" y="28874"/>
                </a:cubicBezTo>
                <a:cubicBezTo>
                  <a:pt x="226812" y="28874"/>
                  <a:pt x="234254" y="31781"/>
                  <a:pt x="239648" y="37594"/>
                </a:cubicBezTo>
                <a:cubicBezTo>
                  <a:pt x="245041" y="43407"/>
                  <a:pt x="247738" y="51440"/>
                  <a:pt x="247738" y="61694"/>
                </a:cubicBezTo>
                <a:cubicBezTo>
                  <a:pt x="247738" y="71681"/>
                  <a:pt x="244860" y="79743"/>
                  <a:pt x="239105" y="85880"/>
                </a:cubicBezTo>
                <a:cubicBezTo>
                  <a:pt x="233349" y="92017"/>
                  <a:pt x="225630" y="95085"/>
                  <a:pt x="215948" y="95085"/>
                </a:cubicBezTo>
                <a:cubicBezTo>
                  <a:pt x="206495" y="95085"/>
                  <a:pt x="198947" y="92112"/>
                  <a:pt x="193306" y="86165"/>
                </a:cubicBezTo>
                <a:cubicBezTo>
                  <a:pt x="187665" y="80219"/>
                  <a:pt x="184844" y="72386"/>
                  <a:pt x="184844" y="62666"/>
                </a:cubicBezTo>
                <a:moveTo>
                  <a:pt x="196279" y="62323"/>
                </a:moveTo>
                <a:cubicBezTo>
                  <a:pt x="196279" y="69603"/>
                  <a:pt x="198118" y="75340"/>
                  <a:pt x="201797" y="79533"/>
                </a:cubicBezTo>
                <a:cubicBezTo>
                  <a:pt x="205475" y="83726"/>
                  <a:pt x="210421" y="85822"/>
                  <a:pt x="216634" y="85822"/>
                </a:cubicBezTo>
                <a:cubicBezTo>
                  <a:pt x="223038" y="85822"/>
                  <a:pt x="227917" y="83774"/>
                  <a:pt x="231271" y="79676"/>
                </a:cubicBezTo>
                <a:cubicBezTo>
                  <a:pt x="234626" y="75578"/>
                  <a:pt x="236303" y="69699"/>
                  <a:pt x="236303" y="62037"/>
                </a:cubicBezTo>
                <a:cubicBezTo>
                  <a:pt x="236303" y="54337"/>
                  <a:pt x="234626" y="48429"/>
                  <a:pt x="231271" y="44312"/>
                </a:cubicBezTo>
                <a:cubicBezTo>
                  <a:pt x="227917" y="40195"/>
                  <a:pt x="223038" y="38137"/>
                  <a:pt x="216634" y="38137"/>
                </a:cubicBezTo>
                <a:cubicBezTo>
                  <a:pt x="210345" y="38137"/>
                  <a:pt x="205380" y="40291"/>
                  <a:pt x="201740" y="44598"/>
                </a:cubicBezTo>
                <a:cubicBezTo>
                  <a:pt x="198099" y="48905"/>
                  <a:pt x="196279" y="54813"/>
                  <a:pt x="196279" y="62323"/>
                </a:cubicBezTo>
                <a:close/>
                <a:moveTo>
                  <a:pt x="316290" y="93598"/>
                </a:moveTo>
                <a:lnTo>
                  <a:pt x="305026" y="93598"/>
                </a:lnTo>
                <a:lnTo>
                  <a:pt x="305026" y="83650"/>
                </a:lnTo>
                <a:lnTo>
                  <a:pt x="304798" y="83650"/>
                </a:lnTo>
                <a:cubicBezTo>
                  <a:pt x="300567" y="91273"/>
                  <a:pt x="294068" y="95085"/>
                  <a:pt x="285300" y="95085"/>
                </a:cubicBezTo>
                <a:cubicBezTo>
                  <a:pt x="270320" y="95085"/>
                  <a:pt x="262830" y="86127"/>
                  <a:pt x="262830" y="68212"/>
                </a:cubicBezTo>
                <a:lnTo>
                  <a:pt x="262830" y="30361"/>
                </a:lnTo>
                <a:lnTo>
                  <a:pt x="273922" y="30361"/>
                </a:lnTo>
                <a:lnTo>
                  <a:pt x="273922" y="66554"/>
                </a:lnTo>
                <a:cubicBezTo>
                  <a:pt x="273922" y="79399"/>
                  <a:pt x="278839" y="85822"/>
                  <a:pt x="288674" y="85822"/>
                </a:cubicBezTo>
                <a:cubicBezTo>
                  <a:pt x="293553" y="85822"/>
                  <a:pt x="297498" y="84021"/>
                  <a:pt x="300509" y="80419"/>
                </a:cubicBezTo>
                <a:cubicBezTo>
                  <a:pt x="303521" y="76817"/>
                  <a:pt x="305026" y="72271"/>
                  <a:pt x="305026" y="66782"/>
                </a:cubicBezTo>
                <a:lnTo>
                  <a:pt x="305026" y="30361"/>
                </a:lnTo>
                <a:lnTo>
                  <a:pt x="316290" y="30361"/>
                </a:lnTo>
                <a:lnTo>
                  <a:pt x="316290" y="93598"/>
                </a:lnTo>
                <a:close/>
                <a:moveTo>
                  <a:pt x="369377" y="41453"/>
                </a:moveTo>
                <a:cubicBezTo>
                  <a:pt x="367509" y="40119"/>
                  <a:pt x="364936" y="39452"/>
                  <a:pt x="361658" y="39452"/>
                </a:cubicBezTo>
                <a:cubicBezTo>
                  <a:pt x="357312" y="39452"/>
                  <a:pt x="353729" y="41482"/>
                  <a:pt x="350909" y="45541"/>
                </a:cubicBezTo>
                <a:cubicBezTo>
                  <a:pt x="348088" y="49601"/>
                  <a:pt x="346677" y="54947"/>
                  <a:pt x="346677" y="61579"/>
                </a:cubicBezTo>
                <a:lnTo>
                  <a:pt x="346677" y="93598"/>
                </a:lnTo>
                <a:lnTo>
                  <a:pt x="335471" y="93598"/>
                </a:lnTo>
                <a:lnTo>
                  <a:pt x="335471" y="30361"/>
                </a:lnTo>
                <a:lnTo>
                  <a:pt x="346677" y="30361"/>
                </a:lnTo>
                <a:lnTo>
                  <a:pt x="346677" y="43226"/>
                </a:lnTo>
                <a:lnTo>
                  <a:pt x="346906" y="43226"/>
                </a:lnTo>
                <a:cubicBezTo>
                  <a:pt x="350108" y="33925"/>
                  <a:pt x="355635" y="29275"/>
                  <a:pt x="363487" y="29275"/>
                </a:cubicBezTo>
                <a:cubicBezTo>
                  <a:pt x="366041" y="29275"/>
                  <a:pt x="368004" y="29560"/>
                  <a:pt x="369377" y="30132"/>
                </a:cubicBezTo>
                <a:lnTo>
                  <a:pt x="369377" y="41453"/>
                </a:lnTo>
                <a:close/>
                <a:moveTo>
                  <a:pt x="457750" y="90740"/>
                </a:moveTo>
                <a:cubicBezTo>
                  <a:pt x="452909" y="93637"/>
                  <a:pt x="447077" y="95085"/>
                  <a:pt x="440254" y="95085"/>
                </a:cubicBezTo>
                <a:cubicBezTo>
                  <a:pt x="431106" y="95085"/>
                  <a:pt x="423749" y="92150"/>
                  <a:pt x="418184" y="86280"/>
                </a:cubicBezTo>
                <a:cubicBezTo>
                  <a:pt x="412619" y="80410"/>
                  <a:pt x="409836" y="72805"/>
                  <a:pt x="409836" y="63466"/>
                </a:cubicBezTo>
                <a:cubicBezTo>
                  <a:pt x="409836" y="53098"/>
                  <a:pt x="412838" y="44741"/>
                  <a:pt x="418841" y="38394"/>
                </a:cubicBezTo>
                <a:cubicBezTo>
                  <a:pt x="424845" y="32048"/>
                  <a:pt x="432878" y="28874"/>
                  <a:pt x="442941" y="28874"/>
                </a:cubicBezTo>
                <a:cubicBezTo>
                  <a:pt x="448735" y="28874"/>
                  <a:pt x="453691" y="29903"/>
                  <a:pt x="457807" y="31962"/>
                </a:cubicBezTo>
                <a:lnTo>
                  <a:pt x="457807" y="43054"/>
                </a:lnTo>
                <a:cubicBezTo>
                  <a:pt x="453348" y="39776"/>
                  <a:pt x="448392" y="38137"/>
                  <a:pt x="442941" y="38137"/>
                </a:cubicBezTo>
                <a:cubicBezTo>
                  <a:pt x="436538" y="38137"/>
                  <a:pt x="431325" y="40357"/>
                  <a:pt x="427304" y="44798"/>
                </a:cubicBezTo>
                <a:cubicBezTo>
                  <a:pt x="423282" y="49239"/>
                  <a:pt x="421271" y="55157"/>
                  <a:pt x="421271" y="62551"/>
                </a:cubicBezTo>
                <a:cubicBezTo>
                  <a:pt x="421271" y="69832"/>
                  <a:pt x="423168" y="75531"/>
                  <a:pt x="426960" y="79647"/>
                </a:cubicBezTo>
                <a:cubicBezTo>
                  <a:pt x="430753" y="83764"/>
                  <a:pt x="435871" y="85822"/>
                  <a:pt x="442312" y="85822"/>
                </a:cubicBezTo>
                <a:cubicBezTo>
                  <a:pt x="447763" y="85822"/>
                  <a:pt x="452909" y="84031"/>
                  <a:pt x="457750" y="80448"/>
                </a:cubicBezTo>
                <a:lnTo>
                  <a:pt x="457750" y="90740"/>
                </a:lnTo>
                <a:close/>
                <a:moveTo>
                  <a:pt x="468338" y="62666"/>
                </a:moveTo>
                <a:cubicBezTo>
                  <a:pt x="468338" y="52221"/>
                  <a:pt x="471254" y="43978"/>
                  <a:pt x="477086" y="37937"/>
                </a:cubicBezTo>
                <a:cubicBezTo>
                  <a:pt x="482918" y="31895"/>
                  <a:pt x="490828" y="28874"/>
                  <a:pt x="500815" y="28874"/>
                </a:cubicBezTo>
                <a:cubicBezTo>
                  <a:pt x="510306" y="28874"/>
                  <a:pt x="517748" y="31781"/>
                  <a:pt x="523142" y="37594"/>
                </a:cubicBezTo>
                <a:cubicBezTo>
                  <a:pt x="528536" y="43407"/>
                  <a:pt x="531233" y="51440"/>
                  <a:pt x="531233" y="61694"/>
                </a:cubicBezTo>
                <a:cubicBezTo>
                  <a:pt x="531233" y="71681"/>
                  <a:pt x="528355" y="79743"/>
                  <a:pt x="522599" y="85880"/>
                </a:cubicBezTo>
                <a:cubicBezTo>
                  <a:pt x="516843" y="92017"/>
                  <a:pt x="509124" y="95085"/>
                  <a:pt x="499442" y="95085"/>
                </a:cubicBezTo>
                <a:cubicBezTo>
                  <a:pt x="489989" y="95085"/>
                  <a:pt x="482442" y="92112"/>
                  <a:pt x="476800" y="86165"/>
                </a:cubicBezTo>
                <a:cubicBezTo>
                  <a:pt x="471159" y="80219"/>
                  <a:pt x="468338" y="72386"/>
                  <a:pt x="468338" y="62666"/>
                </a:cubicBezTo>
                <a:moveTo>
                  <a:pt x="479774" y="62323"/>
                </a:moveTo>
                <a:cubicBezTo>
                  <a:pt x="479774" y="69603"/>
                  <a:pt x="481613" y="75340"/>
                  <a:pt x="485291" y="79533"/>
                </a:cubicBezTo>
                <a:cubicBezTo>
                  <a:pt x="488969" y="83726"/>
                  <a:pt x="493915" y="85822"/>
                  <a:pt x="500128" y="85822"/>
                </a:cubicBezTo>
                <a:cubicBezTo>
                  <a:pt x="506532" y="85822"/>
                  <a:pt x="511411" y="83774"/>
                  <a:pt x="514766" y="79676"/>
                </a:cubicBezTo>
                <a:cubicBezTo>
                  <a:pt x="518120" y="75578"/>
                  <a:pt x="519797" y="69699"/>
                  <a:pt x="519797" y="62037"/>
                </a:cubicBezTo>
                <a:cubicBezTo>
                  <a:pt x="519797" y="54337"/>
                  <a:pt x="518120" y="48429"/>
                  <a:pt x="514766" y="44312"/>
                </a:cubicBezTo>
                <a:cubicBezTo>
                  <a:pt x="511411" y="40195"/>
                  <a:pt x="506532" y="38137"/>
                  <a:pt x="500128" y="38137"/>
                </a:cubicBezTo>
                <a:cubicBezTo>
                  <a:pt x="493839" y="38137"/>
                  <a:pt x="488874" y="40291"/>
                  <a:pt x="485234" y="44598"/>
                </a:cubicBezTo>
                <a:cubicBezTo>
                  <a:pt x="481594" y="48905"/>
                  <a:pt x="479774" y="54813"/>
                  <a:pt x="479774" y="62323"/>
                </a:cubicBezTo>
                <a:close/>
                <a:moveTo>
                  <a:pt x="602472" y="93598"/>
                </a:moveTo>
                <a:lnTo>
                  <a:pt x="591265" y="93598"/>
                </a:lnTo>
                <a:lnTo>
                  <a:pt x="591265" y="83078"/>
                </a:lnTo>
                <a:lnTo>
                  <a:pt x="591037" y="83078"/>
                </a:lnTo>
                <a:cubicBezTo>
                  <a:pt x="586424" y="91083"/>
                  <a:pt x="579258" y="95085"/>
                  <a:pt x="569538" y="95085"/>
                </a:cubicBezTo>
                <a:cubicBezTo>
                  <a:pt x="561533" y="95085"/>
                  <a:pt x="555168" y="92236"/>
                  <a:pt x="550441" y="86537"/>
                </a:cubicBezTo>
                <a:cubicBezTo>
                  <a:pt x="545715" y="80838"/>
                  <a:pt x="543351" y="73148"/>
                  <a:pt x="543351" y="63466"/>
                </a:cubicBezTo>
                <a:cubicBezTo>
                  <a:pt x="543351" y="53022"/>
                  <a:pt x="546020" y="44646"/>
                  <a:pt x="551356" y="38337"/>
                </a:cubicBezTo>
                <a:cubicBezTo>
                  <a:pt x="556693" y="32029"/>
                  <a:pt x="563668" y="28874"/>
                  <a:pt x="572283" y="28874"/>
                </a:cubicBezTo>
                <a:cubicBezTo>
                  <a:pt x="580897" y="28874"/>
                  <a:pt x="587149" y="32229"/>
                  <a:pt x="591037" y="38937"/>
                </a:cubicBezTo>
                <a:lnTo>
                  <a:pt x="591265" y="38937"/>
                </a:lnTo>
                <a:lnTo>
                  <a:pt x="591265" y="0"/>
                </a:lnTo>
                <a:lnTo>
                  <a:pt x="602472" y="0"/>
                </a:lnTo>
                <a:lnTo>
                  <a:pt x="602472" y="93598"/>
                </a:lnTo>
                <a:moveTo>
                  <a:pt x="591323" y="55976"/>
                </a:moveTo>
                <a:cubicBezTo>
                  <a:pt x="591323" y="50906"/>
                  <a:pt x="589655" y="46666"/>
                  <a:pt x="586320" y="43254"/>
                </a:cubicBezTo>
                <a:cubicBezTo>
                  <a:pt x="582984" y="39843"/>
                  <a:pt x="578877" y="38137"/>
                  <a:pt x="573998" y="38137"/>
                </a:cubicBezTo>
                <a:cubicBezTo>
                  <a:pt x="568052" y="38137"/>
                  <a:pt x="563363" y="40357"/>
                  <a:pt x="559933" y="44798"/>
                </a:cubicBezTo>
                <a:cubicBezTo>
                  <a:pt x="556502" y="49239"/>
                  <a:pt x="554787" y="55290"/>
                  <a:pt x="554787" y="62952"/>
                </a:cubicBezTo>
                <a:cubicBezTo>
                  <a:pt x="554787" y="70003"/>
                  <a:pt x="556435" y="75578"/>
                  <a:pt x="559732" y="79676"/>
                </a:cubicBezTo>
                <a:cubicBezTo>
                  <a:pt x="563030" y="83774"/>
                  <a:pt x="567423" y="85822"/>
                  <a:pt x="572912" y="85822"/>
                </a:cubicBezTo>
                <a:cubicBezTo>
                  <a:pt x="578324" y="85822"/>
                  <a:pt x="582746" y="83812"/>
                  <a:pt x="586177" y="79790"/>
                </a:cubicBezTo>
                <a:cubicBezTo>
                  <a:pt x="589607" y="75769"/>
                  <a:pt x="591323" y="70766"/>
                  <a:pt x="591323" y="64781"/>
                </a:cubicBezTo>
                <a:lnTo>
                  <a:pt x="591323" y="55976"/>
                </a:lnTo>
                <a:close/>
                <a:moveTo>
                  <a:pt x="674112" y="64838"/>
                </a:moveTo>
                <a:lnTo>
                  <a:pt x="629857" y="64838"/>
                </a:lnTo>
                <a:cubicBezTo>
                  <a:pt x="630047" y="71585"/>
                  <a:pt x="631896" y="76798"/>
                  <a:pt x="635403" y="80476"/>
                </a:cubicBezTo>
                <a:cubicBezTo>
                  <a:pt x="638910" y="84155"/>
                  <a:pt x="643808" y="85994"/>
                  <a:pt x="650097" y="85994"/>
                </a:cubicBezTo>
                <a:cubicBezTo>
                  <a:pt x="657187" y="85994"/>
                  <a:pt x="663686" y="83726"/>
                  <a:pt x="669595" y="79190"/>
                </a:cubicBezTo>
                <a:lnTo>
                  <a:pt x="669595" y="89196"/>
                </a:lnTo>
                <a:cubicBezTo>
                  <a:pt x="664029" y="93122"/>
                  <a:pt x="656654" y="95085"/>
                  <a:pt x="647467" y="95085"/>
                </a:cubicBezTo>
                <a:cubicBezTo>
                  <a:pt x="638319" y="95085"/>
                  <a:pt x="631181" y="92188"/>
                  <a:pt x="626054" y="86394"/>
                </a:cubicBezTo>
                <a:cubicBezTo>
                  <a:pt x="620928" y="80600"/>
                  <a:pt x="618364" y="72557"/>
                  <a:pt x="618364" y="62266"/>
                </a:cubicBezTo>
                <a:cubicBezTo>
                  <a:pt x="618364" y="52584"/>
                  <a:pt x="621175" y="44598"/>
                  <a:pt x="626798" y="38308"/>
                </a:cubicBezTo>
                <a:cubicBezTo>
                  <a:pt x="632420" y="32019"/>
                  <a:pt x="639405" y="28874"/>
                  <a:pt x="647753" y="28874"/>
                </a:cubicBezTo>
                <a:cubicBezTo>
                  <a:pt x="656025" y="28874"/>
                  <a:pt x="662486" y="31533"/>
                  <a:pt x="667136" y="36850"/>
                </a:cubicBezTo>
                <a:cubicBezTo>
                  <a:pt x="671786" y="42168"/>
                  <a:pt x="674112" y="49610"/>
                  <a:pt x="674112" y="59178"/>
                </a:cubicBezTo>
                <a:lnTo>
                  <a:pt x="674112" y="64838"/>
                </a:lnTo>
                <a:moveTo>
                  <a:pt x="662905" y="55862"/>
                </a:moveTo>
                <a:cubicBezTo>
                  <a:pt x="662867" y="50144"/>
                  <a:pt x="661514" y="45722"/>
                  <a:pt x="658845" y="42597"/>
                </a:cubicBezTo>
                <a:cubicBezTo>
                  <a:pt x="656177" y="39471"/>
                  <a:pt x="652422" y="37908"/>
                  <a:pt x="647582" y="37908"/>
                </a:cubicBezTo>
                <a:cubicBezTo>
                  <a:pt x="643122" y="37908"/>
                  <a:pt x="639262" y="39566"/>
                  <a:pt x="636003" y="42883"/>
                </a:cubicBezTo>
                <a:cubicBezTo>
                  <a:pt x="632744" y="46199"/>
                  <a:pt x="630695" y="50525"/>
                  <a:pt x="629857" y="55862"/>
                </a:cubicBezTo>
                <a:lnTo>
                  <a:pt x="662905" y="55862"/>
                </a:lnTo>
                <a:close/>
                <a:moveTo>
                  <a:pt x="776609" y="93598"/>
                </a:moveTo>
                <a:lnTo>
                  <a:pt x="765459" y="93598"/>
                </a:lnTo>
                <a:lnTo>
                  <a:pt x="765459" y="57234"/>
                </a:lnTo>
                <a:cubicBezTo>
                  <a:pt x="765459" y="44503"/>
                  <a:pt x="760733" y="38137"/>
                  <a:pt x="751280" y="38137"/>
                </a:cubicBezTo>
                <a:cubicBezTo>
                  <a:pt x="746439" y="38137"/>
                  <a:pt x="742417" y="39995"/>
                  <a:pt x="739215" y="43712"/>
                </a:cubicBezTo>
                <a:cubicBezTo>
                  <a:pt x="736013" y="47428"/>
                  <a:pt x="734412" y="52107"/>
                  <a:pt x="734412" y="57749"/>
                </a:cubicBezTo>
                <a:lnTo>
                  <a:pt x="734412" y="93598"/>
                </a:lnTo>
                <a:lnTo>
                  <a:pt x="723206" y="93598"/>
                </a:lnTo>
                <a:lnTo>
                  <a:pt x="723206" y="0"/>
                </a:lnTo>
                <a:lnTo>
                  <a:pt x="734412" y="0"/>
                </a:lnTo>
                <a:lnTo>
                  <a:pt x="734412" y="40767"/>
                </a:lnTo>
                <a:lnTo>
                  <a:pt x="734641" y="40767"/>
                </a:lnTo>
                <a:cubicBezTo>
                  <a:pt x="739482" y="32839"/>
                  <a:pt x="746362" y="28874"/>
                  <a:pt x="755282" y="28874"/>
                </a:cubicBezTo>
                <a:cubicBezTo>
                  <a:pt x="769500" y="28874"/>
                  <a:pt x="776609" y="37470"/>
                  <a:pt x="776609" y="54661"/>
                </a:cubicBezTo>
                <a:lnTo>
                  <a:pt x="776609" y="93598"/>
                </a:lnTo>
                <a:close/>
                <a:moveTo>
                  <a:pt x="846105" y="64838"/>
                </a:moveTo>
                <a:lnTo>
                  <a:pt x="801850" y="64838"/>
                </a:lnTo>
                <a:cubicBezTo>
                  <a:pt x="802041" y="71585"/>
                  <a:pt x="803890" y="76798"/>
                  <a:pt x="807396" y="80476"/>
                </a:cubicBezTo>
                <a:cubicBezTo>
                  <a:pt x="810903" y="84155"/>
                  <a:pt x="815801" y="85994"/>
                  <a:pt x="822091" y="85994"/>
                </a:cubicBezTo>
                <a:cubicBezTo>
                  <a:pt x="829181" y="85994"/>
                  <a:pt x="835680" y="83726"/>
                  <a:pt x="841588" y="79190"/>
                </a:cubicBezTo>
                <a:lnTo>
                  <a:pt x="841588" y="89196"/>
                </a:lnTo>
                <a:cubicBezTo>
                  <a:pt x="836023" y="93122"/>
                  <a:pt x="828647" y="95085"/>
                  <a:pt x="819461" y="95085"/>
                </a:cubicBezTo>
                <a:cubicBezTo>
                  <a:pt x="810313" y="95085"/>
                  <a:pt x="803175" y="92188"/>
                  <a:pt x="798048" y="86394"/>
                </a:cubicBezTo>
                <a:cubicBezTo>
                  <a:pt x="792921" y="80600"/>
                  <a:pt x="790358" y="72557"/>
                  <a:pt x="790358" y="62266"/>
                </a:cubicBezTo>
                <a:cubicBezTo>
                  <a:pt x="790358" y="52584"/>
                  <a:pt x="793169" y="44598"/>
                  <a:pt x="798791" y="38308"/>
                </a:cubicBezTo>
                <a:cubicBezTo>
                  <a:pt x="804414" y="32019"/>
                  <a:pt x="811399" y="28874"/>
                  <a:pt x="819747" y="28874"/>
                </a:cubicBezTo>
                <a:cubicBezTo>
                  <a:pt x="828018" y="28874"/>
                  <a:pt x="834479" y="31533"/>
                  <a:pt x="839130" y="36850"/>
                </a:cubicBezTo>
                <a:cubicBezTo>
                  <a:pt x="843780" y="42168"/>
                  <a:pt x="846105" y="49610"/>
                  <a:pt x="846105" y="59178"/>
                </a:cubicBezTo>
                <a:lnTo>
                  <a:pt x="846105" y="64838"/>
                </a:lnTo>
                <a:moveTo>
                  <a:pt x="834899" y="55862"/>
                </a:moveTo>
                <a:cubicBezTo>
                  <a:pt x="834860" y="50144"/>
                  <a:pt x="833507" y="45722"/>
                  <a:pt x="830839" y="42597"/>
                </a:cubicBezTo>
                <a:cubicBezTo>
                  <a:pt x="828171" y="39471"/>
                  <a:pt x="824416" y="37908"/>
                  <a:pt x="819575" y="37908"/>
                </a:cubicBezTo>
                <a:cubicBezTo>
                  <a:pt x="815115" y="37908"/>
                  <a:pt x="811256" y="39566"/>
                  <a:pt x="807997" y="42883"/>
                </a:cubicBezTo>
                <a:cubicBezTo>
                  <a:pt x="804738" y="46199"/>
                  <a:pt x="802689" y="50525"/>
                  <a:pt x="801850" y="55862"/>
                </a:cubicBezTo>
                <a:lnTo>
                  <a:pt x="834899" y="55862"/>
                </a:lnTo>
                <a:close/>
                <a:moveTo>
                  <a:pt x="894374" y="41453"/>
                </a:moveTo>
                <a:cubicBezTo>
                  <a:pt x="892506" y="40119"/>
                  <a:pt x="889933" y="39452"/>
                  <a:pt x="886655" y="39452"/>
                </a:cubicBezTo>
                <a:cubicBezTo>
                  <a:pt x="882310" y="39452"/>
                  <a:pt x="878727" y="41482"/>
                  <a:pt x="875906" y="45541"/>
                </a:cubicBezTo>
                <a:cubicBezTo>
                  <a:pt x="873085" y="49601"/>
                  <a:pt x="871675" y="54947"/>
                  <a:pt x="871675" y="61579"/>
                </a:cubicBezTo>
                <a:lnTo>
                  <a:pt x="871675" y="93598"/>
                </a:lnTo>
                <a:lnTo>
                  <a:pt x="860468" y="93598"/>
                </a:lnTo>
                <a:lnTo>
                  <a:pt x="860468" y="30361"/>
                </a:lnTo>
                <a:lnTo>
                  <a:pt x="871675" y="30361"/>
                </a:lnTo>
                <a:lnTo>
                  <a:pt x="871675" y="43226"/>
                </a:lnTo>
                <a:lnTo>
                  <a:pt x="871904" y="43226"/>
                </a:lnTo>
                <a:cubicBezTo>
                  <a:pt x="875105" y="33925"/>
                  <a:pt x="880633" y="29275"/>
                  <a:pt x="888485" y="29275"/>
                </a:cubicBezTo>
                <a:cubicBezTo>
                  <a:pt x="891039" y="29275"/>
                  <a:pt x="893002" y="29560"/>
                  <a:pt x="894374" y="30132"/>
                </a:cubicBezTo>
                <a:lnTo>
                  <a:pt x="894374" y="41453"/>
                </a:lnTo>
                <a:close/>
                <a:moveTo>
                  <a:pt x="955849" y="64838"/>
                </a:moveTo>
                <a:lnTo>
                  <a:pt x="911595" y="64838"/>
                </a:lnTo>
                <a:cubicBezTo>
                  <a:pt x="911785" y="71585"/>
                  <a:pt x="913634" y="76798"/>
                  <a:pt x="917141" y="80476"/>
                </a:cubicBezTo>
                <a:cubicBezTo>
                  <a:pt x="920648" y="84155"/>
                  <a:pt x="925546" y="85994"/>
                  <a:pt x="931835" y="85994"/>
                </a:cubicBezTo>
                <a:cubicBezTo>
                  <a:pt x="938925" y="85994"/>
                  <a:pt x="945424" y="83726"/>
                  <a:pt x="951332" y="79190"/>
                </a:cubicBezTo>
                <a:lnTo>
                  <a:pt x="951332" y="89196"/>
                </a:lnTo>
                <a:cubicBezTo>
                  <a:pt x="945767" y="93122"/>
                  <a:pt x="938391" y="95085"/>
                  <a:pt x="929205" y="95085"/>
                </a:cubicBezTo>
                <a:cubicBezTo>
                  <a:pt x="920057" y="95085"/>
                  <a:pt x="912919" y="92188"/>
                  <a:pt x="907792" y="86394"/>
                </a:cubicBezTo>
                <a:cubicBezTo>
                  <a:pt x="902665" y="80600"/>
                  <a:pt x="900102" y="72557"/>
                  <a:pt x="900102" y="62266"/>
                </a:cubicBezTo>
                <a:cubicBezTo>
                  <a:pt x="900102" y="52584"/>
                  <a:pt x="902913" y="44598"/>
                  <a:pt x="908536" y="38308"/>
                </a:cubicBezTo>
                <a:cubicBezTo>
                  <a:pt x="914158" y="32019"/>
                  <a:pt x="921143" y="28874"/>
                  <a:pt x="929491" y="28874"/>
                </a:cubicBezTo>
                <a:cubicBezTo>
                  <a:pt x="937763" y="28874"/>
                  <a:pt x="944223" y="31533"/>
                  <a:pt x="948874" y="36850"/>
                </a:cubicBezTo>
                <a:cubicBezTo>
                  <a:pt x="953524" y="42168"/>
                  <a:pt x="955849" y="49610"/>
                  <a:pt x="955849" y="59178"/>
                </a:cubicBezTo>
                <a:lnTo>
                  <a:pt x="955849" y="64838"/>
                </a:lnTo>
                <a:moveTo>
                  <a:pt x="944643" y="55862"/>
                </a:moveTo>
                <a:cubicBezTo>
                  <a:pt x="944605" y="50144"/>
                  <a:pt x="943251" y="45722"/>
                  <a:pt x="940583" y="42597"/>
                </a:cubicBezTo>
                <a:cubicBezTo>
                  <a:pt x="937915" y="39471"/>
                  <a:pt x="934160" y="37908"/>
                  <a:pt x="929319" y="37908"/>
                </a:cubicBezTo>
                <a:cubicBezTo>
                  <a:pt x="924860" y="37908"/>
                  <a:pt x="921000" y="39566"/>
                  <a:pt x="917741" y="42883"/>
                </a:cubicBezTo>
                <a:cubicBezTo>
                  <a:pt x="914482" y="46199"/>
                  <a:pt x="912433" y="50525"/>
                  <a:pt x="911595" y="55862"/>
                </a:cubicBezTo>
                <a:lnTo>
                  <a:pt x="944643" y="55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271cba18f433d"/>
          <a:stretch xmlns:a="http://schemas.openxmlformats.org/drawingml/2006/main"/>
        </p:blipFill>
        <p:spPr>
          <a:xfrm xmlns:a="http://schemas.openxmlformats.org/drawingml/2006/main">
            <a:off x="2945838" y="1294591"/>
            <a:ext cx="702588" cy="702588"/>
          </a:xfrm>
          <a:prstGeom xmlns:a="http://schemas.openxmlformats.org/drawingml/2006/main" prst="rect">
            <a:avLst/>
          </a:prstGeom>
        </p:spPr>
      </p:pic>
      <p:sp>
        <p:nvSpPr>
          <p:cNvPr id="17" name="Text !">
            <a:extLst xmlns:a="http://schemas.openxmlformats.org/drawingml/2006/main">
              <a:ext uri="{FF2B5EF4-FFF2-40B4-BE49-F238E27FC236}">
                <a16:creationId xmlns:a16="http://schemas.microsoft.com/office/drawing/2014/main" id="{FE00CEF8-F7C1-4224-A486-21E4BB10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959" y="1294591"/>
            <a:ext cx="702588" cy="702588"/>
          </a:xfrm>
          <a:custGeom xmlns:a="http://schemas.openxmlformats.org/drawingml/2006/main">
            <a:pathLst>
              <a:path w="702588" h="702588">
                <a:moveTo>
                  <a:pt x="0" y="702588"/>
                </a:moveTo>
                <a:lnTo>
                  <a:pt x="0" y="702588"/>
                </a:lnTo>
                <a:moveTo>
                  <a:pt x="702588" y="0"/>
                </a:moveTo>
                <a:lnTo>
                  <a:pt x="702588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6BF95-5C6E-444E-8207-9DFB24DB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431" y="2352839"/>
            <a:ext cx="2469704" cy="995444"/>
          </a:xfrm>
          <a:custGeom xmlns:a="http://schemas.openxmlformats.org/drawingml/2006/main">
            <a:pathLst>
              <a:path w="2469704" h="995444">
                <a:moveTo>
                  <a:pt x="0" y="995444"/>
                </a:moveTo>
                <a:lnTo>
                  <a:pt x="2469704" y="995444"/>
                </a:lnTo>
                <a:lnTo>
                  <a:pt x="2469704" y="0"/>
                </a:lnTo>
                <a:lnTo>
                  <a:pt x="0" y="0"/>
                </a:lnTo>
                <a:lnTo>
                  <a:pt x="0" y="995444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7">
            <a:extLst xmlns:a="http://schemas.openxmlformats.org/drawingml/2006/main">
              <a:ext uri="{FF2B5EF4-FFF2-40B4-BE49-F238E27FC236}">
                <a16:creationId xmlns:a16="http://schemas.microsoft.com/office/drawing/2014/main" id="{6357BC65-1782-4B8B-82DD-062597D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800" y="2387436"/>
            <a:ext cx="43183" cy="66425"/>
          </a:xfrm>
          <a:custGeom xmlns:a="http://schemas.openxmlformats.org/drawingml/2006/main">
            <a:pathLst>
              <a:path w="43183" h="66425">
                <a:moveTo>
                  <a:pt x="43183" y="2916"/>
                </a:moveTo>
                <a:lnTo>
                  <a:pt x="17196" y="66425"/>
                </a:lnTo>
                <a:lnTo>
                  <a:pt x="8491" y="66425"/>
                </a:lnTo>
                <a:lnTo>
                  <a:pt x="33191" y="7419"/>
                </a:lnTo>
                <a:lnTo>
                  <a:pt x="0" y="7419"/>
                </a:lnTo>
                <a:lnTo>
                  <a:pt x="0" y="0"/>
                </a:lnTo>
                <a:lnTo>
                  <a:pt x="43183" y="0"/>
                </a:lnTo>
                <a:lnTo>
                  <a:pt x="43183" y="2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returnstr1.replace(&quot;&quot;,&quot;&quot;)">
            <a:extLst xmlns:a="http://schemas.openxmlformats.org/drawingml/2006/main">
              <a:ext uri="{FF2B5EF4-FFF2-40B4-BE49-F238E27FC236}">
                <a16:creationId xmlns:a16="http://schemas.microsoft.com/office/drawing/2014/main" id="{A6882E93-A6AE-4B73-84E5-5A999652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331" y="2383663"/>
            <a:ext cx="1040172" cy="92026"/>
          </a:xfrm>
          <a:custGeom xmlns:a="http://schemas.openxmlformats.org/drawingml/2006/main">
            <a:pathLst>
              <a:path w="1040172" h="92026">
                <a:moveTo>
                  <a:pt x="25429" y="31090"/>
                </a:moveTo>
                <a:cubicBezTo>
                  <a:pt x="24029" y="30089"/>
                  <a:pt x="22099" y="29589"/>
                  <a:pt x="19640" y="29589"/>
                </a:cubicBezTo>
                <a:cubicBezTo>
                  <a:pt x="16381" y="29589"/>
                  <a:pt x="13694" y="31111"/>
                  <a:pt x="11578" y="34156"/>
                </a:cubicBezTo>
                <a:cubicBezTo>
                  <a:pt x="9463" y="37201"/>
                  <a:pt x="8405" y="41210"/>
                  <a:pt x="8405" y="46185"/>
                </a:cubicBezTo>
                <a:lnTo>
                  <a:pt x="8405" y="70199"/>
                </a:lnTo>
                <a:lnTo>
                  <a:pt x="0" y="70199"/>
                </a:lnTo>
                <a:lnTo>
                  <a:pt x="0" y="22771"/>
                </a:lnTo>
                <a:lnTo>
                  <a:pt x="8405" y="22771"/>
                </a:lnTo>
                <a:lnTo>
                  <a:pt x="8405" y="32419"/>
                </a:lnTo>
                <a:lnTo>
                  <a:pt x="8577" y="32419"/>
                </a:lnTo>
                <a:cubicBezTo>
                  <a:pt x="10978" y="25444"/>
                  <a:pt x="15123" y="21956"/>
                  <a:pt x="21012" y="21956"/>
                </a:cubicBezTo>
                <a:cubicBezTo>
                  <a:pt x="22928" y="21956"/>
                  <a:pt x="24400" y="22170"/>
                  <a:pt x="25429" y="22599"/>
                </a:cubicBezTo>
                <a:lnTo>
                  <a:pt x="25429" y="31090"/>
                </a:lnTo>
                <a:close/>
                <a:moveTo>
                  <a:pt x="71597" y="48629"/>
                </a:moveTo>
                <a:lnTo>
                  <a:pt x="38406" y="48629"/>
                </a:lnTo>
                <a:cubicBezTo>
                  <a:pt x="38549" y="53689"/>
                  <a:pt x="39936" y="57598"/>
                  <a:pt x="42566" y="60357"/>
                </a:cubicBezTo>
                <a:cubicBezTo>
                  <a:pt x="45196" y="63116"/>
                  <a:pt x="48870" y="64495"/>
                  <a:pt x="53587" y="64495"/>
                </a:cubicBezTo>
                <a:cubicBezTo>
                  <a:pt x="58904" y="64495"/>
                  <a:pt x="63778" y="62794"/>
                  <a:pt x="68210" y="59392"/>
                </a:cubicBezTo>
                <a:lnTo>
                  <a:pt x="68210" y="66897"/>
                </a:lnTo>
                <a:cubicBezTo>
                  <a:pt x="64036" y="69841"/>
                  <a:pt x="58504" y="71314"/>
                  <a:pt x="51614" y="71314"/>
                </a:cubicBezTo>
                <a:cubicBezTo>
                  <a:pt x="44753" y="71314"/>
                  <a:pt x="39400" y="69141"/>
                  <a:pt x="35555" y="64796"/>
                </a:cubicBezTo>
                <a:cubicBezTo>
                  <a:pt x="31709" y="60450"/>
                  <a:pt x="29787" y="54418"/>
                  <a:pt x="29787" y="46699"/>
                </a:cubicBezTo>
                <a:cubicBezTo>
                  <a:pt x="29787" y="39438"/>
                  <a:pt x="31895" y="33448"/>
                  <a:pt x="36112" y="28731"/>
                </a:cubicBezTo>
                <a:cubicBezTo>
                  <a:pt x="40329" y="24014"/>
                  <a:pt x="45568" y="21656"/>
                  <a:pt x="51828" y="21656"/>
                </a:cubicBezTo>
                <a:cubicBezTo>
                  <a:pt x="58032" y="21656"/>
                  <a:pt x="62878" y="23650"/>
                  <a:pt x="66366" y="27638"/>
                </a:cubicBezTo>
                <a:cubicBezTo>
                  <a:pt x="69853" y="31626"/>
                  <a:pt x="71597" y="37208"/>
                  <a:pt x="71597" y="44383"/>
                </a:cubicBezTo>
                <a:lnTo>
                  <a:pt x="71597" y="48629"/>
                </a:lnTo>
                <a:moveTo>
                  <a:pt x="63192" y="41896"/>
                </a:moveTo>
                <a:cubicBezTo>
                  <a:pt x="63164" y="37608"/>
                  <a:pt x="62149" y="34292"/>
                  <a:pt x="60148" y="31948"/>
                </a:cubicBezTo>
                <a:cubicBezTo>
                  <a:pt x="58146" y="29603"/>
                  <a:pt x="55331" y="28431"/>
                  <a:pt x="51700" y="28431"/>
                </a:cubicBezTo>
                <a:cubicBezTo>
                  <a:pt x="48355" y="28431"/>
                  <a:pt x="45460" y="29675"/>
                  <a:pt x="43016" y="32162"/>
                </a:cubicBezTo>
                <a:cubicBezTo>
                  <a:pt x="40572" y="34649"/>
                  <a:pt x="39035" y="37894"/>
                  <a:pt x="38406" y="41896"/>
                </a:cubicBezTo>
                <a:lnTo>
                  <a:pt x="63192" y="41896"/>
                </a:lnTo>
                <a:close/>
                <a:moveTo>
                  <a:pt x="105114" y="69727"/>
                </a:moveTo>
                <a:cubicBezTo>
                  <a:pt x="103284" y="70728"/>
                  <a:pt x="100812" y="71228"/>
                  <a:pt x="97695" y="71228"/>
                </a:cubicBezTo>
                <a:cubicBezTo>
                  <a:pt x="89205" y="71228"/>
                  <a:pt x="84959" y="66525"/>
                  <a:pt x="84959" y="57120"/>
                </a:cubicBezTo>
                <a:lnTo>
                  <a:pt x="84959" y="29718"/>
                </a:lnTo>
                <a:lnTo>
                  <a:pt x="76812" y="29718"/>
                </a:lnTo>
                <a:lnTo>
                  <a:pt x="76812" y="22771"/>
                </a:lnTo>
                <a:lnTo>
                  <a:pt x="84959" y="22771"/>
                </a:lnTo>
                <a:lnTo>
                  <a:pt x="84959" y="11364"/>
                </a:lnTo>
                <a:lnTo>
                  <a:pt x="93321" y="8705"/>
                </a:lnTo>
                <a:lnTo>
                  <a:pt x="93321" y="22771"/>
                </a:lnTo>
                <a:lnTo>
                  <a:pt x="105114" y="22771"/>
                </a:lnTo>
                <a:lnTo>
                  <a:pt x="105114" y="29718"/>
                </a:lnTo>
                <a:lnTo>
                  <a:pt x="93321" y="29718"/>
                </a:lnTo>
                <a:lnTo>
                  <a:pt x="93321" y="55619"/>
                </a:lnTo>
                <a:cubicBezTo>
                  <a:pt x="93321" y="58735"/>
                  <a:pt x="93850" y="60965"/>
                  <a:pt x="94908" y="62308"/>
                </a:cubicBezTo>
                <a:cubicBezTo>
                  <a:pt x="95966" y="63652"/>
                  <a:pt x="97724" y="64324"/>
                  <a:pt x="100183" y="64324"/>
                </a:cubicBezTo>
                <a:cubicBezTo>
                  <a:pt x="102069" y="64324"/>
                  <a:pt x="103713" y="63795"/>
                  <a:pt x="105114" y="62737"/>
                </a:cubicBezTo>
                <a:lnTo>
                  <a:pt x="105114" y="69727"/>
                </a:lnTo>
                <a:close/>
                <a:moveTo>
                  <a:pt x="154456" y="70199"/>
                </a:moveTo>
                <a:lnTo>
                  <a:pt x="146008" y="70199"/>
                </a:lnTo>
                <a:lnTo>
                  <a:pt x="146008" y="62737"/>
                </a:lnTo>
                <a:lnTo>
                  <a:pt x="145836" y="62737"/>
                </a:lnTo>
                <a:cubicBezTo>
                  <a:pt x="142663" y="68455"/>
                  <a:pt x="137789" y="71314"/>
                  <a:pt x="131213" y="71314"/>
                </a:cubicBezTo>
                <a:cubicBezTo>
                  <a:pt x="119978" y="71314"/>
                  <a:pt x="114360" y="64595"/>
                  <a:pt x="114360" y="51159"/>
                </a:cubicBezTo>
                <a:lnTo>
                  <a:pt x="114360" y="22771"/>
                </a:lnTo>
                <a:lnTo>
                  <a:pt x="122680" y="22771"/>
                </a:lnTo>
                <a:lnTo>
                  <a:pt x="122680" y="49915"/>
                </a:lnTo>
                <a:cubicBezTo>
                  <a:pt x="122680" y="59550"/>
                  <a:pt x="126368" y="64367"/>
                  <a:pt x="133743" y="64367"/>
                </a:cubicBezTo>
                <a:cubicBezTo>
                  <a:pt x="137403" y="64367"/>
                  <a:pt x="140362" y="63016"/>
                  <a:pt x="142620" y="60314"/>
                </a:cubicBezTo>
                <a:cubicBezTo>
                  <a:pt x="144879" y="57613"/>
                  <a:pt x="146008" y="54204"/>
                  <a:pt x="146008" y="50087"/>
                </a:cubicBezTo>
                <a:lnTo>
                  <a:pt x="146008" y="22771"/>
                </a:lnTo>
                <a:lnTo>
                  <a:pt x="154456" y="22771"/>
                </a:lnTo>
                <a:lnTo>
                  <a:pt x="154456" y="70199"/>
                </a:lnTo>
                <a:close/>
                <a:moveTo>
                  <a:pt x="195649" y="31090"/>
                </a:moveTo>
                <a:cubicBezTo>
                  <a:pt x="194248" y="30089"/>
                  <a:pt x="192318" y="29589"/>
                  <a:pt x="189860" y="29589"/>
                </a:cubicBezTo>
                <a:cubicBezTo>
                  <a:pt x="186601" y="29589"/>
                  <a:pt x="183913" y="31111"/>
                  <a:pt x="181798" y="34156"/>
                </a:cubicBezTo>
                <a:cubicBezTo>
                  <a:pt x="179682" y="37201"/>
                  <a:pt x="178625" y="41210"/>
                  <a:pt x="178625" y="46185"/>
                </a:cubicBezTo>
                <a:lnTo>
                  <a:pt x="178625" y="70199"/>
                </a:lnTo>
                <a:lnTo>
                  <a:pt x="170220" y="70199"/>
                </a:lnTo>
                <a:lnTo>
                  <a:pt x="170220" y="22771"/>
                </a:lnTo>
                <a:lnTo>
                  <a:pt x="178625" y="22771"/>
                </a:lnTo>
                <a:lnTo>
                  <a:pt x="178625" y="32419"/>
                </a:lnTo>
                <a:lnTo>
                  <a:pt x="178796" y="32419"/>
                </a:lnTo>
                <a:cubicBezTo>
                  <a:pt x="181198" y="25444"/>
                  <a:pt x="185343" y="21956"/>
                  <a:pt x="191232" y="21956"/>
                </a:cubicBezTo>
                <a:cubicBezTo>
                  <a:pt x="193147" y="21956"/>
                  <a:pt x="194620" y="22170"/>
                  <a:pt x="195649" y="22599"/>
                </a:cubicBezTo>
                <a:lnTo>
                  <a:pt x="195649" y="31090"/>
                </a:lnTo>
                <a:close/>
                <a:moveTo>
                  <a:pt x="243275" y="70199"/>
                </a:moveTo>
                <a:lnTo>
                  <a:pt x="234913" y="70199"/>
                </a:lnTo>
                <a:lnTo>
                  <a:pt x="234913" y="43226"/>
                </a:lnTo>
                <a:cubicBezTo>
                  <a:pt x="234913" y="33477"/>
                  <a:pt x="231354" y="28603"/>
                  <a:pt x="224235" y="28603"/>
                </a:cubicBezTo>
                <a:cubicBezTo>
                  <a:pt x="220547" y="28603"/>
                  <a:pt x="217517" y="29975"/>
                  <a:pt x="215144" y="32719"/>
                </a:cubicBezTo>
                <a:cubicBezTo>
                  <a:pt x="212771" y="35464"/>
                  <a:pt x="211585" y="38937"/>
                  <a:pt x="211585" y="43140"/>
                </a:cubicBezTo>
                <a:lnTo>
                  <a:pt x="211585" y="70199"/>
                </a:lnTo>
                <a:lnTo>
                  <a:pt x="203180" y="70199"/>
                </a:lnTo>
                <a:lnTo>
                  <a:pt x="203180" y="22771"/>
                </a:lnTo>
                <a:lnTo>
                  <a:pt x="211585" y="22771"/>
                </a:lnTo>
                <a:lnTo>
                  <a:pt x="211585" y="30618"/>
                </a:lnTo>
                <a:lnTo>
                  <a:pt x="211756" y="30618"/>
                </a:lnTo>
                <a:cubicBezTo>
                  <a:pt x="215330" y="24643"/>
                  <a:pt x="220519" y="21656"/>
                  <a:pt x="227323" y="21656"/>
                </a:cubicBezTo>
                <a:cubicBezTo>
                  <a:pt x="232526" y="21656"/>
                  <a:pt x="236485" y="23321"/>
                  <a:pt x="239201" y="26652"/>
                </a:cubicBezTo>
                <a:cubicBezTo>
                  <a:pt x="241917" y="29982"/>
                  <a:pt x="243275" y="34835"/>
                  <a:pt x="243275" y="41210"/>
                </a:cubicBezTo>
                <a:lnTo>
                  <a:pt x="243275" y="70199"/>
                </a:lnTo>
                <a:close/>
                <a:moveTo>
                  <a:pt x="281020" y="59950"/>
                </a:moveTo>
                <a:cubicBezTo>
                  <a:pt x="285251" y="63009"/>
                  <a:pt x="289811" y="64538"/>
                  <a:pt x="294700" y="64538"/>
                </a:cubicBezTo>
                <a:cubicBezTo>
                  <a:pt x="301246" y="64538"/>
                  <a:pt x="304520" y="62394"/>
                  <a:pt x="304520" y="58106"/>
                </a:cubicBezTo>
                <a:cubicBezTo>
                  <a:pt x="304520" y="56276"/>
                  <a:pt x="303805" y="54768"/>
                  <a:pt x="302376" y="53582"/>
                </a:cubicBezTo>
                <a:cubicBezTo>
                  <a:pt x="300946" y="52395"/>
                  <a:pt x="298045" y="50987"/>
                  <a:pt x="293671" y="49358"/>
                </a:cubicBezTo>
                <a:cubicBezTo>
                  <a:pt x="288410" y="47242"/>
                  <a:pt x="284994" y="45148"/>
                  <a:pt x="283422" y="43076"/>
                </a:cubicBezTo>
                <a:cubicBezTo>
                  <a:pt x="281849" y="41003"/>
                  <a:pt x="281063" y="38494"/>
                  <a:pt x="281063" y="35550"/>
                </a:cubicBezTo>
                <a:cubicBezTo>
                  <a:pt x="281063" y="31347"/>
                  <a:pt x="282843" y="27981"/>
                  <a:pt x="286402" y="25451"/>
                </a:cubicBezTo>
                <a:cubicBezTo>
                  <a:pt x="289961" y="22921"/>
                  <a:pt x="294342" y="21656"/>
                  <a:pt x="299545" y="21656"/>
                </a:cubicBezTo>
                <a:cubicBezTo>
                  <a:pt x="303576" y="21656"/>
                  <a:pt x="307321" y="22356"/>
                  <a:pt x="310781" y="23757"/>
                </a:cubicBezTo>
                <a:lnTo>
                  <a:pt x="310781" y="31862"/>
                </a:lnTo>
                <a:cubicBezTo>
                  <a:pt x="307236" y="29575"/>
                  <a:pt x="303219" y="28431"/>
                  <a:pt x="298731" y="28431"/>
                </a:cubicBezTo>
                <a:cubicBezTo>
                  <a:pt x="296043" y="28431"/>
                  <a:pt x="293856" y="29017"/>
                  <a:pt x="292170" y="30189"/>
                </a:cubicBezTo>
                <a:cubicBezTo>
                  <a:pt x="290483" y="31361"/>
                  <a:pt x="289640" y="32905"/>
                  <a:pt x="289640" y="34821"/>
                </a:cubicBezTo>
                <a:cubicBezTo>
                  <a:pt x="289640" y="36707"/>
                  <a:pt x="290247" y="38180"/>
                  <a:pt x="291462" y="39238"/>
                </a:cubicBezTo>
                <a:cubicBezTo>
                  <a:pt x="292677" y="40295"/>
                  <a:pt x="295372" y="41653"/>
                  <a:pt x="299545" y="43311"/>
                </a:cubicBezTo>
                <a:cubicBezTo>
                  <a:pt x="304834" y="45284"/>
                  <a:pt x="308408" y="47328"/>
                  <a:pt x="310266" y="49444"/>
                </a:cubicBezTo>
                <a:cubicBezTo>
                  <a:pt x="312124" y="51559"/>
                  <a:pt x="313053" y="54175"/>
                  <a:pt x="313053" y="57291"/>
                </a:cubicBezTo>
                <a:cubicBezTo>
                  <a:pt x="313053" y="61637"/>
                  <a:pt x="311274" y="65060"/>
                  <a:pt x="307715" y="67562"/>
                </a:cubicBezTo>
                <a:cubicBezTo>
                  <a:pt x="304155" y="70063"/>
                  <a:pt x="299545" y="71314"/>
                  <a:pt x="293885" y="71314"/>
                </a:cubicBezTo>
                <a:cubicBezTo>
                  <a:pt x="288968" y="71314"/>
                  <a:pt x="284679" y="70385"/>
                  <a:pt x="281020" y="68526"/>
                </a:cubicBezTo>
                <a:lnTo>
                  <a:pt x="281020" y="59950"/>
                </a:lnTo>
                <a:close/>
                <a:moveTo>
                  <a:pt x="346699" y="69727"/>
                </a:moveTo>
                <a:cubicBezTo>
                  <a:pt x="344869" y="70728"/>
                  <a:pt x="342397" y="71228"/>
                  <a:pt x="339280" y="71228"/>
                </a:cubicBezTo>
                <a:cubicBezTo>
                  <a:pt x="330790" y="71228"/>
                  <a:pt x="326544" y="66525"/>
                  <a:pt x="326544" y="57120"/>
                </a:cubicBezTo>
                <a:lnTo>
                  <a:pt x="326544" y="29718"/>
                </a:lnTo>
                <a:lnTo>
                  <a:pt x="318397" y="29718"/>
                </a:lnTo>
                <a:lnTo>
                  <a:pt x="318397" y="22771"/>
                </a:lnTo>
                <a:lnTo>
                  <a:pt x="326544" y="22771"/>
                </a:lnTo>
                <a:lnTo>
                  <a:pt x="326544" y="11364"/>
                </a:lnTo>
                <a:lnTo>
                  <a:pt x="334906" y="8705"/>
                </a:lnTo>
                <a:lnTo>
                  <a:pt x="334906" y="22771"/>
                </a:lnTo>
                <a:lnTo>
                  <a:pt x="346699" y="22771"/>
                </a:lnTo>
                <a:lnTo>
                  <a:pt x="346699" y="29718"/>
                </a:lnTo>
                <a:lnTo>
                  <a:pt x="334906" y="29718"/>
                </a:lnTo>
                <a:lnTo>
                  <a:pt x="334906" y="55619"/>
                </a:lnTo>
                <a:cubicBezTo>
                  <a:pt x="334906" y="58735"/>
                  <a:pt x="335435" y="60965"/>
                  <a:pt x="336493" y="62308"/>
                </a:cubicBezTo>
                <a:cubicBezTo>
                  <a:pt x="337551" y="63652"/>
                  <a:pt x="339309" y="64324"/>
                  <a:pt x="341768" y="64324"/>
                </a:cubicBezTo>
                <a:cubicBezTo>
                  <a:pt x="343654" y="64324"/>
                  <a:pt x="345298" y="63795"/>
                  <a:pt x="346699" y="62737"/>
                </a:cubicBezTo>
                <a:lnTo>
                  <a:pt x="346699" y="69727"/>
                </a:lnTo>
                <a:close/>
                <a:moveTo>
                  <a:pt x="382318" y="31090"/>
                </a:moveTo>
                <a:cubicBezTo>
                  <a:pt x="380917" y="30089"/>
                  <a:pt x="378987" y="29589"/>
                  <a:pt x="376529" y="29589"/>
                </a:cubicBezTo>
                <a:cubicBezTo>
                  <a:pt x="373270" y="29589"/>
                  <a:pt x="370582" y="31111"/>
                  <a:pt x="368467" y="34156"/>
                </a:cubicBezTo>
                <a:cubicBezTo>
                  <a:pt x="366351" y="37201"/>
                  <a:pt x="365294" y="41210"/>
                  <a:pt x="365294" y="46185"/>
                </a:cubicBezTo>
                <a:lnTo>
                  <a:pt x="365294" y="70199"/>
                </a:lnTo>
                <a:lnTo>
                  <a:pt x="356889" y="70199"/>
                </a:lnTo>
                <a:lnTo>
                  <a:pt x="356889" y="22771"/>
                </a:lnTo>
                <a:lnTo>
                  <a:pt x="365294" y="22771"/>
                </a:lnTo>
                <a:lnTo>
                  <a:pt x="365294" y="32419"/>
                </a:lnTo>
                <a:lnTo>
                  <a:pt x="365465" y="32419"/>
                </a:lnTo>
                <a:cubicBezTo>
                  <a:pt x="367867" y="25444"/>
                  <a:pt x="372012" y="21956"/>
                  <a:pt x="377901" y="21956"/>
                </a:cubicBezTo>
                <a:cubicBezTo>
                  <a:pt x="379816" y="21956"/>
                  <a:pt x="381289" y="22170"/>
                  <a:pt x="382318" y="22599"/>
                </a:cubicBezTo>
                <a:lnTo>
                  <a:pt x="382318" y="31090"/>
                </a:lnTo>
                <a:close/>
                <a:moveTo>
                  <a:pt x="428529" y="70199"/>
                </a:moveTo>
                <a:lnTo>
                  <a:pt x="390449" y="70199"/>
                </a:lnTo>
                <a:lnTo>
                  <a:pt x="390449" y="62952"/>
                </a:lnTo>
                <a:lnTo>
                  <a:pt x="405330" y="62952"/>
                </a:lnTo>
                <a:lnTo>
                  <a:pt x="405330" y="12522"/>
                </a:lnTo>
                <a:lnTo>
                  <a:pt x="390063" y="16939"/>
                </a:lnTo>
                <a:lnTo>
                  <a:pt x="390063" y="9220"/>
                </a:lnTo>
                <a:lnTo>
                  <a:pt x="413692" y="2359"/>
                </a:lnTo>
                <a:lnTo>
                  <a:pt x="413692" y="62952"/>
                </a:lnTo>
                <a:lnTo>
                  <a:pt x="428529" y="62952"/>
                </a:lnTo>
                <a:lnTo>
                  <a:pt x="428529" y="70199"/>
                </a:lnTo>
                <a:close/>
                <a:moveTo>
                  <a:pt x="438675" y="65782"/>
                </a:moveTo>
                <a:cubicBezTo>
                  <a:pt x="438675" y="64238"/>
                  <a:pt x="439203" y="62937"/>
                  <a:pt x="440261" y="61880"/>
                </a:cubicBezTo>
                <a:cubicBezTo>
                  <a:pt x="441319" y="60822"/>
                  <a:pt x="442634" y="60293"/>
                  <a:pt x="444206" y="60293"/>
                </a:cubicBezTo>
                <a:cubicBezTo>
                  <a:pt x="445807" y="60293"/>
                  <a:pt x="447137" y="60829"/>
                  <a:pt x="448194" y="61901"/>
                </a:cubicBezTo>
                <a:cubicBezTo>
                  <a:pt x="449252" y="62973"/>
                  <a:pt x="449781" y="64267"/>
                  <a:pt x="449781" y="65782"/>
                </a:cubicBezTo>
                <a:cubicBezTo>
                  <a:pt x="449781" y="67268"/>
                  <a:pt x="449252" y="68548"/>
                  <a:pt x="448194" y="69620"/>
                </a:cubicBezTo>
                <a:cubicBezTo>
                  <a:pt x="447137" y="70692"/>
                  <a:pt x="445793" y="71228"/>
                  <a:pt x="444164" y="71228"/>
                </a:cubicBezTo>
                <a:cubicBezTo>
                  <a:pt x="442591" y="71228"/>
                  <a:pt x="441283" y="70692"/>
                  <a:pt x="440240" y="69620"/>
                </a:cubicBezTo>
                <a:cubicBezTo>
                  <a:pt x="439196" y="68548"/>
                  <a:pt x="438675" y="67268"/>
                  <a:pt x="438675" y="65782"/>
                </a:cubicBezTo>
                <a:close/>
                <a:moveTo>
                  <a:pt x="488488" y="31090"/>
                </a:moveTo>
                <a:cubicBezTo>
                  <a:pt x="487087" y="30089"/>
                  <a:pt x="485157" y="29589"/>
                  <a:pt x="482699" y="29589"/>
                </a:cubicBezTo>
                <a:cubicBezTo>
                  <a:pt x="479440" y="29589"/>
                  <a:pt x="476752" y="31111"/>
                  <a:pt x="474637" y="34156"/>
                </a:cubicBezTo>
                <a:cubicBezTo>
                  <a:pt x="472521" y="37201"/>
                  <a:pt x="471463" y="41210"/>
                  <a:pt x="471463" y="46185"/>
                </a:cubicBezTo>
                <a:lnTo>
                  <a:pt x="471463" y="70199"/>
                </a:lnTo>
                <a:lnTo>
                  <a:pt x="463058" y="70199"/>
                </a:lnTo>
                <a:lnTo>
                  <a:pt x="463058" y="22771"/>
                </a:lnTo>
                <a:lnTo>
                  <a:pt x="471463" y="22771"/>
                </a:lnTo>
                <a:lnTo>
                  <a:pt x="471463" y="32419"/>
                </a:lnTo>
                <a:lnTo>
                  <a:pt x="471635" y="32419"/>
                </a:lnTo>
                <a:cubicBezTo>
                  <a:pt x="474036" y="25444"/>
                  <a:pt x="478182" y="21956"/>
                  <a:pt x="484071" y="21956"/>
                </a:cubicBezTo>
                <a:cubicBezTo>
                  <a:pt x="485986" y="21956"/>
                  <a:pt x="487459" y="22170"/>
                  <a:pt x="488488" y="22599"/>
                </a:cubicBezTo>
                <a:lnTo>
                  <a:pt x="488488" y="31090"/>
                </a:lnTo>
                <a:close/>
                <a:moveTo>
                  <a:pt x="534656" y="48629"/>
                </a:moveTo>
                <a:lnTo>
                  <a:pt x="501465" y="48629"/>
                </a:lnTo>
                <a:cubicBezTo>
                  <a:pt x="501608" y="53689"/>
                  <a:pt x="502994" y="57598"/>
                  <a:pt x="505625" y="60357"/>
                </a:cubicBezTo>
                <a:cubicBezTo>
                  <a:pt x="508255" y="63116"/>
                  <a:pt x="511928" y="64495"/>
                  <a:pt x="516645" y="64495"/>
                </a:cubicBezTo>
                <a:cubicBezTo>
                  <a:pt x="521963" y="64495"/>
                  <a:pt x="526837" y="62794"/>
                  <a:pt x="531268" y="59392"/>
                </a:cubicBezTo>
                <a:lnTo>
                  <a:pt x="531268" y="66897"/>
                </a:lnTo>
                <a:cubicBezTo>
                  <a:pt x="527094" y="69841"/>
                  <a:pt x="521563" y="71314"/>
                  <a:pt x="514673" y="71314"/>
                </a:cubicBezTo>
                <a:cubicBezTo>
                  <a:pt x="507812" y="71314"/>
                  <a:pt x="502458" y="69141"/>
                  <a:pt x="498613" y="64796"/>
                </a:cubicBezTo>
                <a:cubicBezTo>
                  <a:pt x="494768" y="60450"/>
                  <a:pt x="492846" y="54418"/>
                  <a:pt x="492846" y="46699"/>
                </a:cubicBezTo>
                <a:cubicBezTo>
                  <a:pt x="492846" y="39438"/>
                  <a:pt x="494954" y="33448"/>
                  <a:pt x="499171" y="28731"/>
                </a:cubicBezTo>
                <a:cubicBezTo>
                  <a:pt x="503388" y="24014"/>
                  <a:pt x="508626" y="21656"/>
                  <a:pt x="514887" y="21656"/>
                </a:cubicBezTo>
                <a:cubicBezTo>
                  <a:pt x="521091" y="21656"/>
                  <a:pt x="525937" y="23650"/>
                  <a:pt x="529424" y="27638"/>
                </a:cubicBezTo>
                <a:cubicBezTo>
                  <a:pt x="532912" y="31626"/>
                  <a:pt x="534656" y="37208"/>
                  <a:pt x="534656" y="44383"/>
                </a:cubicBezTo>
                <a:lnTo>
                  <a:pt x="534656" y="48629"/>
                </a:lnTo>
                <a:moveTo>
                  <a:pt x="526251" y="41896"/>
                </a:moveTo>
                <a:cubicBezTo>
                  <a:pt x="526222" y="37608"/>
                  <a:pt x="525208" y="34292"/>
                  <a:pt x="523206" y="31948"/>
                </a:cubicBezTo>
                <a:cubicBezTo>
                  <a:pt x="521205" y="29603"/>
                  <a:pt x="518389" y="28431"/>
                  <a:pt x="514759" y="28431"/>
                </a:cubicBezTo>
                <a:cubicBezTo>
                  <a:pt x="511414" y="28431"/>
                  <a:pt x="508519" y="29675"/>
                  <a:pt x="506075" y="32162"/>
                </a:cubicBezTo>
                <a:cubicBezTo>
                  <a:pt x="503631" y="34649"/>
                  <a:pt x="502094" y="37894"/>
                  <a:pt x="501465" y="41896"/>
                </a:cubicBezTo>
                <a:lnTo>
                  <a:pt x="526251" y="41896"/>
                </a:lnTo>
                <a:close/>
                <a:moveTo>
                  <a:pt x="553807" y="63509"/>
                </a:moveTo>
                <a:lnTo>
                  <a:pt x="553807" y="92026"/>
                </a:lnTo>
                <a:lnTo>
                  <a:pt x="545402" y="92026"/>
                </a:lnTo>
                <a:lnTo>
                  <a:pt x="545402" y="22771"/>
                </a:lnTo>
                <a:lnTo>
                  <a:pt x="553807" y="22771"/>
                </a:lnTo>
                <a:lnTo>
                  <a:pt x="553807" y="30961"/>
                </a:lnTo>
                <a:lnTo>
                  <a:pt x="553978" y="30961"/>
                </a:lnTo>
                <a:cubicBezTo>
                  <a:pt x="557695" y="24758"/>
                  <a:pt x="563126" y="21656"/>
                  <a:pt x="570273" y="21656"/>
                </a:cubicBezTo>
                <a:cubicBezTo>
                  <a:pt x="576334" y="21656"/>
                  <a:pt x="581087" y="23778"/>
                  <a:pt x="584532" y="28024"/>
                </a:cubicBezTo>
                <a:cubicBezTo>
                  <a:pt x="587977" y="32269"/>
                  <a:pt x="589699" y="37965"/>
                  <a:pt x="589699" y="45112"/>
                </a:cubicBezTo>
                <a:cubicBezTo>
                  <a:pt x="589699" y="53003"/>
                  <a:pt x="587748" y="59342"/>
                  <a:pt x="583846" y="64131"/>
                </a:cubicBezTo>
                <a:cubicBezTo>
                  <a:pt x="579944" y="68919"/>
                  <a:pt x="574690" y="71314"/>
                  <a:pt x="568086" y="71314"/>
                </a:cubicBezTo>
                <a:cubicBezTo>
                  <a:pt x="561997" y="71314"/>
                  <a:pt x="557294" y="68712"/>
                  <a:pt x="553978" y="63509"/>
                </a:cubicBezTo>
                <a:lnTo>
                  <a:pt x="553807" y="63509"/>
                </a:lnTo>
                <a:moveTo>
                  <a:pt x="553764" y="50644"/>
                </a:moveTo>
                <a:cubicBezTo>
                  <a:pt x="553764" y="54504"/>
                  <a:pt x="555007" y="57756"/>
                  <a:pt x="557494" y="60400"/>
                </a:cubicBezTo>
                <a:cubicBezTo>
                  <a:pt x="559982" y="63045"/>
                  <a:pt x="563098" y="64367"/>
                  <a:pt x="566843" y="64367"/>
                </a:cubicBezTo>
                <a:cubicBezTo>
                  <a:pt x="571303" y="64367"/>
                  <a:pt x="574790" y="62651"/>
                  <a:pt x="577306" y="59221"/>
                </a:cubicBezTo>
                <a:cubicBezTo>
                  <a:pt x="579822" y="55790"/>
                  <a:pt x="581080" y="51045"/>
                  <a:pt x="581080" y="44984"/>
                </a:cubicBezTo>
                <a:cubicBezTo>
                  <a:pt x="581080" y="39867"/>
                  <a:pt x="579908" y="35857"/>
                  <a:pt x="577564" y="32955"/>
                </a:cubicBezTo>
                <a:cubicBezTo>
                  <a:pt x="575219" y="30054"/>
                  <a:pt x="572017" y="28603"/>
                  <a:pt x="567958" y="28603"/>
                </a:cubicBezTo>
                <a:cubicBezTo>
                  <a:pt x="563813" y="28603"/>
                  <a:pt x="560411" y="30075"/>
                  <a:pt x="557752" y="33020"/>
                </a:cubicBezTo>
                <a:cubicBezTo>
                  <a:pt x="555093" y="35964"/>
                  <a:pt x="553764" y="39738"/>
                  <a:pt x="553764" y="44341"/>
                </a:cubicBezTo>
                <a:lnTo>
                  <a:pt x="553764" y="50644"/>
                </a:lnTo>
                <a:close/>
                <a:moveTo>
                  <a:pt x="602120" y="70199"/>
                </a:moveTo>
                <a:lnTo>
                  <a:pt x="602120" y="0"/>
                </a:lnTo>
                <a:lnTo>
                  <a:pt x="610525" y="0"/>
                </a:lnTo>
                <a:lnTo>
                  <a:pt x="610525" y="70199"/>
                </a:lnTo>
                <a:lnTo>
                  <a:pt x="602120" y="70199"/>
                </a:lnTo>
                <a:close/>
                <a:moveTo>
                  <a:pt x="627103" y="26073"/>
                </a:moveTo>
                <a:cubicBezTo>
                  <a:pt x="631821" y="23128"/>
                  <a:pt x="637267" y="21656"/>
                  <a:pt x="643442" y="21656"/>
                </a:cubicBezTo>
                <a:cubicBezTo>
                  <a:pt x="654877" y="21656"/>
                  <a:pt x="660595" y="27659"/>
                  <a:pt x="660595" y="39666"/>
                </a:cubicBezTo>
                <a:lnTo>
                  <a:pt x="660595" y="70199"/>
                </a:lnTo>
                <a:lnTo>
                  <a:pt x="652276" y="70199"/>
                </a:lnTo>
                <a:lnTo>
                  <a:pt x="652276" y="62866"/>
                </a:lnTo>
                <a:lnTo>
                  <a:pt x="652061" y="62866"/>
                </a:lnTo>
                <a:cubicBezTo>
                  <a:pt x="648773" y="68498"/>
                  <a:pt x="643928" y="71314"/>
                  <a:pt x="637524" y="71314"/>
                </a:cubicBezTo>
                <a:cubicBezTo>
                  <a:pt x="632921" y="71314"/>
                  <a:pt x="629262" y="70070"/>
                  <a:pt x="626546" y="67583"/>
                </a:cubicBezTo>
                <a:cubicBezTo>
                  <a:pt x="623830" y="65096"/>
                  <a:pt x="622472" y="61737"/>
                  <a:pt x="622472" y="57506"/>
                </a:cubicBezTo>
                <a:cubicBezTo>
                  <a:pt x="622472" y="48643"/>
                  <a:pt x="627718" y="43483"/>
                  <a:pt x="638210" y="42025"/>
                </a:cubicBezTo>
                <a:lnTo>
                  <a:pt x="652276" y="40052"/>
                </a:lnTo>
                <a:cubicBezTo>
                  <a:pt x="652276" y="32305"/>
                  <a:pt x="649074" y="28431"/>
                  <a:pt x="642670" y="28431"/>
                </a:cubicBezTo>
                <a:cubicBezTo>
                  <a:pt x="636981" y="28431"/>
                  <a:pt x="631792" y="30347"/>
                  <a:pt x="627103" y="34177"/>
                </a:cubicBezTo>
                <a:lnTo>
                  <a:pt x="627103" y="26073"/>
                </a:lnTo>
                <a:moveTo>
                  <a:pt x="641169" y="47900"/>
                </a:moveTo>
                <a:cubicBezTo>
                  <a:pt x="637281" y="48414"/>
                  <a:pt x="634601" y="49386"/>
                  <a:pt x="633128" y="50816"/>
                </a:cubicBezTo>
                <a:cubicBezTo>
                  <a:pt x="631656" y="52245"/>
                  <a:pt x="630920" y="54246"/>
                  <a:pt x="630920" y="56819"/>
                </a:cubicBezTo>
                <a:cubicBezTo>
                  <a:pt x="630920" y="59078"/>
                  <a:pt x="631720" y="60922"/>
                  <a:pt x="633321" y="62351"/>
                </a:cubicBezTo>
                <a:cubicBezTo>
                  <a:pt x="634922" y="63781"/>
                  <a:pt x="637038" y="64495"/>
                  <a:pt x="639668" y="64495"/>
                </a:cubicBezTo>
                <a:cubicBezTo>
                  <a:pt x="643327" y="64495"/>
                  <a:pt x="646343" y="63209"/>
                  <a:pt x="648716" y="60636"/>
                </a:cubicBezTo>
                <a:cubicBezTo>
                  <a:pt x="651089" y="58063"/>
                  <a:pt x="652276" y="54833"/>
                  <a:pt x="652276" y="50945"/>
                </a:cubicBezTo>
                <a:lnTo>
                  <a:pt x="652276" y="46399"/>
                </a:lnTo>
                <a:lnTo>
                  <a:pt x="641169" y="47900"/>
                </a:lnTo>
                <a:close/>
                <a:moveTo>
                  <a:pt x="708134" y="68055"/>
                </a:moveTo>
                <a:cubicBezTo>
                  <a:pt x="704504" y="70227"/>
                  <a:pt x="700130" y="71314"/>
                  <a:pt x="695012" y="71314"/>
                </a:cubicBezTo>
                <a:cubicBezTo>
                  <a:pt x="688151" y="71314"/>
                  <a:pt x="682634" y="69112"/>
                  <a:pt x="678460" y="64710"/>
                </a:cubicBezTo>
                <a:cubicBezTo>
                  <a:pt x="674286" y="60307"/>
                  <a:pt x="672199" y="54604"/>
                  <a:pt x="672199" y="47600"/>
                </a:cubicBezTo>
                <a:cubicBezTo>
                  <a:pt x="672199" y="39824"/>
                  <a:pt x="674450" y="33556"/>
                  <a:pt x="678953" y="28796"/>
                </a:cubicBezTo>
                <a:cubicBezTo>
                  <a:pt x="683455" y="24036"/>
                  <a:pt x="689480" y="21656"/>
                  <a:pt x="697028" y="21656"/>
                </a:cubicBezTo>
                <a:cubicBezTo>
                  <a:pt x="701373" y="21656"/>
                  <a:pt x="705090" y="22428"/>
                  <a:pt x="708177" y="23971"/>
                </a:cubicBezTo>
                <a:lnTo>
                  <a:pt x="708177" y="32291"/>
                </a:lnTo>
                <a:cubicBezTo>
                  <a:pt x="704832" y="29832"/>
                  <a:pt x="701116" y="28603"/>
                  <a:pt x="697028" y="28603"/>
                </a:cubicBezTo>
                <a:cubicBezTo>
                  <a:pt x="692225" y="28603"/>
                  <a:pt x="688316" y="30268"/>
                  <a:pt x="685299" y="33599"/>
                </a:cubicBezTo>
                <a:cubicBezTo>
                  <a:pt x="682283" y="36929"/>
                  <a:pt x="680775" y="41367"/>
                  <a:pt x="680775" y="46914"/>
                </a:cubicBezTo>
                <a:cubicBezTo>
                  <a:pt x="680775" y="52374"/>
                  <a:pt x="682198" y="56648"/>
                  <a:pt x="685042" y="59735"/>
                </a:cubicBezTo>
                <a:cubicBezTo>
                  <a:pt x="687887" y="62823"/>
                  <a:pt x="691725" y="64367"/>
                  <a:pt x="696556" y="64367"/>
                </a:cubicBezTo>
                <a:cubicBezTo>
                  <a:pt x="700644" y="64367"/>
                  <a:pt x="704504" y="63023"/>
                  <a:pt x="708134" y="60336"/>
                </a:cubicBezTo>
                <a:lnTo>
                  <a:pt x="708134" y="68055"/>
                </a:lnTo>
                <a:close/>
                <a:moveTo>
                  <a:pt x="757947" y="48629"/>
                </a:moveTo>
                <a:lnTo>
                  <a:pt x="724756" y="48629"/>
                </a:lnTo>
                <a:cubicBezTo>
                  <a:pt x="724899" y="53689"/>
                  <a:pt x="726285" y="57598"/>
                  <a:pt x="728916" y="60357"/>
                </a:cubicBezTo>
                <a:cubicBezTo>
                  <a:pt x="731546" y="63116"/>
                  <a:pt x="735219" y="64495"/>
                  <a:pt x="739936" y="64495"/>
                </a:cubicBezTo>
                <a:cubicBezTo>
                  <a:pt x="745254" y="64495"/>
                  <a:pt x="750128" y="62794"/>
                  <a:pt x="754559" y="59392"/>
                </a:cubicBezTo>
                <a:lnTo>
                  <a:pt x="754559" y="66897"/>
                </a:lnTo>
                <a:cubicBezTo>
                  <a:pt x="750385" y="69841"/>
                  <a:pt x="744854" y="71314"/>
                  <a:pt x="737964" y="71314"/>
                </a:cubicBezTo>
                <a:cubicBezTo>
                  <a:pt x="731103" y="71314"/>
                  <a:pt x="725749" y="69141"/>
                  <a:pt x="721904" y="64796"/>
                </a:cubicBezTo>
                <a:cubicBezTo>
                  <a:pt x="718059" y="60450"/>
                  <a:pt x="716137" y="54418"/>
                  <a:pt x="716137" y="46699"/>
                </a:cubicBezTo>
                <a:cubicBezTo>
                  <a:pt x="716137" y="39438"/>
                  <a:pt x="718245" y="33448"/>
                  <a:pt x="722462" y="28731"/>
                </a:cubicBezTo>
                <a:cubicBezTo>
                  <a:pt x="726679" y="24014"/>
                  <a:pt x="731917" y="21656"/>
                  <a:pt x="738178" y="21656"/>
                </a:cubicBezTo>
                <a:cubicBezTo>
                  <a:pt x="744382" y="21656"/>
                  <a:pt x="749228" y="23650"/>
                  <a:pt x="752715" y="27638"/>
                </a:cubicBezTo>
                <a:cubicBezTo>
                  <a:pt x="756203" y="31626"/>
                  <a:pt x="757947" y="37208"/>
                  <a:pt x="757947" y="44383"/>
                </a:cubicBezTo>
                <a:lnTo>
                  <a:pt x="757947" y="48629"/>
                </a:lnTo>
                <a:moveTo>
                  <a:pt x="749542" y="41896"/>
                </a:moveTo>
                <a:cubicBezTo>
                  <a:pt x="749514" y="37608"/>
                  <a:pt x="748499" y="34292"/>
                  <a:pt x="746497" y="31948"/>
                </a:cubicBezTo>
                <a:cubicBezTo>
                  <a:pt x="744496" y="29603"/>
                  <a:pt x="741680" y="28431"/>
                  <a:pt x="738050" y="28431"/>
                </a:cubicBezTo>
                <a:cubicBezTo>
                  <a:pt x="734705" y="28431"/>
                  <a:pt x="731810" y="29675"/>
                  <a:pt x="729366" y="32162"/>
                </a:cubicBezTo>
                <a:cubicBezTo>
                  <a:pt x="726922" y="34649"/>
                  <a:pt x="725385" y="37894"/>
                  <a:pt x="724756" y="41896"/>
                </a:cubicBezTo>
                <a:lnTo>
                  <a:pt x="749542" y="41896"/>
                </a:lnTo>
                <a:close/>
                <a:moveTo>
                  <a:pt x="782202" y="85293"/>
                </a:moveTo>
                <a:cubicBezTo>
                  <a:pt x="772567" y="74316"/>
                  <a:pt x="767750" y="60836"/>
                  <a:pt x="767750" y="44855"/>
                </a:cubicBezTo>
                <a:cubicBezTo>
                  <a:pt x="767750" y="28874"/>
                  <a:pt x="772567" y="15180"/>
                  <a:pt x="782202" y="3774"/>
                </a:cubicBezTo>
                <a:lnTo>
                  <a:pt x="789620" y="3774"/>
                </a:lnTo>
                <a:cubicBezTo>
                  <a:pt x="779957" y="15638"/>
                  <a:pt x="775126" y="29303"/>
                  <a:pt x="775126" y="44769"/>
                </a:cubicBezTo>
                <a:cubicBezTo>
                  <a:pt x="775126" y="60207"/>
                  <a:pt x="779929" y="73715"/>
                  <a:pt x="789534" y="85293"/>
                </a:cubicBezTo>
                <a:lnTo>
                  <a:pt x="782202" y="85293"/>
                </a:lnTo>
                <a:close/>
                <a:moveTo>
                  <a:pt x="808085" y="3688"/>
                </a:moveTo>
                <a:lnTo>
                  <a:pt x="806670" y="24357"/>
                </a:lnTo>
                <a:lnTo>
                  <a:pt x="800924" y="24357"/>
                </a:lnTo>
                <a:lnTo>
                  <a:pt x="799552" y="3688"/>
                </a:lnTo>
                <a:lnTo>
                  <a:pt x="808085" y="3688"/>
                </a:lnTo>
                <a:moveTo>
                  <a:pt x="819663" y="3688"/>
                </a:moveTo>
                <a:lnTo>
                  <a:pt x="818291" y="24357"/>
                </a:lnTo>
                <a:lnTo>
                  <a:pt x="812502" y="24357"/>
                </a:lnTo>
                <a:lnTo>
                  <a:pt x="811087" y="3688"/>
                </a:lnTo>
                <a:lnTo>
                  <a:pt x="819663" y="3688"/>
                </a:lnTo>
                <a:close/>
                <a:moveTo>
                  <a:pt x="872073" y="3688"/>
                </a:moveTo>
                <a:lnTo>
                  <a:pt x="870658" y="24357"/>
                </a:lnTo>
                <a:lnTo>
                  <a:pt x="864912" y="24357"/>
                </a:lnTo>
                <a:lnTo>
                  <a:pt x="863540" y="3688"/>
                </a:lnTo>
                <a:lnTo>
                  <a:pt x="872073" y="3688"/>
                </a:lnTo>
                <a:moveTo>
                  <a:pt x="883651" y="3688"/>
                </a:moveTo>
                <a:lnTo>
                  <a:pt x="882279" y="24357"/>
                </a:lnTo>
                <a:lnTo>
                  <a:pt x="876490" y="24357"/>
                </a:lnTo>
                <a:lnTo>
                  <a:pt x="875075" y="3688"/>
                </a:lnTo>
                <a:lnTo>
                  <a:pt x="883651" y="3688"/>
                </a:lnTo>
                <a:close/>
                <a:moveTo>
                  <a:pt x="908077" y="59521"/>
                </a:moveTo>
                <a:lnTo>
                  <a:pt x="900744" y="82377"/>
                </a:lnTo>
                <a:lnTo>
                  <a:pt x="894655" y="82377"/>
                </a:lnTo>
                <a:lnTo>
                  <a:pt x="899973" y="59521"/>
                </a:lnTo>
                <a:lnTo>
                  <a:pt x="908077" y="59521"/>
                </a:lnTo>
                <a:close/>
                <a:moveTo>
                  <a:pt x="958044" y="3688"/>
                </a:moveTo>
                <a:lnTo>
                  <a:pt x="956628" y="24357"/>
                </a:lnTo>
                <a:lnTo>
                  <a:pt x="950882" y="24357"/>
                </a:lnTo>
                <a:lnTo>
                  <a:pt x="949510" y="3688"/>
                </a:lnTo>
                <a:lnTo>
                  <a:pt x="958044" y="3688"/>
                </a:lnTo>
                <a:moveTo>
                  <a:pt x="969622" y="3688"/>
                </a:moveTo>
                <a:lnTo>
                  <a:pt x="968250" y="24357"/>
                </a:lnTo>
                <a:lnTo>
                  <a:pt x="962461" y="24357"/>
                </a:lnTo>
                <a:lnTo>
                  <a:pt x="961045" y="3688"/>
                </a:lnTo>
                <a:lnTo>
                  <a:pt x="969622" y="3688"/>
                </a:lnTo>
                <a:close/>
                <a:moveTo>
                  <a:pt x="996449" y="3688"/>
                </a:moveTo>
                <a:lnTo>
                  <a:pt x="995034" y="24357"/>
                </a:lnTo>
                <a:lnTo>
                  <a:pt x="989287" y="24357"/>
                </a:lnTo>
                <a:lnTo>
                  <a:pt x="987915" y="3688"/>
                </a:lnTo>
                <a:lnTo>
                  <a:pt x="996449" y="3688"/>
                </a:lnTo>
                <a:moveTo>
                  <a:pt x="1008027" y="3688"/>
                </a:moveTo>
                <a:lnTo>
                  <a:pt x="1006655" y="24357"/>
                </a:lnTo>
                <a:lnTo>
                  <a:pt x="1000866" y="24357"/>
                </a:lnTo>
                <a:lnTo>
                  <a:pt x="999450" y="3688"/>
                </a:lnTo>
                <a:lnTo>
                  <a:pt x="1008027" y="3688"/>
                </a:lnTo>
                <a:close/>
                <a:moveTo>
                  <a:pt x="1018302" y="85293"/>
                </a:moveTo>
                <a:cubicBezTo>
                  <a:pt x="1027936" y="73744"/>
                  <a:pt x="1032753" y="60236"/>
                  <a:pt x="1032753" y="44769"/>
                </a:cubicBezTo>
                <a:cubicBezTo>
                  <a:pt x="1032753" y="29275"/>
                  <a:pt x="1027907" y="15609"/>
                  <a:pt x="1018216" y="3774"/>
                </a:cubicBezTo>
                <a:lnTo>
                  <a:pt x="1025677" y="3774"/>
                </a:lnTo>
                <a:cubicBezTo>
                  <a:pt x="1035340" y="15095"/>
                  <a:pt x="1040172" y="28789"/>
                  <a:pt x="1040172" y="44855"/>
                </a:cubicBezTo>
                <a:cubicBezTo>
                  <a:pt x="1040172" y="60922"/>
                  <a:pt x="1035340" y="74401"/>
                  <a:pt x="1025677" y="85293"/>
                </a:cubicBezTo>
                <a:lnTo>
                  <a:pt x="1018302" y="85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8defremove_spaces_inplace(str1):">
            <a:extLst xmlns:a="http://schemas.openxmlformats.org/drawingml/2006/main">
              <a:ext uri="{FF2B5EF4-FFF2-40B4-BE49-F238E27FC236}">
                <a16:creationId xmlns:a16="http://schemas.microsoft.com/office/drawing/2014/main" id="{8BE7A4A3-647A-4950-8F2E-88C5664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315" y="2484509"/>
            <a:ext cx="1523002" cy="93055"/>
          </a:xfrm>
          <a:custGeom xmlns:a="http://schemas.openxmlformats.org/drawingml/2006/main">
            <a:pathLst>
              <a:path w="1523002" h="93055">
                <a:moveTo>
                  <a:pt x="14237" y="36279"/>
                </a:moveTo>
                <a:cubicBezTo>
                  <a:pt x="6318" y="32591"/>
                  <a:pt x="2359" y="27245"/>
                  <a:pt x="2359" y="20241"/>
                </a:cubicBezTo>
                <a:cubicBezTo>
                  <a:pt x="2359" y="15352"/>
                  <a:pt x="4217" y="11371"/>
                  <a:pt x="7933" y="8298"/>
                </a:cubicBezTo>
                <a:cubicBezTo>
                  <a:pt x="11650" y="5225"/>
                  <a:pt x="16395" y="3688"/>
                  <a:pt x="22170" y="3688"/>
                </a:cubicBezTo>
                <a:cubicBezTo>
                  <a:pt x="27459" y="3688"/>
                  <a:pt x="31819" y="5132"/>
                  <a:pt x="35249" y="8019"/>
                </a:cubicBezTo>
                <a:cubicBezTo>
                  <a:pt x="38680" y="10906"/>
                  <a:pt x="40395" y="14637"/>
                  <a:pt x="40395" y="19211"/>
                </a:cubicBezTo>
                <a:cubicBezTo>
                  <a:pt x="40395" y="26587"/>
                  <a:pt x="36264" y="32262"/>
                  <a:pt x="28002" y="36236"/>
                </a:cubicBezTo>
                <a:lnTo>
                  <a:pt x="28002" y="36407"/>
                </a:lnTo>
                <a:cubicBezTo>
                  <a:pt x="37694" y="39895"/>
                  <a:pt x="42540" y="45841"/>
                  <a:pt x="42540" y="54246"/>
                </a:cubicBezTo>
                <a:cubicBezTo>
                  <a:pt x="42540" y="59764"/>
                  <a:pt x="40545" y="64160"/>
                  <a:pt x="36557" y="67433"/>
                </a:cubicBezTo>
                <a:cubicBezTo>
                  <a:pt x="32569" y="70706"/>
                  <a:pt x="27002" y="72343"/>
                  <a:pt x="19855" y="72343"/>
                </a:cubicBezTo>
                <a:cubicBezTo>
                  <a:pt x="13994" y="72343"/>
                  <a:pt x="9220" y="70728"/>
                  <a:pt x="5532" y="67497"/>
                </a:cubicBezTo>
                <a:cubicBezTo>
                  <a:pt x="1844" y="64267"/>
                  <a:pt x="0" y="60079"/>
                  <a:pt x="0" y="54933"/>
                </a:cubicBezTo>
                <a:cubicBezTo>
                  <a:pt x="0" y="46470"/>
                  <a:pt x="4746" y="40310"/>
                  <a:pt x="14237" y="36450"/>
                </a:cubicBezTo>
                <a:lnTo>
                  <a:pt x="14237" y="36279"/>
                </a:lnTo>
                <a:moveTo>
                  <a:pt x="31905" y="20198"/>
                </a:moveTo>
                <a:cubicBezTo>
                  <a:pt x="31905" y="17225"/>
                  <a:pt x="30976" y="14880"/>
                  <a:pt x="29117" y="13165"/>
                </a:cubicBezTo>
                <a:cubicBezTo>
                  <a:pt x="27259" y="11450"/>
                  <a:pt x="24743" y="10592"/>
                  <a:pt x="21570" y="10592"/>
                </a:cubicBezTo>
                <a:cubicBezTo>
                  <a:pt x="18597" y="10592"/>
                  <a:pt x="16067" y="11485"/>
                  <a:pt x="13980" y="13272"/>
                </a:cubicBezTo>
                <a:cubicBezTo>
                  <a:pt x="11893" y="15059"/>
                  <a:pt x="10849" y="17339"/>
                  <a:pt x="10849" y="20112"/>
                </a:cubicBezTo>
                <a:cubicBezTo>
                  <a:pt x="10849" y="25658"/>
                  <a:pt x="14323" y="29875"/>
                  <a:pt x="21270" y="32762"/>
                </a:cubicBezTo>
                <a:cubicBezTo>
                  <a:pt x="28360" y="29818"/>
                  <a:pt x="31905" y="25629"/>
                  <a:pt x="31905" y="20198"/>
                </a:cubicBezTo>
                <a:moveTo>
                  <a:pt x="20755" y="40267"/>
                </a:moveTo>
                <a:cubicBezTo>
                  <a:pt x="12550" y="43583"/>
                  <a:pt x="8448" y="48329"/>
                  <a:pt x="8448" y="54504"/>
                </a:cubicBezTo>
                <a:cubicBezTo>
                  <a:pt x="8448" y="57706"/>
                  <a:pt x="9649" y="60336"/>
                  <a:pt x="12050" y="62394"/>
                </a:cubicBezTo>
                <a:cubicBezTo>
                  <a:pt x="14451" y="64453"/>
                  <a:pt x="17582" y="65482"/>
                  <a:pt x="21441" y="65482"/>
                </a:cubicBezTo>
                <a:cubicBezTo>
                  <a:pt x="25186" y="65482"/>
                  <a:pt x="28231" y="64460"/>
                  <a:pt x="30575" y="62416"/>
                </a:cubicBezTo>
                <a:cubicBezTo>
                  <a:pt x="32920" y="60372"/>
                  <a:pt x="34092" y="57820"/>
                  <a:pt x="34092" y="54761"/>
                </a:cubicBezTo>
                <a:cubicBezTo>
                  <a:pt x="34092" y="48329"/>
                  <a:pt x="29646" y="43497"/>
                  <a:pt x="20755" y="40267"/>
                </a:cubicBezTo>
                <a:close/>
                <a:moveTo>
                  <a:pt x="197817" y="71228"/>
                </a:moveTo>
                <a:lnTo>
                  <a:pt x="189412" y="71228"/>
                </a:lnTo>
                <a:lnTo>
                  <a:pt x="189412" y="63338"/>
                </a:lnTo>
                <a:lnTo>
                  <a:pt x="189241" y="63338"/>
                </a:lnTo>
                <a:cubicBezTo>
                  <a:pt x="185781" y="69341"/>
                  <a:pt x="180407" y="72343"/>
                  <a:pt x="173117" y="72343"/>
                </a:cubicBezTo>
                <a:cubicBezTo>
                  <a:pt x="167113" y="72343"/>
                  <a:pt x="162339" y="70206"/>
                  <a:pt x="158794" y="65932"/>
                </a:cubicBezTo>
                <a:cubicBezTo>
                  <a:pt x="155249" y="61658"/>
                  <a:pt x="153477" y="55890"/>
                  <a:pt x="153477" y="48629"/>
                </a:cubicBezTo>
                <a:cubicBezTo>
                  <a:pt x="153477" y="40796"/>
                  <a:pt x="155478" y="34513"/>
                  <a:pt x="159480" y="29782"/>
                </a:cubicBezTo>
                <a:cubicBezTo>
                  <a:pt x="163482" y="25051"/>
                  <a:pt x="168714" y="22685"/>
                  <a:pt x="175175" y="22685"/>
                </a:cubicBezTo>
                <a:cubicBezTo>
                  <a:pt x="181636" y="22685"/>
                  <a:pt x="186325" y="25201"/>
                  <a:pt x="189241" y="30232"/>
                </a:cubicBezTo>
                <a:lnTo>
                  <a:pt x="189412" y="30232"/>
                </a:lnTo>
                <a:lnTo>
                  <a:pt x="189412" y="1029"/>
                </a:lnTo>
                <a:lnTo>
                  <a:pt x="197817" y="1029"/>
                </a:lnTo>
                <a:lnTo>
                  <a:pt x="197817" y="71228"/>
                </a:lnTo>
                <a:moveTo>
                  <a:pt x="189455" y="43011"/>
                </a:moveTo>
                <a:cubicBezTo>
                  <a:pt x="189455" y="39209"/>
                  <a:pt x="188204" y="36029"/>
                  <a:pt x="185703" y="33470"/>
                </a:cubicBezTo>
                <a:cubicBezTo>
                  <a:pt x="183201" y="30911"/>
                  <a:pt x="180121" y="29632"/>
                  <a:pt x="176462" y="29632"/>
                </a:cubicBezTo>
                <a:cubicBezTo>
                  <a:pt x="172002" y="29632"/>
                  <a:pt x="168485" y="31297"/>
                  <a:pt x="165912" y="34628"/>
                </a:cubicBezTo>
                <a:cubicBezTo>
                  <a:pt x="163340" y="37958"/>
                  <a:pt x="162053" y="42497"/>
                  <a:pt x="162053" y="48243"/>
                </a:cubicBezTo>
                <a:cubicBezTo>
                  <a:pt x="162053" y="53532"/>
                  <a:pt x="163289" y="57713"/>
                  <a:pt x="165762" y="60786"/>
                </a:cubicBezTo>
                <a:cubicBezTo>
                  <a:pt x="168235" y="63859"/>
                  <a:pt x="171530" y="65396"/>
                  <a:pt x="175647" y="65396"/>
                </a:cubicBezTo>
                <a:cubicBezTo>
                  <a:pt x="179706" y="65396"/>
                  <a:pt x="183023" y="63888"/>
                  <a:pt x="185596" y="60872"/>
                </a:cubicBezTo>
                <a:cubicBezTo>
                  <a:pt x="188169" y="57856"/>
                  <a:pt x="189455" y="54104"/>
                  <a:pt x="189455" y="49615"/>
                </a:cubicBezTo>
                <a:lnTo>
                  <a:pt x="189455" y="43011"/>
                </a:lnTo>
                <a:close/>
                <a:moveTo>
                  <a:pt x="252004" y="49658"/>
                </a:moveTo>
                <a:lnTo>
                  <a:pt x="218813" y="49658"/>
                </a:lnTo>
                <a:cubicBezTo>
                  <a:pt x="218956" y="54718"/>
                  <a:pt x="220342" y="58628"/>
                  <a:pt x="222972" y="61386"/>
                </a:cubicBezTo>
                <a:cubicBezTo>
                  <a:pt x="225602" y="64145"/>
                  <a:pt x="229276" y="65525"/>
                  <a:pt x="233993" y="65525"/>
                </a:cubicBezTo>
                <a:cubicBezTo>
                  <a:pt x="239311" y="65525"/>
                  <a:pt x="244185" y="63824"/>
                  <a:pt x="248616" y="60422"/>
                </a:cubicBezTo>
                <a:lnTo>
                  <a:pt x="248616" y="67926"/>
                </a:lnTo>
                <a:cubicBezTo>
                  <a:pt x="244442" y="70871"/>
                  <a:pt x="238910" y="72343"/>
                  <a:pt x="232021" y="72343"/>
                </a:cubicBezTo>
                <a:cubicBezTo>
                  <a:pt x="225159" y="72343"/>
                  <a:pt x="219806" y="70170"/>
                  <a:pt x="215961" y="65825"/>
                </a:cubicBezTo>
                <a:cubicBezTo>
                  <a:pt x="212116" y="61479"/>
                  <a:pt x="210193" y="55447"/>
                  <a:pt x="210193" y="47728"/>
                </a:cubicBezTo>
                <a:cubicBezTo>
                  <a:pt x="210193" y="40467"/>
                  <a:pt x="212302" y="34478"/>
                  <a:pt x="216518" y="29761"/>
                </a:cubicBezTo>
                <a:cubicBezTo>
                  <a:pt x="220735" y="25043"/>
                  <a:pt x="225974" y="22685"/>
                  <a:pt x="232235" y="22685"/>
                </a:cubicBezTo>
                <a:cubicBezTo>
                  <a:pt x="238439" y="22685"/>
                  <a:pt x="243284" y="24679"/>
                  <a:pt x="246772" y="28667"/>
                </a:cubicBezTo>
                <a:cubicBezTo>
                  <a:pt x="250260" y="32655"/>
                  <a:pt x="252004" y="38237"/>
                  <a:pt x="252004" y="45413"/>
                </a:cubicBezTo>
                <a:lnTo>
                  <a:pt x="252004" y="49658"/>
                </a:lnTo>
                <a:moveTo>
                  <a:pt x="243599" y="42925"/>
                </a:moveTo>
                <a:cubicBezTo>
                  <a:pt x="243570" y="38637"/>
                  <a:pt x="242555" y="35321"/>
                  <a:pt x="240554" y="32977"/>
                </a:cubicBezTo>
                <a:cubicBezTo>
                  <a:pt x="238553" y="30632"/>
                  <a:pt x="235737" y="29460"/>
                  <a:pt x="232106" y="29460"/>
                </a:cubicBezTo>
                <a:cubicBezTo>
                  <a:pt x="228761" y="29460"/>
                  <a:pt x="225867" y="30704"/>
                  <a:pt x="223423" y="33191"/>
                </a:cubicBezTo>
                <a:cubicBezTo>
                  <a:pt x="220978" y="35678"/>
                  <a:pt x="219442" y="38923"/>
                  <a:pt x="218813" y="42925"/>
                </a:cubicBezTo>
                <a:lnTo>
                  <a:pt x="243599" y="42925"/>
                </a:lnTo>
                <a:close/>
                <a:moveTo>
                  <a:pt x="287108" y="8191"/>
                </a:moveTo>
                <a:cubicBezTo>
                  <a:pt x="285535" y="7362"/>
                  <a:pt x="283834" y="6947"/>
                  <a:pt x="282005" y="6947"/>
                </a:cubicBezTo>
                <a:cubicBezTo>
                  <a:pt x="276745" y="6947"/>
                  <a:pt x="274114" y="10206"/>
                  <a:pt x="274114" y="16724"/>
                </a:cubicBezTo>
                <a:lnTo>
                  <a:pt x="274114" y="23800"/>
                </a:lnTo>
                <a:lnTo>
                  <a:pt x="285221" y="23800"/>
                </a:lnTo>
                <a:lnTo>
                  <a:pt x="285221" y="30747"/>
                </a:lnTo>
                <a:lnTo>
                  <a:pt x="274114" y="30747"/>
                </a:lnTo>
                <a:lnTo>
                  <a:pt x="274114" y="71228"/>
                </a:lnTo>
                <a:lnTo>
                  <a:pt x="265795" y="71228"/>
                </a:lnTo>
                <a:lnTo>
                  <a:pt x="265795" y="30747"/>
                </a:lnTo>
                <a:lnTo>
                  <a:pt x="257690" y="30747"/>
                </a:lnTo>
                <a:lnTo>
                  <a:pt x="257690" y="23800"/>
                </a:lnTo>
                <a:lnTo>
                  <a:pt x="265795" y="23800"/>
                </a:lnTo>
                <a:lnTo>
                  <a:pt x="265795" y="16338"/>
                </a:lnTo>
                <a:cubicBezTo>
                  <a:pt x="265795" y="11250"/>
                  <a:pt x="267260" y="7254"/>
                  <a:pt x="270191" y="4353"/>
                </a:cubicBezTo>
                <a:cubicBezTo>
                  <a:pt x="273121" y="1451"/>
                  <a:pt x="276845" y="0"/>
                  <a:pt x="281362" y="0"/>
                </a:cubicBezTo>
                <a:cubicBezTo>
                  <a:pt x="283763" y="0"/>
                  <a:pt x="285678" y="272"/>
                  <a:pt x="287108" y="815"/>
                </a:cubicBezTo>
                <a:lnTo>
                  <a:pt x="287108" y="8191"/>
                </a:lnTo>
                <a:close/>
                <a:moveTo>
                  <a:pt x="344919" y="32119"/>
                </a:moveTo>
                <a:cubicBezTo>
                  <a:pt x="343518" y="31118"/>
                  <a:pt x="341588" y="30618"/>
                  <a:pt x="339130" y="30618"/>
                </a:cubicBezTo>
                <a:cubicBezTo>
                  <a:pt x="335871" y="30618"/>
                  <a:pt x="333183" y="32141"/>
                  <a:pt x="331068" y="35185"/>
                </a:cubicBezTo>
                <a:cubicBezTo>
                  <a:pt x="328952" y="38230"/>
                  <a:pt x="327895" y="42239"/>
                  <a:pt x="327895" y="47214"/>
                </a:cubicBezTo>
                <a:lnTo>
                  <a:pt x="327895" y="71228"/>
                </a:lnTo>
                <a:lnTo>
                  <a:pt x="319490" y="71228"/>
                </a:lnTo>
                <a:lnTo>
                  <a:pt x="319490" y="23800"/>
                </a:lnTo>
                <a:lnTo>
                  <a:pt x="327895" y="23800"/>
                </a:lnTo>
                <a:lnTo>
                  <a:pt x="327895" y="33448"/>
                </a:lnTo>
                <a:lnTo>
                  <a:pt x="328066" y="33448"/>
                </a:lnTo>
                <a:cubicBezTo>
                  <a:pt x="330468" y="26473"/>
                  <a:pt x="334613" y="22985"/>
                  <a:pt x="340502" y="22985"/>
                </a:cubicBezTo>
                <a:cubicBezTo>
                  <a:pt x="342417" y="22985"/>
                  <a:pt x="343890" y="23199"/>
                  <a:pt x="344919" y="23628"/>
                </a:cubicBezTo>
                <a:lnTo>
                  <a:pt x="344919" y="32119"/>
                </a:lnTo>
                <a:close/>
                <a:moveTo>
                  <a:pt x="391061" y="49658"/>
                </a:moveTo>
                <a:lnTo>
                  <a:pt x="357870" y="49658"/>
                </a:lnTo>
                <a:cubicBezTo>
                  <a:pt x="358012" y="54718"/>
                  <a:pt x="359399" y="58628"/>
                  <a:pt x="362029" y="61386"/>
                </a:cubicBezTo>
                <a:cubicBezTo>
                  <a:pt x="364659" y="64145"/>
                  <a:pt x="368333" y="65525"/>
                  <a:pt x="373050" y="65525"/>
                </a:cubicBezTo>
                <a:cubicBezTo>
                  <a:pt x="378367" y="65525"/>
                  <a:pt x="383242" y="63824"/>
                  <a:pt x="387673" y="60422"/>
                </a:cubicBezTo>
                <a:lnTo>
                  <a:pt x="387673" y="67926"/>
                </a:lnTo>
                <a:cubicBezTo>
                  <a:pt x="383499" y="70871"/>
                  <a:pt x="377967" y="72343"/>
                  <a:pt x="371077" y="72343"/>
                </a:cubicBezTo>
                <a:cubicBezTo>
                  <a:pt x="364216" y="72343"/>
                  <a:pt x="358863" y="70170"/>
                  <a:pt x="355018" y="65825"/>
                </a:cubicBezTo>
                <a:cubicBezTo>
                  <a:pt x="351173" y="61479"/>
                  <a:pt x="349250" y="55447"/>
                  <a:pt x="349250" y="47728"/>
                </a:cubicBezTo>
                <a:cubicBezTo>
                  <a:pt x="349250" y="40467"/>
                  <a:pt x="351359" y="34478"/>
                  <a:pt x="355575" y="29761"/>
                </a:cubicBezTo>
                <a:cubicBezTo>
                  <a:pt x="359792" y="25043"/>
                  <a:pt x="365031" y="22685"/>
                  <a:pt x="371292" y="22685"/>
                </a:cubicBezTo>
                <a:cubicBezTo>
                  <a:pt x="377495" y="22685"/>
                  <a:pt x="382341" y="24679"/>
                  <a:pt x="385829" y="28667"/>
                </a:cubicBezTo>
                <a:cubicBezTo>
                  <a:pt x="389317" y="32655"/>
                  <a:pt x="391061" y="38237"/>
                  <a:pt x="391061" y="45413"/>
                </a:cubicBezTo>
                <a:lnTo>
                  <a:pt x="391061" y="49658"/>
                </a:lnTo>
                <a:moveTo>
                  <a:pt x="382656" y="42925"/>
                </a:moveTo>
                <a:cubicBezTo>
                  <a:pt x="382627" y="38637"/>
                  <a:pt x="381612" y="35321"/>
                  <a:pt x="379611" y="32977"/>
                </a:cubicBezTo>
                <a:cubicBezTo>
                  <a:pt x="377610" y="30632"/>
                  <a:pt x="374794" y="29460"/>
                  <a:pt x="371163" y="29460"/>
                </a:cubicBezTo>
                <a:cubicBezTo>
                  <a:pt x="367818" y="29460"/>
                  <a:pt x="364924" y="30704"/>
                  <a:pt x="362479" y="33191"/>
                </a:cubicBezTo>
                <a:cubicBezTo>
                  <a:pt x="360035" y="35678"/>
                  <a:pt x="358498" y="38923"/>
                  <a:pt x="357870" y="42925"/>
                </a:cubicBezTo>
                <a:lnTo>
                  <a:pt x="382656" y="42925"/>
                </a:lnTo>
                <a:close/>
                <a:moveTo>
                  <a:pt x="470137" y="71228"/>
                </a:moveTo>
                <a:lnTo>
                  <a:pt x="461732" y="71228"/>
                </a:lnTo>
                <a:lnTo>
                  <a:pt x="461732" y="43998"/>
                </a:lnTo>
                <a:cubicBezTo>
                  <a:pt x="461732" y="38852"/>
                  <a:pt x="460932" y="35171"/>
                  <a:pt x="459331" y="32955"/>
                </a:cubicBezTo>
                <a:cubicBezTo>
                  <a:pt x="457730" y="30740"/>
                  <a:pt x="455099" y="29632"/>
                  <a:pt x="451440" y="29632"/>
                </a:cubicBezTo>
                <a:cubicBezTo>
                  <a:pt x="448353" y="29632"/>
                  <a:pt x="445708" y="31076"/>
                  <a:pt x="443507" y="33963"/>
                </a:cubicBezTo>
                <a:cubicBezTo>
                  <a:pt x="441306" y="36850"/>
                  <a:pt x="440205" y="40267"/>
                  <a:pt x="440205" y="44212"/>
                </a:cubicBezTo>
                <a:lnTo>
                  <a:pt x="440205" y="71228"/>
                </a:lnTo>
                <a:lnTo>
                  <a:pt x="431800" y="71228"/>
                </a:lnTo>
                <a:lnTo>
                  <a:pt x="431800" y="43140"/>
                </a:lnTo>
                <a:cubicBezTo>
                  <a:pt x="431800" y="34135"/>
                  <a:pt x="428326" y="29632"/>
                  <a:pt x="421379" y="29632"/>
                </a:cubicBezTo>
                <a:cubicBezTo>
                  <a:pt x="418178" y="29632"/>
                  <a:pt x="415526" y="31004"/>
                  <a:pt x="413425" y="33749"/>
                </a:cubicBezTo>
                <a:cubicBezTo>
                  <a:pt x="411324" y="36493"/>
                  <a:pt x="410273" y="39995"/>
                  <a:pt x="410273" y="44255"/>
                </a:cubicBezTo>
                <a:lnTo>
                  <a:pt x="410273" y="71228"/>
                </a:lnTo>
                <a:lnTo>
                  <a:pt x="401868" y="71228"/>
                </a:lnTo>
                <a:lnTo>
                  <a:pt x="401868" y="23800"/>
                </a:lnTo>
                <a:lnTo>
                  <a:pt x="410273" y="23800"/>
                </a:lnTo>
                <a:lnTo>
                  <a:pt x="410273" y="31304"/>
                </a:lnTo>
                <a:lnTo>
                  <a:pt x="410444" y="31304"/>
                </a:lnTo>
                <a:cubicBezTo>
                  <a:pt x="413818" y="25558"/>
                  <a:pt x="418749" y="22685"/>
                  <a:pt x="425239" y="22685"/>
                </a:cubicBezTo>
                <a:cubicBezTo>
                  <a:pt x="428412" y="22685"/>
                  <a:pt x="431214" y="23557"/>
                  <a:pt x="433644" y="25301"/>
                </a:cubicBezTo>
                <a:cubicBezTo>
                  <a:pt x="436074" y="27045"/>
                  <a:pt x="437761" y="29403"/>
                  <a:pt x="438704" y="32376"/>
                </a:cubicBezTo>
                <a:cubicBezTo>
                  <a:pt x="442220" y="25915"/>
                  <a:pt x="447481" y="22685"/>
                  <a:pt x="454485" y="22685"/>
                </a:cubicBezTo>
                <a:cubicBezTo>
                  <a:pt x="464920" y="22685"/>
                  <a:pt x="470137" y="29117"/>
                  <a:pt x="470137" y="41982"/>
                </a:cubicBezTo>
                <a:lnTo>
                  <a:pt x="470137" y="71228"/>
                </a:lnTo>
                <a:close/>
                <a:moveTo>
                  <a:pt x="481073" y="48029"/>
                </a:moveTo>
                <a:cubicBezTo>
                  <a:pt x="481073" y="40195"/>
                  <a:pt x="483260" y="34013"/>
                  <a:pt x="487634" y="29482"/>
                </a:cubicBezTo>
                <a:cubicBezTo>
                  <a:pt x="492008" y="24951"/>
                  <a:pt x="497940" y="22685"/>
                  <a:pt x="505430" y="22685"/>
                </a:cubicBezTo>
                <a:cubicBezTo>
                  <a:pt x="512549" y="22685"/>
                  <a:pt x="518131" y="24865"/>
                  <a:pt x="522176" y="29224"/>
                </a:cubicBezTo>
                <a:cubicBezTo>
                  <a:pt x="526221" y="33584"/>
                  <a:pt x="528244" y="39609"/>
                  <a:pt x="528244" y="47299"/>
                </a:cubicBezTo>
                <a:cubicBezTo>
                  <a:pt x="528244" y="54790"/>
                  <a:pt x="526086" y="60836"/>
                  <a:pt x="521769" y="65439"/>
                </a:cubicBezTo>
                <a:cubicBezTo>
                  <a:pt x="517452" y="70042"/>
                  <a:pt x="511663" y="72343"/>
                  <a:pt x="504401" y="72343"/>
                </a:cubicBezTo>
                <a:cubicBezTo>
                  <a:pt x="497311" y="72343"/>
                  <a:pt x="491651" y="70113"/>
                  <a:pt x="487420" y="65653"/>
                </a:cubicBezTo>
                <a:cubicBezTo>
                  <a:pt x="483189" y="61193"/>
                  <a:pt x="481073" y="55319"/>
                  <a:pt x="481073" y="48029"/>
                </a:cubicBezTo>
                <a:moveTo>
                  <a:pt x="489650" y="47771"/>
                </a:moveTo>
                <a:cubicBezTo>
                  <a:pt x="489650" y="53232"/>
                  <a:pt x="491029" y="57534"/>
                  <a:pt x="493788" y="60679"/>
                </a:cubicBezTo>
                <a:cubicBezTo>
                  <a:pt x="496547" y="63824"/>
                  <a:pt x="500256" y="65396"/>
                  <a:pt x="504916" y="65396"/>
                </a:cubicBezTo>
                <a:cubicBezTo>
                  <a:pt x="509719" y="65396"/>
                  <a:pt x="513378" y="63859"/>
                  <a:pt x="515894" y="60786"/>
                </a:cubicBezTo>
                <a:cubicBezTo>
                  <a:pt x="518410" y="57713"/>
                  <a:pt x="519668" y="53303"/>
                  <a:pt x="519668" y="47557"/>
                </a:cubicBezTo>
                <a:cubicBezTo>
                  <a:pt x="519668" y="41782"/>
                  <a:pt x="518410" y="37351"/>
                  <a:pt x="515894" y="34263"/>
                </a:cubicBezTo>
                <a:cubicBezTo>
                  <a:pt x="513378" y="31176"/>
                  <a:pt x="509719" y="29632"/>
                  <a:pt x="504916" y="29632"/>
                </a:cubicBezTo>
                <a:cubicBezTo>
                  <a:pt x="500199" y="29632"/>
                  <a:pt x="496475" y="31247"/>
                  <a:pt x="493745" y="34478"/>
                </a:cubicBezTo>
                <a:cubicBezTo>
                  <a:pt x="491015" y="37708"/>
                  <a:pt x="489650" y="42139"/>
                  <a:pt x="489650" y="47771"/>
                </a:cubicBezTo>
                <a:close/>
                <a:moveTo>
                  <a:pt x="579189" y="23800"/>
                </a:moveTo>
                <a:lnTo>
                  <a:pt x="560407" y="71228"/>
                </a:lnTo>
                <a:lnTo>
                  <a:pt x="551916" y="71228"/>
                </a:lnTo>
                <a:lnTo>
                  <a:pt x="534077" y="23800"/>
                </a:lnTo>
                <a:lnTo>
                  <a:pt x="543253" y="23800"/>
                </a:lnTo>
                <a:lnTo>
                  <a:pt x="554832" y="57677"/>
                </a:lnTo>
                <a:cubicBezTo>
                  <a:pt x="555775" y="60393"/>
                  <a:pt x="556333" y="62666"/>
                  <a:pt x="556504" y="64495"/>
                </a:cubicBezTo>
                <a:lnTo>
                  <a:pt x="556719" y="64495"/>
                </a:lnTo>
                <a:cubicBezTo>
                  <a:pt x="557005" y="62094"/>
                  <a:pt x="557505" y="59878"/>
                  <a:pt x="558220" y="57849"/>
                </a:cubicBezTo>
                <a:lnTo>
                  <a:pt x="570355" y="23800"/>
                </a:lnTo>
                <a:lnTo>
                  <a:pt x="579189" y="23800"/>
                </a:lnTo>
                <a:close/>
                <a:moveTo>
                  <a:pt x="625374" y="49658"/>
                </a:moveTo>
                <a:lnTo>
                  <a:pt x="592183" y="49658"/>
                </a:lnTo>
                <a:cubicBezTo>
                  <a:pt x="592325" y="54718"/>
                  <a:pt x="593712" y="58628"/>
                  <a:pt x="596342" y="61386"/>
                </a:cubicBezTo>
                <a:cubicBezTo>
                  <a:pt x="598972" y="64145"/>
                  <a:pt x="602646" y="65525"/>
                  <a:pt x="607363" y="65525"/>
                </a:cubicBezTo>
                <a:cubicBezTo>
                  <a:pt x="612680" y="65525"/>
                  <a:pt x="617555" y="63824"/>
                  <a:pt x="621986" y="60422"/>
                </a:cubicBezTo>
                <a:lnTo>
                  <a:pt x="621986" y="67926"/>
                </a:lnTo>
                <a:cubicBezTo>
                  <a:pt x="617812" y="70871"/>
                  <a:pt x="612280" y="72343"/>
                  <a:pt x="605390" y="72343"/>
                </a:cubicBezTo>
                <a:cubicBezTo>
                  <a:pt x="598529" y="72343"/>
                  <a:pt x="593176" y="70170"/>
                  <a:pt x="589331" y="65825"/>
                </a:cubicBezTo>
                <a:cubicBezTo>
                  <a:pt x="585486" y="61479"/>
                  <a:pt x="583563" y="55447"/>
                  <a:pt x="583563" y="47728"/>
                </a:cubicBezTo>
                <a:cubicBezTo>
                  <a:pt x="583563" y="40467"/>
                  <a:pt x="585672" y="34478"/>
                  <a:pt x="589888" y="29761"/>
                </a:cubicBezTo>
                <a:cubicBezTo>
                  <a:pt x="594105" y="25043"/>
                  <a:pt x="599344" y="22685"/>
                  <a:pt x="605605" y="22685"/>
                </a:cubicBezTo>
                <a:cubicBezTo>
                  <a:pt x="611808" y="22685"/>
                  <a:pt x="616654" y="24679"/>
                  <a:pt x="620142" y="28667"/>
                </a:cubicBezTo>
                <a:cubicBezTo>
                  <a:pt x="623630" y="32655"/>
                  <a:pt x="625374" y="38237"/>
                  <a:pt x="625374" y="45413"/>
                </a:cubicBezTo>
                <a:lnTo>
                  <a:pt x="625374" y="49658"/>
                </a:lnTo>
                <a:moveTo>
                  <a:pt x="616969" y="42925"/>
                </a:moveTo>
                <a:cubicBezTo>
                  <a:pt x="616940" y="38637"/>
                  <a:pt x="615925" y="35321"/>
                  <a:pt x="613924" y="32977"/>
                </a:cubicBezTo>
                <a:cubicBezTo>
                  <a:pt x="611923" y="30632"/>
                  <a:pt x="609107" y="29460"/>
                  <a:pt x="605476" y="29460"/>
                </a:cubicBezTo>
                <a:cubicBezTo>
                  <a:pt x="602131" y="29460"/>
                  <a:pt x="599237" y="30704"/>
                  <a:pt x="596792" y="33191"/>
                </a:cubicBezTo>
                <a:cubicBezTo>
                  <a:pt x="594348" y="35678"/>
                  <a:pt x="592811" y="38923"/>
                  <a:pt x="592183" y="42925"/>
                </a:cubicBezTo>
                <a:lnTo>
                  <a:pt x="616969" y="42925"/>
                </a:lnTo>
                <a:close/>
                <a:moveTo>
                  <a:pt x="668043" y="84993"/>
                </a:moveTo>
                <a:lnTo>
                  <a:pt x="628677" y="84993"/>
                </a:lnTo>
                <a:lnTo>
                  <a:pt x="628677" y="79461"/>
                </a:lnTo>
                <a:lnTo>
                  <a:pt x="668043" y="79461"/>
                </a:lnTo>
                <a:lnTo>
                  <a:pt x="668043" y="84993"/>
                </a:lnTo>
                <a:close/>
                <a:moveTo>
                  <a:pt x="673746" y="60979"/>
                </a:moveTo>
                <a:cubicBezTo>
                  <a:pt x="677977" y="64038"/>
                  <a:pt x="682537" y="65567"/>
                  <a:pt x="687425" y="65567"/>
                </a:cubicBezTo>
                <a:cubicBezTo>
                  <a:pt x="693972" y="65567"/>
                  <a:pt x="697245" y="63423"/>
                  <a:pt x="697245" y="59135"/>
                </a:cubicBezTo>
                <a:cubicBezTo>
                  <a:pt x="697245" y="57305"/>
                  <a:pt x="696531" y="55797"/>
                  <a:pt x="695101" y="54611"/>
                </a:cubicBezTo>
                <a:cubicBezTo>
                  <a:pt x="693672" y="53425"/>
                  <a:pt x="690770" y="52017"/>
                  <a:pt x="686396" y="50387"/>
                </a:cubicBezTo>
                <a:cubicBezTo>
                  <a:pt x="681136" y="48272"/>
                  <a:pt x="677720" y="46177"/>
                  <a:pt x="676147" y="44105"/>
                </a:cubicBezTo>
                <a:cubicBezTo>
                  <a:pt x="674575" y="42032"/>
                  <a:pt x="673789" y="39523"/>
                  <a:pt x="673789" y="36579"/>
                </a:cubicBezTo>
                <a:cubicBezTo>
                  <a:pt x="673789" y="32376"/>
                  <a:pt x="675568" y="29010"/>
                  <a:pt x="679128" y="26480"/>
                </a:cubicBezTo>
                <a:cubicBezTo>
                  <a:pt x="682687" y="23950"/>
                  <a:pt x="687068" y="22685"/>
                  <a:pt x="692271" y="22685"/>
                </a:cubicBezTo>
                <a:cubicBezTo>
                  <a:pt x="696302" y="22685"/>
                  <a:pt x="700047" y="23385"/>
                  <a:pt x="703506" y="24786"/>
                </a:cubicBezTo>
                <a:lnTo>
                  <a:pt x="703506" y="32891"/>
                </a:lnTo>
                <a:cubicBezTo>
                  <a:pt x="699961" y="30604"/>
                  <a:pt x="695945" y="29460"/>
                  <a:pt x="691456" y="29460"/>
                </a:cubicBezTo>
                <a:cubicBezTo>
                  <a:pt x="688769" y="29460"/>
                  <a:pt x="686582" y="30046"/>
                  <a:pt x="684895" y="31219"/>
                </a:cubicBezTo>
                <a:cubicBezTo>
                  <a:pt x="683209" y="32391"/>
                  <a:pt x="682365" y="33934"/>
                  <a:pt x="682365" y="35850"/>
                </a:cubicBezTo>
                <a:cubicBezTo>
                  <a:pt x="682365" y="37737"/>
                  <a:pt x="682973" y="39209"/>
                  <a:pt x="684188" y="40267"/>
                </a:cubicBezTo>
                <a:cubicBezTo>
                  <a:pt x="685403" y="41325"/>
                  <a:pt x="688097" y="42682"/>
                  <a:pt x="692271" y="44341"/>
                </a:cubicBezTo>
                <a:cubicBezTo>
                  <a:pt x="697560" y="46313"/>
                  <a:pt x="701133" y="48357"/>
                  <a:pt x="702992" y="50473"/>
                </a:cubicBezTo>
                <a:cubicBezTo>
                  <a:pt x="704850" y="52588"/>
                  <a:pt x="705779" y="55204"/>
                  <a:pt x="705779" y="58320"/>
                </a:cubicBezTo>
                <a:cubicBezTo>
                  <a:pt x="705779" y="62666"/>
                  <a:pt x="703999" y="66089"/>
                  <a:pt x="700440" y="68591"/>
                </a:cubicBezTo>
                <a:cubicBezTo>
                  <a:pt x="696881" y="71092"/>
                  <a:pt x="692271" y="72343"/>
                  <a:pt x="686611" y="72343"/>
                </a:cubicBezTo>
                <a:cubicBezTo>
                  <a:pt x="681693" y="72343"/>
                  <a:pt x="677405" y="71414"/>
                  <a:pt x="673746" y="69556"/>
                </a:cubicBezTo>
                <a:lnTo>
                  <a:pt x="673746" y="60979"/>
                </a:lnTo>
                <a:close/>
                <a:moveTo>
                  <a:pt x="725033" y="64538"/>
                </a:moveTo>
                <a:lnTo>
                  <a:pt x="725033" y="93055"/>
                </a:lnTo>
                <a:lnTo>
                  <a:pt x="716628" y="93055"/>
                </a:lnTo>
                <a:lnTo>
                  <a:pt x="716628" y="23800"/>
                </a:lnTo>
                <a:lnTo>
                  <a:pt x="725033" y="23800"/>
                </a:lnTo>
                <a:lnTo>
                  <a:pt x="725033" y="31990"/>
                </a:lnTo>
                <a:lnTo>
                  <a:pt x="725204" y="31990"/>
                </a:lnTo>
                <a:cubicBezTo>
                  <a:pt x="728921" y="25787"/>
                  <a:pt x="734353" y="22685"/>
                  <a:pt x="741500" y="22685"/>
                </a:cubicBezTo>
                <a:cubicBezTo>
                  <a:pt x="747560" y="22685"/>
                  <a:pt x="752313" y="24808"/>
                  <a:pt x="755758" y="29053"/>
                </a:cubicBezTo>
                <a:cubicBezTo>
                  <a:pt x="759203" y="33298"/>
                  <a:pt x="760926" y="38995"/>
                  <a:pt x="760926" y="46142"/>
                </a:cubicBezTo>
                <a:cubicBezTo>
                  <a:pt x="760926" y="54032"/>
                  <a:pt x="758974" y="60372"/>
                  <a:pt x="755072" y="65160"/>
                </a:cubicBezTo>
                <a:cubicBezTo>
                  <a:pt x="751170" y="69949"/>
                  <a:pt x="745917" y="72343"/>
                  <a:pt x="739313" y="72343"/>
                </a:cubicBezTo>
                <a:cubicBezTo>
                  <a:pt x="733223" y="72343"/>
                  <a:pt x="728521" y="69741"/>
                  <a:pt x="725204" y="64538"/>
                </a:cubicBezTo>
                <a:lnTo>
                  <a:pt x="725033" y="64538"/>
                </a:lnTo>
                <a:moveTo>
                  <a:pt x="724990" y="51674"/>
                </a:moveTo>
                <a:cubicBezTo>
                  <a:pt x="724990" y="55533"/>
                  <a:pt x="726234" y="58785"/>
                  <a:pt x="728721" y="61429"/>
                </a:cubicBezTo>
                <a:cubicBezTo>
                  <a:pt x="731208" y="64074"/>
                  <a:pt x="734324" y="65396"/>
                  <a:pt x="738069" y="65396"/>
                </a:cubicBezTo>
                <a:cubicBezTo>
                  <a:pt x="742529" y="65396"/>
                  <a:pt x="746017" y="63681"/>
                  <a:pt x="748532" y="60250"/>
                </a:cubicBezTo>
                <a:cubicBezTo>
                  <a:pt x="751048" y="56819"/>
                  <a:pt x="752306" y="52074"/>
                  <a:pt x="752306" y="46013"/>
                </a:cubicBezTo>
                <a:cubicBezTo>
                  <a:pt x="752306" y="40896"/>
                  <a:pt x="751134" y="36886"/>
                  <a:pt x="748790" y="33984"/>
                </a:cubicBezTo>
                <a:cubicBezTo>
                  <a:pt x="746446" y="31083"/>
                  <a:pt x="743244" y="29632"/>
                  <a:pt x="739184" y="29632"/>
                </a:cubicBezTo>
                <a:cubicBezTo>
                  <a:pt x="735039" y="29632"/>
                  <a:pt x="731637" y="31104"/>
                  <a:pt x="728978" y="34049"/>
                </a:cubicBezTo>
                <a:cubicBezTo>
                  <a:pt x="726319" y="36993"/>
                  <a:pt x="724990" y="40767"/>
                  <a:pt x="724990" y="45370"/>
                </a:cubicBezTo>
                <a:lnTo>
                  <a:pt x="724990" y="51674"/>
                </a:lnTo>
                <a:close/>
                <a:moveTo>
                  <a:pt x="774477" y="27102"/>
                </a:moveTo>
                <a:cubicBezTo>
                  <a:pt x="779194" y="24157"/>
                  <a:pt x="784640" y="22685"/>
                  <a:pt x="790815" y="22685"/>
                </a:cubicBezTo>
                <a:cubicBezTo>
                  <a:pt x="802250" y="22685"/>
                  <a:pt x="807968" y="28688"/>
                  <a:pt x="807968" y="40696"/>
                </a:cubicBezTo>
                <a:lnTo>
                  <a:pt x="807968" y="71228"/>
                </a:lnTo>
                <a:lnTo>
                  <a:pt x="799649" y="71228"/>
                </a:lnTo>
                <a:lnTo>
                  <a:pt x="799649" y="63895"/>
                </a:lnTo>
                <a:lnTo>
                  <a:pt x="799434" y="63895"/>
                </a:lnTo>
                <a:cubicBezTo>
                  <a:pt x="796147" y="69527"/>
                  <a:pt x="791301" y="72343"/>
                  <a:pt x="784897" y="72343"/>
                </a:cubicBezTo>
                <a:cubicBezTo>
                  <a:pt x="780294" y="72343"/>
                  <a:pt x="776635" y="71099"/>
                  <a:pt x="773919" y="68612"/>
                </a:cubicBezTo>
                <a:cubicBezTo>
                  <a:pt x="771203" y="66125"/>
                  <a:pt x="769845" y="62766"/>
                  <a:pt x="769845" y="58535"/>
                </a:cubicBezTo>
                <a:cubicBezTo>
                  <a:pt x="769845" y="49672"/>
                  <a:pt x="775091" y="44512"/>
                  <a:pt x="785583" y="43054"/>
                </a:cubicBezTo>
                <a:lnTo>
                  <a:pt x="799649" y="41082"/>
                </a:lnTo>
                <a:cubicBezTo>
                  <a:pt x="799649" y="33334"/>
                  <a:pt x="796447" y="29460"/>
                  <a:pt x="790043" y="29460"/>
                </a:cubicBezTo>
                <a:cubicBezTo>
                  <a:pt x="784354" y="29460"/>
                  <a:pt x="779165" y="31376"/>
                  <a:pt x="774477" y="35207"/>
                </a:cubicBezTo>
                <a:lnTo>
                  <a:pt x="774477" y="27102"/>
                </a:lnTo>
                <a:moveTo>
                  <a:pt x="788542" y="48929"/>
                </a:moveTo>
                <a:cubicBezTo>
                  <a:pt x="784654" y="49444"/>
                  <a:pt x="781974" y="50416"/>
                  <a:pt x="780502" y="51845"/>
                </a:cubicBezTo>
                <a:cubicBezTo>
                  <a:pt x="779029" y="53274"/>
                  <a:pt x="778293" y="55276"/>
                  <a:pt x="778293" y="57849"/>
                </a:cubicBezTo>
                <a:cubicBezTo>
                  <a:pt x="778293" y="60107"/>
                  <a:pt x="779094" y="61951"/>
                  <a:pt x="780695" y="63380"/>
                </a:cubicBezTo>
                <a:cubicBezTo>
                  <a:pt x="782296" y="64810"/>
                  <a:pt x="784411" y="65525"/>
                  <a:pt x="787041" y="65525"/>
                </a:cubicBezTo>
                <a:cubicBezTo>
                  <a:pt x="790701" y="65525"/>
                  <a:pt x="793717" y="64238"/>
                  <a:pt x="796090" y="61665"/>
                </a:cubicBezTo>
                <a:cubicBezTo>
                  <a:pt x="798462" y="59092"/>
                  <a:pt x="799649" y="55862"/>
                  <a:pt x="799649" y="51974"/>
                </a:cubicBezTo>
                <a:lnTo>
                  <a:pt x="799649" y="47428"/>
                </a:lnTo>
                <a:lnTo>
                  <a:pt x="788542" y="48929"/>
                </a:lnTo>
                <a:close/>
                <a:moveTo>
                  <a:pt x="855569" y="69084"/>
                </a:moveTo>
                <a:cubicBezTo>
                  <a:pt x="851938" y="71257"/>
                  <a:pt x="847564" y="72343"/>
                  <a:pt x="842447" y="72343"/>
                </a:cubicBezTo>
                <a:cubicBezTo>
                  <a:pt x="835586" y="72343"/>
                  <a:pt x="830068" y="70142"/>
                  <a:pt x="825894" y="65739"/>
                </a:cubicBezTo>
                <a:cubicBezTo>
                  <a:pt x="821720" y="61336"/>
                  <a:pt x="819633" y="55633"/>
                  <a:pt x="819633" y="48629"/>
                </a:cubicBezTo>
                <a:cubicBezTo>
                  <a:pt x="819633" y="40853"/>
                  <a:pt x="821885" y="34585"/>
                  <a:pt x="826387" y="29825"/>
                </a:cubicBezTo>
                <a:cubicBezTo>
                  <a:pt x="830890" y="25065"/>
                  <a:pt x="836915" y="22685"/>
                  <a:pt x="844462" y="22685"/>
                </a:cubicBezTo>
                <a:cubicBezTo>
                  <a:pt x="848808" y="22685"/>
                  <a:pt x="852524" y="23457"/>
                  <a:pt x="855612" y="25001"/>
                </a:cubicBezTo>
                <a:lnTo>
                  <a:pt x="855612" y="33320"/>
                </a:lnTo>
                <a:cubicBezTo>
                  <a:pt x="852267" y="30861"/>
                  <a:pt x="848550" y="29632"/>
                  <a:pt x="844462" y="29632"/>
                </a:cubicBezTo>
                <a:cubicBezTo>
                  <a:pt x="839659" y="29632"/>
                  <a:pt x="835750" y="31297"/>
                  <a:pt x="832734" y="34628"/>
                </a:cubicBezTo>
                <a:cubicBezTo>
                  <a:pt x="829718" y="37958"/>
                  <a:pt x="828210" y="42397"/>
                  <a:pt x="828210" y="47943"/>
                </a:cubicBezTo>
                <a:cubicBezTo>
                  <a:pt x="828210" y="53403"/>
                  <a:pt x="829632" y="57677"/>
                  <a:pt x="832477" y="60765"/>
                </a:cubicBezTo>
                <a:cubicBezTo>
                  <a:pt x="835321" y="63852"/>
                  <a:pt x="839159" y="65396"/>
                  <a:pt x="843991" y="65396"/>
                </a:cubicBezTo>
                <a:cubicBezTo>
                  <a:pt x="848079" y="65396"/>
                  <a:pt x="851938" y="64052"/>
                  <a:pt x="855569" y="61365"/>
                </a:cubicBezTo>
                <a:lnTo>
                  <a:pt x="855569" y="69084"/>
                </a:lnTo>
                <a:close/>
                <a:moveTo>
                  <a:pt x="905355" y="49658"/>
                </a:moveTo>
                <a:lnTo>
                  <a:pt x="872164" y="49658"/>
                </a:lnTo>
                <a:cubicBezTo>
                  <a:pt x="872307" y="54718"/>
                  <a:pt x="873694" y="58628"/>
                  <a:pt x="876324" y="61386"/>
                </a:cubicBezTo>
                <a:cubicBezTo>
                  <a:pt x="878954" y="64145"/>
                  <a:pt x="882627" y="65525"/>
                  <a:pt x="887345" y="65525"/>
                </a:cubicBezTo>
                <a:cubicBezTo>
                  <a:pt x="892662" y="65525"/>
                  <a:pt x="897536" y="63824"/>
                  <a:pt x="901967" y="60422"/>
                </a:cubicBezTo>
                <a:lnTo>
                  <a:pt x="901967" y="67926"/>
                </a:lnTo>
                <a:cubicBezTo>
                  <a:pt x="897794" y="70871"/>
                  <a:pt x="892262" y="72343"/>
                  <a:pt x="885372" y="72343"/>
                </a:cubicBezTo>
                <a:cubicBezTo>
                  <a:pt x="878511" y="72343"/>
                  <a:pt x="873158" y="70170"/>
                  <a:pt x="869312" y="65825"/>
                </a:cubicBezTo>
                <a:cubicBezTo>
                  <a:pt x="865467" y="61479"/>
                  <a:pt x="863545" y="55447"/>
                  <a:pt x="863545" y="47728"/>
                </a:cubicBezTo>
                <a:cubicBezTo>
                  <a:pt x="863545" y="40467"/>
                  <a:pt x="865653" y="34478"/>
                  <a:pt x="869870" y="29761"/>
                </a:cubicBezTo>
                <a:cubicBezTo>
                  <a:pt x="874087" y="25043"/>
                  <a:pt x="879325" y="22685"/>
                  <a:pt x="885586" y="22685"/>
                </a:cubicBezTo>
                <a:cubicBezTo>
                  <a:pt x="891790" y="22685"/>
                  <a:pt x="896636" y="24679"/>
                  <a:pt x="900124" y="28667"/>
                </a:cubicBezTo>
                <a:cubicBezTo>
                  <a:pt x="903611" y="32655"/>
                  <a:pt x="905355" y="38237"/>
                  <a:pt x="905355" y="45413"/>
                </a:cubicBezTo>
                <a:lnTo>
                  <a:pt x="905355" y="49658"/>
                </a:lnTo>
                <a:moveTo>
                  <a:pt x="896950" y="42925"/>
                </a:moveTo>
                <a:cubicBezTo>
                  <a:pt x="896922" y="38637"/>
                  <a:pt x="895907" y="35321"/>
                  <a:pt x="893906" y="32977"/>
                </a:cubicBezTo>
                <a:cubicBezTo>
                  <a:pt x="891904" y="30632"/>
                  <a:pt x="889088" y="29460"/>
                  <a:pt x="885458" y="29460"/>
                </a:cubicBezTo>
                <a:cubicBezTo>
                  <a:pt x="882113" y="29460"/>
                  <a:pt x="879218" y="30704"/>
                  <a:pt x="876774" y="33191"/>
                </a:cubicBezTo>
                <a:cubicBezTo>
                  <a:pt x="874330" y="35678"/>
                  <a:pt x="872793" y="38923"/>
                  <a:pt x="872164" y="42925"/>
                </a:cubicBezTo>
                <a:lnTo>
                  <a:pt x="896950" y="42925"/>
                </a:lnTo>
                <a:close/>
                <a:moveTo>
                  <a:pt x="913504" y="60979"/>
                </a:moveTo>
                <a:cubicBezTo>
                  <a:pt x="917735" y="64038"/>
                  <a:pt x="922295" y="65567"/>
                  <a:pt x="927183" y="65567"/>
                </a:cubicBezTo>
                <a:cubicBezTo>
                  <a:pt x="933730" y="65567"/>
                  <a:pt x="937003" y="63423"/>
                  <a:pt x="937003" y="59135"/>
                </a:cubicBezTo>
                <a:cubicBezTo>
                  <a:pt x="937003" y="57305"/>
                  <a:pt x="936289" y="55797"/>
                  <a:pt x="934859" y="54611"/>
                </a:cubicBezTo>
                <a:cubicBezTo>
                  <a:pt x="933430" y="53425"/>
                  <a:pt x="930528" y="52017"/>
                  <a:pt x="926154" y="50387"/>
                </a:cubicBezTo>
                <a:cubicBezTo>
                  <a:pt x="920894" y="48272"/>
                  <a:pt x="917478" y="46177"/>
                  <a:pt x="915905" y="44105"/>
                </a:cubicBezTo>
                <a:cubicBezTo>
                  <a:pt x="914333" y="42032"/>
                  <a:pt x="913547" y="39523"/>
                  <a:pt x="913547" y="36579"/>
                </a:cubicBezTo>
                <a:cubicBezTo>
                  <a:pt x="913547" y="32376"/>
                  <a:pt x="915326" y="29010"/>
                  <a:pt x="918886" y="26480"/>
                </a:cubicBezTo>
                <a:cubicBezTo>
                  <a:pt x="922445" y="23950"/>
                  <a:pt x="926826" y="22685"/>
                  <a:pt x="932029" y="22685"/>
                </a:cubicBezTo>
                <a:cubicBezTo>
                  <a:pt x="936060" y="22685"/>
                  <a:pt x="939805" y="23385"/>
                  <a:pt x="943264" y="24786"/>
                </a:cubicBezTo>
                <a:lnTo>
                  <a:pt x="943264" y="32891"/>
                </a:lnTo>
                <a:cubicBezTo>
                  <a:pt x="939719" y="30604"/>
                  <a:pt x="935703" y="29460"/>
                  <a:pt x="931214" y="29460"/>
                </a:cubicBezTo>
                <a:cubicBezTo>
                  <a:pt x="928527" y="29460"/>
                  <a:pt x="926340" y="30046"/>
                  <a:pt x="924653" y="31219"/>
                </a:cubicBezTo>
                <a:cubicBezTo>
                  <a:pt x="922967" y="32391"/>
                  <a:pt x="922123" y="33934"/>
                  <a:pt x="922123" y="35850"/>
                </a:cubicBezTo>
                <a:cubicBezTo>
                  <a:pt x="922123" y="37737"/>
                  <a:pt x="922731" y="39209"/>
                  <a:pt x="923946" y="40267"/>
                </a:cubicBezTo>
                <a:cubicBezTo>
                  <a:pt x="925161" y="41325"/>
                  <a:pt x="927855" y="42682"/>
                  <a:pt x="932029" y="44341"/>
                </a:cubicBezTo>
                <a:cubicBezTo>
                  <a:pt x="937318" y="46313"/>
                  <a:pt x="940891" y="48357"/>
                  <a:pt x="942750" y="50473"/>
                </a:cubicBezTo>
                <a:cubicBezTo>
                  <a:pt x="944608" y="52588"/>
                  <a:pt x="945537" y="55204"/>
                  <a:pt x="945537" y="58320"/>
                </a:cubicBezTo>
                <a:cubicBezTo>
                  <a:pt x="945537" y="62666"/>
                  <a:pt x="943757" y="66089"/>
                  <a:pt x="940198" y="68591"/>
                </a:cubicBezTo>
                <a:cubicBezTo>
                  <a:pt x="936639" y="71092"/>
                  <a:pt x="932029" y="72343"/>
                  <a:pt x="926369" y="72343"/>
                </a:cubicBezTo>
                <a:cubicBezTo>
                  <a:pt x="921451" y="72343"/>
                  <a:pt x="917163" y="71414"/>
                  <a:pt x="913504" y="69556"/>
                </a:cubicBezTo>
                <a:lnTo>
                  <a:pt x="913504" y="60979"/>
                </a:lnTo>
                <a:close/>
                <a:moveTo>
                  <a:pt x="988248" y="84993"/>
                </a:moveTo>
                <a:lnTo>
                  <a:pt x="948881" y="84993"/>
                </a:lnTo>
                <a:lnTo>
                  <a:pt x="948881" y="79461"/>
                </a:lnTo>
                <a:lnTo>
                  <a:pt x="988248" y="79461"/>
                </a:lnTo>
                <a:lnTo>
                  <a:pt x="988248" y="84993"/>
                </a:lnTo>
                <a:close/>
                <a:moveTo>
                  <a:pt x="995580" y="7076"/>
                </a:moveTo>
                <a:cubicBezTo>
                  <a:pt x="995580" y="5589"/>
                  <a:pt x="996087" y="4338"/>
                  <a:pt x="997102" y="3323"/>
                </a:cubicBezTo>
                <a:cubicBezTo>
                  <a:pt x="998117" y="2309"/>
                  <a:pt x="999368" y="1801"/>
                  <a:pt x="1000854" y="1801"/>
                </a:cubicBezTo>
                <a:cubicBezTo>
                  <a:pt x="1002370" y="1801"/>
                  <a:pt x="1003649" y="2301"/>
                  <a:pt x="1004692" y="3302"/>
                </a:cubicBezTo>
                <a:cubicBezTo>
                  <a:pt x="1005736" y="4303"/>
                  <a:pt x="1006258" y="5560"/>
                  <a:pt x="1006258" y="7076"/>
                </a:cubicBezTo>
                <a:cubicBezTo>
                  <a:pt x="1006258" y="8562"/>
                  <a:pt x="1005736" y="9799"/>
                  <a:pt x="1004692" y="10785"/>
                </a:cubicBezTo>
                <a:cubicBezTo>
                  <a:pt x="1003649" y="11771"/>
                  <a:pt x="1002370" y="12264"/>
                  <a:pt x="1000854" y="12264"/>
                </a:cubicBezTo>
                <a:cubicBezTo>
                  <a:pt x="999339" y="12264"/>
                  <a:pt x="998081" y="11771"/>
                  <a:pt x="997081" y="10785"/>
                </a:cubicBezTo>
                <a:cubicBezTo>
                  <a:pt x="996080" y="9799"/>
                  <a:pt x="995580" y="8562"/>
                  <a:pt x="995580" y="7076"/>
                </a:cubicBezTo>
                <a:moveTo>
                  <a:pt x="996566" y="71228"/>
                </a:moveTo>
                <a:lnTo>
                  <a:pt x="996566" y="23800"/>
                </a:lnTo>
                <a:lnTo>
                  <a:pt x="1004971" y="23800"/>
                </a:lnTo>
                <a:lnTo>
                  <a:pt x="1004971" y="71228"/>
                </a:lnTo>
                <a:lnTo>
                  <a:pt x="996566" y="71228"/>
                </a:lnTo>
                <a:close/>
                <a:moveTo>
                  <a:pt x="1060504" y="71228"/>
                </a:moveTo>
                <a:lnTo>
                  <a:pt x="1052142" y="71228"/>
                </a:lnTo>
                <a:lnTo>
                  <a:pt x="1052142" y="44255"/>
                </a:lnTo>
                <a:cubicBezTo>
                  <a:pt x="1052142" y="34506"/>
                  <a:pt x="1048583" y="29632"/>
                  <a:pt x="1041465" y="29632"/>
                </a:cubicBezTo>
                <a:cubicBezTo>
                  <a:pt x="1037777" y="29632"/>
                  <a:pt x="1034746" y="31004"/>
                  <a:pt x="1032373" y="33749"/>
                </a:cubicBezTo>
                <a:cubicBezTo>
                  <a:pt x="1030001" y="36493"/>
                  <a:pt x="1028814" y="39967"/>
                  <a:pt x="1028814" y="44169"/>
                </a:cubicBezTo>
                <a:lnTo>
                  <a:pt x="1028814" y="71228"/>
                </a:lnTo>
                <a:lnTo>
                  <a:pt x="1020409" y="71228"/>
                </a:lnTo>
                <a:lnTo>
                  <a:pt x="1020409" y="23800"/>
                </a:lnTo>
                <a:lnTo>
                  <a:pt x="1028814" y="23800"/>
                </a:lnTo>
                <a:lnTo>
                  <a:pt x="1028814" y="31647"/>
                </a:lnTo>
                <a:lnTo>
                  <a:pt x="1028986" y="31647"/>
                </a:lnTo>
                <a:cubicBezTo>
                  <a:pt x="1032559" y="25672"/>
                  <a:pt x="1037748" y="22685"/>
                  <a:pt x="1044552" y="22685"/>
                </a:cubicBezTo>
                <a:cubicBezTo>
                  <a:pt x="1049755" y="22685"/>
                  <a:pt x="1053715" y="24350"/>
                  <a:pt x="1056431" y="27681"/>
                </a:cubicBezTo>
                <a:cubicBezTo>
                  <a:pt x="1059146" y="31011"/>
                  <a:pt x="1060504" y="35864"/>
                  <a:pt x="1060504" y="42239"/>
                </a:cubicBezTo>
                <a:lnTo>
                  <a:pt x="1060504" y="71228"/>
                </a:lnTo>
                <a:close/>
                <a:moveTo>
                  <a:pt x="1083704" y="64538"/>
                </a:moveTo>
                <a:lnTo>
                  <a:pt x="1083704" y="93055"/>
                </a:lnTo>
                <a:lnTo>
                  <a:pt x="1075299" y="93055"/>
                </a:lnTo>
                <a:lnTo>
                  <a:pt x="1075299" y="23800"/>
                </a:lnTo>
                <a:lnTo>
                  <a:pt x="1083704" y="23800"/>
                </a:lnTo>
                <a:lnTo>
                  <a:pt x="1083704" y="31990"/>
                </a:lnTo>
                <a:lnTo>
                  <a:pt x="1083875" y="31990"/>
                </a:lnTo>
                <a:cubicBezTo>
                  <a:pt x="1087592" y="25787"/>
                  <a:pt x="1093024" y="22685"/>
                  <a:pt x="1100171" y="22685"/>
                </a:cubicBezTo>
                <a:cubicBezTo>
                  <a:pt x="1106232" y="22685"/>
                  <a:pt x="1110984" y="24808"/>
                  <a:pt x="1114429" y="29053"/>
                </a:cubicBezTo>
                <a:cubicBezTo>
                  <a:pt x="1117874" y="33298"/>
                  <a:pt x="1119597" y="38995"/>
                  <a:pt x="1119597" y="46142"/>
                </a:cubicBezTo>
                <a:cubicBezTo>
                  <a:pt x="1119597" y="54032"/>
                  <a:pt x="1117645" y="60372"/>
                  <a:pt x="1113743" y="65160"/>
                </a:cubicBezTo>
                <a:cubicBezTo>
                  <a:pt x="1109841" y="69949"/>
                  <a:pt x="1104588" y="72343"/>
                  <a:pt x="1097984" y="72343"/>
                </a:cubicBezTo>
                <a:cubicBezTo>
                  <a:pt x="1091894" y="72343"/>
                  <a:pt x="1087192" y="69741"/>
                  <a:pt x="1083875" y="64538"/>
                </a:cubicBezTo>
                <a:lnTo>
                  <a:pt x="1083704" y="64538"/>
                </a:lnTo>
                <a:moveTo>
                  <a:pt x="1083661" y="51674"/>
                </a:moveTo>
                <a:cubicBezTo>
                  <a:pt x="1083661" y="55533"/>
                  <a:pt x="1084905" y="58785"/>
                  <a:pt x="1087392" y="61429"/>
                </a:cubicBezTo>
                <a:cubicBezTo>
                  <a:pt x="1089879" y="64074"/>
                  <a:pt x="1092995" y="65396"/>
                  <a:pt x="1096740" y="65396"/>
                </a:cubicBezTo>
                <a:cubicBezTo>
                  <a:pt x="1101200" y="65396"/>
                  <a:pt x="1104688" y="63681"/>
                  <a:pt x="1107204" y="60250"/>
                </a:cubicBezTo>
                <a:cubicBezTo>
                  <a:pt x="1109719" y="56819"/>
                  <a:pt x="1110977" y="52074"/>
                  <a:pt x="1110977" y="46013"/>
                </a:cubicBezTo>
                <a:cubicBezTo>
                  <a:pt x="1110977" y="40896"/>
                  <a:pt x="1109805" y="36886"/>
                  <a:pt x="1107461" y="33984"/>
                </a:cubicBezTo>
                <a:cubicBezTo>
                  <a:pt x="1105117" y="31083"/>
                  <a:pt x="1101915" y="29632"/>
                  <a:pt x="1097855" y="29632"/>
                </a:cubicBezTo>
                <a:cubicBezTo>
                  <a:pt x="1093710" y="29632"/>
                  <a:pt x="1090308" y="31104"/>
                  <a:pt x="1087649" y="34049"/>
                </a:cubicBezTo>
                <a:cubicBezTo>
                  <a:pt x="1084990" y="36993"/>
                  <a:pt x="1083661" y="40767"/>
                  <a:pt x="1083661" y="45370"/>
                </a:cubicBezTo>
                <a:lnTo>
                  <a:pt x="1083661" y="51674"/>
                </a:lnTo>
                <a:close/>
                <a:moveTo>
                  <a:pt x="1131990" y="71228"/>
                </a:moveTo>
                <a:lnTo>
                  <a:pt x="1131990" y="1029"/>
                </a:lnTo>
                <a:lnTo>
                  <a:pt x="1140395" y="1029"/>
                </a:lnTo>
                <a:lnTo>
                  <a:pt x="1140395" y="71228"/>
                </a:lnTo>
                <a:lnTo>
                  <a:pt x="1131990" y="71228"/>
                </a:lnTo>
                <a:close/>
                <a:moveTo>
                  <a:pt x="1156948" y="27102"/>
                </a:moveTo>
                <a:cubicBezTo>
                  <a:pt x="1161665" y="24157"/>
                  <a:pt x="1167111" y="22685"/>
                  <a:pt x="1173286" y="22685"/>
                </a:cubicBezTo>
                <a:cubicBezTo>
                  <a:pt x="1184722" y="22685"/>
                  <a:pt x="1190440" y="28688"/>
                  <a:pt x="1190440" y="40696"/>
                </a:cubicBezTo>
                <a:lnTo>
                  <a:pt x="1190440" y="71228"/>
                </a:lnTo>
                <a:lnTo>
                  <a:pt x="1182120" y="71228"/>
                </a:lnTo>
                <a:lnTo>
                  <a:pt x="1182120" y="63895"/>
                </a:lnTo>
                <a:lnTo>
                  <a:pt x="1181906" y="63895"/>
                </a:lnTo>
                <a:cubicBezTo>
                  <a:pt x="1178618" y="69527"/>
                  <a:pt x="1173772" y="72343"/>
                  <a:pt x="1167369" y="72343"/>
                </a:cubicBezTo>
                <a:cubicBezTo>
                  <a:pt x="1162766" y="72343"/>
                  <a:pt x="1159107" y="71099"/>
                  <a:pt x="1156391" y="68612"/>
                </a:cubicBezTo>
                <a:cubicBezTo>
                  <a:pt x="1153675" y="66125"/>
                  <a:pt x="1152317" y="62766"/>
                  <a:pt x="1152317" y="58535"/>
                </a:cubicBezTo>
                <a:cubicBezTo>
                  <a:pt x="1152317" y="49672"/>
                  <a:pt x="1157563" y="44512"/>
                  <a:pt x="1168055" y="43054"/>
                </a:cubicBezTo>
                <a:lnTo>
                  <a:pt x="1182120" y="41082"/>
                </a:lnTo>
                <a:cubicBezTo>
                  <a:pt x="1182120" y="33334"/>
                  <a:pt x="1178918" y="29460"/>
                  <a:pt x="1172515" y="29460"/>
                </a:cubicBezTo>
                <a:cubicBezTo>
                  <a:pt x="1166826" y="29460"/>
                  <a:pt x="1161637" y="31376"/>
                  <a:pt x="1156948" y="35207"/>
                </a:cubicBezTo>
                <a:lnTo>
                  <a:pt x="1156948" y="27102"/>
                </a:lnTo>
                <a:moveTo>
                  <a:pt x="1171014" y="48929"/>
                </a:moveTo>
                <a:cubicBezTo>
                  <a:pt x="1167126" y="49444"/>
                  <a:pt x="1164446" y="50416"/>
                  <a:pt x="1162973" y="51845"/>
                </a:cubicBezTo>
                <a:cubicBezTo>
                  <a:pt x="1161501" y="53274"/>
                  <a:pt x="1160765" y="55276"/>
                  <a:pt x="1160765" y="57849"/>
                </a:cubicBezTo>
                <a:cubicBezTo>
                  <a:pt x="1160765" y="60107"/>
                  <a:pt x="1161565" y="61951"/>
                  <a:pt x="1163166" y="63380"/>
                </a:cubicBezTo>
                <a:cubicBezTo>
                  <a:pt x="1164767" y="64810"/>
                  <a:pt x="1166883" y="65525"/>
                  <a:pt x="1169513" y="65525"/>
                </a:cubicBezTo>
                <a:cubicBezTo>
                  <a:pt x="1173172" y="65525"/>
                  <a:pt x="1176188" y="64238"/>
                  <a:pt x="1178561" y="61665"/>
                </a:cubicBezTo>
                <a:cubicBezTo>
                  <a:pt x="1180934" y="59092"/>
                  <a:pt x="1182120" y="55862"/>
                  <a:pt x="1182120" y="51974"/>
                </a:cubicBezTo>
                <a:lnTo>
                  <a:pt x="1182120" y="47428"/>
                </a:lnTo>
                <a:lnTo>
                  <a:pt x="1171014" y="48929"/>
                </a:lnTo>
                <a:close/>
                <a:moveTo>
                  <a:pt x="1238040" y="69084"/>
                </a:moveTo>
                <a:cubicBezTo>
                  <a:pt x="1234409" y="71257"/>
                  <a:pt x="1230035" y="72343"/>
                  <a:pt x="1224918" y="72343"/>
                </a:cubicBezTo>
                <a:cubicBezTo>
                  <a:pt x="1218057" y="72343"/>
                  <a:pt x="1212539" y="70142"/>
                  <a:pt x="1208365" y="65739"/>
                </a:cubicBezTo>
                <a:cubicBezTo>
                  <a:pt x="1204191" y="61336"/>
                  <a:pt x="1202104" y="55633"/>
                  <a:pt x="1202104" y="48629"/>
                </a:cubicBezTo>
                <a:cubicBezTo>
                  <a:pt x="1202104" y="40853"/>
                  <a:pt x="1204356" y="34585"/>
                  <a:pt x="1208858" y="29825"/>
                </a:cubicBezTo>
                <a:cubicBezTo>
                  <a:pt x="1213361" y="25065"/>
                  <a:pt x="1219386" y="22685"/>
                  <a:pt x="1226933" y="22685"/>
                </a:cubicBezTo>
                <a:cubicBezTo>
                  <a:pt x="1231279" y="22685"/>
                  <a:pt x="1234995" y="23457"/>
                  <a:pt x="1238083" y="25001"/>
                </a:cubicBezTo>
                <a:lnTo>
                  <a:pt x="1238083" y="33320"/>
                </a:lnTo>
                <a:cubicBezTo>
                  <a:pt x="1234738" y="30861"/>
                  <a:pt x="1231022" y="29632"/>
                  <a:pt x="1226933" y="29632"/>
                </a:cubicBezTo>
                <a:cubicBezTo>
                  <a:pt x="1222131" y="29632"/>
                  <a:pt x="1218221" y="31297"/>
                  <a:pt x="1215205" y="34628"/>
                </a:cubicBezTo>
                <a:cubicBezTo>
                  <a:pt x="1212189" y="37958"/>
                  <a:pt x="1210681" y="42397"/>
                  <a:pt x="1210681" y="47943"/>
                </a:cubicBezTo>
                <a:cubicBezTo>
                  <a:pt x="1210681" y="53403"/>
                  <a:pt x="1212103" y="57677"/>
                  <a:pt x="1214948" y="60765"/>
                </a:cubicBezTo>
                <a:cubicBezTo>
                  <a:pt x="1217792" y="63852"/>
                  <a:pt x="1221630" y="65396"/>
                  <a:pt x="1226462" y="65396"/>
                </a:cubicBezTo>
                <a:cubicBezTo>
                  <a:pt x="1230550" y="65396"/>
                  <a:pt x="1234409" y="64052"/>
                  <a:pt x="1238040" y="61365"/>
                </a:cubicBezTo>
                <a:lnTo>
                  <a:pt x="1238040" y="69084"/>
                </a:lnTo>
                <a:close/>
                <a:moveTo>
                  <a:pt x="1287827" y="49658"/>
                </a:moveTo>
                <a:lnTo>
                  <a:pt x="1254636" y="49658"/>
                </a:lnTo>
                <a:cubicBezTo>
                  <a:pt x="1254779" y="54718"/>
                  <a:pt x="1256165" y="58628"/>
                  <a:pt x="1258795" y="61386"/>
                </a:cubicBezTo>
                <a:cubicBezTo>
                  <a:pt x="1261425" y="64145"/>
                  <a:pt x="1265099" y="65525"/>
                  <a:pt x="1269816" y="65525"/>
                </a:cubicBezTo>
                <a:cubicBezTo>
                  <a:pt x="1275133" y="65525"/>
                  <a:pt x="1280008" y="63824"/>
                  <a:pt x="1284439" y="60422"/>
                </a:cubicBezTo>
                <a:lnTo>
                  <a:pt x="1284439" y="67926"/>
                </a:lnTo>
                <a:cubicBezTo>
                  <a:pt x="1280265" y="70871"/>
                  <a:pt x="1274733" y="72343"/>
                  <a:pt x="1267843" y="72343"/>
                </a:cubicBezTo>
                <a:cubicBezTo>
                  <a:pt x="1260982" y="72343"/>
                  <a:pt x="1255629" y="70170"/>
                  <a:pt x="1251784" y="65825"/>
                </a:cubicBezTo>
                <a:cubicBezTo>
                  <a:pt x="1247939" y="61479"/>
                  <a:pt x="1246016" y="55447"/>
                  <a:pt x="1246016" y="47728"/>
                </a:cubicBezTo>
                <a:cubicBezTo>
                  <a:pt x="1246016" y="40467"/>
                  <a:pt x="1248125" y="34478"/>
                  <a:pt x="1252341" y="29761"/>
                </a:cubicBezTo>
                <a:cubicBezTo>
                  <a:pt x="1256558" y="25043"/>
                  <a:pt x="1261797" y="22685"/>
                  <a:pt x="1268058" y="22685"/>
                </a:cubicBezTo>
                <a:cubicBezTo>
                  <a:pt x="1274262" y="22685"/>
                  <a:pt x="1279107" y="24679"/>
                  <a:pt x="1282595" y="28667"/>
                </a:cubicBezTo>
                <a:cubicBezTo>
                  <a:pt x="1286083" y="32655"/>
                  <a:pt x="1287827" y="38237"/>
                  <a:pt x="1287827" y="45413"/>
                </a:cubicBezTo>
                <a:lnTo>
                  <a:pt x="1287827" y="49658"/>
                </a:lnTo>
                <a:moveTo>
                  <a:pt x="1279422" y="42925"/>
                </a:moveTo>
                <a:cubicBezTo>
                  <a:pt x="1279393" y="38637"/>
                  <a:pt x="1278378" y="35321"/>
                  <a:pt x="1276377" y="32977"/>
                </a:cubicBezTo>
                <a:cubicBezTo>
                  <a:pt x="1274376" y="30632"/>
                  <a:pt x="1271560" y="29460"/>
                  <a:pt x="1267929" y="29460"/>
                </a:cubicBezTo>
                <a:cubicBezTo>
                  <a:pt x="1264584" y="29460"/>
                  <a:pt x="1261690" y="30704"/>
                  <a:pt x="1259245" y="33191"/>
                </a:cubicBezTo>
                <a:cubicBezTo>
                  <a:pt x="1256801" y="35678"/>
                  <a:pt x="1255265" y="38923"/>
                  <a:pt x="1254636" y="42925"/>
                </a:cubicBezTo>
                <a:lnTo>
                  <a:pt x="1279422" y="42925"/>
                </a:lnTo>
                <a:close/>
                <a:moveTo>
                  <a:pt x="1311864" y="86323"/>
                </a:moveTo>
                <a:cubicBezTo>
                  <a:pt x="1302230" y="75345"/>
                  <a:pt x="1297413" y="61865"/>
                  <a:pt x="1297413" y="45884"/>
                </a:cubicBezTo>
                <a:cubicBezTo>
                  <a:pt x="1297413" y="29903"/>
                  <a:pt x="1302230" y="16210"/>
                  <a:pt x="1311864" y="4803"/>
                </a:cubicBezTo>
                <a:lnTo>
                  <a:pt x="1319283" y="4803"/>
                </a:lnTo>
                <a:cubicBezTo>
                  <a:pt x="1309620" y="16667"/>
                  <a:pt x="1304789" y="30332"/>
                  <a:pt x="1304789" y="45799"/>
                </a:cubicBezTo>
                <a:cubicBezTo>
                  <a:pt x="1304789" y="61236"/>
                  <a:pt x="1309591" y="74744"/>
                  <a:pt x="1319197" y="86323"/>
                </a:cubicBezTo>
                <a:lnTo>
                  <a:pt x="1311864" y="86323"/>
                </a:lnTo>
                <a:close/>
                <a:moveTo>
                  <a:pt x="1324969" y="60979"/>
                </a:moveTo>
                <a:cubicBezTo>
                  <a:pt x="1329201" y="64038"/>
                  <a:pt x="1333760" y="65567"/>
                  <a:pt x="1338649" y="65567"/>
                </a:cubicBezTo>
                <a:cubicBezTo>
                  <a:pt x="1345196" y="65567"/>
                  <a:pt x="1348469" y="63423"/>
                  <a:pt x="1348469" y="59135"/>
                </a:cubicBezTo>
                <a:cubicBezTo>
                  <a:pt x="1348469" y="57305"/>
                  <a:pt x="1347754" y="55797"/>
                  <a:pt x="1346325" y="54611"/>
                </a:cubicBezTo>
                <a:cubicBezTo>
                  <a:pt x="1344896" y="53425"/>
                  <a:pt x="1341994" y="52017"/>
                  <a:pt x="1337620" y="50387"/>
                </a:cubicBezTo>
                <a:cubicBezTo>
                  <a:pt x="1332360" y="48272"/>
                  <a:pt x="1328943" y="46177"/>
                  <a:pt x="1327371" y="44105"/>
                </a:cubicBezTo>
                <a:cubicBezTo>
                  <a:pt x="1325799" y="42032"/>
                  <a:pt x="1325012" y="39523"/>
                  <a:pt x="1325012" y="36579"/>
                </a:cubicBezTo>
                <a:cubicBezTo>
                  <a:pt x="1325012" y="32376"/>
                  <a:pt x="1326792" y="29010"/>
                  <a:pt x="1330351" y="26480"/>
                </a:cubicBezTo>
                <a:cubicBezTo>
                  <a:pt x="1333910" y="23950"/>
                  <a:pt x="1338292" y="22685"/>
                  <a:pt x="1343495" y="22685"/>
                </a:cubicBezTo>
                <a:cubicBezTo>
                  <a:pt x="1347526" y="22685"/>
                  <a:pt x="1351271" y="23385"/>
                  <a:pt x="1354730" y="24786"/>
                </a:cubicBezTo>
                <a:lnTo>
                  <a:pt x="1354730" y="32891"/>
                </a:lnTo>
                <a:cubicBezTo>
                  <a:pt x="1351185" y="30604"/>
                  <a:pt x="1347168" y="29460"/>
                  <a:pt x="1342680" y="29460"/>
                </a:cubicBezTo>
                <a:cubicBezTo>
                  <a:pt x="1339993" y="29460"/>
                  <a:pt x="1337806" y="30046"/>
                  <a:pt x="1336119" y="31219"/>
                </a:cubicBezTo>
                <a:cubicBezTo>
                  <a:pt x="1334432" y="32391"/>
                  <a:pt x="1333589" y="33934"/>
                  <a:pt x="1333589" y="35850"/>
                </a:cubicBezTo>
                <a:cubicBezTo>
                  <a:pt x="1333589" y="37737"/>
                  <a:pt x="1334196" y="39209"/>
                  <a:pt x="1335411" y="40267"/>
                </a:cubicBezTo>
                <a:cubicBezTo>
                  <a:pt x="1336626" y="41325"/>
                  <a:pt x="1339321" y="42682"/>
                  <a:pt x="1343495" y="44341"/>
                </a:cubicBezTo>
                <a:cubicBezTo>
                  <a:pt x="1348784" y="46313"/>
                  <a:pt x="1352357" y="48357"/>
                  <a:pt x="1354215" y="50473"/>
                </a:cubicBezTo>
                <a:cubicBezTo>
                  <a:pt x="1356074" y="52588"/>
                  <a:pt x="1357003" y="55204"/>
                  <a:pt x="1357003" y="58320"/>
                </a:cubicBezTo>
                <a:cubicBezTo>
                  <a:pt x="1357003" y="62666"/>
                  <a:pt x="1355223" y="66089"/>
                  <a:pt x="1351664" y="68591"/>
                </a:cubicBezTo>
                <a:cubicBezTo>
                  <a:pt x="1348105" y="71092"/>
                  <a:pt x="1343495" y="72343"/>
                  <a:pt x="1337834" y="72343"/>
                </a:cubicBezTo>
                <a:cubicBezTo>
                  <a:pt x="1332917" y="72343"/>
                  <a:pt x="1328629" y="71414"/>
                  <a:pt x="1324969" y="69556"/>
                </a:cubicBezTo>
                <a:lnTo>
                  <a:pt x="1324969" y="60979"/>
                </a:lnTo>
                <a:close/>
                <a:moveTo>
                  <a:pt x="1390648" y="70756"/>
                </a:moveTo>
                <a:cubicBezTo>
                  <a:pt x="1388818" y="71757"/>
                  <a:pt x="1386346" y="72257"/>
                  <a:pt x="1383229" y="72257"/>
                </a:cubicBezTo>
                <a:cubicBezTo>
                  <a:pt x="1374739" y="72257"/>
                  <a:pt x="1370493" y="67554"/>
                  <a:pt x="1370493" y="58149"/>
                </a:cubicBezTo>
                <a:lnTo>
                  <a:pt x="1370493" y="30747"/>
                </a:lnTo>
                <a:lnTo>
                  <a:pt x="1362346" y="30747"/>
                </a:lnTo>
                <a:lnTo>
                  <a:pt x="1362346" y="23800"/>
                </a:lnTo>
                <a:lnTo>
                  <a:pt x="1370493" y="23800"/>
                </a:lnTo>
                <a:lnTo>
                  <a:pt x="1370493" y="12393"/>
                </a:lnTo>
                <a:lnTo>
                  <a:pt x="1378855" y="9734"/>
                </a:lnTo>
                <a:lnTo>
                  <a:pt x="1378855" y="23800"/>
                </a:lnTo>
                <a:lnTo>
                  <a:pt x="1390648" y="23800"/>
                </a:lnTo>
                <a:lnTo>
                  <a:pt x="1390648" y="30747"/>
                </a:lnTo>
                <a:lnTo>
                  <a:pt x="1378855" y="30747"/>
                </a:lnTo>
                <a:lnTo>
                  <a:pt x="1378855" y="56648"/>
                </a:lnTo>
                <a:cubicBezTo>
                  <a:pt x="1378855" y="59764"/>
                  <a:pt x="1379384" y="61994"/>
                  <a:pt x="1380442" y="63338"/>
                </a:cubicBezTo>
                <a:cubicBezTo>
                  <a:pt x="1381500" y="64681"/>
                  <a:pt x="1383258" y="65353"/>
                  <a:pt x="1385717" y="65353"/>
                </a:cubicBezTo>
                <a:cubicBezTo>
                  <a:pt x="1387603" y="65353"/>
                  <a:pt x="1389247" y="64824"/>
                  <a:pt x="1390648" y="63766"/>
                </a:cubicBezTo>
                <a:lnTo>
                  <a:pt x="1390648" y="70756"/>
                </a:lnTo>
                <a:close/>
                <a:moveTo>
                  <a:pt x="1426267" y="32119"/>
                </a:moveTo>
                <a:cubicBezTo>
                  <a:pt x="1424866" y="31118"/>
                  <a:pt x="1422936" y="30618"/>
                  <a:pt x="1420478" y="30618"/>
                </a:cubicBezTo>
                <a:cubicBezTo>
                  <a:pt x="1417218" y="30618"/>
                  <a:pt x="1414531" y="32141"/>
                  <a:pt x="1412416" y="35185"/>
                </a:cubicBezTo>
                <a:cubicBezTo>
                  <a:pt x="1410300" y="38230"/>
                  <a:pt x="1409242" y="42239"/>
                  <a:pt x="1409242" y="47214"/>
                </a:cubicBezTo>
                <a:lnTo>
                  <a:pt x="1409242" y="71228"/>
                </a:lnTo>
                <a:lnTo>
                  <a:pt x="1400837" y="71228"/>
                </a:lnTo>
                <a:lnTo>
                  <a:pt x="1400837" y="23800"/>
                </a:lnTo>
                <a:lnTo>
                  <a:pt x="1409242" y="23800"/>
                </a:lnTo>
                <a:lnTo>
                  <a:pt x="1409242" y="33448"/>
                </a:lnTo>
                <a:lnTo>
                  <a:pt x="1409414" y="33448"/>
                </a:lnTo>
                <a:cubicBezTo>
                  <a:pt x="1411815" y="26473"/>
                  <a:pt x="1415961" y="22985"/>
                  <a:pt x="1421850" y="22985"/>
                </a:cubicBezTo>
                <a:cubicBezTo>
                  <a:pt x="1423765" y="22985"/>
                  <a:pt x="1425238" y="23199"/>
                  <a:pt x="1426267" y="23628"/>
                </a:cubicBezTo>
                <a:lnTo>
                  <a:pt x="1426267" y="32119"/>
                </a:lnTo>
                <a:close/>
                <a:moveTo>
                  <a:pt x="1472478" y="71228"/>
                </a:moveTo>
                <a:lnTo>
                  <a:pt x="1434398" y="71228"/>
                </a:lnTo>
                <a:lnTo>
                  <a:pt x="1434398" y="63981"/>
                </a:lnTo>
                <a:lnTo>
                  <a:pt x="1449278" y="63981"/>
                </a:lnTo>
                <a:lnTo>
                  <a:pt x="1449278" y="13551"/>
                </a:lnTo>
                <a:lnTo>
                  <a:pt x="1434012" y="17968"/>
                </a:lnTo>
                <a:lnTo>
                  <a:pt x="1434012" y="10249"/>
                </a:lnTo>
                <a:lnTo>
                  <a:pt x="1457640" y="3388"/>
                </a:lnTo>
                <a:lnTo>
                  <a:pt x="1457640" y="63981"/>
                </a:lnTo>
                <a:lnTo>
                  <a:pt x="1472478" y="63981"/>
                </a:lnTo>
                <a:lnTo>
                  <a:pt x="1472478" y="71228"/>
                </a:lnTo>
                <a:close/>
                <a:moveTo>
                  <a:pt x="1478593" y="86323"/>
                </a:moveTo>
                <a:cubicBezTo>
                  <a:pt x="1488227" y="74773"/>
                  <a:pt x="1493044" y="61265"/>
                  <a:pt x="1493044" y="45799"/>
                </a:cubicBezTo>
                <a:cubicBezTo>
                  <a:pt x="1493044" y="30304"/>
                  <a:pt x="1488198" y="16638"/>
                  <a:pt x="1478507" y="4803"/>
                </a:cubicBezTo>
                <a:lnTo>
                  <a:pt x="1485968" y="4803"/>
                </a:lnTo>
                <a:cubicBezTo>
                  <a:pt x="1495631" y="16124"/>
                  <a:pt x="1500463" y="29818"/>
                  <a:pt x="1500463" y="45884"/>
                </a:cubicBezTo>
                <a:cubicBezTo>
                  <a:pt x="1500463" y="61951"/>
                  <a:pt x="1495631" y="75430"/>
                  <a:pt x="1485968" y="86323"/>
                </a:cubicBezTo>
                <a:lnTo>
                  <a:pt x="1478593" y="86323"/>
                </a:lnTo>
                <a:close/>
                <a:moveTo>
                  <a:pt x="1511896" y="28217"/>
                </a:moveTo>
                <a:cubicBezTo>
                  <a:pt x="1511896" y="26673"/>
                  <a:pt x="1512439" y="25386"/>
                  <a:pt x="1513525" y="24357"/>
                </a:cubicBezTo>
                <a:cubicBezTo>
                  <a:pt x="1514611" y="23328"/>
                  <a:pt x="1515912" y="22814"/>
                  <a:pt x="1517427" y="22814"/>
                </a:cubicBezTo>
                <a:cubicBezTo>
                  <a:pt x="1518971" y="22814"/>
                  <a:pt x="1520286" y="23335"/>
                  <a:pt x="1521373" y="24379"/>
                </a:cubicBezTo>
                <a:cubicBezTo>
                  <a:pt x="1522459" y="25422"/>
                  <a:pt x="1523002" y="26702"/>
                  <a:pt x="1523002" y="28217"/>
                </a:cubicBezTo>
                <a:cubicBezTo>
                  <a:pt x="1523002" y="29732"/>
                  <a:pt x="1522473" y="31018"/>
                  <a:pt x="1521415" y="32076"/>
                </a:cubicBezTo>
                <a:cubicBezTo>
                  <a:pt x="1520358" y="33134"/>
                  <a:pt x="1519014" y="33663"/>
                  <a:pt x="1517384" y="33663"/>
                </a:cubicBezTo>
                <a:cubicBezTo>
                  <a:pt x="1515841" y="33663"/>
                  <a:pt x="1514540" y="33134"/>
                  <a:pt x="1513482" y="32076"/>
                </a:cubicBezTo>
                <a:cubicBezTo>
                  <a:pt x="1512424" y="31018"/>
                  <a:pt x="1511896" y="29732"/>
                  <a:pt x="1511896" y="28217"/>
                </a:cubicBezTo>
                <a:moveTo>
                  <a:pt x="1511896" y="66811"/>
                </a:moveTo>
                <a:cubicBezTo>
                  <a:pt x="1511896" y="65267"/>
                  <a:pt x="1512424" y="63967"/>
                  <a:pt x="1513482" y="62909"/>
                </a:cubicBezTo>
                <a:cubicBezTo>
                  <a:pt x="1514540" y="61851"/>
                  <a:pt x="1515855" y="61322"/>
                  <a:pt x="1517427" y="61322"/>
                </a:cubicBezTo>
                <a:cubicBezTo>
                  <a:pt x="1519028" y="61322"/>
                  <a:pt x="1520358" y="61858"/>
                  <a:pt x="1521415" y="62930"/>
                </a:cubicBezTo>
                <a:cubicBezTo>
                  <a:pt x="1522473" y="64002"/>
                  <a:pt x="1523002" y="65296"/>
                  <a:pt x="1523002" y="66811"/>
                </a:cubicBezTo>
                <a:cubicBezTo>
                  <a:pt x="1523002" y="68298"/>
                  <a:pt x="1522473" y="69577"/>
                  <a:pt x="1521415" y="70649"/>
                </a:cubicBezTo>
                <a:cubicBezTo>
                  <a:pt x="1520358" y="71721"/>
                  <a:pt x="1519014" y="72257"/>
                  <a:pt x="1517384" y="72257"/>
                </a:cubicBezTo>
                <a:cubicBezTo>
                  <a:pt x="1515812" y="72257"/>
                  <a:pt x="1514504" y="71721"/>
                  <a:pt x="1513461" y="70649"/>
                </a:cubicBezTo>
                <a:cubicBezTo>
                  <a:pt x="1512417" y="69577"/>
                  <a:pt x="1511896" y="68298"/>
                  <a:pt x="1511896" y="668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9">
            <a:extLst xmlns:a="http://schemas.openxmlformats.org/drawingml/2006/main">
              <a:ext uri="{FF2B5EF4-FFF2-40B4-BE49-F238E27FC236}">
                <a16:creationId xmlns:a16="http://schemas.microsoft.com/office/drawing/2014/main" id="{E29790C1-6CD0-49B9-8488-9C207B4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058" y="2590072"/>
            <a:ext cx="42625" cy="68655"/>
          </a:xfrm>
          <a:custGeom xmlns:a="http://schemas.openxmlformats.org/drawingml/2006/main">
            <a:pathLst>
              <a:path w="42625" h="68655">
                <a:moveTo>
                  <a:pt x="3645" y="58535"/>
                </a:moveTo>
                <a:cubicBezTo>
                  <a:pt x="7304" y="60650"/>
                  <a:pt x="11250" y="61708"/>
                  <a:pt x="15481" y="61708"/>
                </a:cubicBezTo>
                <a:cubicBezTo>
                  <a:pt x="21427" y="61708"/>
                  <a:pt x="26037" y="59364"/>
                  <a:pt x="29310" y="54675"/>
                </a:cubicBezTo>
                <a:cubicBezTo>
                  <a:pt x="32584" y="49987"/>
                  <a:pt x="34220" y="43326"/>
                  <a:pt x="34220" y="34692"/>
                </a:cubicBezTo>
                <a:cubicBezTo>
                  <a:pt x="34163" y="34749"/>
                  <a:pt x="34106" y="34749"/>
                  <a:pt x="34049" y="34692"/>
                </a:cubicBezTo>
                <a:cubicBezTo>
                  <a:pt x="31133" y="40238"/>
                  <a:pt x="26230" y="43011"/>
                  <a:pt x="19340" y="43011"/>
                </a:cubicBezTo>
                <a:cubicBezTo>
                  <a:pt x="13765" y="43011"/>
                  <a:pt x="9148" y="41096"/>
                  <a:pt x="5489" y="37265"/>
                </a:cubicBezTo>
                <a:cubicBezTo>
                  <a:pt x="1830" y="33434"/>
                  <a:pt x="0" y="28460"/>
                  <a:pt x="0" y="22342"/>
                </a:cubicBezTo>
                <a:cubicBezTo>
                  <a:pt x="0" y="15824"/>
                  <a:pt x="2001" y="10470"/>
                  <a:pt x="6004" y="6282"/>
                </a:cubicBezTo>
                <a:cubicBezTo>
                  <a:pt x="10006" y="2094"/>
                  <a:pt x="15195" y="0"/>
                  <a:pt x="21570" y="0"/>
                </a:cubicBezTo>
                <a:cubicBezTo>
                  <a:pt x="28174" y="0"/>
                  <a:pt x="33334" y="2594"/>
                  <a:pt x="37051" y="7783"/>
                </a:cubicBezTo>
                <a:cubicBezTo>
                  <a:pt x="40767" y="12972"/>
                  <a:pt x="42625" y="20526"/>
                  <a:pt x="42625" y="30447"/>
                </a:cubicBezTo>
                <a:cubicBezTo>
                  <a:pt x="42625" y="42711"/>
                  <a:pt x="40224" y="52145"/>
                  <a:pt x="35421" y="58749"/>
                </a:cubicBezTo>
                <a:cubicBezTo>
                  <a:pt x="30618" y="65353"/>
                  <a:pt x="23971" y="68655"/>
                  <a:pt x="15481" y="68655"/>
                </a:cubicBezTo>
                <a:cubicBezTo>
                  <a:pt x="10821" y="68655"/>
                  <a:pt x="6876" y="67897"/>
                  <a:pt x="3645" y="66382"/>
                </a:cubicBezTo>
                <a:lnTo>
                  <a:pt x="3645" y="58535"/>
                </a:lnTo>
                <a:moveTo>
                  <a:pt x="8491" y="21270"/>
                </a:moveTo>
                <a:cubicBezTo>
                  <a:pt x="8491" y="25730"/>
                  <a:pt x="9634" y="29267"/>
                  <a:pt x="11921" y="31883"/>
                </a:cubicBezTo>
                <a:cubicBezTo>
                  <a:pt x="14208" y="34499"/>
                  <a:pt x="17367" y="35807"/>
                  <a:pt x="21398" y="35807"/>
                </a:cubicBezTo>
                <a:cubicBezTo>
                  <a:pt x="24886" y="35807"/>
                  <a:pt x="27817" y="34613"/>
                  <a:pt x="30189" y="32226"/>
                </a:cubicBezTo>
                <a:cubicBezTo>
                  <a:pt x="32562" y="29839"/>
                  <a:pt x="33749" y="26945"/>
                  <a:pt x="33749" y="23543"/>
                </a:cubicBezTo>
                <a:cubicBezTo>
                  <a:pt x="33749" y="18768"/>
                  <a:pt x="32569" y="14816"/>
                  <a:pt x="30211" y="11686"/>
                </a:cubicBezTo>
                <a:cubicBezTo>
                  <a:pt x="27852" y="8555"/>
                  <a:pt x="24743" y="6990"/>
                  <a:pt x="20884" y="6990"/>
                </a:cubicBezTo>
                <a:cubicBezTo>
                  <a:pt x="17310" y="6990"/>
                  <a:pt x="14351" y="8348"/>
                  <a:pt x="12007" y="11064"/>
                </a:cubicBezTo>
                <a:cubicBezTo>
                  <a:pt x="9663" y="13780"/>
                  <a:pt x="8491" y="17182"/>
                  <a:pt x="8491" y="21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409C242B-38BF-4D37-ADBC-AD89717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243" y="2591101"/>
            <a:ext cx="96958" cy="20669"/>
          </a:xfrm>
          <a:custGeom xmlns:a="http://schemas.openxmlformats.org/drawingml/2006/main">
            <a:pathLst>
              <a:path w="96958" h="20669">
                <a:moveTo>
                  <a:pt x="8534" y="0"/>
                </a:moveTo>
                <a:lnTo>
                  <a:pt x="7119" y="20669"/>
                </a:lnTo>
                <a:lnTo>
                  <a:pt x="1372" y="20669"/>
                </a:lnTo>
                <a:lnTo>
                  <a:pt x="0" y="0"/>
                </a:lnTo>
                <a:lnTo>
                  <a:pt x="8534" y="0"/>
                </a:lnTo>
                <a:moveTo>
                  <a:pt x="20112" y="0"/>
                </a:moveTo>
                <a:lnTo>
                  <a:pt x="18740" y="20669"/>
                </a:lnTo>
                <a:lnTo>
                  <a:pt x="12951" y="20669"/>
                </a:lnTo>
                <a:lnTo>
                  <a:pt x="11535" y="0"/>
                </a:lnTo>
                <a:lnTo>
                  <a:pt x="20112" y="0"/>
                </a:lnTo>
                <a:close/>
                <a:moveTo>
                  <a:pt x="46957" y="0"/>
                </a:moveTo>
                <a:lnTo>
                  <a:pt x="45542" y="20669"/>
                </a:lnTo>
                <a:lnTo>
                  <a:pt x="39795" y="20669"/>
                </a:lnTo>
                <a:lnTo>
                  <a:pt x="38423" y="0"/>
                </a:lnTo>
                <a:lnTo>
                  <a:pt x="46957" y="0"/>
                </a:lnTo>
                <a:moveTo>
                  <a:pt x="58535" y="0"/>
                </a:moveTo>
                <a:lnTo>
                  <a:pt x="57163" y="20669"/>
                </a:lnTo>
                <a:lnTo>
                  <a:pt x="51374" y="20669"/>
                </a:lnTo>
                <a:lnTo>
                  <a:pt x="49959" y="0"/>
                </a:lnTo>
                <a:lnTo>
                  <a:pt x="58535" y="0"/>
                </a:lnTo>
                <a:close/>
                <a:moveTo>
                  <a:pt x="85379" y="0"/>
                </a:moveTo>
                <a:lnTo>
                  <a:pt x="83964" y="20669"/>
                </a:lnTo>
                <a:lnTo>
                  <a:pt x="78218" y="20669"/>
                </a:lnTo>
                <a:lnTo>
                  <a:pt x="76846" y="0"/>
                </a:lnTo>
                <a:lnTo>
                  <a:pt x="85379" y="0"/>
                </a:lnTo>
                <a:moveTo>
                  <a:pt x="96958" y="0"/>
                </a:moveTo>
                <a:lnTo>
                  <a:pt x="95585" y="20669"/>
                </a:lnTo>
                <a:lnTo>
                  <a:pt x="89796" y="20669"/>
                </a:lnTo>
                <a:lnTo>
                  <a:pt x="88381" y="0"/>
                </a:lnTo>
                <a:lnTo>
                  <a:pt x="969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10">
            <a:extLst xmlns:a="http://schemas.openxmlformats.org/drawingml/2006/main">
              <a:ext uri="{FF2B5EF4-FFF2-40B4-BE49-F238E27FC236}">
                <a16:creationId xmlns:a16="http://schemas.microsoft.com/office/drawing/2014/main" id="{4BBB6892-80CF-4370-9DB9-FCAB10D4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88" y="2691648"/>
            <a:ext cx="91237" cy="68955"/>
          </a:xfrm>
          <a:custGeom xmlns:a="http://schemas.openxmlformats.org/drawingml/2006/main">
            <a:pathLst>
              <a:path w="91237" h="68955">
                <a:moveTo>
                  <a:pt x="38466" y="67840"/>
                </a:moveTo>
                <a:lnTo>
                  <a:pt x="386" y="67840"/>
                </a:lnTo>
                <a:lnTo>
                  <a:pt x="386" y="60593"/>
                </a:lnTo>
                <a:lnTo>
                  <a:pt x="15266" y="60593"/>
                </a:lnTo>
                <a:lnTo>
                  <a:pt x="15266" y="10163"/>
                </a:lnTo>
                <a:lnTo>
                  <a:pt x="0" y="14580"/>
                </a:lnTo>
                <a:lnTo>
                  <a:pt x="0" y="6861"/>
                </a:lnTo>
                <a:lnTo>
                  <a:pt x="23628" y="0"/>
                </a:lnTo>
                <a:lnTo>
                  <a:pt x="23628" y="60593"/>
                </a:lnTo>
                <a:lnTo>
                  <a:pt x="38466" y="60593"/>
                </a:lnTo>
                <a:lnTo>
                  <a:pt x="38466" y="67840"/>
                </a:lnTo>
                <a:close/>
                <a:moveTo>
                  <a:pt x="47411" y="35936"/>
                </a:moveTo>
                <a:cubicBezTo>
                  <a:pt x="47411" y="24214"/>
                  <a:pt x="49355" y="15345"/>
                  <a:pt x="53243" y="9327"/>
                </a:cubicBezTo>
                <a:cubicBezTo>
                  <a:pt x="57131" y="3309"/>
                  <a:pt x="62763" y="300"/>
                  <a:pt x="70139" y="300"/>
                </a:cubicBezTo>
                <a:cubicBezTo>
                  <a:pt x="84204" y="300"/>
                  <a:pt x="91237" y="11650"/>
                  <a:pt x="91237" y="34349"/>
                </a:cubicBezTo>
                <a:cubicBezTo>
                  <a:pt x="91237" y="45556"/>
                  <a:pt x="89257" y="54125"/>
                  <a:pt x="85298" y="60057"/>
                </a:cubicBezTo>
                <a:cubicBezTo>
                  <a:pt x="81338" y="65989"/>
                  <a:pt x="75785" y="68955"/>
                  <a:pt x="68638" y="68955"/>
                </a:cubicBezTo>
                <a:cubicBezTo>
                  <a:pt x="61891" y="68955"/>
                  <a:pt x="56666" y="66139"/>
                  <a:pt x="52964" y="60507"/>
                </a:cubicBezTo>
                <a:cubicBezTo>
                  <a:pt x="49262" y="54875"/>
                  <a:pt x="47411" y="46685"/>
                  <a:pt x="47411" y="35936"/>
                </a:cubicBezTo>
                <a:moveTo>
                  <a:pt x="55988" y="35550"/>
                </a:moveTo>
                <a:cubicBezTo>
                  <a:pt x="55988" y="53189"/>
                  <a:pt x="60462" y="62008"/>
                  <a:pt x="69410" y="62008"/>
                </a:cubicBezTo>
                <a:cubicBezTo>
                  <a:pt x="78215" y="62008"/>
                  <a:pt x="82618" y="53046"/>
                  <a:pt x="82618" y="35121"/>
                </a:cubicBezTo>
                <a:cubicBezTo>
                  <a:pt x="82618" y="16567"/>
                  <a:pt x="78301" y="7290"/>
                  <a:pt x="69667" y="7290"/>
                </a:cubicBezTo>
                <a:cubicBezTo>
                  <a:pt x="60547" y="7290"/>
                  <a:pt x="55988" y="16710"/>
                  <a:pt x="55988" y="355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Writeapythonfunctiontoremovespacesfrom">
            <a:extLst xmlns:a="http://schemas.openxmlformats.org/drawingml/2006/main">
              <a:ext uri="{FF2B5EF4-FFF2-40B4-BE49-F238E27FC236}">
                <a16:creationId xmlns:a16="http://schemas.microsoft.com/office/drawing/2014/main" id="{A33037AB-7474-4270-9B49-3CA0F8BE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628" y="2688260"/>
            <a:ext cx="1993753" cy="93570"/>
          </a:xfrm>
          <a:custGeom xmlns:a="http://schemas.openxmlformats.org/drawingml/2006/main">
            <a:pathLst>
              <a:path w="1993753" h="93570">
                <a:moveTo>
                  <a:pt x="87095" y="4803"/>
                </a:moveTo>
                <a:lnTo>
                  <a:pt x="68483" y="71228"/>
                </a:lnTo>
                <a:lnTo>
                  <a:pt x="58492" y="71228"/>
                </a:lnTo>
                <a:lnTo>
                  <a:pt x="45112" y="23371"/>
                </a:lnTo>
                <a:cubicBezTo>
                  <a:pt x="44512" y="21198"/>
                  <a:pt x="44155" y="18911"/>
                  <a:pt x="44040" y="16510"/>
                </a:cubicBezTo>
                <a:lnTo>
                  <a:pt x="43869" y="16510"/>
                </a:lnTo>
                <a:cubicBezTo>
                  <a:pt x="43697" y="18883"/>
                  <a:pt x="43297" y="21141"/>
                  <a:pt x="42668" y="23285"/>
                </a:cubicBezTo>
                <a:lnTo>
                  <a:pt x="29160" y="71228"/>
                </a:lnTo>
                <a:lnTo>
                  <a:pt x="19254" y="71228"/>
                </a:lnTo>
                <a:lnTo>
                  <a:pt x="0" y="4803"/>
                </a:lnTo>
                <a:lnTo>
                  <a:pt x="9477" y="4803"/>
                </a:lnTo>
                <a:lnTo>
                  <a:pt x="23028" y="54975"/>
                </a:lnTo>
                <a:cubicBezTo>
                  <a:pt x="23628" y="57234"/>
                  <a:pt x="23986" y="59507"/>
                  <a:pt x="24100" y="61794"/>
                </a:cubicBezTo>
                <a:lnTo>
                  <a:pt x="24357" y="61794"/>
                </a:lnTo>
                <a:cubicBezTo>
                  <a:pt x="24500" y="60079"/>
                  <a:pt x="24972" y="57806"/>
                  <a:pt x="25772" y="54975"/>
                </a:cubicBezTo>
                <a:lnTo>
                  <a:pt x="40138" y="4803"/>
                </a:lnTo>
                <a:lnTo>
                  <a:pt x="48586" y="4803"/>
                </a:lnTo>
                <a:lnTo>
                  <a:pt x="62308" y="55361"/>
                </a:lnTo>
                <a:cubicBezTo>
                  <a:pt x="62766" y="57020"/>
                  <a:pt x="63137" y="59135"/>
                  <a:pt x="63423" y="61708"/>
                </a:cubicBezTo>
                <a:lnTo>
                  <a:pt x="63595" y="61708"/>
                </a:lnTo>
                <a:cubicBezTo>
                  <a:pt x="63738" y="59850"/>
                  <a:pt x="64152" y="57677"/>
                  <a:pt x="64838" y="55190"/>
                </a:cubicBezTo>
                <a:lnTo>
                  <a:pt x="77875" y="4803"/>
                </a:lnTo>
                <a:lnTo>
                  <a:pt x="87095" y="4803"/>
                </a:lnTo>
                <a:close/>
                <a:moveTo>
                  <a:pt x="121426" y="32119"/>
                </a:moveTo>
                <a:cubicBezTo>
                  <a:pt x="120026" y="31118"/>
                  <a:pt x="118096" y="30618"/>
                  <a:pt x="115637" y="30618"/>
                </a:cubicBezTo>
                <a:cubicBezTo>
                  <a:pt x="112378" y="30618"/>
                  <a:pt x="109691" y="32141"/>
                  <a:pt x="107575" y="35185"/>
                </a:cubicBezTo>
                <a:cubicBezTo>
                  <a:pt x="105460" y="38230"/>
                  <a:pt x="104402" y="42239"/>
                  <a:pt x="104402" y="47214"/>
                </a:cubicBezTo>
                <a:lnTo>
                  <a:pt x="104402" y="71228"/>
                </a:lnTo>
                <a:lnTo>
                  <a:pt x="95997" y="71228"/>
                </a:lnTo>
                <a:lnTo>
                  <a:pt x="95997" y="23800"/>
                </a:lnTo>
                <a:lnTo>
                  <a:pt x="104402" y="23800"/>
                </a:lnTo>
                <a:lnTo>
                  <a:pt x="104402" y="33448"/>
                </a:lnTo>
                <a:lnTo>
                  <a:pt x="104573" y="33448"/>
                </a:lnTo>
                <a:cubicBezTo>
                  <a:pt x="106975" y="26473"/>
                  <a:pt x="111120" y="22985"/>
                  <a:pt x="117009" y="22985"/>
                </a:cubicBezTo>
                <a:cubicBezTo>
                  <a:pt x="118925" y="22985"/>
                  <a:pt x="120397" y="23199"/>
                  <a:pt x="121426" y="23628"/>
                </a:cubicBezTo>
                <a:lnTo>
                  <a:pt x="121426" y="32119"/>
                </a:lnTo>
                <a:close/>
                <a:moveTo>
                  <a:pt x="127884" y="7076"/>
                </a:moveTo>
                <a:cubicBezTo>
                  <a:pt x="127884" y="5589"/>
                  <a:pt x="128391" y="4338"/>
                  <a:pt x="129406" y="3323"/>
                </a:cubicBezTo>
                <a:cubicBezTo>
                  <a:pt x="130421" y="2309"/>
                  <a:pt x="131672" y="1801"/>
                  <a:pt x="133158" y="1801"/>
                </a:cubicBezTo>
                <a:cubicBezTo>
                  <a:pt x="134674" y="1801"/>
                  <a:pt x="135953" y="2301"/>
                  <a:pt x="136996" y="3302"/>
                </a:cubicBezTo>
                <a:cubicBezTo>
                  <a:pt x="138040" y="4303"/>
                  <a:pt x="138562" y="5560"/>
                  <a:pt x="138562" y="7076"/>
                </a:cubicBezTo>
                <a:cubicBezTo>
                  <a:pt x="138562" y="8562"/>
                  <a:pt x="138040" y="9799"/>
                  <a:pt x="136996" y="10785"/>
                </a:cubicBezTo>
                <a:cubicBezTo>
                  <a:pt x="135953" y="11771"/>
                  <a:pt x="134674" y="12264"/>
                  <a:pt x="133158" y="12264"/>
                </a:cubicBezTo>
                <a:cubicBezTo>
                  <a:pt x="131643" y="12264"/>
                  <a:pt x="130385" y="11771"/>
                  <a:pt x="129385" y="10785"/>
                </a:cubicBezTo>
                <a:cubicBezTo>
                  <a:pt x="128384" y="9799"/>
                  <a:pt x="127884" y="8562"/>
                  <a:pt x="127884" y="7076"/>
                </a:cubicBezTo>
                <a:moveTo>
                  <a:pt x="128870" y="71228"/>
                </a:moveTo>
                <a:lnTo>
                  <a:pt x="128870" y="23800"/>
                </a:lnTo>
                <a:lnTo>
                  <a:pt x="137275" y="23800"/>
                </a:lnTo>
                <a:lnTo>
                  <a:pt x="137275" y="71228"/>
                </a:lnTo>
                <a:lnTo>
                  <a:pt x="128870" y="71228"/>
                </a:lnTo>
                <a:close/>
                <a:moveTo>
                  <a:pt x="175466" y="70756"/>
                </a:moveTo>
                <a:cubicBezTo>
                  <a:pt x="173637" y="71757"/>
                  <a:pt x="171164" y="72257"/>
                  <a:pt x="168048" y="72257"/>
                </a:cubicBezTo>
                <a:cubicBezTo>
                  <a:pt x="159557" y="72257"/>
                  <a:pt x="155312" y="67554"/>
                  <a:pt x="155312" y="58149"/>
                </a:cubicBezTo>
                <a:lnTo>
                  <a:pt x="155312" y="30747"/>
                </a:lnTo>
                <a:lnTo>
                  <a:pt x="147164" y="30747"/>
                </a:lnTo>
                <a:lnTo>
                  <a:pt x="147164" y="23800"/>
                </a:lnTo>
                <a:lnTo>
                  <a:pt x="155312" y="23800"/>
                </a:lnTo>
                <a:lnTo>
                  <a:pt x="155312" y="12393"/>
                </a:lnTo>
                <a:lnTo>
                  <a:pt x="163674" y="9734"/>
                </a:lnTo>
                <a:lnTo>
                  <a:pt x="163674" y="23800"/>
                </a:lnTo>
                <a:lnTo>
                  <a:pt x="175466" y="23800"/>
                </a:lnTo>
                <a:lnTo>
                  <a:pt x="175466" y="30747"/>
                </a:lnTo>
                <a:lnTo>
                  <a:pt x="163674" y="30747"/>
                </a:lnTo>
                <a:lnTo>
                  <a:pt x="163674" y="56648"/>
                </a:lnTo>
                <a:cubicBezTo>
                  <a:pt x="163674" y="59764"/>
                  <a:pt x="164203" y="61994"/>
                  <a:pt x="165260" y="63338"/>
                </a:cubicBezTo>
                <a:cubicBezTo>
                  <a:pt x="166318" y="64681"/>
                  <a:pt x="168076" y="65353"/>
                  <a:pt x="170535" y="65353"/>
                </a:cubicBezTo>
                <a:cubicBezTo>
                  <a:pt x="172422" y="65353"/>
                  <a:pt x="174066" y="64824"/>
                  <a:pt x="175466" y="63766"/>
                </a:cubicBezTo>
                <a:lnTo>
                  <a:pt x="175466" y="70756"/>
                </a:lnTo>
                <a:close/>
                <a:moveTo>
                  <a:pt x="224249" y="49658"/>
                </a:moveTo>
                <a:lnTo>
                  <a:pt x="191058" y="49658"/>
                </a:lnTo>
                <a:cubicBezTo>
                  <a:pt x="191201" y="54718"/>
                  <a:pt x="192587" y="58628"/>
                  <a:pt x="195218" y="61386"/>
                </a:cubicBezTo>
                <a:cubicBezTo>
                  <a:pt x="197848" y="64145"/>
                  <a:pt x="201521" y="65525"/>
                  <a:pt x="206238" y="65525"/>
                </a:cubicBezTo>
                <a:cubicBezTo>
                  <a:pt x="211556" y="65525"/>
                  <a:pt x="216430" y="63824"/>
                  <a:pt x="220861" y="60422"/>
                </a:cubicBezTo>
                <a:lnTo>
                  <a:pt x="220861" y="67926"/>
                </a:lnTo>
                <a:cubicBezTo>
                  <a:pt x="216687" y="70871"/>
                  <a:pt x="211156" y="72343"/>
                  <a:pt x="204266" y="72343"/>
                </a:cubicBezTo>
                <a:cubicBezTo>
                  <a:pt x="197405" y="72343"/>
                  <a:pt x="192051" y="70170"/>
                  <a:pt x="188206" y="65825"/>
                </a:cubicBezTo>
                <a:cubicBezTo>
                  <a:pt x="184361" y="61479"/>
                  <a:pt x="182439" y="55447"/>
                  <a:pt x="182439" y="47728"/>
                </a:cubicBezTo>
                <a:cubicBezTo>
                  <a:pt x="182439" y="40467"/>
                  <a:pt x="184547" y="34478"/>
                  <a:pt x="188764" y="29761"/>
                </a:cubicBezTo>
                <a:cubicBezTo>
                  <a:pt x="192981" y="25043"/>
                  <a:pt x="198219" y="22685"/>
                  <a:pt x="204480" y="22685"/>
                </a:cubicBezTo>
                <a:cubicBezTo>
                  <a:pt x="210684" y="22685"/>
                  <a:pt x="215530" y="24679"/>
                  <a:pt x="219017" y="28667"/>
                </a:cubicBezTo>
                <a:cubicBezTo>
                  <a:pt x="222505" y="32655"/>
                  <a:pt x="224249" y="38237"/>
                  <a:pt x="224249" y="45413"/>
                </a:cubicBezTo>
                <a:lnTo>
                  <a:pt x="224249" y="49658"/>
                </a:lnTo>
                <a:moveTo>
                  <a:pt x="215844" y="42925"/>
                </a:moveTo>
                <a:cubicBezTo>
                  <a:pt x="215816" y="38637"/>
                  <a:pt x="214801" y="35321"/>
                  <a:pt x="212799" y="32977"/>
                </a:cubicBezTo>
                <a:cubicBezTo>
                  <a:pt x="210798" y="30632"/>
                  <a:pt x="207982" y="29460"/>
                  <a:pt x="204352" y="29460"/>
                </a:cubicBezTo>
                <a:cubicBezTo>
                  <a:pt x="201007" y="29460"/>
                  <a:pt x="198112" y="30704"/>
                  <a:pt x="195668" y="33191"/>
                </a:cubicBezTo>
                <a:cubicBezTo>
                  <a:pt x="193224" y="35678"/>
                  <a:pt x="191687" y="38923"/>
                  <a:pt x="191058" y="42925"/>
                </a:cubicBezTo>
                <a:lnTo>
                  <a:pt x="215844" y="42925"/>
                </a:lnTo>
                <a:close/>
                <a:moveTo>
                  <a:pt x="261781" y="27102"/>
                </a:moveTo>
                <a:cubicBezTo>
                  <a:pt x="266498" y="24157"/>
                  <a:pt x="271944" y="22685"/>
                  <a:pt x="278119" y="22685"/>
                </a:cubicBezTo>
                <a:cubicBezTo>
                  <a:pt x="289555" y="22685"/>
                  <a:pt x="295272" y="28688"/>
                  <a:pt x="295272" y="40696"/>
                </a:cubicBezTo>
                <a:lnTo>
                  <a:pt x="295272" y="71228"/>
                </a:lnTo>
                <a:lnTo>
                  <a:pt x="286953" y="71228"/>
                </a:lnTo>
                <a:lnTo>
                  <a:pt x="286953" y="63895"/>
                </a:lnTo>
                <a:lnTo>
                  <a:pt x="286739" y="63895"/>
                </a:lnTo>
                <a:cubicBezTo>
                  <a:pt x="283451" y="69527"/>
                  <a:pt x="278605" y="72343"/>
                  <a:pt x="272202" y="72343"/>
                </a:cubicBezTo>
                <a:cubicBezTo>
                  <a:pt x="267599" y="72343"/>
                  <a:pt x="263939" y="71099"/>
                  <a:pt x="261224" y="68612"/>
                </a:cubicBezTo>
                <a:cubicBezTo>
                  <a:pt x="258508" y="66125"/>
                  <a:pt x="257150" y="62766"/>
                  <a:pt x="257150" y="58535"/>
                </a:cubicBezTo>
                <a:cubicBezTo>
                  <a:pt x="257150" y="49672"/>
                  <a:pt x="262396" y="44512"/>
                  <a:pt x="272888" y="43054"/>
                </a:cubicBezTo>
                <a:lnTo>
                  <a:pt x="286953" y="41082"/>
                </a:lnTo>
                <a:cubicBezTo>
                  <a:pt x="286953" y="33334"/>
                  <a:pt x="283751" y="29460"/>
                  <a:pt x="277347" y="29460"/>
                </a:cubicBezTo>
                <a:cubicBezTo>
                  <a:pt x="271658" y="29460"/>
                  <a:pt x="266470" y="31376"/>
                  <a:pt x="261781" y="35207"/>
                </a:cubicBezTo>
                <a:lnTo>
                  <a:pt x="261781" y="27102"/>
                </a:lnTo>
                <a:moveTo>
                  <a:pt x="275847" y="48929"/>
                </a:moveTo>
                <a:cubicBezTo>
                  <a:pt x="271959" y="49444"/>
                  <a:pt x="269278" y="50416"/>
                  <a:pt x="267806" y="51845"/>
                </a:cubicBezTo>
                <a:cubicBezTo>
                  <a:pt x="266334" y="53274"/>
                  <a:pt x="265598" y="55276"/>
                  <a:pt x="265598" y="57849"/>
                </a:cubicBezTo>
                <a:cubicBezTo>
                  <a:pt x="265598" y="60107"/>
                  <a:pt x="266398" y="61951"/>
                  <a:pt x="267999" y="63380"/>
                </a:cubicBezTo>
                <a:cubicBezTo>
                  <a:pt x="269600" y="64810"/>
                  <a:pt x="271716" y="65525"/>
                  <a:pt x="274346" y="65525"/>
                </a:cubicBezTo>
                <a:cubicBezTo>
                  <a:pt x="278005" y="65525"/>
                  <a:pt x="281021" y="64238"/>
                  <a:pt x="283394" y="61665"/>
                </a:cubicBezTo>
                <a:cubicBezTo>
                  <a:pt x="285767" y="59092"/>
                  <a:pt x="286953" y="55862"/>
                  <a:pt x="286953" y="51974"/>
                </a:cubicBezTo>
                <a:lnTo>
                  <a:pt x="286953" y="47428"/>
                </a:lnTo>
                <a:lnTo>
                  <a:pt x="275847" y="48929"/>
                </a:lnTo>
                <a:close/>
                <a:moveTo>
                  <a:pt x="344125" y="64538"/>
                </a:moveTo>
                <a:lnTo>
                  <a:pt x="344125" y="93055"/>
                </a:lnTo>
                <a:lnTo>
                  <a:pt x="335720" y="93055"/>
                </a:lnTo>
                <a:lnTo>
                  <a:pt x="335720" y="23800"/>
                </a:lnTo>
                <a:lnTo>
                  <a:pt x="344125" y="23800"/>
                </a:lnTo>
                <a:lnTo>
                  <a:pt x="344125" y="31990"/>
                </a:lnTo>
                <a:lnTo>
                  <a:pt x="344297" y="31990"/>
                </a:lnTo>
                <a:cubicBezTo>
                  <a:pt x="348013" y="25787"/>
                  <a:pt x="353445" y="22685"/>
                  <a:pt x="360592" y="22685"/>
                </a:cubicBezTo>
                <a:cubicBezTo>
                  <a:pt x="366653" y="22685"/>
                  <a:pt x="371406" y="24808"/>
                  <a:pt x="374850" y="29053"/>
                </a:cubicBezTo>
                <a:cubicBezTo>
                  <a:pt x="378295" y="33298"/>
                  <a:pt x="380018" y="38995"/>
                  <a:pt x="380018" y="46142"/>
                </a:cubicBezTo>
                <a:cubicBezTo>
                  <a:pt x="380018" y="54032"/>
                  <a:pt x="378067" y="60372"/>
                  <a:pt x="374164" y="65160"/>
                </a:cubicBezTo>
                <a:cubicBezTo>
                  <a:pt x="370262" y="69949"/>
                  <a:pt x="365009" y="72343"/>
                  <a:pt x="358405" y="72343"/>
                </a:cubicBezTo>
                <a:cubicBezTo>
                  <a:pt x="352316" y="72343"/>
                  <a:pt x="347613" y="69741"/>
                  <a:pt x="344297" y="64538"/>
                </a:cubicBezTo>
                <a:lnTo>
                  <a:pt x="344125" y="64538"/>
                </a:lnTo>
                <a:moveTo>
                  <a:pt x="344082" y="51674"/>
                </a:moveTo>
                <a:cubicBezTo>
                  <a:pt x="344082" y="55533"/>
                  <a:pt x="345326" y="58785"/>
                  <a:pt x="347813" y="61429"/>
                </a:cubicBezTo>
                <a:cubicBezTo>
                  <a:pt x="350300" y="64074"/>
                  <a:pt x="353416" y="65396"/>
                  <a:pt x="357161" y="65396"/>
                </a:cubicBezTo>
                <a:cubicBezTo>
                  <a:pt x="361621" y="65396"/>
                  <a:pt x="365109" y="63681"/>
                  <a:pt x="367625" y="60250"/>
                </a:cubicBezTo>
                <a:cubicBezTo>
                  <a:pt x="370141" y="56819"/>
                  <a:pt x="371398" y="52074"/>
                  <a:pt x="371398" y="46013"/>
                </a:cubicBezTo>
                <a:cubicBezTo>
                  <a:pt x="371398" y="40896"/>
                  <a:pt x="370226" y="36886"/>
                  <a:pt x="367882" y="33984"/>
                </a:cubicBezTo>
                <a:cubicBezTo>
                  <a:pt x="365538" y="31083"/>
                  <a:pt x="362336" y="29632"/>
                  <a:pt x="358276" y="29632"/>
                </a:cubicBezTo>
                <a:cubicBezTo>
                  <a:pt x="354131" y="29632"/>
                  <a:pt x="350729" y="31104"/>
                  <a:pt x="348070" y="34049"/>
                </a:cubicBezTo>
                <a:cubicBezTo>
                  <a:pt x="345412" y="36993"/>
                  <a:pt x="344082" y="40767"/>
                  <a:pt x="344082" y="45370"/>
                </a:cubicBezTo>
                <a:lnTo>
                  <a:pt x="344082" y="51674"/>
                </a:lnTo>
                <a:close/>
                <a:moveTo>
                  <a:pt x="431031" y="23800"/>
                </a:moveTo>
                <a:lnTo>
                  <a:pt x="409504" y="78389"/>
                </a:lnTo>
                <a:cubicBezTo>
                  <a:pt x="405501" y="88510"/>
                  <a:pt x="399855" y="93570"/>
                  <a:pt x="392565" y="93570"/>
                </a:cubicBezTo>
                <a:cubicBezTo>
                  <a:pt x="390478" y="93570"/>
                  <a:pt x="388692" y="93341"/>
                  <a:pt x="387205" y="92884"/>
                </a:cubicBezTo>
                <a:lnTo>
                  <a:pt x="387205" y="85508"/>
                </a:lnTo>
                <a:cubicBezTo>
                  <a:pt x="388834" y="86137"/>
                  <a:pt x="390407" y="86451"/>
                  <a:pt x="391922" y="86451"/>
                </a:cubicBezTo>
                <a:cubicBezTo>
                  <a:pt x="395724" y="86451"/>
                  <a:pt x="398569" y="84221"/>
                  <a:pt x="400456" y="79762"/>
                </a:cubicBezTo>
                <a:lnTo>
                  <a:pt x="404101" y="71142"/>
                </a:lnTo>
                <a:lnTo>
                  <a:pt x="385490" y="23800"/>
                </a:lnTo>
                <a:lnTo>
                  <a:pt x="394795" y="23800"/>
                </a:lnTo>
                <a:lnTo>
                  <a:pt x="407188" y="59435"/>
                </a:lnTo>
                <a:lnTo>
                  <a:pt x="408217" y="63338"/>
                </a:lnTo>
                <a:lnTo>
                  <a:pt x="408432" y="63338"/>
                </a:lnTo>
                <a:cubicBezTo>
                  <a:pt x="408603" y="62451"/>
                  <a:pt x="408946" y="61179"/>
                  <a:pt x="409461" y="59521"/>
                </a:cubicBezTo>
                <a:lnTo>
                  <a:pt x="422412" y="23800"/>
                </a:lnTo>
                <a:lnTo>
                  <a:pt x="431031" y="23800"/>
                </a:lnTo>
                <a:close/>
                <a:moveTo>
                  <a:pt x="460946" y="70756"/>
                </a:moveTo>
                <a:cubicBezTo>
                  <a:pt x="459116" y="71757"/>
                  <a:pt x="456643" y="72257"/>
                  <a:pt x="453527" y="72257"/>
                </a:cubicBezTo>
                <a:cubicBezTo>
                  <a:pt x="445036" y="72257"/>
                  <a:pt x="440791" y="67554"/>
                  <a:pt x="440791" y="58149"/>
                </a:cubicBezTo>
                <a:lnTo>
                  <a:pt x="440791" y="30747"/>
                </a:lnTo>
                <a:lnTo>
                  <a:pt x="432643" y="30747"/>
                </a:lnTo>
                <a:lnTo>
                  <a:pt x="432643" y="23800"/>
                </a:lnTo>
                <a:lnTo>
                  <a:pt x="440791" y="23800"/>
                </a:lnTo>
                <a:lnTo>
                  <a:pt x="440791" y="12393"/>
                </a:lnTo>
                <a:lnTo>
                  <a:pt x="449153" y="9734"/>
                </a:lnTo>
                <a:lnTo>
                  <a:pt x="449153" y="23800"/>
                </a:lnTo>
                <a:lnTo>
                  <a:pt x="460946" y="23800"/>
                </a:lnTo>
                <a:lnTo>
                  <a:pt x="460946" y="30747"/>
                </a:lnTo>
                <a:lnTo>
                  <a:pt x="449153" y="30747"/>
                </a:lnTo>
                <a:lnTo>
                  <a:pt x="449153" y="56648"/>
                </a:lnTo>
                <a:cubicBezTo>
                  <a:pt x="449153" y="59764"/>
                  <a:pt x="449682" y="61994"/>
                  <a:pt x="450740" y="63338"/>
                </a:cubicBezTo>
                <a:cubicBezTo>
                  <a:pt x="451798" y="64681"/>
                  <a:pt x="453556" y="65353"/>
                  <a:pt x="456014" y="65353"/>
                </a:cubicBezTo>
                <a:cubicBezTo>
                  <a:pt x="457901" y="65353"/>
                  <a:pt x="459545" y="64824"/>
                  <a:pt x="460946" y="63766"/>
                </a:cubicBezTo>
                <a:lnTo>
                  <a:pt x="460946" y="70756"/>
                </a:lnTo>
                <a:close/>
                <a:moveTo>
                  <a:pt x="511143" y="71228"/>
                </a:moveTo>
                <a:lnTo>
                  <a:pt x="502781" y="71228"/>
                </a:lnTo>
                <a:lnTo>
                  <a:pt x="502781" y="43955"/>
                </a:lnTo>
                <a:cubicBezTo>
                  <a:pt x="502781" y="34406"/>
                  <a:pt x="499236" y="29632"/>
                  <a:pt x="492146" y="29632"/>
                </a:cubicBezTo>
                <a:cubicBezTo>
                  <a:pt x="488516" y="29632"/>
                  <a:pt x="485500" y="31026"/>
                  <a:pt x="483098" y="33813"/>
                </a:cubicBezTo>
                <a:cubicBezTo>
                  <a:pt x="480697" y="36600"/>
                  <a:pt x="479496" y="40110"/>
                  <a:pt x="479496" y="44341"/>
                </a:cubicBezTo>
                <a:lnTo>
                  <a:pt x="479496" y="71228"/>
                </a:lnTo>
                <a:lnTo>
                  <a:pt x="471091" y="71228"/>
                </a:lnTo>
                <a:lnTo>
                  <a:pt x="471091" y="1029"/>
                </a:lnTo>
                <a:lnTo>
                  <a:pt x="479496" y="1029"/>
                </a:lnTo>
                <a:lnTo>
                  <a:pt x="479496" y="31604"/>
                </a:lnTo>
                <a:lnTo>
                  <a:pt x="479668" y="31604"/>
                </a:lnTo>
                <a:cubicBezTo>
                  <a:pt x="483298" y="25658"/>
                  <a:pt x="488458" y="22685"/>
                  <a:pt x="495148" y="22685"/>
                </a:cubicBezTo>
                <a:cubicBezTo>
                  <a:pt x="505812" y="22685"/>
                  <a:pt x="511143" y="29132"/>
                  <a:pt x="511143" y="42025"/>
                </a:cubicBezTo>
                <a:lnTo>
                  <a:pt x="511143" y="71228"/>
                </a:lnTo>
                <a:close/>
                <a:moveTo>
                  <a:pt x="522790" y="48029"/>
                </a:moveTo>
                <a:cubicBezTo>
                  <a:pt x="522790" y="40195"/>
                  <a:pt x="524977" y="34013"/>
                  <a:pt x="529351" y="29482"/>
                </a:cubicBezTo>
                <a:cubicBezTo>
                  <a:pt x="533725" y="24951"/>
                  <a:pt x="539657" y="22685"/>
                  <a:pt x="547147" y="22685"/>
                </a:cubicBezTo>
                <a:cubicBezTo>
                  <a:pt x="554266" y="22685"/>
                  <a:pt x="559848" y="24865"/>
                  <a:pt x="563893" y="29224"/>
                </a:cubicBezTo>
                <a:cubicBezTo>
                  <a:pt x="567938" y="33584"/>
                  <a:pt x="569961" y="39609"/>
                  <a:pt x="569961" y="47299"/>
                </a:cubicBezTo>
                <a:cubicBezTo>
                  <a:pt x="569961" y="54790"/>
                  <a:pt x="567802" y="60836"/>
                  <a:pt x="563486" y="65439"/>
                </a:cubicBezTo>
                <a:cubicBezTo>
                  <a:pt x="559169" y="70042"/>
                  <a:pt x="553380" y="72343"/>
                  <a:pt x="546118" y="72343"/>
                </a:cubicBezTo>
                <a:cubicBezTo>
                  <a:pt x="539028" y="72343"/>
                  <a:pt x="533368" y="70113"/>
                  <a:pt x="529137" y="65653"/>
                </a:cubicBezTo>
                <a:cubicBezTo>
                  <a:pt x="524906" y="61193"/>
                  <a:pt x="522790" y="55319"/>
                  <a:pt x="522790" y="48029"/>
                </a:cubicBezTo>
                <a:moveTo>
                  <a:pt x="531366" y="47771"/>
                </a:moveTo>
                <a:cubicBezTo>
                  <a:pt x="531366" y="53232"/>
                  <a:pt x="532746" y="57534"/>
                  <a:pt x="535505" y="60679"/>
                </a:cubicBezTo>
                <a:cubicBezTo>
                  <a:pt x="538263" y="63824"/>
                  <a:pt x="541973" y="65396"/>
                  <a:pt x="546633" y="65396"/>
                </a:cubicBezTo>
                <a:cubicBezTo>
                  <a:pt x="551436" y="65396"/>
                  <a:pt x="555095" y="63859"/>
                  <a:pt x="557611" y="60786"/>
                </a:cubicBezTo>
                <a:cubicBezTo>
                  <a:pt x="560126" y="57713"/>
                  <a:pt x="561384" y="53303"/>
                  <a:pt x="561384" y="47557"/>
                </a:cubicBezTo>
                <a:cubicBezTo>
                  <a:pt x="561384" y="41782"/>
                  <a:pt x="560126" y="37351"/>
                  <a:pt x="557611" y="34263"/>
                </a:cubicBezTo>
                <a:cubicBezTo>
                  <a:pt x="555095" y="31176"/>
                  <a:pt x="551436" y="29632"/>
                  <a:pt x="546633" y="29632"/>
                </a:cubicBezTo>
                <a:cubicBezTo>
                  <a:pt x="541916" y="29632"/>
                  <a:pt x="538192" y="31247"/>
                  <a:pt x="535462" y="34478"/>
                </a:cubicBezTo>
                <a:cubicBezTo>
                  <a:pt x="532732" y="37708"/>
                  <a:pt x="531366" y="42139"/>
                  <a:pt x="531366" y="47771"/>
                </a:cubicBezTo>
                <a:close/>
                <a:moveTo>
                  <a:pt x="622775" y="71228"/>
                </a:moveTo>
                <a:lnTo>
                  <a:pt x="614413" y="71228"/>
                </a:lnTo>
                <a:lnTo>
                  <a:pt x="614413" y="44255"/>
                </a:lnTo>
                <a:cubicBezTo>
                  <a:pt x="614413" y="34506"/>
                  <a:pt x="610854" y="29632"/>
                  <a:pt x="603735" y="29632"/>
                </a:cubicBezTo>
                <a:cubicBezTo>
                  <a:pt x="600047" y="29632"/>
                  <a:pt x="597017" y="31004"/>
                  <a:pt x="594644" y="33749"/>
                </a:cubicBezTo>
                <a:cubicBezTo>
                  <a:pt x="592271" y="36493"/>
                  <a:pt x="591085" y="39967"/>
                  <a:pt x="591085" y="44169"/>
                </a:cubicBezTo>
                <a:lnTo>
                  <a:pt x="591085" y="71228"/>
                </a:lnTo>
                <a:lnTo>
                  <a:pt x="582680" y="71228"/>
                </a:lnTo>
                <a:lnTo>
                  <a:pt x="582680" y="23800"/>
                </a:lnTo>
                <a:lnTo>
                  <a:pt x="591085" y="23800"/>
                </a:lnTo>
                <a:lnTo>
                  <a:pt x="591085" y="31647"/>
                </a:lnTo>
                <a:lnTo>
                  <a:pt x="591256" y="31647"/>
                </a:lnTo>
                <a:cubicBezTo>
                  <a:pt x="594830" y="25672"/>
                  <a:pt x="600019" y="22685"/>
                  <a:pt x="606823" y="22685"/>
                </a:cubicBezTo>
                <a:cubicBezTo>
                  <a:pt x="612026" y="22685"/>
                  <a:pt x="615985" y="24350"/>
                  <a:pt x="618701" y="27681"/>
                </a:cubicBezTo>
                <a:cubicBezTo>
                  <a:pt x="621417" y="31011"/>
                  <a:pt x="622775" y="35864"/>
                  <a:pt x="622775" y="42239"/>
                </a:cubicBezTo>
                <a:lnTo>
                  <a:pt x="622775" y="71228"/>
                </a:lnTo>
                <a:close/>
                <a:moveTo>
                  <a:pt x="687493" y="8191"/>
                </a:moveTo>
                <a:cubicBezTo>
                  <a:pt x="685921" y="7362"/>
                  <a:pt x="684220" y="6947"/>
                  <a:pt x="682390" y="6947"/>
                </a:cubicBezTo>
                <a:cubicBezTo>
                  <a:pt x="677130" y="6947"/>
                  <a:pt x="674500" y="10206"/>
                  <a:pt x="674500" y="16724"/>
                </a:cubicBezTo>
                <a:lnTo>
                  <a:pt x="674500" y="23800"/>
                </a:lnTo>
                <a:lnTo>
                  <a:pt x="685606" y="23800"/>
                </a:lnTo>
                <a:lnTo>
                  <a:pt x="685606" y="30747"/>
                </a:lnTo>
                <a:lnTo>
                  <a:pt x="674500" y="30747"/>
                </a:lnTo>
                <a:lnTo>
                  <a:pt x="674500" y="71228"/>
                </a:lnTo>
                <a:lnTo>
                  <a:pt x="666180" y="71228"/>
                </a:lnTo>
                <a:lnTo>
                  <a:pt x="666180" y="30747"/>
                </a:lnTo>
                <a:lnTo>
                  <a:pt x="658076" y="30747"/>
                </a:lnTo>
                <a:lnTo>
                  <a:pt x="658076" y="23800"/>
                </a:lnTo>
                <a:lnTo>
                  <a:pt x="666180" y="23800"/>
                </a:lnTo>
                <a:lnTo>
                  <a:pt x="666180" y="16338"/>
                </a:lnTo>
                <a:cubicBezTo>
                  <a:pt x="666180" y="11250"/>
                  <a:pt x="667646" y="7254"/>
                  <a:pt x="670576" y="4353"/>
                </a:cubicBezTo>
                <a:cubicBezTo>
                  <a:pt x="673506" y="1451"/>
                  <a:pt x="677230" y="0"/>
                  <a:pt x="681747" y="0"/>
                </a:cubicBezTo>
                <a:cubicBezTo>
                  <a:pt x="684148" y="0"/>
                  <a:pt x="686064" y="272"/>
                  <a:pt x="687493" y="815"/>
                </a:cubicBezTo>
                <a:lnTo>
                  <a:pt x="687493" y="8191"/>
                </a:lnTo>
                <a:close/>
                <a:moveTo>
                  <a:pt x="733403" y="71228"/>
                </a:moveTo>
                <a:lnTo>
                  <a:pt x="724955" y="71228"/>
                </a:lnTo>
                <a:lnTo>
                  <a:pt x="724955" y="63766"/>
                </a:lnTo>
                <a:lnTo>
                  <a:pt x="724783" y="63766"/>
                </a:lnTo>
                <a:cubicBezTo>
                  <a:pt x="721610" y="69484"/>
                  <a:pt x="716736" y="72343"/>
                  <a:pt x="710160" y="72343"/>
                </a:cubicBezTo>
                <a:cubicBezTo>
                  <a:pt x="698925" y="72343"/>
                  <a:pt x="693307" y="65625"/>
                  <a:pt x="693307" y="52188"/>
                </a:cubicBezTo>
                <a:lnTo>
                  <a:pt x="693307" y="23800"/>
                </a:lnTo>
                <a:lnTo>
                  <a:pt x="701627" y="23800"/>
                </a:lnTo>
                <a:lnTo>
                  <a:pt x="701627" y="50945"/>
                </a:lnTo>
                <a:cubicBezTo>
                  <a:pt x="701627" y="60579"/>
                  <a:pt x="705315" y="65396"/>
                  <a:pt x="712690" y="65396"/>
                </a:cubicBezTo>
                <a:cubicBezTo>
                  <a:pt x="716350" y="65396"/>
                  <a:pt x="719309" y="64045"/>
                  <a:pt x="721567" y="61344"/>
                </a:cubicBezTo>
                <a:cubicBezTo>
                  <a:pt x="723826" y="58642"/>
                  <a:pt x="724955" y="55233"/>
                  <a:pt x="724955" y="51116"/>
                </a:cubicBezTo>
                <a:lnTo>
                  <a:pt x="724955" y="23800"/>
                </a:lnTo>
                <a:lnTo>
                  <a:pt x="733403" y="23800"/>
                </a:lnTo>
                <a:lnTo>
                  <a:pt x="733403" y="71228"/>
                </a:lnTo>
                <a:close/>
                <a:moveTo>
                  <a:pt x="789218" y="71228"/>
                </a:moveTo>
                <a:lnTo>
                  <a:pt x="780856" y="71228"/>
                </a:lnTo>
                <a:lnTo>
                  <a:pt x="780856" y="44255"/>
                </a:lnTo>
                <a:cubicBezTo>
                  <a:pt x="780856" y="34506"/>
                  <a:pt x="777297" y="29632"/>
                  <a:pt x="770179" y="29632"/>
                </a:cubicBezTo>
                <a:cubicBezTo>
                  <a:pt x="766491" y="29632"/>
                  <a:pt x="763460" y="31004"/>
                  <a:pt x="761087" y="33749"/>
                </a:cubicBezTo>
                <a:cubicBezTo>
                  <a:pt x="758715" y="36493"/>
                  <a:pt x="757528" y="39967"/>
                  <a:pt x="757528" y="44169"/>
                </a:cubicBezTo>
                <a:lnTo>
                  <a:pt x="757528" y="71228"/>
                </a:lnTo>
                <a:lnTo>
                  <a:pt x="749123" y="71228"/>
                </a:lnTo>
                <a:lnTo>
                  <a:pt x="749123" y="23800"/>
                </a:lnTo>
                <a:lnTo>
                  <a:pt x="757528" y="23800"/>
                </a:lnTo>
                <a:lnTo>
                  <a:pt x="757528" y="31647"/>
                </a:lnTo>
                <a:lnTo>
                  <a:pt x="757700" y="31647"/>
                </a:lnTo>
                <a:cubicBezTo>
                  <a:pt x="761273" y="25672"/>
                  <a:pt x="766462" y="22685"/>
                  <a:pt x="773266" y="22685"/>
                </a:cubicBezTo>
                <a:cubicBezTo>
                  <a:pt x="778469" y="22685"/>
                  <a:pt x="782429" y="24350"/>
                  <a:pt x="785145" y="27681"/>
                </a:cubicBezTo>
                <a:cubicBezTo>
                  <a:pt x="787860" y="31011"/>
                  <a:pt x="789218" y="35864"/>
                  <a:pt x="789218" y="42239"/>
                </a:cubicBezTo>
                <a:lnTo>
                  <a:pt x="789218" y="71228"/>
                </a:lnTo>
                <a:close/>
                <a:moveTo>
                  <a:pt x="836757" y="69084"/>
                </a:moveTo>
                <a:cubicBezTo>
                  <a:pt x="833127" y="71257"/>
                  <a:pt x="828753" y="72343"/>
                  <a:pt x="823635" y="72343"/>
                </a:cubicBezTo>
                <a:cubicBezTo>
                  <a:pt x="816774" y="72343"/>
                  <a:pt x="811257" y="70142"/>
                  <a:pt x="807083" y="65739"/>
                </a:cubicBezTo>
                <a:cubicBezTo>
                  <a:pt x="802909" y="61336"/>
                  <a:pt x="800822" y="55633"/>
                  <a:pt x="800822" y="48629"/>
                </a:cubicBezTo>
                <a:cubicBezTo>
                  <a:pt x="800822" y="40853"/>
                  <a:pt x="803073" y="34585"/>
                  <a:pt x="807576" y="29825"/>
                </a:cubicBezTo>
                <a:cubicBezTo>
                  <a:pt x="812079" y="25065"/>
                  <a:pt x="818104" y="22685"/>
                  <a:pt x="825651" y="22685"/>
                </a:cubicBezTo>
                <a:cubicBezTo>
                  <a:pt x="829996" y="22685"/>
                  <a:pt x="833713" y="23457"/>
                  <a:pt x="836800" y="25001"/>
                </a:cubicBezTo>
                <a:lnTo>
                  <a:pt x="836800" y="33320"/>
                </a:lnTo>
                <a:cubicBezTo>
                  <a:pt x="833456" y="30861"/>
                  <a:pt x="829739" y="29632"/>
                  <a:pt x="825651" y="29632"/>
                </a:cubicBezTo>
                <a:cubicBezTo>
                  <a:pt x="820848" y="29632"/>
                  <a:pt x="816939" y="31297"/>
                  <a:pt x="813922" y="34628"/>
                </a:cubicBezTo>
                <a:cubicBezTo>
                  <a:pt x="810906" y="37958"/>
                  <a:pt x="809398" y="42397"/>
                  <a:pt x="809398" y="47943"/>
                </a:cubicBezTo>
                <a:cubicBezTo>
                  <a:pt x="809398" y="53403"/>
                  <a:pt x="810821" y="57677"/>
                  <a:pt x="813665" y="60765"/>
                </a:cubicBezTo>
                <a:cubicBezTo>
                  <a:pt x="816510" y="63852"/>
                  <a:pt x="820348" y="65396"/>
                  <a:pt x="825179" y="65396"/>
                </a:cubicBezTo>
                <a:cubicBezTo>
                  <a:pt x="829267" y="65396"/>
                  <a:pt x="833127" y="64052"/>
                  <a:pt x="836757" y="61365"/>
                </a:cubicBezTo>
                <a:lnTo>
                  <a:pt x="836757" y="69084"/>
                </a:lnTo>
                <a:close/>
                <a:moveTo>
                  <a:pt x="870660" y="70756"/>
                </a:moveTo>
                <a:cubicBezTo>
                  <a:pt x="868831" y="71757"/>
                  <a:pt x="866358" y="72257"/>
                  <a:pt x="863241" y="72257"/>
                </a:cubicBezTo>
                <a:cubicBezTo>
                  <a:pt x="854751" y="72257"/>
                  <a:pt x="850505" y="67554"/>
                  <a:pt x="850505" y="58149"/>
                </a:cubicBezTo>
                <a:lnTo>
                  <a:pt x="850505" y="30747"/>
                </a:lnTo>
                <a:lnTo>
                  <a:pt x="842358" y="30747"/>
                </a:lnTo>
                <a:lnTo>
                  <a:pt x="842358" y="23800"/>
                </a:lnTo>
                <a:lnTo>
                  <a:pt x="850505" y="23800"/>
                </a:lnTo>
                <a:lnTo>
                  <a:pt x="850505" y="12393"/>
                </a:lnTo>
                <a:lnTo>
                  <a:pt x="858867" y="9734"/>
                </a:lnTo>
                <a:lnTo>
                  <a:pt x="858867" y="23800"/>
                </a:lnTo>
                <a:lnTo>
                  <a:pt x="870660" y="23800"/>
                </a:lnTo>
                <a:lnTo>
                  <a:pt x="870660" y="30747"/>
                </a:lnTo>
                <a:lnTo>
                  <a:pt x="858867" y="30747"/>
                </a:lnTo>
                <a:lnTo>
                  <a:pt x="858867" y="56648"/>
                </a:lnTo>
                <a:cubicBezTo>
                  <a:pt x="858867" y="59764"/>
                  <a:pt x="859396" y="61994"/>
                  <a:pt x="860454" y="63338"/>
                </a:cubicBezTo>
                <a:cubicBezTo>
                  <a:pt x="861512" y="64681"/>
                  <a:pt x="863270" y="65353"/>
                  <a:pt x="865729" y="65353"/>
                </a:cubicBezTo>
                <a:cubicBezTo>
                  <a:pt x="867616" y="65353"/>
                  <a:pt x="869259" y="64824"/>
                  <a:pt x="870660" y="63766"/>
                </a:cubicBezTo>
                <a:lnTo>
                  <a:pt x="870660" y="70756"/>
                </a:lnTo>
                <a:close/>
                <a:moveTo>
                  <a:pt x="879776" y="7076"/>
                </a:moveTo>
                <a:cubicBezTo>
                  <a:pt x="879776" y="5589"/>
                  <a:pt x="880284" y="4338"/>
                  <a:pt x="881298" y="3323"/>
                </a:cubicBezTo>
                <a:cubicBezTo>
                  <a:pt x="882313" y="2309"/>
                  <a:pt x="883564" y="1801"/>
                  <a:pt x="885051" y="1801"/>
                </a:cubicBezTo>
                <a:cubicBezTo>
                  <a:pt x="886566" y="1801"/>
                  <a:pt x="887845" y="2301"/>
                  <a:pt x="888889" y="3302"/>
                </a:cubicBezTo>
                <a:cubicBezTo>
                  <a:pt x="889932" y="4303"/>
                  <a:pt x="890454" y="5560"/>
                  <a:pt x="890454" y="7076"/>
                </a:cubicBezTo>
                <a:cubicBezTo>
                  <a:pt x="890454" y="8562"/>
                  <a:pt x="889932" y="9799"/>
                  <a:pt x="888889" y="10785"/>
                </a:cubicBezTo>
                <a:cubicBezTo>
                  <a:pt x="887845" y="11771"/>
                  <a:pt x="886566" y="12264"/>
                  <a:pt x="885051" y="12264"/>
                </a:cubicBezTo>
                <a:cubicBezTo>
                  <a:pt x="883536" y="12264"/>
                  <a:pt x="882278" y="11771"/>
                  <a:pt x="881277" y="10785"/>
                </a:cubicBezTo>
                <a:cubicBezTo>
                  <a:pt x="880276" y="9799"/>
                  <a:pt x="879776" y="8562"/>
                  <a:pt x="879776" y="7076"/>
                </a:cubicBezTo>
                <a:moveTo>
                  <a:pt x="880762" y="71228"/>
                </a:moveTo>
                <a:lnTo>
                  <a:pt x="880762" y="23800"/>
                </a:lnTo>
                <a:lnTo>
                  <a:pt x="889167" y="23800"/>
                </a:lnTo>
                <a:lnTo>
                  <a:pt x="889167" y="71228"/>
                </a:lnTo>
                <a:lnTo>
                  <a:pt x="880762" y="71228"/>
                </a:lnTo>
                <a:close/>
                <a:moveTo>
                  <a:pt x="901415" y="48029"/>
                </a:moveTo>
                <a:cubicBezTo>
                  <a:pt x="901415" y="40195"/>
                  <a:pt x="903602" y="34013"/>
                  <a:pt x="907976" y="29482"/>
                </a:cubicBezTo>
                <a:cubicBezTo>
                  <a:pt x="912350" y="24951"/>
                  <a:pt x="918282" y="22685"/>
                  <a:pt x="925772" y="22685"/>
                </a:cubicBezTo>
                <a:cubicBezTo>
                  <a:pt x="932891" y="22685"/>
                  <a:pt x="938472" y="24865"/>
                  <a:pt x="942518" y="29224"/>
                </a:cubicBezTo>
                <a:cubicBezTo>
                  <a:pt x="946563" y="33584"/>
                  <a:pt x="948586" y="39609"/>
                  <a:pt x="948586" y="47299"/>
                </a:cubicBezTo>
                <a:cubicBezTo>
                  <a:pt x="948586" y="54790"/>
                  <a:pt x="946427" y="60836"/>
                  <a:pt x="942110" y="65439"/>
                </a:cubicBezTo>
                <a:cubicBezTo>
                  <a:pt x="937793" y="70042"/>
                  <a:pt x="932004" y="72343"/>
                  <a:pt x="924743" y="72343"/>
                </a:cubicBezTo>
                <a:cubicBezTo>
                  <a:pt x="917653" y="72343"/>
                  <a:pt x="911992" y="70113"/>
                  <a:pt x="907761" y="65653"/>
                </a:cubicBezTo>
                <a:cubicBezTo>
                  <a:pt x="903530" y="61193"/>
                  <a:pt x="901415" y="55319"/>
                  <a:pt x="901415" y="48029"/>
                </a:cubicBezTo>
                <a:moveTo>
                  <a:pt x="909991" y="47771"/>
                </a:moveTo>
                <a:cubicBezTo>
                  <a:pt x="909991" y="53232"/>
                  <a:pt x="911371" y="57534"/>
                  <a:pt x="914129" y="60679"/>
                </a:cubicBezTo>
                <a:cubicBezTo>
                  <a:pt x="916888" y="63824"/>
                  <a:pt x="920598" y="65396"/>
                  <a:pt x="925257" y="65396"/>
                </a:cubicBezTo>
                <a:cubicBezTo>
                  <a:pt x="930060" y="65396"/>
                  <a:pt x="933720" y="63859"/>
                  <a:pt x="936235" y="60786"/>
                </a:cubicBezTo>
                <a:cubicBezTo>
                  <a:pt x="938751" y="57713"/>
                  <a:pt x="940009" y="53303"/>
                  <a:pt x="940009" y="47557"/>
                </a:cubicBezTo>
                <a:cubicBezTo>
                  <a:pt x="940009" y="41782"/>
                  <a:pt x="938751" y="37351"/>
                  <a:pt x="936235" y="34263"/>
                </a:cubicBezTo>
                <a:cubicBezTo>
                  <a:pt x="933720" y="31176"/>
                  <a:pt x="930060" y="29632"/>
                  <a:pt x="925257" y="29632"/>
                </a:cubicBezTo>
                <a:cubicBezTo>
                  <a:pt x="920540" y="29632"/>
                  <a:pt x="916817" y="31247"/>
                  <a:pt x="914087" y="34478"/>
                </a:cubicBezTo>
                <a:cubicBezTo>
                  <a:pt x="911356" y="37708"/>
                  <a:pt x="909991" y="42139"/>
                  <a:pt x="909991" y="47771"/>
                </a:cubicBezTo>
                <a:close/>
                <a:moveTo>
                  <a:pt x="1001400" y="71228"/>
                </a:moveTo>
                <a:lnTo>
                  <a:pt x="993038" y="71228"/>
                </a:lnTo>
                <a:lnTo>
                  <a:pt x="993038" y="44255"/>
                </a:lnTo>
                <a:cubicBezTo>
                  <a:pt x="993038" y="34506"/>
                  <a:pt x="989479" y="29632"/>
                  <a:pt x="982360" y="29632"/>
                </a:cubicBezTo>
                <a:cubicBezTo>
                  <a:pt x="978672" y="29632"/>
                  <a:pt x="975642" y="31004"/>
                  <a:pt x="973269" y="33749"/>
                </a:cubicBezTo>
                <a:cubicBezTo>
                  <a:pt x="970896" y="36493"/>
                  <a:pt x="969710" y="39967"/>
                  <a:pt x="969710" y="44169"/>
                </a:cubicBezTo>
                <a:lnTo>
                  <a:pt x="969710" y="71228"/>
                </a:lnTo>
                <a:lnTo>
                  <a:pt x="961305" y="71228"/>
                </a:lnTo>
                <a:lnTo>
                  <a:pt x="961305" y="23800"/>
                </a:lnTo>
                <a:lnTo>
                  <a:pt x="969710" y="23800"/>
                </a:lnTo>
                <a:lnTo>
                  <a:pt x="969710" y="31647"/>
                </a:lnTo>
                <a:lnTo>
                  <a:pt x="969881" y="31647"/>
                </a:lnTo>
                <a:cubicBezTo>
                  <a:pt x="973455" y="25672"/>
                  <a:pt x="978644" y="22685"/>
                  <a:pt x="985448" y="22685"/>
                </a:cubicBezTo>
                <a:cubicBezTo>
                  <a:pt x="990651" y="22685"/>
                  <a:pt x="994610" y="24350"/>
                  <a:pt x="997326" y="27681"/>
                </a:cubicBezTo>
                <a:cubicBezTo>
                  <a:pt x="1000042" y="31011"/>
                  <a:pt x="1001400" y="35864"/>
                  <a:pt x="1001400" y="42239"/>
                </a:cubicBezTo>
                <a:lnTo>
                  <a:pt x="1001400" y="71228"/>
                </a:lnTo>
                <a:close/>
                <a:moveTo>
                  <a:pt x="1064574" y="70756"/>
                </a:moveTo>
                <a:cubicBezTo>
                  <a:pt x="1062744" y="71757"/>
                  <a:pt x="1060272" y="72257"/>
                  <a:pt x="1057155" y="72257"/>
                </a:cubicBezTo>
                <a:cubicBezTo>
                  <a:pt x="1048665" y="72257"/>
                  <a:pt x="1044419" y="67554"/>
                  <a:pt x="1044419" y="58149"/>
                </a:cubicBezTo>
                <a:lnTo>
                  <a:pt x="1044419" y="30747"/>
                </a:lnTo>
                <a:lnTo>
                  <a:pt x="1036272" y="30747"/>
                </a:lnTo>
                <a:lnTo>
                  <a:pt x="1036272" y="23800"/>
                </a:lnTo>
                <a:lnTo>
                  <a:pt x="1044419" y="23800"/>
                </a:lnTo>
                <a:lnTo>
                  <a:pt x="1044419" y="12393"/>
                </a:lnTo>
                <a:lnTo>
                  <a:pt x="1052781" y="9734"/>
                </a:lnTo>
                <a:lnTo>
                  <a:pt x="1052781" y="23800"/>
                </a:lnTo>
                <a:lnTo>
                  <a:pt x="1064574" y="23800"/>
                </a:lnTo>
                <a:lnTo>
                  <a:pt x="1064574" y="30747"/>
                </a:lnTo>
                <a:lnTo>
                  <a:pt x="1052781" y="30747"/>
                </a:lnTo>
                <a:lnTo>
                  <a:pt x="1052781" y="56648"/>
                </a:lnTo>
                <a:cubicBezTo>
                  <a:pt x="1052781" y="59764"/>
                  <a:pt x="1053310" y="61994"/>
                  <a:pt x="1054368" y="63338"/>
                </a:cubicBezTo>
                <a:cubicBezTo>
                  <a:pt x="1055426" y="64681"/>
                  <a:pt x="1057184" y="65353"/>
                  <a:pt x="1059643" y="65353"/>
                </a:cubicBezTo>
                <a:cubicBezTo>
                  <a:pt x="1061529" y="65353"/>
                  <a:pt x="1063173" y="64824"/>
                  <a:pt x="1064574" y="63766"/>
                </a:cubicBezTo>
                <a:lnTo>
                  <a:pt x="1064574" y="70756"/>
                </a:lnTo>
                <a:close/>
                <a:moveTo>
                  <a:pt x="1071547" y="48029"/>
                </a:moveTo>
                <a:cubicBezTo>
                  <a:pt x="1071547" y="40195"/>
                  <a:pt x="1073734" y="34013"/>
                  <a:pt x="1078108" y="29482"/>
                </a:cubicBezTo>
                <a:cubicBezTo>
                  <a:pt x="1082482" y="24951"/>
                  <a:pt x="1088414" y="22685"/>
                  <a:pt x="1095904" y="22685"/>
                </a:cubicBezTo>
                <a:cubicBezTo>
                  <a:pt x="1103023" y="22685"/>
                  <a:pt x="1108605" y="24865"/>
                  <a:pt x="1112650" y="29224"/>
                </a:cubicBezTo>
                <a:cubicBezTo>
                  <a:pt x="1116695" y="33584"/>
                  <a:pt x="1118718" y="39609"/>
                  <a:pt x="1118718" y="47299"/>
                </a:cubicBezTo>
                <a:cubicBezTo>
                  <a:pt x="1118718" y="54790"/>
                  <a:pt x="1116559" y="60836"/>
                  <a:pt x="1112242" y="65439"/>
                </a:cubicBezTo>
                <a:cubicBezTo>
                  <a:pt x="1107926" y="70042"/>
                  <a:pt x="1102136" y="72343"/>
                  <a:pt x="1094875" y="72343"/>
                </a:cubicBezTo>
                <a:cubicBezTo>
                  <a:pt x="1087785" y="72343"/>
                  <a:pt x="1082125" y="70113"/>
                  <a:pt x="1077893" y="65653"/>
                </a:cubicBezTo>
                <a:cubicBezTo>
                  <a:pt x="1073662" y="61193"/>
                  <a:pt x="1071547" y="55319"/>
                  <a:pt x="1071547" y="48029"/>
                </a:cubicBezTo>
                <a:moveTo>
                  <a:pt x="1080123" y="47771"/>
                </a:moveTo>
                <a:cubicBezTo>
                  <a:pt x="1080123" y="53232"/>
                  <a:pt x="1081503" y="57534"/>
                  <a:pt x="1084262" y="60679"/>
                </a:cubicBezTo>
                <a:cubicBezTo>
                  <a:pt x="1087020" y="63824"/>
                  <a:pt x="1090730" y="65396"/>
                  <a:pt x="1095390" y="65396"/>
                </a:cubicBezTo>
                <a:cubicBezTo>
                  <a:pt x="1100192" y="65396"/>
                  <a:pt x="1103852" y="63859"/>
                  <a:pt x="1106368" y="60786"/>
                </a:cubicBezTo>
                <a:cubicBezTo>
                  <a:pt x="1108883" y="57713"/>
                  <a:pt x="1110141" y="53303"/>
                  <a:pt x="1110141" y="47557"/>
                </a:cubicBezTo>
                <a:cubicBezTo>
                  <a:pt x="1110141" y="41782"/>
                  <a:pt x="1108883" y="37351"/>
                  <a:pt x="1106368" y="34263"/>
                </a:cubicBezTo>
                <a:cubicBezTo>
                  <a:pt x="1103852" y="31176"/>
                  <a:pt x="1100192" y="29632"/>
                  <a:pt x="1095390" y="29632"/>
                </a:cubicBezTo>
                <a:cubicBezTo>
                  <a:pt x="1090672" y="29632"/>
                  <a:pt x="1086949" y="31247"/>
                  <a:pt x="1084219" y="34478"/>
                </a:cubicBezTo>
                <a:cubicBezTo>
                  <a:pt x="1081488" y="37708"/>
                  <a:pt x="1080123" y="42139"/>
                  <a:pt x="1080123" y="47771"/>
                </a:cubicBezTo>
                <a:close/>
                <a:moveTo>
                  <a:pt x="1182493" y="32119"/>
                </a:moveTo>
                <a:cubicBezTo>
                  <a:pt x="1181092" y="31118"/>
                  <a:pt x="1179162" y="30618"/>
                  <a:pt x="1176704" y="30618"/>
                </a:cubicBezTo>
                <a:cubicBezTo>
                  <a:pt x="1173444" y="30618"/>
                  <a:pt x="1170757" y="32141"/>
                  <a:pt x="1168642" y="35185"/>
                </a:cubicBezTo>
                <a:cubicBezTo>
                  <a:pt x="1166526" y="38230"/>
                  <a:pt x="1165468" y="42239"/>
                  <a:pt x="1165468" y="47214"/>
                </a:cubicBezTo>
                <a:lnTo>
                  <a:pt x="1165468" y="71228"/>
                </a:lnTo>
                <a:lnTo>
                  <a:pt x="1157063" y="71228"/>
                </a:lnTo>
                <a:lnTo>
                  <a:pt x="1157063" y="23800"/>
                </a:lnTo>
                <a:lnTo>
                  <a:pt x="1165468" y="23800"/>
                </a:lnTo>
                <a:lnTo>
                  <a:pt x="1165468" y="33448"/>
                </a:lnTo>
                <a:lnTo>
                  <a:pt x="1165640" y="33448"/>
                </a:lnTo>
                <a:cubicBezTo>
                  <a:pt x="1168041" y="26473"/>
                  <a:pt x="1172187" y="22985"/>
                  <a:pt x="1178076" y="22985"/>
                </a:cubicBezTo>
                <a:cubicBezTo>
                  <a:pt x="1179991" y="22985"/>
                  <a:pt x="1181463" y="23199"/>
                  <a:pt x="1182493" y="23628"/>
                </a:cubicBezTo>
                <a:lnTo>
                  <a:pt x="1182493" y="32119"/>
                </a:lnTo>
                <a:close/>
                <a:moveTo>
                  <a:pt x="1228617" y="49658"/>
                </a:moveTo>
                <a:lnTo>
                  <a:pt x="1195426" y="49658"/>
                </a:lnTo>
                <a:cubicBezTo>
                  <a:pt x="1195568" y="54718"/>
                  <a:pt x="1196955" y="58628"/>
                  <a:pt x="1199585" y="61386"/>
                </a:cubicBezTo>
                <a:cubicBezTo>
                  <a:pt x="1202215" y="64145"/>
                  <a:pt x="1205889" y="65525"/>
                  <a:pt x="1210606" y="65525"/>
                </a:cubicBezTo>
                <a:cubicBezTo>
                  <a:pt x="1215923" y="65525"/>
                  <a:pt x="1220798" y="63824"/>
                  <a:pt x="1225229" y="60422"/>
                </a:cubicBezTo>
                <a:lnTo>
                  <a:pt x="1225229" y="67926"/>
                </a:lnTo>
                <a:cubicBezTo>
                  <a:pt x="1221055" y="70871"/>
                  <a:pt x="1215523" y="72343"/>
                  <a:pt x="1208633" y="72343"/>
                </a:cubicBezTo>
                <a:cubicBezTo>
                  <a:pt x="1201772" y="72343"/>
                  <a:pt x="1196419" y="70170"/>
                  <a:pt x="1192574" y="65825"/>
                </a:cubicBezTo>
                <a:cubicBezTo>
                  <a:pt x="1188729" y="61479"/>
                  <a:pt x="1186806" y="55447"/>
                  <a:pt x="1186806" y="47728"/>
                </a:cubicBezTo>
                <a:cubicBezTo>
                  <a:pt x="1186806" y="40467"/>
                  <a:pt x="1188914" y="34478"/>
                  <a:pt x="1193131" y="29761"/>
                </a:cubicBezTo>
                <a:cubicBezTo>
                  <a:pt x="1197348" y="25043"/>
                  <a:pt x="1202587" y="22685"/>
                  <a:pt x="1208848" y="22685"/>
                </a:cubicBezTo>
                <a:cubicBezTo>
                  <a:pt x="1215051" y="22685"/>
                  <a:pt x="1219897" y="24679"/>
                  <a:pt x="1223385" y="28667"/>
                </a:cubicBezTo>
                <a:cubicBezTo>
                  <a:pt x="1226873" y="32655"/>
                  <a:pt x="1228617" y="38237"/>
                  <a:pt x="1228617" y="45413"/>
                </a:cubicBezTo>
                <a:lnTo>
                  <a:pt x="1228617" y="49658"/>
                </a:lnTo>
                <a:moveTo>
                  <a:pt x="1220212" y="42925"/>
                </a:moveTo>
                <a:cubicBezTo>
                  <a:pt x="1220183" y="38637"/>
                  <a:pt x="1219168" y="35321"/>
                  <a:pt x="1217167" y="32977"/>
                </a:cubicBezTo>
                <a:cubicBezTo>
                  <a:pt x="1215166" y="30632"/>
                  <a:pt x="1212350" y="29460"/>
                  <a:pt x="1208719" y="29460"/>
                </a:cubicBezTo>
                <a:cubicBezTo>
                  <a:pt x="1205374" y="29460"/>
                  <a:pt x="1202480" y="30704"/>
                  <a:pt x="1200035" y="33191"/>
                </a:cubicBezTo>
                <a:cubicBezTo>
                  <a:pt x="1197591" y="35678"/>
                  <a:pt x="1196054" y="38923"/>
                  <a:pt x="1195426" y="42925"/>
                </a:cubicBezTo>
                <a:lnTo>
                  <a:pt x="1220212" y="42925"/>
                </a:lnTo>
                <a:close/>
                <a:moveTo>
                  <a:pt x="1307676" y="71228"/>
                </a:moveTo>
                <a:lnTo>
                  <a:pt x="1299271" y="71228"/>
                </a:lnTo>
                <a:lnTo>
                  <a:pt x="1299271" y="43998"/>
                </a:lnTo>
                <a:cubicBezTo>
                  <a:pt x="1299271" y="38852"/>
                  <a:pt x="1298470" y="35171"/>
                  <a:pt x="1296869" y="32955"/>
                </a:cubicBezTo>
                <a:cubicBezTo>
                  <a:pt x="1295268" y="30740"/>
                  <a:pt x="1292638" y="29632"/>
                  <a:pt x="1288979" y="29632"/>
                </a:cubicBezTo>
                <a:cubicBezTo>
                  <a:pt x="1285891" y="29632"/>
                  <a:pt x="1283247" y="31076"/>
                  <a:pt x="1281045" y="33963"/>
                </a:cubicBezTo>
                <a:cubicBezTo>
                  <a:pt x="1278844" y="36850"/>
                  <a:pt x="1277743" y="40267"/>
                  <a:pt x="1277743" y="44212"/>
                </a:cubicBezTo>
                <a:lnTo>
                  <a:pt x="1277743" y="71228"/>
                </a:lnTo>
                <a:lnTo>
                  <a:pt x="1269338" y="71228"/>
                </a:lnTo>
                <a:lnTo>
                  <a:pt x="1269338" y="43140"/>
                </a:lnTo>
                <a:cubicBezTo>
                  <a:pt x="1269338" y="34135"/>
                  <a:pt x="1265865" y="29632"/>
                  <a:pt x="1258918" y="29632"/>
                </a:cubicBezTo>
                <a:cubicBezTo>
                  <a:pt x="1255716" y="29632"/>
                  <a:pt x="1253065" y="31004"/>
                  <a:pt x="1250963" y="33749"/>
                </a:cubicBezTo>
                <a:cubicBezTo>
                  <a:pt x="1248862" y="36493"/>
                  <a:pt x="1247811" y="39995"/>
                  <a:pt x="1247811" y="44255"/>
                </a:cubicBezTo>
                <a:lnTo>
                  <a:pt x="1247811" y="71228"/>
                </a:lnTo>
                <a:lnTo>
                  <a:pt x="1239406" y="71228"/>
                </a:lnTo>
                <a:lnTo>
                  <a:pt x="1239406" y="23800"/>
                </a:lnTo>
                <a:lnTo>
                  <a:pt x="1247811" y="23800"/>
                </a:lnTo>
                <a:lnTo>
                  <a:pt x="1247811" y="31304"/>
                </a:lnTo>
                <a:lnTo>
                  <a:pt x="1247983" y="31304"/>
                </a:lnTo>
                <a:cubicBezTo>
                  <a:pt x="1251356" y="25558"/>
                  <a:pt x="1256288" y="22685"/>
                  <a:pt x="1262777" y="22685"/>
                </a:cubicBezTo>
                <a:cubicBezTo>
                  <a:pt x="1265951" y="22685"/>
                  <a:pt x="1268752" y="23557"/>
                  <a:pt x="1271182" y="25301"/>
                </a:cubicBezTo>
                <a:cubicBezTo>
                  <a:pt x="1273612" y="27045"/>
                  <a:pt x="1275299" y="29403"/>
                  <a:pt x="1276243" y="32376"/>
                </a:cubicBezTo>
                <a:cubicBezTo>
                  <a:pt x="1279759" y="25915"/>
                  <a:pt x="1285019" y="22685"/>
                  <a:pt x="1292023" y="22685"/>
                </a:cubicBezTo>
                <a:cubicBezTo>
                  <a:pt x="1302458" y="22685"/>
                  <a:pt x="1307676" y="29117"/>
                  <a:pt x="1307676" y="41982"/>
                </a:cubicBezTo>
                <a:lnTo>
                  <a:pt x="1307676" y="71228"/>
                </a:lnTo>
                <a:close/>
                <a:moveTo>
                  <a:pt x="1318594" y="48029"/>
                </a:moveTo>
                <a:cubicBezTo>
                  <a:pt x="1318594" y="40195"/>
                  <a:pt x="1320781" y="34013"/>
                  <a:pt x="1325155" y="29482"/>
                </a:cubicBezTo>
                <a:cubicBezTo>
                  <a:pt x="1329529" y="24951"/>
                  <a:pt x="1335461" y="22685"/>
                  <a:pt x="1342952" y="22685"/>
                </a:cubicBezTo>
                <a:cubicBezTo>
                  <a:pt x="1350070" y="22685"/>
                  <a:pt x="1355652" y="24865"/>
                  <a:pt x="1359697" y="29224"/>
                </a:cubicBezTo>
                <a:cubicBezTo>
                  <a:pt x="1363743" y="33584"/>
                  <a:pt x="1365765" y="39609"/>
                  <a:pt x="1365765" y="47299"/>
                </a:cubicBezTo>
                <a:cubicBezTo>
                  <a:pt x="1365765" y="54790"/>
                  <a:pt x="1363607" y="60836"/>
                  <a:pt x="1359290" y="65439"/>
                </a:cubicBezTo>
                <a:cubicBezTo>
                  <a:pt x="1354973" y="70042"/>
                  <a:pt x="1349184" y="72343"/>
                  <a:pt x="1341922" y="72343"/>
                </a:cubicBezTo>
                <a:cubicBezTo>
                  <a:pt x="1334832" y="72343"/>
                  <a:pt x="1329172" y="70113"/>
                  <a:pt x="1324941" y="65653"/>
                </a:cubicBezTo>
                <a:cubicBezTo>
                  <a:pt x="1320710" y="61193"/>
                  <a:pt x="1318594" y="55319"/>
                  <a:pt x="1318594" y="48029"/>
                </a:cubicBezTo>
                <a:moveTo>
                  <a:pt x="1327171" y="47771"/>
                </a:moveTo>
                <a:cubicBezTo>
                  <a:pt x="1327171" y="53232"/>
                  <a:pt x="1328550" y="57534"/>
                  <a:pt x="1331309" y="60679"/>
                </a:cubicBezTo>
                <a:cubicBezTo>
                  <a:pt x="1334068" y="63824"/>
                  <a:pt x="1337777" y="65396"/>
                  <a:pt x="1342437" y="65396"/>
                </a:cubicBezTo>
                <a:cubicBezTo>
                  <a:pt x="1347240" y="65396"/>
                  <a:pt x="1350899" y="63859"/>
                  <a:pt x="1353415" y="60786"/>
                </a:cubicBezTo>
                <a:cubicBezTo>
                  <a:pt x="1355931" y="57713"/>
                  <a:pt x="1357189" y="53303"/>
                  <a:pt x="1357189" y="47557"/>
                </a:cubicBezTo>
                <a:cubicBezTo>
                  <a:pt x="1357189" y="41782"/>
                  <a:pt x="1355931" y="37351"/>
                  <a:pt x="1353415" y="34263"/>
                </a:cubicBezTo>
                <a:cubicBezTo>
                  <a:pt x="1350899" y="31176"/>
                  <a:pt x="1347240" y="29632"/>
                  <a:pt x="1342437" y="29632"/>
                </a:cubicBezTo>
                <a:cubicBezTo>
                  <a:pt x="1337720" y="29632"/>
                  <a:pt x="1333996" y="31247"/>
                  <a:pt x="1331266" y="34478"/>
                </a:cubicBezTo>
                <a:cubicBezTo>
                  <a:pt x="1328536" y="37708"/>
                  <a:pt x="1327171" y="42139"/>
                  <a:pt x="1327171" y="47771"/>
                </a:cubicBezTo>
                <a:close/>
                <a:moveTo>
                  <a:pt x="1416692" y="23800"/>
                </a:moveTo>
                <a:lnTo>
                  <a:pt x="1397910" y="71228"/>
                </a:lnTo>
                <a:lnTo>
                  <a:pt x="1389419" y="71228"/>
                </a:lnTo>
                <a:lnTo>
                  <a:pt x="1371580" y="23800"/>
                </a:lnTo>
                <a:lnTo>
                  <a:pt x="1380757" y="23800"/>
                </a:lnTo>
                <a:lnTo>
                  <a:pt x="1392335" y="57677"/>
                </a:lnTo>
                <a:cubicBezTo>
                  <a:pt x="1393278" y="60393"/>
                  <a:pt x="1393836" y="62666"/>
                  <a:pt x="1394007" y="64495"/>
                </a:cubicBezTo>
                <a:lnTo>
                  <a:pt x="1394222" y="64495"/>
                </a:lnTo>
                <a:cubicBezTo>
                  <a:pt x="1394508" y="62094"/>
                  <a:pt x="1395008" y="59878"/>
                  <a:pt x="1395723" y="57849"/>
                </a:cubicBezTo>
                <a:lnTo>
                  <a:pt x="1407858" y="23800"/>
                </a:lnTo>
                <a:lnTo>
                  <a:pt x="1416692" y="23800"/>
                </a:lnTo>
                <a:close/>
                <a:moveTo>
                  <a:pt x="1462860" y="49658"/>
                </a:moveTo>
                <a:lnTo>
                  <a:pt x="1429669" y="49658"/>
                </a:lnTo>
                <a:cubicBezTo>
                  <a:pt x="1429812" y="54718"/>
                  <a:pt x="1431198" y="58628"/>
                  <a:pt x="1433828" y="61386"/>
                </a:cubicBezTo>
                <a:cubicBezTo>
                  <a:pt x="1436459" y="64145"/>
                  <a:pt x="1440132" y="65525"/>
                  <a:pt x="1444849" y="65525"/>
                </a:cubicBezTo>
                <a:cubicBezTo>
                  <a:pt x="1450167" y="65525"/>
                  <a:pt x="1455041" y="63824"/>
                  <a:pt x="1459472" y="60422"/>
                </a:cubicBezTo>
                <a:lnTo>
                  <a:pt x="1459472" y="67926"/>
                </a:lnTo>
                <a:cubicBezTo>
                  <a:pt x="1455298" y="70871"/>
                  <a:pt x="1449766" y="72343"/>
                  <a:pt x="1442877" y="72343"/>
                </a:cubicBezTo>
                <a:cubicBezTo>
                  <a:pt x="1436015" y="72343"/>
                  <a:pt x="1430662" y="70170"/>
                  <a:pt x="1426817" y="65825"/>
                </a:cubicBezTo>
                <a:cubicBezTo>
                  <a:pt x="1422972" y="61479"/>
                  <a:pt x="1421049" y="55447"/>
                  <a:pt x="1421049" y="47728"/>
                </a:cubicBezTo>
                <a:cubicBezTo>
                  <a:pt x="1421049" y="40467"/>
                  <a:pt x="1423158" y="34478"/>
                  <a:pt x="1427375" y="29761"/>
                </a:cubicBezTo>
                <a:cubicBezTo>
                  <a:pt x="1431591" y="25043"/>
                  <a:pt x="1436830" y="22685"/>
                  <a:pt x="1443091" y="22685"/>
                </a:cubicBezTo>
                <a:cubicBezTo>
                  <a:pt x="1449295" y="22685"/>
                  <a:pt x="1454140" y="24679"/>
                  <a:pt x="1457628" y="28667"/>
                </a:cubicBezTo>
                <a:cubicBezTo>
                  <a:pt x="1461116" y="32655"/>
                  <a:pt x="1462860" y="38237"/>
                  <a:pt x="1462860" y="45413"/>
                </a:cubicBezTo>
                <a:lnTo>
                  <a:pt x="1462860" y="49658"/>
                </a:lnTo>
                <a:moveTo>
                  <a:pt x="1454455" y="42925"/>
                </a:moveTo>
                <a:cubicBezTo>
                  <a:pt x="1454426" y="38637"/>
                  <a:pt x="1453411" y="35321"/>
                  <a:pt x="1451410" y="32977"/>
                </a:cubicBezTo>
                <a:cubicBezTo>
                  <a:pt x="1449409" y="30632"/>
                  <a:pt x="1446593" y="29460"/>
                  <a:pt x="1442962" y="29460"/>
                </a:cubicBezTo>
                <a:cubicBezTo>
                  <a:pt x="1439618" y="29460"/>
                  <a:pt x="1436723" y="30704"/>
                  <a:pt x="1434279" y="33191"/>
                </a:cubicBezTo>
                <a:cubicBezTo>
                  <a:pt x="1431834" y="35678"/>
                  <a:pt x="1430298" y="38923"/>
                  <a:pt x="1429669" y="42925"/>
                </a:cubicBezTo>
                <a:lnTo>
                  <a:pt x="1454455" y="42925"/>
                </a:lnTo>
                <a:close/>
                <a:moveTo>
                  <a:pt x="1496618" y="60979"/>
                </a:moveTo>
                <a:cubicBezTo>
                  <a:pt x="1500849" y="64038"/>
                  <a:pt x="1505409" y="65567"/>
                  <a:pt x="1510297" y="65567"/>
                </a:cubicBezTo>
                <a:cubicBezTo>
                  <a:pt x="1516844" y="65567"/>
                  <a:pt x="1520118" y="63423"/>
                  <a:pt x="1520118" y="59135"/>
                </a:cubicBezTo>
                <a:cubicBezTo>
                  <a:pt x="1520118" y="57305"/>
                  <a:pt x="1519403" y="55797"/>
                  <a:pt x="1517973" y="54611"/>
                </a:cubicBezTo>
                <a:cubicBezTo>
                  <a:pt x="1516544" y="53425"/>
                  <a:pt x="1513642" y="52017"/>
                  <a:pt x="1509268" y="50387"/>
                </a:cubicBezTo>
                <a:cubicBezTo>
                  <a:pt x="1504008" y="48272"/>
                  <a:pt x="1500592" y="46177"/>
                  <a:pt x="1499019" y="44105"/>
                </a:cubicBezTo>
                <a:cubicBezTo>
                  <a:pt x="1497447" y="42032"/>
                  <a:pt x="1496661" y="39523"/>
                  <a:pt x="1496661" y="36579"/>
                </a:cubicBezTo>
                <a:cubicBezTo>
                  <a:pt x="1496661" y="32376"/>
                  <a:pt x="1498440" y="29010"/>
                  <a:pt x="1502000" y="26480"/>
                </a:cubicBezTo>
                <a:cubicBezTo>
                  <a:pt x="1505559" y="23950"/>
                  <a:pt x="1509940" y="22685"/>
                  <a:pt x="1515143" y="22685"/>
                </a:cubicBezTo>
                <a:cubicBezTo>
                  <a:pt x="1519174" y="22685"/>
                  <a:pt x="1522919" y="23385"/>
                  <a:pt x="1526378" y="24786"/>
                </a:cubicBezTo>
                <a:lnTo>
                  <a:pt x="1526378" y="32891"/>
                </a:lnTo>
                <a:cubicBezTo>
                  <a:pt x="1522833" y="30604"/>
                  <a:pt x="1518817" y="29460"/>
                  <a:pt x="1514328" y="29460"/>
                </a:cubicBezTo>
                <a:cubicBezTo>
                  <a:pt x="1511641" y="29460"/>
                  <a:pt x="1509454" y="30046"/>
                  <a:pt x="1507767" y="31219"/>
                </a:cubicBezTo>
                <a:cubicBezTo>
                  <a:pt x="1506081" y="32391"/>
                  <a:pt x="1505237" y="33934"/>
                  <a:pt x="1505237" y="35850"/>
                </a:cubicBezTo>
                <a:cubicBezTo>
                  <a:pt x="1505237" y="37737"/>
                  <a:pt x="1505845" y="39209"/>
                  <a:pt x="1507060" y="40267"/>
                </a:cubicBezTo>
                <a:cubicBezTo>
                  <a:pt x="1508275" y="41325"/>
                  <a:pt x="1510969" y="42682"/>
                  <a:pt x="1515143" y="44341"/>
                </a:cubicBezTo>
                <a:cubicBezTo>
                  <a:pt x="1520432" y="46313"/>
                  <a:pt x="1524006" y="48357"/>
                  <a:pt x="1525864" y="50473"/>
                </a:cubicBezTo>
                <a:cubicBezTo>
                  <a:pt x="1527722" y="52588"/>
                  <a:pt x="1528651" y="55204"/>
                  <a:pt x="1528651" y="58320"/>
                </a:cubicBezTo>
                <a:cubicBezTo>
                  <a:pt x="1528651" y="62666"/>
                  <a:pt x="1526872" y="66089"/>
                  <a:pt x="1523312" y="68591"/>
                </a:cubicBezTo>
                <a:cubicBezTo>
                  <a:pt x="1519753" y="71092"/>
                  <a:pt x="1515143" y="72343"/>
                  <a:pt x="1509483" y="72343"/>
                </a:cubicBezTo>
                <a:cubicBezTo>
                  <a:pt x="1504565" y="72343"/>
                  <a:pt x="1500277" y="71414"/>
                  <a:pt x="1496618" y="69556"/>
                </a:cubicBezTo>
                <a:lnTo>
                  <a:pt x="1496618" y="60979"/>
                </a:lnTo>
                <a:close/>
                <a:moveTo>
                  <a:pt x="1547888" y="64538"/>
                </a:moveTo>
                <a:lnTo>
                  <a:pt x="1547888" y="93055"/>
                </a:lnTo>
                <a:lnTo>
                  <a:pt x="1539483" y="93055"/>
                </a:lnTo>
                <a:lnTo>
                  <a:pt x="1539483" y="23800"/>
                </a:lnTo>
                <a:lnTo>
                  <a:pt x="1547888" y="23800"/>
                </a:lnTo>
                <a:lnTo>
                  <a:pt x="1547888" y="31990"/>
                </a:lnTo>
                <a:lnTo>
                  <a:pt x="1548059" y="31990"/>
                </a:lnTo>
                <a:cubicBezTo>
                  <a:pt x="1551776" y="25787"/>
                  <a:pt x="1557207" y="22685"/>
                  <a:pt x="1564354" y="22685"/>
                </a:cubicBezTo>
                <a:cubicBezTo>
                  <a:pt x="1570415" y="22685"/>
                  <a:pt x="1575168" y="24808"/>
                  <a:pt x="1578613" y="29053"/>
                </a:cubicBezTo>
                <a:cubicBezTo>
                  <a:pt x="1582058" y="33298"/>
                  <a:pt x="1583780" y="38995"/>
                  <a:pt x="1583780" y="46142"/>
                </a:cubicBezTo>
                <a:cubicBezTo>
                  <a:pt x="1583780" y="54032"/>
                  <a:pt x="1581829" y="60372"/>
                  <a:pt x="1577927" y="65160"/>
                </a:cubicBezTo>
                <a:cubicBezTo>
                  <a:pt x="1574024" y="69949"/>
                  <a:pt x="1568771" y="72343"/>
                  <a:pt x="1562167" y="72343"/>
                </a:cubicBezTo>
                <a:cubicBezTo>
                  <a:pt x="1556078" y="72343"/>
                  <a:pt x="1551375" y="69741"/>
                  <a:pt x="1548059" y="64538"/>
                </a:cubicBezTo>
                <a:lnTo>
                  <a:pt x="1547888" y="64538"/>
                </a:lnTo>
                <a:moveTo>
                  <a:pt x="1547845" y="51674"/>
                </a:moveTo>
                <a:cubicBezTo>
                  <a:pt x="1547845" y="55533"/>
                  <a:pt x="1549088" y="58785"/>
                  <a:pt x="1551575" y="61429"/>
                </a:cubicBezTo>
                <a:cubicBezTo>
                  <a:pt x="1554063" y="64074"/>
                  <a:pt x="1557179" y="65396"/>
                  <a:pt x="1560924" y="65396"/>
                </a:cubicBezTo>
                <a:cubicBezTo>
                  <a:pt x="1565384" y="65396"/>
                  <a:pt x="1568871" y="63681"/>
                  <a:pt x="1571387" y="60250"/>
                </a:cubicBezTo>
                <a:cubicBezTo>
                  <a:pt x="1573903" y="56819"/>
                  <a:pt x="1575161" y="52074"/>
                  <a:pt x="1575161" y="46013"/>
                </a:cubicBezTo>
                <a:cubicBezTo>
                  <a:pt x="1575161" y="40896"/>
                  <a:pt x="1573989" y="36886"/>
                  <a:pt x="1571644" y="33984"/>
                </a:cubicBezTo>
                <a:cubicBezTo>
                  <a:pt x="1569300" y="31083"/>
                  <a:pt x="1566098" y="29632"/>
                  <a:pt x="1562039" y="29632"/>
                </a:cubicBezTo>
                <a:cubicBezTo>
                  <a:pt x="1557893" y="29632"/>
                  <a:pt x="1554491" y="31104"/>
                  <a:pt x="1551833" y="34049"/>
                </a:cubicBezTo>
                <a:cubicBezTo>
                  <a:pt x="1549174" y="36993"/>
                  <a:pt x="1547845" y="40767"/>
                  <a:pt x="1547845" y="45370"/>
                </a:cubicBezTo>
                <a:lnTo>
                  <a:pt x="1547845" y="51674"/>
                </a:lnTo>
                <a:close/>
                <a:moveTo>
                  <a:pt x="1597314" y="27102"/>
                </a:moveTo>
                <a:cubicBezTo>
                  <a:pt x="1602031" y="24157"/>
                  <a:pt x="1607477" y="22685"/>
                  <a:pt x="1613652" y="22685"/>
                </a:cubicBezTo>
                <a:cubicBezTo>
                  <a:pt x="1625087" y="22685"/>
                  <a:pt x="1630805" y="28688"/>
                  <a:pt x="1630805" y="40696"/>
                </a:cubicBezTo>
                <a:lnTo>
                  <a:pt x="1630805" y="71228"/>
                </a:lnTo>
                <a:lnTo>
                  <a:pt x="1622486" y="71228"/>
                </a:lnTo>
                <a:lnTo>
                  <a:pt x="1622486" y="63895"/>
                </a:lnTo>
                <a:lnTo>
                  <a:pt x="1622271" y="63895"/>
                </a:lnTo>
                <a:cubicBezTo>
                  <a:pt x="1618984" y="69527"/>
                  <a:pt x="1614138" y="72343"/>
                  <a:pt x="1607734" y="72343"/>
                </a:cubicBezTo>
                <a:cubicBezTo>
                  <a:pt x="1603131" y="72343"/>
                  <a:pt x="1599472" y="71099"/>
                  <a:pt x="1596756" y="68612"/>
                </a:cubicBezTo>
                <a:cubicBezTo>
                  <a:pt x="1594040" y="66125"/>
                  <a:pt x="1592682" y="62766"/>
                  <a:pt x="1592682" y="58535"/>
                </a:cubicBezTo>
                <a:cubicBezTo>
                  <a:pt x="1592682" y="49672"/>
                  <a:pt x="1597928" y="44512"/>
                  <a:pt x="1608420" y="43054"/>
                </a:cubicBezTo>
                <a:lnTo>
                  <a:pt x="1622486" y="41082"/>
                </a:lnTo>
                <a:cubicBezTo>
                  <a:pt x="1622486" y="33334"/>
                  <a:pt x="1619284" y="29460"/>
                  <a:pt x="1612880" y="29460"/>
                </a:cubicBezTo>
                <a:cubicBezTo>
                  <a:pt x="1607191" y="29460"/>
                  <a:pt x="1602002" y="31376"/>
                  <a:pt x="1597314" y="35207"/>
                </a:cubicBezTo>
                <a:lnTo>
                  <a:pt x="1597314" y="27102"/>
                </a:lnTo>
                <a:moveTo>
                  <a:pt x="1611379" y="48929"/>
                </a:moveTo>
                <a:cubicBezTo>
                  <a:pt x="1607491" y="49444"/>
                  <a:pt x="1604811" y="50416"/>
                  <a:pt x="1603339" y="51845"/>
                </a:cubicBezTo>
                <a:cubicBezTo>
                  <a:pt x="1601866" y="53274"/>
                  <a:pt x="1601130" y="55276"/>
                  <a:pt x="1601130" y="57849"/>
                </a:cubicBezTo>
                <a:cubicBezTo>
                  <a:pt x="1601130" y="60107"/>
                  <a:pt x="1601931" y="61951"/>
                  <a:pt x="1603532" y="63380"/>
                </a:cubicBezTo>
                <a:cubicBezTo>
                  <a:pt x="1605133" y="64810"/>
                  <a:pt x="1607248" y="65525"/>
                  <a:pt x="1609878" y="65525"/>
                </a:cubicBezTo>
                <a:cubicBezTo>
                  <a:pt x="1613538" y="65525"/>
                  <a:pt x="1616554" y="64238"/>
                  <a:pt x="1618927" y="61665"/>
                </a:cubicBezTo>
                <a:cubicBezTo>
                  <a:pt x="1621299" y="59092"/>
                  <a:pt x="1622486" y="55862"/>
                  <a:pt x="1622486" y="51974"/>
                </a:cubicBezTo>
                <a:lnTo>
                  <a:pt x="1622486" y="47428"/>
                </a:lnTo>
                <a:lnTo>
                  <a:pt x="1611379" y="48929"/>
                </a:lnTo>
                <a:close/>
                <a:moveTo>
                  <a:pt x="1678388" y="69084"/>
                </a:moveTo>
                <a:cubicBezTo>
                  <a:pt x="1674757" y="71257"/>
                  <a:pt x="1670383" y="72343"/>
                  <a:pt x="1665266" y="72343"/>
                </a:cubicBezTo>
                <a:cubicBezTo>
                  <a:pt x="1658405" y="72343"/>
                  <a:pt x="1652887" y="70142"/>
                  <a:pt x="1648713" y="65739"/>
                </a:cubicBezTo>
                <a:cubicBezTo>
                  <a:pt x="1644539" y="61336"/>
                  <a:pt x="1642452" y="55633"/>
                  <a:pt x="1642452" y="48629"/>
                </a:cubicBezTo>
                <a:cubicBezTo>
                  <a:pt x="1642452" y="40853"/>
                  <a:pt x="1644704" y="34585"/>
                  <a:pt x="1649206" y="29825"/>
                </a:cubicBezTo>
                <a:cubicBezTo>
                  <a:pt x="1653709" y="25065"/>
                  <a:pt x="1659734" y="22685"/>
                  <a:pt x="1667282" y="22685"/>
                </a:cubicBezTo>
                <a:cubicBezTo>
                  <a:pt x="1671627" y="22685"/>
                  <a:pt x="1675343" y="23457"/>
                  <a:pt x="1678431" y="25001"/>
                </a:cubicBezTo>
                <a:lnTo>
                  <a:pt x="1678431" y="33320"/>
                </a:lnTo>
                <a:cubicBezTo>
                  <a:pt x="1675086" y="30861"/>
                  <a:pt x="1671370" y="29632"/>
                  <a:pt x="1667282" y="29632"/>
                </a:cubicBezTo>
                <a:cubicBezTo>
                  <a:pt x="1662479" y="29632"/>
                  <a:pt x="1658569" y="31297"/>
                  <a:pt x="1655553" y="34628"/>
                </a:cubicBezTo>
                <a:cubicBezTo>
                  <a:pt x="1652537" y="37958"/>
                  <a:pt x="1651029" y="42397"/>
                  <a:pt x="1651029" y="47943"/>
                </a:cubicBezTo>
                <a:cubicBezTo>
                  <a:pt x="1651029" y="53403"/>
                  <a:pt x="1652451" y="57677"/>
                  <a:pt x="1655296" y="60765"/>
                </a:cubicBezTo>
                <a:cubicBezTo>
                  <a:pt x="1658140" y="63852"/>
                  <a:pt x="1661978" y="65396"/>
                  <a:pt x="1666810" y="65396"/>
                </a:cubicBezTo>
                <a:cubicBezTo>
                  <a:pt x="1670898" y="65396"/>
                  <a:pt x="1674757" y="64052"/>
                  <a:pt x="1678388" y="61365"/>
                </a:cubicBezTo>
                <a:lnTo>
                  <a:pt x="1678388" y="69084"/>
                </a:lnTo>
                <a:close/>
                <a:moveTo>
                  <a:pt x="1728157" y="49658"/>
                </a:moveTo>
                <a:lnTo>
                  <a:pt x="1694966" y="49658"/>
                </a:lnTo>
                <a:cubicBezTo>
                  <a:pt x="1695109" y="54718"/>
                  <a:pt x="1696495" y="58628"/>
                  <a:pt x="1699126" y="61386"/>
                </a:cubicBezTo>
                <a:cubicBezTo>
                  <a:pt x="1701756" y="64145"/>
                  <a:pt x="1705429" y="65525"/>
                  <a:pt x="1710146" y="65525"/>
                </a:cubicBezTo>
                <a:cubicBezTo>
                  <a:pt x="1715464" y="65525"/>
                  <a:pt x="1720338" y="63824"/>
                  <a:pt x="1724769" y="60422"/>
                </a:cubicBezTo>
                <a:lnTo>
                  <a:pt x="1724769" y="67926"/>
                </a:lnTo>
                <a:cubicBezTo>
                  <a:pt x="1720595" y="70871"/>
                  <a:pt x="1715064" y="72343"/>
                  <a:pt x="1708174" y="72343"/>
                </a:cubicBezTo>
                <a:cubicBezTo>
                  <a:pt x="1701313" y="72343"/>
                  <a:pt x="1695959" y="70170"/>
                  <a:pt x="1692114" y="65825"/>
                </a:cubicBezTo>
                <a:cubicBezTo>
                  <a:pt x="1688269" y="61479"/>
                  <a:pt x="1686347" y="55447"/>
                  <a:pt x="1686347" y="47728"/>
                </a:cubicBezTo>
                <a:cubicBezTo>
                  <a:pt x="1686347" y="40467"/>
                  <a:pt x="1688455" y="34478"/>
                  <a:pt x="1692672" y="29761"/>
                </a:cubicBezTo>
                <a:cubicBezTo>
                  <a:pt x="1696889" y="25043"/>
                  <a:pt x="1702127" y="22685"/>
                  <a:pt x="1708388" y="22685"/>
                </a:cubicBezTo>
                <a:cubicBezTo>
                  <a:pt x="1714592" y="22685"/>
                  <a:pt x="1719438" y="24679"/>
                  <a:pt x="1722925" y="28667"/>
                </a:cubicBezTo>
                <a:cubicBezTo>
                  <a:pt x="1726413" y="32655"/>
                  <a:pt x="1728157" y="38237"/>
                  <a:pt x="1728157" y="45413"/>
                </a:cubicBezTo>
                <a:lnTo>
                  <a:pt x="1728157" y="49658"/>
                </a:lnTo>
                <a:moveTo>
                  <a:pt x="1719752" y="42925"/>
                </a:moveTo>
                <a:cubicBezTo>
                  <a:pt x="1719723" y="38637"/>
                  <a:pt x="1718709" y="35321"/>
                  <a:pt x="1716707" y="32977"/>
                </a:cubicBezTo>
                <a:cubicBezTo>
                  <a:pt x="1714706" y="30632"/>
                  <a:pt x="1711890" y="29460"/>
                  <a:pt x="1708260" y="29460"/>
                </a:cubicBezTo>
                <a:cubicBezTo>
                  <a:pt x="1704915" y="29460"/>
                  <a:pt x="1702020" y="30704"/>
                  <a:pt x="1699576" y="33191"/>
                </a:cubicBezTo>
                <a:cubicBezTo>
                  <a:pt x="1697132" y="35678"/>
                  <a:pt x="1695595" y="38923"/>
                  <a:pt x="1694966" y="42925"/>
                </a:cubicBezTo>
                <a:lnTo>
                  <a:pt x="1719752" y="42925"/>
                </a:lnTo>
                <a:close/>
                <a:moveTo>
                  <a:pt x="1736288" y="60979"/>
                </a:moveTo>
                <a:cubicBezTo>
                  <a:pt x="1740520" y="64038"/>
                  <a:pt x="1745079" y="65567"/>
                  <a:pt x="1749968" y="65567"/>
                </a:cubicBezTo>
                <a:cubicBezTo>
                  <a:pt x="1756515" y="65567"/>
                  <a:pt x="1759788" y="63423"/>
                  <a:pt x="1759788" y="59135"/>
                </a:cubicBezTo>
                <a:cubicBezTo>
                  <a:pt x="1759788" y="57305"/>
                  <a:pt x="1759073" y="55797"/>
                  <a:pt x="1757644" y="54611"/>
                </a:cubicBezTo>
                <a:cubicBezTo>
                  <a:pt x="1756215" y="53425"/>
                  <a:pt x="1753313" y="52017"/>
                  <a:pt x="1748939" y="50387"/>
                </a:cubicBezTo>
                <a:cubicBezTo>
                  <a:pt x="1743679" y="48272"/>
                  <a:pt x="1740262" y="46177"/>
                  <a:pt x="1738690" y="44105"/>
                </a:cubicBezTo>
                <a:cubicBezTo>
                  <a:pt x="1737118" y="42032"/>
                  <a:pt x="1736331" y="39523"/>
                  <a:pt x="1736331" y="36579"/>
                </a:cubicBezTo>
                <a:cubicBezTo>
                  <a:pt x="1736331" y="32376"/>
                  <a:pt x="1738111" y="29010"/>
                  <a:pt x="1741670" y="26480"/>
                </a:cubicBezTo>
                <a:cubicBezTo>
                  <a:pt x="1745229" y="23950"/>
                  <a:pt x="1749611" y="22685"/>
                  <a:pt x="1754814" y="22685"/>
                </a:cubicBezTo>
                <a:cubicBezTo>
                  <a:pt x="1758845" y="22685"/>
                  <a:pt x="1762590" y="23385"/>
                  <a:pt x="1766049" y="24786"/>
                </a:cubicBezTo>
                <a:lnTo>
                  <a:pt x="1766049" y="32891"/>
                </a:lnTo>
                <a:cubicBezTo>
                  <a:pt x="1762504" y="30604"/>
                  <a:pt x="1758487" y="29460"/>
                  <a:pt x="1753999" y="29460"/>
                </a:cubicBezTo>
                <a:cubicBezTo>
                  <a:pt x="1751312" y="29460"/>
                  <a:pt x="1749125" y="30046"/>
                  <a:pt x="1747438" y="31219"/>
                </a:cubicBezTo>
                <a:cubicBezTo>
                  <a:pt x="1745751" y="32391"/>
                  <a:pt x="1744908" y="33934"/>
                  <a:pt x="1744908" y="35850"/>
                </a:cubicBezTo>
                <a:cubicBezTo>
                  <a:pt x="1744908" y="37737"/>
                  <a:pt x="1745515" y="39209"/>
                  <a:pt x="1746730" y="40267"/>
                </a:cubicBezTo>
                <a:cubicBezTo>
                  <a:pt x="1747945" y="41325"/>
                  <a:pt x="1750640" y="42682"/>
                  <a:pt x="1754814" y="44341"/>
                </a:cubicBezTo>
                <a:cubicBezTo>
                  <a:pt x="1760103" y="46313"/>
                  <a:pt x="1763676" y="48357"/>
                  <a:pt x="1765534" y="50473"/>
                </a:cubicBezTo>
                <a:cubicBezTo>
                  <a:pt x="1767393" y="52588"/>
                  <a:pt x="1768322" y="55204"/>
                  <a:pt x="1768322" y="58320"/>
                </a:cubicBezTo>
                <a:cubicBezTo>
                  <a:pt x="1768322" y="62666"/>
                  <a:pt x="1766542" y="66089"/>
                  <a:pt x="1762983" y="68591"/>
                </a:cubicBezTo>
                <a:cubicBezTo>
                  <a:pt x="1759424" y="71092"/>
                  <a:pt x="1754814" y="72343"/>
                  <a:pt x="1749153" y="72343"/>
                </a:cubicBezTo>
                <a:cubicBezTo>
                  <a:pt x="1744236" y="72343"/>
                  <a:pt x="1739948" y="71414"/>
                  <a:pt x="1736288" y="69556"/>
                </a:cubicBezTo>
                <a:lnTo>
                  <a:pt x="1736288" y="60979"/>
                </a:lnTo>
                <a:close/>
                <a:moveTo>
                  <a:pt x="1829094" y="8191"/>
                </a:moveTo>
                <a:cubicBezTo>
                  <a:pt x="1827522" y="7362"/>
                  <a:pt x="1825821" y="6947"/>
                  <a:pt x="1823991" y="6947"/>
                </a:cubicBezTo>
                <a:cubicBezTo>
                  <a:pt x="1818731" y="6947"/>
                  <a:pt x="1816101" y="10206"/>
                  <a:pt x="1816101" y="16724"/>
                </a:cubicBezTo>
                <a:lnTo>
                  <a:pt x="1816101" y="23800"/>
                </a:lnTo>
                <a:lnTo>
                  <a:pt x="1827207" y="23800"/>
                </a:lnTo>
                <a:lnTo>
                  <a:pt x="1827207" y="30747"/>
                </a:lnTo>
                <a:lnTo>
                  <a:pt x="1816101" y="30747"/>
                </a:lnTo>
                <a:lnTo>
                  <a:pt x="1816101" y="71228"/>
                </a:lnTo>
                <a:lnTo>
                  <a:pt x="1807781" y="71228"/>
                </a:lnTo>
                <a:lnTo>
                  <a:pt x="1807781" y="30747"/>
                </a:lnTo>
                <a:lnTo>
                  <a:pt x="1799677" y="30747"/>
                </a:lnTo>
                <a:lnTo>
                  <a:pt x="1799677" y="23800"/>
                </a:lnTo>
                <a:lnTo>
                  <a:pt x="1807781" y="23800"/>
                </a:lnTo>
                <a:lnTo>
                  <a:pt x="1807781" y="16338"/>
                </a:lnTo>
                <a:cubicBezTo>
                  <a:pt x="1807781" y="11250"/>
                  <a:pt x="1809247" y="7254"/>
                  <a:pt x="1812177" y="4353"/>
                </a:cubicBezTo>
                <a:cubicBezTo>
                  <a:pt x="1815107" y="1451"/>
                  <a:pt x="1818831" y="0"/>
                  <a:pt x="1823348" y="0"/>
                </a:cubicBezTo>
                <a:cubicBezTo>
                  <a:pt x="1825749" y="0"/>
                  <a:pt x="1827665" y="272"/>
                  <a:pt x="1829094" y="815"/>
                </a:cubicBezTo>
                <a:lnTo>
                  <a:pt x="1829094" y="8191"/>
                </a:lnTo>
                <a:close/>
                <a:moveTo>
                  <a:pt x="1861281" y="32119"/>
                </a:moveTo>
                <a:cubicBezTo>
                  <a:pt x="1859880" y="31118"/>
                  <a:pt x="1857950" y="30618"/>
                  <a:pt x="1855492" y="30618"/>
                </a:cubicBezTo>
                <a:cubicBezTo>
                  <a:pt x="1852232" y="30618"/>
                  <a:pt x="1849545" y="32141"/>
                  <a:pt x="1847430" y="35185"/>
                </a:cubicBezTo>
                <a:cubicBezTo>
                  <a:pt x="1845314" y="38230"/>
                  <a:pt x="1844256" y="42239"/>
                  <a:pt x="1844256" y="47214"/>
                </a:cubicBezTo>
                <a:lnTo>
                  <a:pt x="1844256" y="71228"/>
                </a:lnTo>
                <a:lnTo>
                  <a:pt x="1835851" y="71228"/>
                </a:lnTo>
                <a:lnTo>
                  <a:pt x="1835851" y="23800"/>
                </a:lnTo>
                <a:lnTo>
                  <a:pt x="1844256" y="23800"/>
                </a:lnTo>
                <a:lnTo>
                  <a:pt x="1844256" y="33448"/>
                </a:lnTo>
                <a:lnTo>
                  <a:pt x="1844428" y="33448"/>
                </a:lnTo>
                <a:cubicBezTo>
                  <a:pt x="1846829" y="26473"/>
                  <a:pt x="1850975" y="22985"/>
                  <a:pt x="1856864" y="22985"/>
                </a:cubicBezTo>
                <a:cubicBezTo>
                  <a:pt x="1858779" y="22985"/>
                  <a:pt x="1860251" y="23199"/>
                  <a:pt x="1861281" y="23628"/>
                </a:cubicBezTo>
                <a:lnTo>
                  <a:pt x="1861281" y="32119"/>
                </a:lnTo>
                <a:close/>
                <a:moveTo>
                  <a:pt x="1865594" y="48029"/>
                </a:moveTo>
                <a:cubicBezTo>
                  <a:pt x="1865594" y="40195"/>
                  <a:pt x="1867781" y="34013"/>
                  <a:pt x="1872155" y="29482"/>
                </a:cubicBezTo>
                <a:cubicBezTo>
                  <a:pt x="1876529" y="24951"/>
                  <a:pt x="1882461" y="22685"/>
                  <a:pt x="1889951" y="22685"/>
                </a:cubicBezTo>
                <a:cubicBezTo>
                  <a:pt x="1897070" y="22685"/>
                  <a:pt x="1902652" y="24865"/>
                  <a:pt x="1906697" y="29224"/>
                </a:cubicBezTo>
                <a:cubicBezTo>
                  <a:pt x="1910742" y="33584"/>
                  <a:pt x="1912765" y="39609"/>
                  <a:pt x="1912765" y="47299"/>
                </a:cubicBezTo>
                <a:cubicBezTo>
                  <a:pt x="1912765" y="54790"/>
                  <a:pt x="1910606" y="60836"/>
                  <a:pt x="1906289" y="65439"/>
                </a:cubicBezTo>
                <a:cubicBezTo>
                  <a:pt x="1901973" y="70042"/>
                  <a:pt x="1896183" y="72343"/>
                  <a:pt x="1888922" y="72343"/>
                </a:cubicBezTo>
                <a:cubicBezTo>
                  <a:pt x="1881832" y="72343"/>
                  <a:pt x="1876172" y="70113"/>
                  <a:pt x="1871940" y="65653"/>
                </a:cubicBezTo>
                <a:cubicBezTo>
                  <a:pt x="1867709" y="61193"/>
                  <a:pt x="1865594" y="55319"/>
                  <a:pt x="1865594" y="48029"/>
                </a:cubicBezTo>
                <a:moveTo>
                  <a:pt x="1874170" y="47771"/>
                </a:moveTo>
                <a:cubicBezTo>
                  <a:pt x="1874170" y="53232"/>
                  <a:pt x="1875550" y="57534"/>
                  <a:pt x="1878308" y="60679"/>
                </a:cubicBezTo>
                <a:cubicBezTo>
                  <a:pt x="1881067" y="63824"/>
                  <a:pt x="1884777" y="65396"/>
                  <a:pt x="1889437" y="65396"/>
                </a:cubicBezTo>
                <a:cubicBezTo>
                  <a:pt x="1894239" y="65396"/>
                  <a:pt x="1897899" y="63859"/>
                  <a:pt x="1900414" y="60786"/>
                </a:cubicBezTo>
                <a:cubicBezTo>
                  <a:pt x="1902930" y="57713"/>
                  <a:pt x="1904188" y="53303"/>
                  <a:pt x="1904188" y="47557"/>
                </a:cubicBezTo>
                <a:cubicBezTo>
                  <a:pt x="1904188" y="41782"/>
                  <a:pt x="1902930" y="37351"/>
                  <a:pt x="1900414" y="34263"/>
                </a:cubicBezTo>
                <a:cubicBezTo>
                  <a:pt x="1897899" y="31176"/>
                  <a:pt x="1894239" y="29632"/>
                  <a:pt x="1889437" y="29632"/>
                </a:cubicBezTo>
                <a:cubicBezTo>
                  <a:pt x="1884719" y="29632"/>
                  <a:pt x="1880996" y="31247"/>
                  <a:pt x="1878266" y="34478"/>
                </a:cubicBezTo>
                <a:cubicBezTo>
                  <a:pt x="1875535" y="37708"/>
                  <a:pt x="1874170" y="42139"/>
                  <a:pt x="1874170" y="47771"/>
                </a:cubicBezTo>
                <a:close/>
                <a:moveTo>
                  <a:pt x="1993753" y="71228"/>
                </a:moveTo>
                <a:lnTo>
                  <a:pt x="1985348" y="71228"/>
                </a:lnTo>
                <a:lnTo>
                  <a:pt x="1985348" y="43998"/>
                </a:lnTo>
                <a:cubicBezTo>
                  <a:pt x="1985348" y="38852"/>
                  <a:pt x="1984548" y="35171"/>
                  <a:pt x="1982947" y="32955"/>
                </a:cubicBezTo>
                <a:cubicBezTo>
                  <a:pt x="1981346" y="30740"/>
                  <a:pt x="1978716" y="29632"/>
                  <a:pt x="1975056" y="29632"/>
                </a:cubicBezTo>
                <a:cubicBezTo>
                  <a:pt x="1971969" y="29632"/>
                  <a:pt x="1969324" y="31076"/>
                  <a:pt x="1967123" y="33963"/>
                </a:cubicBezTo>
                <a:cubicBezTo>
                  <a:pt x="1964922" y="36850"/>
                  <a:pt x="1963821" y="40267"/>
                  <a:pt x="1963821" y="44212"/>
                </a:cubicBezTo>
                <a:lnTo>
                  <a:pt x="1963821" y="71228"/>
                </a:lnTo>
                <a:lnTo>
                  <a:pt x="1955416" y="71228"/>
                </a:lnTo>
                <a:lnTo>
                  <a:pt x="1955416" y="43140"/>
                </a:lnTo>
                <a:cubicBezTo>
                  <a:pt x="1955416" y="34135"/>
                  <a:pt x="1951942" y="29632"/>
                  <a:pt x="1944995" y="29632"/>
                </a:cubicBezTo>
                <a:cubicBezTo>
                  <a:pt x="1941794" y="29632"/>
                  <a:pt x="1939142" y="31004"/>
                  <a:pt x="1937041" y="33749"/>
                </a:cubicBezTo>
                <a:cubicBezTo>
                  <a:pt x="1934940" y="36493"/>
                  <a:pt x="1933889" y="39995"/>
                  <a:pt x="1933889" y="44255"/>
                </a:cubicBezTo>
                <a:lnTo>
                  <a:pt x="1933889" y="71228"/>
                </a:lnTo>
                <a:lnTo>
                  <a:pt x="1925484" y="71228"/>
                </a:lnTo>
                <a:lnTo>
                  <a:pt x="1925484" y="23800"/>
                </a:lnTo>
                <a:lnTo>
                  <a:pt x="1933889" y="23800"/>
                </a:lnTo>
                <a:lnTo>
                  <a:pt x="1933889" y="31304"/>
                </a:lnTo>
                <a:lnTo>
                  <a:pt x="1934060" y="31304"/>
                </a:lnTo>
                <a:cubicBezTo>
                  <a:pt x="1937434" y="25558"/>
                  <a:pt x="1942365" y="22685"/>
                  <a:pt x="1948855" y="22685"/>
                </a:cubicBezTo>
                <a:cubicBezTo>
                  <a:pt x="1952028" y="22685"/>
                  <a:pt x="1954830" y="23557"/>
                  <a:pt x="1957260" y="25301"/>
                </a:cubicBezTo>
                <a:cubicBezTo>
                  <a:pt x="1959690" y="27045"/>
                  <a:pt x="1961377" y="29403"/>
                  <a:pt x="1962320" y="32376"/>
                </a:cubicBezTo>
                <a:cubicBezTo>
                  <a:pt x="1965836" y="25915"/>
                  <a:pt x="1971097" y="22685"/>
                  <a:pt x="1978101" y="22685"/>
                </a:cubicBezTo>
                <a:cubicBezTo>
                  <a:pt x="1988536" y="22685"/>
                  <a:pt x="1993753" y="29117"/>
                  <a:pt x="1993753" y="41982"/>
                </a:cubicBezTo>
                <a:lnTo>
                  <a:pt x="1993753" y="71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agivenstring.">
            <a:extLst xmlns:a="http://schemas.openxmlformats.org/drawingml/2006/main">
              <a:ext uri="{FF2B5EF4-FFF2-40B4-BE49-F238E27FC236}">
                <a16:creationId xmlns:a16="http://schemas.microsoft.com/office/drawing/2014/main" id="{CF7F6A57-582C-44D5-B283-71436F1C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40" y="2809501"/>
            <a:ext cx="584567" cy="91769"/>
          </a:xfrm>
          <a:custGeom xmlns:a="http://schemas.openxmlformats.org/drawingml/2006/main">
            <a:pathLst>
              <a:path w="584567" h="91769">
                <a:moveTo>
                  <a:pt x="4631" y="25301"/>
                </a:moveTo>
                <a:cubicBezTo>
                  <a:pt x="9348" y="22356"/>
                  <a:pt x="14794" y="20884"/>
                  <a:pt x="20970" y="20884"/>
                </a:cubicBezTo>
                <a:cubicBezTo>
                  <a:pt x="32405" y="20884"/>
                  <a:pt x="38123" y="26887"/>
                  <a:pt x="38123" y="38895"/>
                </a:cubicBezTo>
                <a:lnTo>
                  <a:pt x="38123" y="69427"/>
                </a:lnTo>
                <a:lnTo>
                  <a:pt x="29803" y="69427"/>
                </a:lnTo>
                <a:lnTo>
                  <a:pt x="29803" y="62094"/>
                </a:lnTo>
                <a:lnTo>
                  <a:pt x="29589" y="62094"/>
                </a:lnTo>
                <a:cubicBezTo>
                  <a:pt x="26301" y="67726"/>
                  <a:pt x="21456" y="70542"/>
                  <a:pt x="15052" y="70542"/>
                </a:cubicBezTo>
                <a:cubicBezTo>
                  <a:pt x="10449" y="70542"/>
                  <a:pt x="6790" y="69298"/>
                  <a:pt x="4074" y="66811"/>
                </a:cubicBezTo>
                <a:cubicBezTo>
                  <a:pt x="1358" y="64324"/>
                  <a:pt x="0" y="60965"/>
                  <a:pt x="0" y="56734"/>
                </a:cubicBezTo>
                <a:cubicBezTo>
                  <a:pt x="0" y="47871"/>
                  <a:pt x="5246" y="42711"/>
                  <a:pt x="15738" y="41253"/>
                </a:cubicBezTo>
                <a:lnTo>
                  <a:pt x="29803" y="39280"/>
                </a:lnTo>
                <a:cubicBezTo>
                  <a:pt x="29803" y="31533"/>
                  <a:pt x="26601" y="27659"/>
                  <a:pt x="20198" y="27659"/>
                </a:cubicBezTo>
                <a:cubicBezTo>
                  <a:pt x="14509" y="27659"/>
                  <a:pt x="9320" y="29575"/>
                  <a:pt x="4631" y="33406"/>
                </a:cubicBezTo>
                <a:lnTo>
                  <a:pt x="4631" y="25301"/>
                </a:lnTo>
                <a:moveTo>
                  <a:pt x="18697" y="47128"/>
                </a:moveTo>
                <a:cubicBezTo>
                  <a:pt x="14809" y="47643"/>
                  <a:pt x="12129" y="48615"/>
                  <a:pt x="10656" y="50044"/>
                </a:cubicBezTo>
                <a:cubicBezTo>
                  <a:pt x="9184" y="51473"/>
                  <a:pt x="8448" y="53475"/>
                  <a:pt x="8448" y="56048"/>
                </a:cubicBezTo>
                <a:cubicBezTo>
                  <a:pt x="8448" y="58306"/>
                  <a:pt x="9248" y="60150"/>
                  <a:pt x="10849" y="61579"/>
                </a:cubicBezTo>
                <a:cubicBezTo>
                  <a:pt x="12450" y="63009"/>
                  <a:pt x="14566" y="63724"/>
                  <a:pt x="17196" y="63724"/>
                </a:cubicBezTo>
                <a:cubicBezTo>
                  <a:pt x="20855" y="63724"/>
                  <a:pt x="23871" y="62437"/>
                  <a:pt x="26244" y="59864"/>
                </a:cubicBezTo>
                <a:cubicBezTo>
                  <a:pt x="28617" y="57291"/>
                  <a:pt x="29803" y="54061"/>
                  <a:pt x="29803" y="50173"/>
                </a:cubicBezTo>
                <a:lnTo>
                  <a:pt x="29803" y="45627"/>
                </a:lnTo>
                <a:lnTo>
                  <a:pt x="18697" y="47128"/>
                </a:lnTo>
                <a:close/>
                <a:moveTo>
                  <a:pt x="119685" y="65439"/>
                </a:moveTo>
                <a:cubicBezTo>
                  <a:pt x="119685" y="82992"/>
                  <a:pt x="111165" y="91769"/>
                  <a:pt x="94127" y="91769"/>
                </a:cubicBezTo>
                <a:cubicBezTo>
                  <a:pt x="88238" y="91769"/>
                  <a:pt x="83120" y="90668"/>
                  <a:pt x="78775" y="88467"/>
                </a:cubicBezTo>
                <a:lnTo>
                  <a:pt x="78775" y="80362"/>
                </a:lnTo>
                <a:cubicBezTo>
                  <a:pt x="84064" y="83307"/>
                  <a:pt x="89138" y="84779"/>
                  <a:pt x="93998" y="84779"/>
                </a:cubicBezTo>
                <a:cubicBezTo>
                  <a:pt x="105519" y="84779"/>
                  <a:pt x="111280" y="78718"/>
                  <a:pt x="111280" y="66597"/>
                </a:cubicBezTo>
                <a:lnTo>
                  <a:pt x="111280" y="61579"/>
                </a:lnTo>
                <a:lnTo>
                  <a:pt x="111108" y="61579"/>
                </a:lnTo>
                <a:cubicBezTo>
                  <a:pt x="107506" y="67554"/>
                  <a:pt x="102131" y="70542"/>
                  <a:pt x="94984" y="70542"/>
                </a:cubicBezTo>
                <a:cubicBezTo>
                  <a:pt x="89038" y="70542"/>
                  <a:pt x="84278" y="68412"/>
                  <a:pt x="80704" y="64152"/>
                </a:cubicBezTo>
                <a:cubicBezTo>
                  <a:pt x="77131" y="59893"/>
                  <a:pt x="75344" y="54246"/>
                  <a:pt x="75344" y="47214"/>
                </a:cubicBezTo>
                <a:cubicBezTo>
                  <a:pt x="75344" y="39123"/>
                  <a:pt x="77317" y="32712"/>
                  <a:pt x="81262" y="27981"/>
                </a:cubicBezTo>
                <a:cubicBezTo>
                  <a:pt x="85207" y="23250"/>
                  <a:pt x="90467" y="20884"/>
                  <a:pt x="97043" y="20884"/>
                </a:cubicBezTo>
                <a:cubicBezTo>
                  <a:pt x="103361" y="20884"/>
                  <a:pt x="108049" y="23400"/>
                  <a:pt x="111108" y="28431"/>
                </a:cubicBezTo>
                <a:lnTo>
                  <a:pt x="111280" y="28431"/>
                </a:lnTo>
                <a:lnTo>
                  <a:pt x="111280" y="21999"/>
                </a:lnTo>
                <a:lnTo>
                  <a:pt x="119685" y="21999"/>
                </a:lnTo>
                <a:lnTo>
                  <a:pt x="119685" y="65439"/>
                </a:lnTo>
                <a:moveTo>
                  <a:pt x="111280" y="41210"/>
                </a:moveTo>
                <a:cubicBezTo>
                  <a:pt x="111308" y="37551"/>
                  <a:pt x="110079" y="34406"/>
                  <a:pt x="107592" y="31776"/>
                </a:cubicBezTo>
                <a:cubicBezTo>
                  <a:pt x="105105" y="29146"/>
                  <a:pt x="102046" y="27831"/>
                  <a:pt x="98415" y="27831"/>
                </a:cubicBezTo>
                <a:cubicBezTo>
                  <a:pt x="93841" y="27831"/>
                  <a:pt x="90282" y="29510"/>
                  <a:pt x="87737" y="32870"/>
                </a:cubicBezTo>
                <a:cubicBezTo>
                  <a:pt x="85193" y="36229"/>
                  <a:pt x="83921" y="40839"/>
                  <a:pt x="83921" y="46699"/>
                </a:cubicBezTo>
                <a:cubicBezTo>
                  <a:pt x="83921" y="51731"/>
                  <a:pt x="85150" y="55805"/>
                  <a:pt x="87609" y="58921"/>
                </a:cubicBezTo>
                <a:cubicBezTo>
                  <a:pt x="90067" y="62037"/>
                  <a:pt x="93326" y="63595"/>
                  <a:pt x="97386" y="63595"/>
                </a:cubicBezTo>
                <a:cubicBezTo>
                  <a:pt x="101474" y="63595"/>
                  <a:pt x="104819" y="62108"/>
                  <a:pt x="107420" y="59135"/>
                </a:cubicBezTo>
                <a:cubicBezTo>
                  <a:pt x="110022" y="56162"/>
                  <a:pt x="111308" y="52388"/>
                  <a:pt x="111280" y="47814"/>
                </a:cubicBezTo>
                <a:lnTo>
                  <a:pt x="111280" y="41210"/>
                </a:lnTo>
                <a:close/>
                <a:moveTo>
                  <a:pt x="134179" y="5275"/>
                </a:moveTo>
                <a:cubicBezTo>
                  <a:pt x="134179" y="3788"/>
                  <a:pt x="134686" y="2537"/>
                  <a:pt x="135701" y="1522"/>
                </a:cubicBezTo>
                <a:cubicBezTo>
                  <a:pt x="136716" y="507"/>
                  <a:pt x="137967" y="0"/>
                  <a:pt x="139453" y="0"/>
                </a:cubicBezTo>
                <a:cubicBezTo>
                  <a:pt x="140969" y="0"/>
                  <a:pt x="142248" y="500"/>
                  <a:pt x="143291" y="1501"/>
                </a:cubicBezTo>
                <a:cubicBezTo>
                  <a:pt x="144335" y="2501"/>
                  <a:pt x="144857" y="3759"/>
                  <a:pt x="144857" y="5275"/>
                </a:cubicBezTo>
                <a:cubicBezTo>
                  <a:pt x="144857" y="6761"/>
                  <a:pt x="144335" y="7998"/>
                  <a:pt x="143291" y="8984"/>
                </a:cubicBezTo>
                <a:cubicBezTo>
                  <a:pt x="142248" y="9970"/>
                  <a:pt x="140969" y="10463"/>
                  <a:pt x="139453" y="10463"/>
                </a:cubicBezTo>
                <a:cubicBezTo>
                  <a:pt x="137938" y="10463"/>
                  <a:pt x="136680" y="9970"/>
                  <a:pt x="135680" y="8984"/>
                </a:cubicBezTo>
                <a:cubicBezTo>
                  <a:pt x="134679" y="7998"/>
                  <a:pt x="134179" y="6761"/>
                  <a:pt x="134179" y="5275"/>
                </a:cubicBezTo>
                <a:moveTo>
                  <a:pt x="135165" y="69427"/>
                </a:moveTo>
                <a:lnTo>
                  <a:pt x="135165" y="21999"/>
                </a:lnTo>
                <a:lnTo>
                  <a:pt x="143570" y="21999"/>
                </a:lnTo>
                <a:lnTo>
                  <a:pt x="143570" y="69427"/>
                </a:lnTo>
                <a:lnTo>
                  <a:pt x="135165" y="69427"/>
                </a:lnTo>
                <a:close/>
                <a:moveTo>
                  <a:pt x="197172" y="21999"/>
                </a:moveTo>
                <a:lnTo>
                  <a:pt x="178390" y="69427"/>
                </a:lnTo>
                <a:lnTo>
                  <a:pt x="169899" y="69427"/>
                </a:lnTo>
                <a:lnTo>
                  <a:pt x="152060" y="21999"/>
                </a:lnTo>
                <a:lnTo>
                  <a:pt x="161237" y="21999"/>
                </a:lnTo>
                <a:lnTo>
                  <a:pt x="172815" y="55876"/>
                </a:lnTo>
                <a:cubicBezTo>
                  <a:pt x="173759" y="58592"/>
                  <a:pt x="174316" y="60865"/>
                  <a:pt x="174488" y="62694"/>
                </a:cubicBezTo>
                <a:lnTo>
                  <a:pt x="174702" y="62694"/>
                </a:lnTo>
                <a:cubicBezTo>
                  <a:pt x="174988" y="60293"/>
                  <a:pt x="175488" y="58077"/>
                  <a:pt x="176203" y="56048"/>
                </a:cubicBezTo>
                <a:lnTo>
                  <a:pt x="188339" y="21999"/>
                </a:lnTo>
                <a:lnTo>
                  <a:pt x="197172" y="21999"/>
                </a:lnTo>
                <a:close/>
                <a:moveTo>
                  <a:pt x="243314" y="47857"/>
                </a:moveTo>
                <a:lnTo>
                  <a:pt x="210122" y="47857"/>
                </a:lnTo>
                <a:cubicBezTo>
                  <a:pt x="210265" y="52917"/>
                  <a:pt x="211652" y="56827"/>
                  <a:pt x="214282" y="59585"/>
                </a:cubicBezTo>
                <a:cubicBezTo>
                  <a:pt x="216912" y="62344"/>
                  <a:pt x="220586" y="63724"/>
                  <a:pt x="225303" y="63724"/>
                </a:cubicBezTo>
                <a:cubicBezTo>
                  <a:pt x="230620" y="63724"/>
                  <a:pt x="235495" y="62023"/>
                  <a:pt x="239926" y="58621"/>
                </a:cubicBezTo>
                <a:lnTo>
                  <a:pt x="239926" y="66125"/>
                </a:lnTo>
                <a:cubicBezTo>
                  <a:pt x="235752" y="69070"/>
                  <a:pt x="230220" y="70542"/>
                  <a:pt x="223330" y="70542"/>
                </a:cubicBezTo>
                <a:cubicBezTo>
                  <a:pt x="216469" y="70542"/>
                  <a:pt x="211116" y="68369"/>
                  <a:pt x="207271" y="64024"/>
                </a:cubicBezTo>
                <a:cubicBezTo>
                  <a:pt x="203426" y="59678"/>
                  <a:pt x="201503" y="53646"/>
                  <a:pt x="201503" y="45927"/>
                </a:cubicBezTo>
                <a:cubicBezTo>
                  <a:pt x="201503" y="38666"/>
                  <a:pt x="203611" y="32677"/>
                  <a:pt x="207828" y="27959"/>
                </a:cubicBezTo>
                <a:cubicBezTo>
                  <a:pt x="212045" y="23242"/>
                  <a:pt x="217284" y="20884"/>
                  <a:pt x="223545" y="20884"/>
                </a:cubicBezTo>
                <a:cubicBezTo>
                  <a:pt x="229748" y="20884"/>
                  <a:pt x="234594" y="22878"/>
                  <a:pt x="238082" y="26866"/>
                </a:cubicBezTo>
                <a:cubicBezTo>
                  <a:pt x="241570" y="30854"/>
                  <a:pt x="243314" y="36436"/>
                  <a:pt x="243314" y="43612"/>
                </a:cubicBezTo>
                <a:lnTo>
                  <a:pt x="243314" y="47857"/>
                </a:lnTo>
                <a:moveTo>
                  <a:pt x="234909" y="41124"/>
                </a:moveTo>
                <a:cubicBezTo>
                  <a:pt x="234880" y="36836"/>
                  <a:pt x="233865" y="33520"/>
                  <a:pt x="231864" y="31176"/>
                </a:cubicBezTo>
                <a:cubicBezTo>
                  <a:pt x="229863" y="28831"/>
                  <a:pt x="227047" y="27659"/>
                  <a:pt x="223416" y="27659"/>
                </a:cubicBezTo>
                <a:cubicBezTo>
                  <a:pt x="220071" y="27659"/>
                  <a:pt x="217177" y="28903"/>
                  <a:pt x="214732" y="31390"/>
                </a:cubicBezTo>
                <a:cubicBezTo>
                  <a:pt x="212288" y="33877"/>
                  <a:pt x="210751" y="37122"/>
                  <a:pt x="210122" y="41124"/>
                </a:cubicBezTo>
                <a:lnTo>
                  <a:pt x="234909" y="41124"/>
                </a:lnTo>
                <a:close/>
                <a:moveTo>
                  <a:pt x="294172" y="69427"/>
                </a:moveTo>
                <a:lnTo>
                  <a:pt x="285810" y="69427"/>
                </a:lnTo>
                <a:lnTo>
                  <a:pt x="285810" y="42454"/>
                </a:lnTo>
                <a:cubicBezTo>
                  <a:pt x="285810" y="32705"/>
                  <a:pt x="282251" y="27831"/>
                  <a:pt x="275132" y="27831"/>
                </a:cubicBezTo>
                <a:cubicBezTo>
                  <a:pt x="271444" y="27831"/>
                  <a:pt x="268414" y="29203"/>
                  <a:pt x="266041" y="31948"/>
                </a:cubicBezTo>
                <a:cubicBezTo>
                  <a:pt x="263668" y="34692"/>
                  <a:pt x="262482" y="38166"/>
                  <a:pt x="262482" y="42368"/>
                </a:cubicBezTo>
                <a:lnTo>
                  <a:pt x="262482" y="69427"/>
                </a:lnTo>
                <a:lnTo>
                  <a:pt x="254077" y="69427"/>
                </a:lnTo>
                <a:lnTo>
                  <a:pt x="254077" y="21999"/>
                </a:lnTo>
                <a:lnTo>
                  <a:pt x="262482" y="21999"/>
                </a:lnTo>
                <a:lnTo>
                  <a:pt x="262482" y="29846"/>
                </a:lnTo>
                <a:lnTo>
                  <a:pt x="262653" y="29846"/>
                </a:lnTo>
                <a:cubicBezTo>
                  <a:pt x="266227" y="23871"/>
                  <a:pt x="271416" y="20884"/>
                  <a:pt x="278220" y="20884"/>
                </a:cubicBezTo>
                <a:cubicBezTo>
                  <a:pt x="283423" y="20884"/>
                  <a:pt x="287382" y="22549"/>
                  <a:pt x="290098" y="25880"/>
                </a:cubicBezTo>
                <a:cubicBezTo>
                  <a:pt x="292814" y="29210"/>
                  <a:pt x="294172" y="34063"/>
                  <a:pt x="294172" y="40438"/>
                </a:cubicBezTo>
                <a:lnTo>
                  <a:pt x="294172" y="69427"/>
                </a:lnTo>
                <a:close/>
                <a:moveTo>
                  <a:pt x="331865" y="59178"/>
                </a:moveTo>
                <a:cubicBezTo>
                  <a:pt x="336096" y="62237"/>
                  <a:pt x="340656" y="63766"/>
                  <a:pt x="345544" y="63766"/>
                </a:cubicBezTo>
                <a:cubicBezTo>
                  <a:pt x="352091" y="63766"/>
                  <a:pt x="355364" y="61622"/>
                  <a:pt x="355364" y="57334"/>
                </a:cubicBezTo>
                <a:cubicBezTo>
                  <a:pt x="355364" y="55504"/>
                  <a:pt x="354650" y="53996"/>
                  <a:pt x="353220" y="52810"/>
                </a:cubicBezTo>
                <a:cubicBezTo>
                  <a:pt x="351791" y="51623"/>
                  <a:pt x="348889" y="50216"/>
                  <a:pt x="344515" y="48586"/>
                </a:cubicBezTo>
                <a:cubicBezTo>
                  <a:pt x="339255" y="46470"/>
                  <a:pt x="335839" y="44376"/>
                  <a:pt x="334266" y="42304"/>
                </a:cubicBezTo>
                <a:cubicBezTo>
                  <a:pt x="332694" y="40231"/>
                  <a:pt x="331908" y="37722"/>
                  <a:pt x="331908" y="34778"/>
                </a:cubicBezTo>
                <a:cubicBezTo>
                  <a:pt x="331908" y="30575"/>
                  <a:pt x="333687" y="27209"/>
                  <a:pt x="337247" y="24679"/>
                </a:cubicBezTo>
                <a:cubicBezTo>
                  <a:pt x="340806" y="22149"/>
                  <a:pt x="345187" y="20884"/>
                  <a:pt x="350390" y="20884"/>
                </a:cubicBezTo>
                <a:cubicBezTo>
                  <a:pt x="354421" y="20884"/>
                  <a:pt x="358166" y="21584"/>
                  <a:pt x="361625" y="22985"/>
                </a:cubicBezTo>
                <a:lnTo>
                  <a:pt x="361625" y="31090"/>
                </a:lnTo>
                <a:cubicBezTo>
                  <a:pt x="358080" y="28803"/>
                  <a:pt x="354064" y="27659"/>
                  <a:pt x="349575" y="27659"/>
                </a:cubicBezTo>
                <a:cubicBezTo>
                  <a:pt x="346888" y="27659"/>
                  <a:pt x="344701" y="28245"/>
                  <a:pt x="343014" y="29417"/>
                </a:cubicBezTo>
                <a:cubicBezTo>
                  <a:pt x="341327" y="30590"/>
                  <a:pt x="340484" y="32133"/>
                  <a:pt x="340484" y="34049"/>
                </a:cubicBezTo>
                <a:cubicBezTo>
                  <a:pt x="340484" y="35936"/>
                  <a:pt x="341092" y="37408"/>
                  <a:pt x="342307" y="38466"/>
                </a:cubicBezTo>
                <a:cubicBezTo>
                  <a:pt x="343522" y="39523"/>
                  <a:pt x="346216" y="40881"/>
                  <a:pt x="350390" y="42540"/>
                </a:cubicBezTo>
                <a:cubicBezTo>
                  <a:pt x="355679" y="44512"/>
                  <a:pt x="359252" y="46556"/>
                  <a:pt x="361111" y="48672"/>
                </a:cubicBezTo>
                <a:cubicBezTo>
                  <a:pt x="362969" y="50787"/>
                  <a:pt x="363898" y="53403"/>
                  <a:pt x="363898" y="56519"/>
                </a:cubicBezTo>
                <a:cubicBezTo>
                  <a:pt x="363898" y="60865"/>
                  <a:pt x="362118" y="64288"/>
                  <a:pt x="358559" y="66790"/>
                </a:cubicBezTo>
                <a:cubicBezTo>
                  <a:pt x="355000" y="69291"/>
                  <a:pt x="350390" y="70542"/>
                  <a:pt x="344730" y="70542"/>
                </a:cubicBezTo>
                <a:cubicBezTo>
                  <a:pt x="339812" y="70542"/>
                  <a:pt x="335524" y="69613"/>
                  <a:pt x="331865" y="67754"/>
                </a:cubicBezTo>
                <a:lnTo>
                  <a:pt x="331865" y="59178"/>
                </a:lnTo>
                <a:close/>
                <a:moveTo>
                  <a:pt x="397561" y="68955"/>
                </a:moveTo>
                <a:cubicBezTo>
                  <a:pt x="395731" y="69956"/>
                  <a:pt x="393259" y="70456"/>
                  <a:pt x="390142" y="70456"/>
                </a:cubicBezTo>
                <a:cubicBezTo>
                  <a:pt x="381652" y="70456"/>
                  <a:pt x="377406" y="65753"/>
                  <a:pt x="377406" y="56348"/>
                </a:cubicBezTo>
                <a:lnTo>
                  <a:pt x="377406" y="28946"/>
                </a:lnTo>
                <a:lnTo>
                  <a:pt x="369259" y="28946"/>
                </a:lnTo>
                <a:lnTo>
                  <a:pt x="369259" y="21999"/>
                </a:lnTo>
                <a:lnTo>
                  <a:pt x="377406" y="21999"/>
                </a:lnTo>
                <a:lnTo>
                  <a:pt x="377406" y="10592"/>
                </a:lnTo>
                <a:lnTo>
                  <a:pt x="385768" y="7933"/>
                </a:lnTo>
                <a:lnTo>
                  <a:pt x="385768" y="21999"/>
                </a:lnTo>
                <a:lnTo>
                  <a:pt x="397561" y="21999"/>
                </a:lnTo>
                <a:lnTo>
                  <a:pt x="397561" y="28946"/>
                </a:lnTo>
                <a:lnTo>
                  <a:pt x="385768" y="28946"/>
                </a:lnTo>
                <a:lnTo>
                  <a:pt x="385768" y="54847"/>
                </a:lnTo>
                <a:cubicBezTo>
                  <a:pt x="385768" y="57963"/>
                  <a:pt x="386297" y="60193"/>
                  <a:pt x="387355" y="61537"/>
                </a:cubicBezTo>
                <a:cubicBezTo>
                  <a:pt x="388413" y="62880"/>
                  <a:pt x="390171" y="63552"/>
                  <a:pt x="392630" y="63552"/>
                </a:cubicBezTo>
                <a:cubicBezTo>
                  <a:pt x="394516" y="63552"/>
                  <a:pt x="396160" y="63023"/>
                  <a:pt x="397561" y="61965"/>
                </a:cubicBezTo>
                <a:lnTo>
                  <a:pt x="397561" y="68955"/>
                </a:lnTo>
                <a:close/>
                <a:moveTo>
                  <a:pt x="433110" y="30318"/>
                </a:moveTo>
                <a:cubicBezTo>
                  <a:pt x="431709" y="29317"/>
                  <a:pt x="429779" y="28817"/>
                  <a:pt x="427321" y="28817"/>
                </a:cubicBezTo>
                <a:cubicBezTo>
                  <a:pt x="424061" y="28817"/>
                  <a:pt x="421374" y="30339"/>
                  <a:pt x="419259" y="33384"/>
                </a:cubicBezTo>
                <a:cubicBezTo>
                  <a:pt x="417143" y="36429"/>
                  <a:pt x="416085" y="40438"/>
                  <a:pt x="416085" y="45413"/>
                </a:cubicBezTo>
                <a:lnTo>
                  <a:pt x="416085" y="69427"/>
                </a:lnTo>
                <a:lnTo>
                  <a:pt x="407680" y="69427"/>
                </a:lnTo>
                <a:lnTo>
                  <a:pt x="407680" y="21999"/>
                </a:lnTo>
                <a:lnTo>
                  <a:pt x="416085" y="21999"/>
                </a:lnTo>
                <a:lnTo>
                  <a:pt x="416085" y="31647"/>
                </a:lnTo>
                <a:lnTo>
                  <a:pt x="416257" y="31647"/>
                </a:lnTo>
                <a:cubicBezTo>
                  <a:pt x="418658" y="24672"/>
                  <a:pt x="422804" y="21184"/>
                  <a:pt x="428693" y="21184"/>
                </a:cubicBezTo>
                <a:cubicBezTo>
                  <a:pt x="430608" y="21184"/>
                  <a:pt x="432081" y="21398"/>
                  <a:pt x="433110" y="21827"/>
                </a:cubicBezTo>
                <a:lnTo>
                  <a:pt x="433110" y="30318"/>
                </a:lnTo>
                <a:close/>
                <a:moveTo>
                  <a:pt x="439541" y="5275"/>
                </a:moveTo>
                <a:cubicBezTo>
                  <a:pt x="439541" y="3788"/>
                  <a:pt x="440048" y="2537"/>
                  <a:pt x="441063" y="1522"/>
                </a:cubicBezTo>
                <a:cubicBezTo>
                  <a:pt x="442078" y="507"/>
                  <a:pt x="443329" y="0"/>
                  <a:pt x="444816" y="0"/>
                </a:cubicBezTo>
                <a:cubicBezTo>
                  <a:pt x="446331" y="0"/>
                  <a:pt x="447610" y="500"/>
                  <a:pt x="448654" y="1501"/>
                </a:cubicBezTo>
                <a:cubicBezTo>
                  <a:pt x="449697" y="2501"/>
                  <a:pt x="450219" y="3759"/>
                  <a:pt x="450219" y="5275"/>
                </a:cubicBezTo>
                <a:cubicBezTo>
                  <a:pt x="450219" y="6761"/>
                  <a:pt x="449697" y="7998"/>
                  <a:pt x="448654" y="8984"/>
                </a:cubicBezTo>
                <a:cubicBezTo>
                  <a:pt x="447610" y="9970"/>
                  <a:pt x="446331" y="10463"/>
                  <a:pt x="444816" y="10463"/>
                </a:cubicBezTo>
                <a:cubicBezTo>
                  <a:pt x="443300" y="10463"/>
                  <a:pt x="442042" y="9970"/>
                  <a:pt x="441042" y="8984"/>
                </a:cubicBezTo>
                <a:cubicBezTo>
                  <a:pt x="440041" y="7998"/>
                  <a:pt x="439541" y="6761"/>
                  <a:pt x="439541" y="5275"/>
                </a:cubicBezTo>
                <a:moveTo>
                  <a:pt x="440527" y="69427"/>
                </a:moveTo>
                <a:lnTo>
                  <a:pt x="440527" y="21999"/>
                </a:lnTo>
                <a:lnTo>
                  <a:pt x="448932" y="21999"/>
                </a:lnTo>
                <a:lnTo>
                  <a:pt x="448932" y="69427"/>
                </a:lnTo>
                <a:lnTo>
                  <a:pt x="440527" y="69427"/>
                </a:lnTo>
                <a:close/>
                <a:moveTo>
                  <a:pt x="504422" y="69427"/>
                </a:moveTo>
                <a:lnTo>
                  <a:pt x="496060" y="69427"/>
                </a:lnTo>
                <a:lnTo>
                  <a:pt x="496060" y="42454"/>
                </a:lnTo>
                <a:cubicBezTo>
                  <a:pt x="496060" y="32705"/>
                  <a:pt x="492500" y="27831"/>
                  <a:pt x="485382" y="27831"/>
                </a:cubicBezTo>
                <a:cubicBezTo>
                  <a:pt x="481694" y="27831"/>
                  <a:pt x="478664" y="29203"/>
                  <a:pt x="476291" y="31948"/>
                </a:cubicBezTo>
                <a:cubicBezTo>
                  <a:pt x="473918" y="34692"/>
                  <a:pt x="472732" y="38166"/>
                  <a:pt x="472732" y="42368"/>
                </a:cubicBezTo>
                <a:lnTo>
                  <a:pt x="472732" y="69427"/>
                </a:lnTo>
                <a:lnTo>
                  <a:pt x="464327" y="69427"/>
                </a:lnTo>
                <a:lnTo>
                  <a:pt x="464327" y="21999"/>
                </a:lnTo>
                <a:lnTo>
                  <a:pt x="472732" y="21999"/>
                </a:lnTo>
                <a:lnTo>
                  <a:pt x="472732" y="29846"/>
                </a:lnTo>
                <a:lnTo>
                  <a:pt x="472903" y="29846"/>
                </a:lnTo>
                <a:cubicBezTo>
                  <a:pt x="476477" y="23871"/>
                  <a:pt x="481665" y="20884"/>
                  <a:pt x="488469" y="20884"/>
                </a:cubicBezTo>
                <a:cubicBezTo>
                  <a:pt x="493673" y="20884"/>
                  <a:pt x="497632" y="22549"/>
                  <a:pt x="500348" y="25880"/>
                </a:cubicBezTo>
                <a:cubicBezTo>
                  <a:pt x="503064" y="29210"/>
                  <a:pt x="504422" y="34063"/>
                  <a:pt x="504422" y="40438"/>
                </a:cubicBezTo>
                <a:lnTo>
                  <a:pt x="504422" y="69427"/>
                </a:lnTo>
                <a:close/>
                <a:moveTo>
                  <a:pt x="560340" y="65439"/>
                </a:moveTo>
                <a:cubicBezTo>
                  <a:pt x="560340" y="82992"/>
                  <a:pt x="551820" y="91769"/>
                  <a:pt x="534782" y="91769"/>
                </a:cubicBezTo>
                <a:cubicBezTo>
                  <a:pt x="528892" y="91769"/>
                  <a:pt x="523775" y="90668"/>
                  <a:pt x="519430" y="88467"/>
                </a:cubicBezTo>
                <a:lnTo>
                  <a:pt x="519430" y="80362"/>
                </a:lnTo>
                <a:cubicBezTo>
                  <a:pt x="524718" y="83307"/>
                  <a:pt x="529793" y="84779"/>
                  <a:pt x="534653" y="84779"/>
                </a:cubicBezTo>
                <a:cubicBezTo>
                  <a:pt x="546174" y="84779"/>
                  <a:pt x="551935" y="78718"/>
                  <a:pt x="551935" y="66597"/>
                </a:cubicBezTo>
                <a:lnTo>
                  <a:pt x="551935" y="61579"/>
                </a:lnTo>
                <a:lnTo>
                  <a:pt x="551763" y="61579"/>
                </a:lnTo>
                <a:cubicBezTo>
                  <a:pt x="548161" y="67554"/>
                  <a:pt x="542786" y="70542"/>
                  <a:pt x="535639" y="70542"/>
                </a:cubicBezTo>
                <a:cubicBezTo>
                  <a:pt x="529693" y="70542"/>
                  <a:pt x="524933" y="68412"/>
                  <a:pt x="521359" y="64152"/>
                </a:cubicBezTo>
                <a:cubicBezTo>
                  <a:pt x="517786" y="59893"/>
                  <a:pt x="515999" y="54246"/>
                  <a:pt x="515999" y="47214"/>
                </a:cubicBezTo>
                <a:cubicBezTo>
                  <a:pt x="515999" y="39123"/>
                  <a:pt x="517972" y="32712"/>
                  <a:pt x="521917" y="27981"/>
                </a:cubicBezTo>
                <a:cubicBezTo>
                  <a:pt x="525862" y="23250"/>
                  <a:pt x="531122" y="20884"/>
                  <a:pt x="537698" y="20884"/>
                </a:cubicBezTo>
                <a:cubicBezTo>
                  <a:pt x="544016" y="20884"/>
                  <a:pt x="548704" y="23400"/>
                  <a:pt x="551763" y="28431"/>
                </a:cubicBezTo>
                <a:lnTo>
                  <a:pt x="551935" y="28431"/>
                </a:lnTo>
                <a:lnTo>
                  <a:pt x="551935" y="21999"/>
                </a:lnTo>
                <a:lnTo>
                  <a:pt x="560340" y="21999"/>
                </a:lnTo>
                <a:lnTo>
                  <a:pt x="560340" y="65439"/>
                </a:lnTo>
                <a:moveTo>
                  <a:pt x="551935" y="41210"/>
                </a:moveTo>
                <a:cubicBezTo>
                  <a:pt x="551963" y="37551"/>
                  <a:pt x="550734" y="34406"/>
                  <a:pt x="548247" y="31776"/>
                </a:cubicBezTo>
                <a:cubicBezTo>
                  <a:pt x="545759" y="29146"/>
                  <a:pt x="542700" y="27831"/>
                  <a:pt x="539070" y="27831"/>
                </a:cubicBezTo>
                <a:cubicBezTo>
                  <a:pt x="534496" y="27831"/>
                  <a:pt x="530936" y="29510"/>
                  <a:pt x="528392" y="32870"/>
                </a:cubicBezTo>
                <a:cubicBezTo>
                  <a:pt x="525848" y="36229"/>
                  <a:pt x="524575" y="40839"/>
                  <a:pt x="524575" y="46699"/>
                </a:cubicBezTo>
                <a:cubicBezTo>
                  <a:pt x="524575" y="51731"/>
                  <a:pt x="525805" y="55805"/>
                  <a:pt x="528263" y="58921"/>
                </a:cubicBezTo>
                <a:cubicBezTo>
                  <a:pt x="530722" y="62037"/>
                  <a:pt x="533981" y="63595"/>
                  <a:pt x="538041" y="63595"/>
                </a:cubicBezTo>
                <a:cubicBezTo>
                  <a:pt x="542129" y="63595"/>
                  <a:pt x="545474" y="62108"/>
                  <a:pt x="548075" y="59135"/>
                </a:cubicBezTo>
                <a:cubicBezTo>
                  <a:pt x="550677" y="56162"/>
                  <a:pt x="551963" y="52388"/>
                  <a:pt x="551935" y="47814"/>
                </a:cubicBezTo>
                <a:lnTo>
                  <a:pt x="551935" y="41210"/>
                </a:lnTo>
                <a:close/>
                <a:moveTo>
                  <a:pt x="573461" y="65010"/>
                </a:moveTo>
                <a:cubicBezTo>
                  <a:pt x="573461" y="63466"/>
                  <a:pt x="573990" y="62165"/>
                  <a:pt x="575047" y="61108"/>
                </a:cubicBezTo>
                <a:cubicBezTo>
                  <a:pt x="576105" y="60050"/>
                  <a:pt x="577420" y="59521"/>
                  <a:pt x="578993" y="59521"/>
                </a:cubicBezTo>
                <a:cubicBezTo>
                  <a:pt x="580594" y="59521"/>
                  <a:pt x="581923" y="60057"/>
                  <a:pt x="582981" y="61129"/>
                </a:cubicBezTo>
                <a:cubicBezTo>
                  <a:pt x="584038" y="62201"/>
                  <a:pt x="584567" y="63495"/>
                  <a:pt x="584567" y="65010"/>
                </a:cubicBezTo>
                <a:cubicBezTo>
                  <a:pt x="584567" y="66497"/>
                  <a:pt x="584038" y="67776"/>
                  <a:pt x="582981" y="68848"/>
                </a:cubicBezTo>
                <a:cubicBezTo>
                  <a:pt x="581923" y="69920"/>
                  <a:pt x="580579" y="70456"/>
                  <a:pt x="578950" y="70456"/>
                </a:cubicBezTo>
                <a:cubicBezTo>
                  <a:pt x="577377" y="70456"/>
                  <a:pt x="576069" y="69920"/>
                  <a:pt x="575026" y="68848"/>
                </a:cubicBezTo>
                <a:cubicBezTo>
                  <a:pt x="573983" y="67776"/>
                  <a:pt x="573461" y="66497"/>
                  <a:pt x="573461" y="65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11">
            <a:extLst xmlns:a="http://schemas.openxmlformats.org/drawingml/2006/main">
              <a:ext uri="{FF2B5EF4-FFF2-40B4-BE49-F238E27FC236}">
                <a16:creationId xmlns:a16="http://schemas.microsoft.com/office/drawing/2014/main" id="{0983E323-7595-4F6E-AD37-62A8A41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88" y="2912963"/>
            <a:ext cx="89693" cy="67840"/>
          </a:xfrm>
          <a:custGeom xmlns:a="http://schemas.openxmlformats.org/drawingml/2006/main">
            <a:pathLst>
              <a:path w="89693" h="67840">
                <a:moveTo>
                  <a:pt x="38466" y="67840"/>
                </a:moveTo>
                <a:lnTo>
                  <a:pt x="386" y="67840"/>
                </a:lnTo>
                <a:lnTo>
                  <a:pt x="386" y="60593"/>
                </a:lnTo>
                <a:lnTo>
                  <a:pt x="15266" y="60593"/>
                </a:lnTo>
                <a:lnTo>
                  <a:pt x="15266" y="10163"/>
                </a:lnTo>
                <a:lnTo>
                  <a:pt x="0" y="14580"/>
                </a:lnTo>
                <a:lnTo>
                  <a:pt x="0" y="6861"/>
                </a:lnTo>
                <a:lnTo>
                  <a:pt x="23628" y="0"/>
                </a:lnTo>
                <a:lnTo>
                  <a:pt x="23628" y="60593"/>
                </a:lnTo>
                <a:lnTo>
                  <a:pt x="38466" y="60593"/>
                </a:lnTo>
                <a:lnTo>
                  <a:pt x="38466" y="67840"/>
                </a:lnTo>
                <a:close/>
                <a:moveTo>
                  <a:pt x="89693" y="67840"/>
                </a:moveTo>
                <a:lnTo>
                  <a:pt x="51613" y="67840"/>
                </a:lnTo>
                <a:lnTo>
                  <a:pt x="51613" y="60593"/>
                </a:lnTo>
                <a:lnTo>
                  <a:pt x="66494" y="60593"/>
                </a:lnTo>
                <a:lnTo>
                  <a:pt x="66494" y="10163"/>
                </a:lnTo>
                <a:lnTo>
                  <a:pt x="51228" y="14580"/>
                </a:lnTo>
                <a:lnTo>
                  <a:pt x="51228" y="6861"/>
                </a:lnTo>
                <a:lnTo>
                  <a:pt x="74856" y="0"/>
                </a:lnTo>
                <a:lnTo>
                  <a:pt x="74856" y="60593"/>
                </a:lnTo>
                <a:lnTo>
                  <a:pt x="89693" y="60593"/>
                </a:lnTo>
                <a:lnTo>
                  <a:pt x="89693" y="678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assertremove_spaces_inplace(&quot;abc&quot;)==&quot;abc”">
            <a:extLst xmlns:a="http://schemas.openxmlformats.org/drawingml/2006/main">
              <a:ext uri="{FF2B5EF4-FFF2-40B4-BE49-F238E27FC236}">
                <a16:creationId xmlns:a16="http://schemas.microsoft.com/office/drawing/2014/main" id="{BE491BD4-1417-486D-B7DC-841E4AC8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140" y="2910604"/>
            <a:ext cx="1986207" cy="92026"/>
          </a:xfrm>
          <a:custGeom xmlns:a="http://schemas.openxmlformats.org/drawingml/2006/main">
            <a:pathLst>
              <a:path w="1986207" h="92026">
                <a:moveTo>
                  <a:pt x="4631" y="26073"/>
                </a:moveTo>
                <a:cubicBezTo>
                  <a:pt x="9348" y="23128"/>
                  <a:pt x="14794" y="21656"/>
                  <a:pt x="20970" y="21656"/>
                </a:cubicBezTo>
                <a:cubicBezTo>
                  <a:pt x="32405" y="21656"/>
                  <a:pt x="38123" y="27659"/>
                  <a:pt x="38123" y="39666"/>
                </a:cubicBezTo>
                <a:lnTo>
                  <a:pt x="38123" y="70199"/>
                </a:lnTo>
                <a:lnTo>
                  <a:pt x="29803" y="70199"/>
                </a:lnTo>
                <a:lnTo>
                  <a:pt x="29803" y="62866"/>
                </a:lnTo>
                <a:lnTo>
                  <a:pt x="29589" y="62866"/>
                </a:lnTo>
                <a:cubicBezTo>
                  <a:pt x="26301" y="68498"/>
                  <a:pt x="21456" y="71314"/>
                  <a:pt x="15052" y="71314"/>
                </a:cubicBezTo>
                <a:cubicBezTo>
                  <a:pt x="10449" y="71314"/>
                  <a:pt x="6790" y="70070"/>
                  <a:pt x="4074" y="67583"/>
                </a:cubicBezTo>
                <a:cubicBezTo>
                  <a:pt x="1358" y="65096"/>
                  <a:pt x="0" y="61737"/>
                  <a:pt x="0" y="57506"/>
                </a:cubicBezTo>
                <a:cubicBezTo>
                  <a:pt x="0" y="48643"/>
                  <a:pt x="5246" y="43483"/>
                  <a:pt x="15738" y="42025"/>
                </a:cubicBezTo>
                <a:lnTo>
                  <a:pt x="29803" y="40052"/>
                </a:lnTo>
                <a:cubicBezTo>
                  <a:pt x="29803" y="32305"/>
                  <a:pt x="26601" y="28431"/>
                  <a:pt x="20198" y="28431"/>
                </a:cubicBezTo>
                <a:cubicBezTo>
                  <a:pt x="14509" y="28431"/>
                  <a:pt x="9320" y="30347"/>
                  <a:pt x="4631" y="34177"/>
                </a:cubicBezTo>
                <a:lnTo>
                  <a:pt x="4631" y="26073"/>
                </a:lnTo>
                <a:moveTo>
                  <a:pt x="18697" y="47900"/>
                </a:moveTo>
                <a:cubicBezTo>
                  <a:pt x="14809" y="48414"/>
                  <a:pt x="12129" y="49386"/>
                  <a:pt x="10656" y="50816"/>
                </a:cubicBezTo>
                <a:cubicBezTo>
                  <a:pt x="9184" y="52245"/>
                  <a:pt x="8448" y="54246"/>
                  <a:pt x="8448" y="56819"/>
                </a:cubicBezTo>
                <a:cubicBezTo>
                  <a:pt x="8448" y="59078"/>
                  <a:pt x="9248" y="60922"/>
                  <a:pt x="10849" y="62351"/>
                </a:cubicBezTo>
                <a:cubicBezTo>
                  <a:pt x="12450" y="63781"/>
                  <a:pt x="14566" y="64495"/>
                  <a:pt x="17196" y="64495"/>
                </a:cubicBezTo>
                <a:cubicBezTo>
                  <a:pt x="20855" y="64495"/>
                  <a:pt x="23871" y="63209"/>
                  <a:pt x="26244" y="60636"/>
                </a:cubicBezTo>
                <a:cubicBezTo>
                  <a:pt x="28617" y="58063"/>
                  <a:pt x="29803" y="54833"/>
                  <a:pt x="29803" y="50945"/>
                </a:cubicBezTo>
                <a:lnTo>
                  <a:pt x="29803" y="46399"/>
                </a:lnTo>
                <a:lnTo>
                  <a:pt x="18697" y="47900"/>
                </a:lnTo>
                <a:close/>
                <a:moveTo>
                  <a:pt x="50258" y="59950"/>
                </a:moveTo>
                <a:cubicBezTo>
                  <a:pt x="54489" y="63009"/>
                  <a:pt x="59049" y="64538"/>
                  <a:pt x="63938" y="64538"/>
                </a:cubicBezTo>
                <a:cubicBezTo>
                  <a:pt x="70485" y="64538"/>
                  <a:pt x="73758" y="62394"/>
                  <a:pt x="73758" y="58106"/>
                </a:cubicBezTo>
                <a:cubicBezTo>
                  <a:pt x="73758" y="56276"/>
                  <a:pt x="73043" y="54768"/>
                  <a:pt x="71614" y="53582"/>
                </a:cubicBezTo>
                <a:cubicBezTo>
                  <a:pt x="70185" y="52395"/>
                  <a:pt x="67283" y="50987"/>
                  <a:pt x="62909" y="49358"/>
                </a:cubicBezTo>
                <a:cubicBezTo>
                  <a:pt x="57648" y="47242"/>
                  <a:pt x="54232" y="45148"/>
                  <a:pt x="52660" y="43076"/>
                </a:cubicBezTo>
                <a:cubicBezTo>
                  <a:pt x="51087" y="41003"/>
                  <a:pt x="50301" y="38494"/>
                  <a:pt x="50301" y="35550"/>
                </a:cubicBezTo>
                <a:cubicBezTo>
                  <a:pt x="50301" y="31347"/>
                  <a:pt x="52081" y="27981"/>
                  <a:pt x="55640" y="25451"/>
                </a:cubicBezTo>
                <a:cubicBezTo>
                  <a:pt x="59199" y="22921"/>
                  <a:pt x="63581" y="21656"/>
                  <a:pt x="68784" y="21656"/>
                </a:cubicBezTo>
                <a:cubicBezTo>
                  <a:pt x="72815" y="21656"/>
                  <a:pt x="76560" y="22356"/>
                  <a:pt x="80019" y="23757"/>
                </a:cubicBezTo>
                <a:lnTo>
                  <a:pt x="80019" y="31862"/>
                </a:lnTo>
                <a:cubicBezTo>
                  <a:pt x="76474" y="29575"/>
                  <a:pt x="72457" y="28431"/>
                  <a:pt x="67969" y="28431"/>
                </a:cubicBezTo>
                <a:cubicBezTo>
                  <a:pt x="65282" y="28431"/>
                  <a:pt x="63095" y="29017"/>
                  <a:pt x="61408" y="30189"/>
                </a:cubicBezTo>
                <a:cubicBezTo>
                  <a:pt x="59721" y="31361"/>
                  <a:pt x="58878" y="32905"/>
                  <a:pt x="58878" y="34821"/>
                </a:cubicBezTo>
                <a:cubicBezTo>
                  <a:pt x="58878" y="36707"/>
                  <a:pt x="59485" y="38180"/>
                  <a:pt x="60700" y="39238"/>
                </a:cubicBezTo>
                <a:cubicBezTo>
                  <a:pt x="61915" y="40295"/>
                  <a:pt x="64610" y="41653"/>
                  <a:pt x="68784" y="43311"/>
                </a:cubicBezTo>
                <a:cubicBezTo>
                  <a:pt x="74073" y="45284"/>
                  <a:pt x="77646" y="47328"/>
                  <a:pt x="79504" y="49444"/>
                </a:cubicBezTo>
                <a:cubicBezTo>
                  <a:pt x="81363" y="51559"/>
                  <a:pt x="82292" y="54175"/>
                  <a:pt x="82292" y="57291"/>
                </a:cubicBezTo>
                <a:cubicBezTo>
                  <a:pt x="82292" y="61637"/>
                  <a:pt x="80512" y="65060"/>
                  <a:pt x="76953" y="67562"/>
                </a:cubicBezTo>
                <a:cubicBezTo>
                  <a:pt x="73394" y="70063"/>
                  <a:pt x="68784" y="71314"/>
                  <a:pt x="63123" y="71314"/>
                </a:cubicBezTo>
                <a:cubicBezTo>
                  <a:pt x="58206" y="71314"/>
                  <a:pt x="53918" y="70385"/>
                  <a:pt x="50258" y="68526"/>
                </a:cubicBezTo>
                <a:lnTo>
                  <a:pt x="50258" y="59950"/>
                </a:lnTo>
                <a:close/>
                <a:moveTo>
                  <a:pt x="90526" y="59950"/>
                </a:moveTo>
                <a:cubicBezTo>
                  <a:pt x="94757" y="63009"/>
                  <a:pt x="99317" y="64538"/>
                  <a:pt x="104205" y="64538"/>
                </a:cubicBezTo>
                <a:cubicBezTo>
                  <a:pt x="110752" y="64538"/>
                  <a:pt x="114025" y="62394"/>
                  <a:pt x="114025" y="58106"/>
                </a:cubicBezTo>
                <a:cubicBezTo>
                  <a:pt x="114025" y="56276"/>
                  <a:pt x="113311" y="54768"/>
                  <a:pt x="111881" y="53582"/>
                </a:cubicBezTo>
                <a:cubicBezTo>
                  <a:pt x="110452" y="52395"/>
                  <a:pt x="107550" y="50987"/>
                  <a:pt x="103176" y="49358"/>
                </a:cubicBezTo>
                <a:cubicBezTo>
                  <a:pt x="97916" y="47242"/>
                  <a:pt x="94500" y="45148"/>
                  <a:pt x="92927" y="43076"/>
                </a:cubicBezTo>
                <a:cubicBezTo>
                  <a:pt x="91355" y="41003"/>
                  <a:pt x="90569" y="38494"/>
                  <a:pt x="90569" y="35550"/>
                </a:cubicBezTo>
                <a:cubicBezTo>
                  <a:pt x="90569" y="31347"/>
                  <a:pt x="92348" y="27981"/>
                  <a:pt x="95907" y="25451"/>
                </a:cubicBezTo>
                <a:cubicBezTo>
                  <a:pt x="99467" y="22921"/>
                  <a:pt x="103848" y="21656"/>
                  <a:pt x="109051" y="21656"/>
                </a:cubicBezTo>
                <a:cubicBezTo>
                  <a:pt x="113082" y="21656"/>
                  <a:pt x="116827" y="22356"/>
                  <a:pt x="120286" y="23757"/>
                </a:cubicBezTo>
                <a:lnTo>
                  <a:pt x="120286" y="31862"/>
                </a:lnTo>
                <a:cubicBezTo>
                  <a:pt x="116741" y="29575"/>
                  <a:pt x="112725" y="28431"/>
                  <a:pt x="108236" y="28431"/>
                </a:cubicBezTo>
                <a:cubicBezTo>
                  <a:pt x="105549" y="28431"/>
                  <a:pt x="103362" y="29017"/>
                  <a:pt x="101675" y="30189"/>
                </a:cubicBezTo>
                <a:cubicBezTo>
                  <a:pt x="99988" y="31361"/>
                  <a:pt x="99145" y="32905"/>
                  <a:pt x="99145" y="34821"/>
                </a:cubicBezTo>
                <a:cubicBezTo>
                  <a:pt x="99145" y="36707"/>
                  <a:pt x="99753" y="38180"/>
                  <a:pt x="100968" y="39238"/>
                </a:cubicBezTo>
                <a:cubicBezTo>
                  <a:pt x="102183" y="40295"/>
                  <a:pt x="104877" y="41653"/>
                  <a:pt x="109051" y="43311"/>
                </a:cubicBezTo>
                <a:cubicBezTo>
                  <a:pt x="114340" y="45284"/>
                  <a:pt x="117913" y="47328"/>
                  <a:pt x="119772" y="49444"/>
                </a:cubicBezTo>
                <a:cubicBezTo>
                  <a:pt x="121630" y="51559"/>
                  <a:pt x="122559" y="54175"/>
                  <a:pt x="122559" y="57291"/>
                </a:cubicBezTo>
                <a:cubicBezTo>
                  <a:pt x="122559" y="61637"/>
                  <a:pt x="120779" y="65060"/>
                  <a:pt x="117220" y="67562"/>
                </a:cubicBezTo>
                <a:cubicBezTo>
                  <a:pt x="113661" y="70063"/>
                  <a:pt x="109051" y="71314"/>
                  <a:pt x="103390" y="71314"/>
                </a:cubicBezTo>
                <a:cubicBezTo>
                  <a:pt x="98473" y="71314"/>
                  <a:pt x="94185" y="70385"/>
                  <a:pt x="90526" y="68526"/>
                </a:cubicBezTo>
                <a:lnTo>
                  <a:pt x="90526" y="59950"/>
                </a:lnTo>
                <a:close/>
                <a:moveTo>
                  <a:pt x="172088" y="48629"/>
                </a:moveTo>
                <a:lnTo>
                  <a:pt x="138897" y="48629"/>
                </a:lnTo>
                <a:cubicBezTo>
                  <a:pt x="139040" y="53689"/>
                  <a:pt x="140427" y="57598"/>
                  <a:pt x="143057" y="60357"/>
                </a:cubicBezTo>
                <a:cubicBezTo>
                  <a:pt x="145687" y="63116"/>
                  <a:pt x="149361" y="64495"/>
                  <a:pt x="154078" y="64495"/>
                </a:cubicBezTo>
                <a:cubicBezTo>
                  <a:pt x="159395" y="64495"/>
                  <a:pt x="164269" y="62794"/>
                  <a:pt x="168701" y="59392"/>
                </a:cubicBezTo>
                <a:lnTo>
                  <a:pt x="168701" y="66897"/>
                </a:lnTo>
                <a:cubicBezTo>
                  <a:pt x="164527" y="69841"/>
                  <a:pt x="158995" y="71314"/>
                  <a:pt x="152105" y="71314"/>
                </a:cubicBezTo>
                <a:cubicBezTo>
                  <a:pt x="145244" y="71314"/>
                  <a:pt x="139891" y="69141"/>
                  <a:pt x="136046" y="64796"/>
                </a:cubicBezTo>
                <a:cubicBezTo>
                  <a:pt x="132200" y="60450"/>
                  <a:pt x="130278" y="54418"/>
                  <a:pt x="130278" y="46699"/>
                </a:cubicBezTo>
                <a:cubicBezTo>
                  <a:pt x="130278" y="39438"/>
                  <a:pt x="132386" y="33448"/>
                  <a:pt x="136603" y="28731"/>
                </a:cubicBezTo>
                <a:cubicBezTo>
                  <a:pt x="140820" y="24014"/>
                  <a:pt x="146059" y="21656"/>
                  <a:pt x="152320" y="21656"/>
                </a:cubicBezTo>
                <a:cubicBezTo>
                  <a:pt x="158523" y="21656"/>
                  <a:pt x="163369" y="23650"/>
                  <a:pt x="166857" y="27638"/>
                </a:cubicBezTo>
                <a:cubicBezTo>
                  <a:pt x="170345" y="31626"/>
                  <a:pt x="172088" y="37208"/>
                  <a:pt x="172088" y="44383"/>
                </a:cubicBezTo>
                <a:lnTo>
                  <a:pt x="172088" y="48629"/>
                </a:lnTo>
                <a:moveTo>
                  <a:pt x="163683" y="41896"/>
                </a:moveTo>
                <a:cubicBezTo>
                  <a:pt x="163655" y="37608"/>
                  <a:pt x="162640" y="34292"/>
                  <a:pt x="160639" y="31948"/>
                </a:cubicBezTo>
                <a:cubicBezTo>
                  <a:pt x="158638" y="29603"/>
                  <a:pt x="155822" y="28431"/>
                  <a:pt x="152191" y="28431"/>
                </a:cubicBezTo>
                <a:cubicBezTo>
                  <a:pt x="148846" y="28431"/>
                  <a:pt x="145951" y="29675"/>
                  <a:pt x="143507" y="32162"/>
                </a:cubicBezTo>
                <a:cubicBezTo>
                  <a:pt x="141063" y="34649"/>
                  <a:pt x="139526" y="37894"/>
                  <a:pt x="138897" y="41896"/>
                </a:cubicBezTo>
                <a:lnTo>
                  <a:pt x="163683" y="41896"/>
                </a:lnTo>
                <a:close/>
                <a:moveTo>
                  <a:pt x="208282" y="31090"/>
                </a:moveTo>
                <a:cubicBezTo>
                  <a:pt x="206881" y="30089"/>
                  <a:pt x="204951" y="29589"/>
                  <a:pt x="202492" y="29589"/>
                </a:cubicBezTo>
                <a:cubicBezTo>
                  <a:pt x="199233" y="29589"/>
                  <a:pt x="196546" y="31111"/>
                  <a:pt x="194431" y="34156"/>
                </a:cubicBezTo>
                <a:cubicBezTo>
                  <a:pt x="192315" y="37201"/>
                  <a:pt x="191257" y="41210"/>
                  <a:pt x="191257" y="46185"/>
                </a:cubicBezTo>
                <a:lnTo>
                  <a:pt x="191257" y="70199"/>
                </a:lnTo>
                <a:lnTo>
                  <a:pt x="182852" y="70199"/>
                </a:lnTo>
                <a:lnTo>
                  <a:pt x="182852" y="22771"/>
                </a:lnTo>
                <a:lnTo>
                  <a:pt x="191257" y="22771"/>
                </a:lnTo>
                <a:lnTo>
                  <a:pt x="191257" y="32419"/>
                </a:lnTo>
                <a:lnTo>
                  <a:pt x="191429" y="32419"/>
                </a:lnTo>
                <a:cubicBezTo>
                  <a:pt x="193830" y="25444"/>
                  <a:pt x="197975" y="21956"/>
                  <a:pt x="203865" y="21956"/>
                </a:cubicBezTo>
                <a:cubicBezTo>
                  <a:pt x="205780" y="21956"/>
                  <a:pt x="207252" y="22170"/>
                  <a:pt x="208282" y="22599"/>
                </a:cubicBezTo>
                <a:lnTo>
                  <a:pt x="208282" y="31090"/>
                </a:lnTo>
                <a:close/>
                <a:moveTo>
                  <a:pt x="238513" y="69727"/>
                </a:moveTo>
                <a:cubicBezTo>
                  <a:pt x="236683" y="70728"/>
                  <a:pt x="234210" y="71228"/>
                  <a:pt x="231094" y="71228"/>
                </a:cubicBezTo>
                <a:cubicBezTo>
                  <a:pt x="222603" y="71228"/>
                  <a:pt x="218358" y="66525"/>
                  <a:pt x="218358" y="57120"/>
                </a:cubicBezTo>
                <a:lnTo>
                  <a:pt x="218358" y="29718"/>
                </a:lnTo>
                <a:lnTo>
                  <a:pt x="210210" y="29718"/>
                </a:lnTo>
                <a:lnTo>
                  <a:pt x="210210" y="22771"/>
                </a:lnTo>
                <a:lnTo>
                  <a:pt x="218358" y="22771"/>
                </a:lnTo>
                <a:lnTo>
                  <a:pt x="218358" y="11364"/>
                </a:lnTo>
                <a:lnTo>
                  <a:pt x="226720" y="8705"/>
                </a:lnTo>
                <a:lnTo>
                  <a:pt x="226720" y="22771"/>
                </a:lnTo>
                <a:lnTo>
                  <a:pt x="238513" y="22771"/>
                </a:lnTo>
                <a:lnTo>
                  <a:pt x="238513" y="29718"/>
                </a:lnTo>
                <a:lnTo>
                  <a:pt x="226720" y="29718"/>
                </a:lnTo>
                <a:lnTo>
                  <a:pt x="226720" y="55619"/>
                </a:lnTo>
                <a:cubicBezTo>
                  <a:pt x="226720" y="58735"/>
                  <a:pt x="227249" y="60965"/>
                  <a:pt x="228307" y="62308"/>
                </a:cubicBezTo>
                <a:cubicBezTo>
                  <a:pt x="229364" y="63652"/>
                  <a:pt x="231123" y="64324"/>
                  <a:pt x="233581" y="64324"/>
                </a:cubicBezTo>
                <a:cubicBezTo>
                  <a:pt x="235468" y="64324"/>
                  <a:pt x="237112" y="63795"/>
                  <a:pt x="238513" y="62737"/>
                </a:cubicBezTo>
                <a:lnTo>
                  <a:pt x="238513" y="69727"/>
                </a:lnTo>
                <a:close/>
                <a:moveTo>
                  <a:pt x="299735" y="31090"/>
                </a:moveTo>
                <a:cubicBezTo>
                  <a:pt x="298334" y="30089"/>
                  <a:pt x="296404" y="29589"/>
                  <a:pt x="293946" y="29589"/>
                </a:cubicBezTo>
                <a:cubicBezTo>
                  <a:pt x="290687" y="29589"/>
                  <a:pt x="287999" y="31111"/>
                  <a:pt x="285884" y="34156"/>
                </a:cubicBezTo>
                <a:cubicBezTo>
                  <a:pt x="283768" y="37201"/>
                  <a:pt x="282711" y="41210"/>
                  <a:pt x="282711" y="46185"/>
                </a:cubicBezTo>
                <a:lnTo>
                  <a:pt x="282711" y="70199"/>
                </a:lnTo>
                <a:lnTo>
                  <a:pt x="274306" y="70199"/>
                </a:lnTo>
                <a:lnTo>
                  <a:pt x="274306" y="22771"/>
                </a:lnTo>
                <a:lnTo>
                  <a:pt x="282711" y="22771"/>
                </a:lnTo>
                <a:lnTo>
                  <a:pt x="282711" y="32419"/>
                </a:lnTo>
                <a:lnTo>
                  <a:pt x="282882" y="32419"/>
                </a:lnTo>
                <a:cubicBezTo>
                  <a:pt x="285284" y="25444"/>
                  <a:pt x="289429" y="21956"/>
                  <a:pt x="295318" y="21956"/>
                </a:cubicBezTo>
                <a:cubicBezTo>
                  <a:pt x="297234" y="21956"/>
                  <a:pt x="298706" y="22170"/>
                  <a:pt x="299735" y="22599"/>
                </a:cubicBezTo>
                <a:lnTo>
                  <a:pt x="299735" y="31090"/>
                </a:lnTo>
                <a:close/>
                <a:moveTo>
                  <a:pt x="345877" y="48629"/>
                </a:moveTo>
                <a:lnTo>
                  <a:pt x="312686" y="48629"/>
                </a:lnTo>
                <a:cubicBezTo>
                  <a:pt x="312829" y="53689"/>
                  <a:pt x="314215" y="57598"/>
                  <a:pt x="316845" y="60357"/>
                </a:cubicBezTo>
                <a:cubicBezTo>
                  <a:pt x="319475" y="63116"/>
                  <a:pt x="323149" y="64495"/>
                  <a:pt x="327866" y="64495"/>
                </a:cubicBezTo>
                <a:cubicBezTo>
                  <a:pt x="333183" y="64495"/>
                  <a:pt x="338058" y="62794"/>
                  <a:pt x="342489" y="59392"/>
                </a:cubicBezTo>
                <a:lnTo>
                  <a:pt x="342489" y="66897"/>
                </a:lnTo>
                <a:cubicBezTo>
                  <a:pt x="338315" y="69841"/>
                  <a:pt x="332783" y="71314"/>
                  <a:pt x="325893" y="71314"/>
                </a:cubicBezTo>
                <a:cubicBezTo>
                  <a:pt x="319032" y="71314"/>
                  <a:pt x="313679" y="69141"/>
                  <a:pt x="309834" y="64796"/>
                </a:cubicBezTo>
                <a:cubicBezTo>
                  <a:pt x="305989" y="60450"/>
                  <a:pt x="304066" y="54418"/>
                  <a:pt x="304066" y="46699"/>
                </a:cubicBezTo>
                <a:cubicBezTo>
                  <a:pt x="304066" y="39438"/>
                  <a:pt x="306175" y="33448"/>
                  <a:pt x="310391" y="28731"/>
                </a:cubicBezTo>
                <a:cubicBezTo>
                  <a:pt x="314608" y="24014"/>
                  <a:pt x="319847" y="21656"/>
                  <a:pt x="326108" y="21656"/>
                </a:cubicBezTo>
                <a:cubicBezTo>
                  <a:pt x="332311" y="21656"/>
                  <a:pt x="337157" y="23650"/>
                  <a:pt x="340645" y="27638"/>
                </a:cubicBezTo>
                <a:cubicBezTo>
                  <a:pt x="344133" y="31626"/>
                  <a:pt x="345877" y="37208"/>
                  <a:pt x="345877" y="44383"/>
                </a:cubicBezTo>
                <a:lnTo>
                  <a:pt x="345877" y="48629"/>
                </a:lnTo>
                <a:moveTo>
                  <a:pt x="337472" y="41896"/>
                </a:moveTo>
                <a:cubicBezTo>
                  <a:pt x="337443" y="37608"/>
                  <a:pt x="336428" y="34292"/>
                  <a:pt x="334427" y="31948"/>
                </a:cubicBezTo>
                <a:cubicBezTo>
                  <a:pt x="332426" y="29603"/>
                  <a:pt x="329610" y="28431"/>
                  <a:pt x="325979" y="28431"/>
                </a:cubicBezTo>
                <a:cubicBezTo>
                  <a:pt x="322634" y="28431"/>
                  <a:pt x="319740" y="29675"/>
                  <a:pt x="317295" y="32162"/>
                </a:cubicBezTo>
                <a:cubicBezTo>
                  <a:pt x="314851" y="34649"/>
                  <a:pt x="313315" y="37894"/>
                  <a:pt x="312686" y="41896"/>
                </a:cubicBezTo>
                <a:lnTo>
                  <a:pt x="337472" y="41896"/>
                </a:lnTo>
                <a:close/>
                <a:moveTo>
                  <a:pt x="424953" y="70199"/>
                </a:moveTo>
                <a:lnTo>
                  <a:pt x="416548" y="70199"/>
                </a:lnTo>
                <a:lnTo>
                  <a:pt x="416548" y="42968"/>
                </a:lnTo>
                <a:cubicBezTo>
                  <a:pt x="416548" y="37822"/>
                  <a:pt x="415748" y="34142"/>
                  <a:pt x="414147" y="31926"/>
                </a:cubicBezTo>
                <a:cubicBezTo>
                  <a:pt x="412546" y="29710"/>
                  <a:pt x="409916" y="28603"/>
                  <a:pt x="406257" y="28603"/>
                </a:cubicBezTo>
                <a:cubicBezTo>
                  <a:pt x="403169" y="28603"/>
                  <a:pt x="400525" y="30046"/>
                  <a:pt x="398323" y="32934"/>
                </a:cubicBezTo>
                <a:cubicBezTo>
                  <a:pt x="396122" y="35821"/>
                  <a:pt x="395021" y="39238"/>
                  <a:pt x="395021" y="43183"/>
                </a:cubicBezTo>
                <a:lnTo>
                  <a:pt x="395021" y="70199"/>
                </a:lnTo>
                <a:lnTo>
                  <a:pt x="386616" y="70199"/>
                </a:lnTo>
                <a:lnTo>
                  <a:pt x="386616" y="42111"/>
                </a:lnTo>
                <a:cubicBezTo>
                  <a:pt x="386616" y="33105"/>
                  <a:pt x="383143" y="28603"/>
                  <a:pt x="376196" y="28603"/>
                </a:cubicBezTo>
                <a:cubicBezTo>
                  <a:pt x="372994" y="28603"/>
                  <a:pt x="370342" y="29975"/>
                  <a:pt x="368241" y="32719"/>
                </a:cubicBezTo>
                <a:cubicBezTo>
                  <a:pt x="366140" y="35464"/>
                  <a:pt x="365089" y="38966"/>
                  <a:pt x="365089" y="43226"/>
                </a:cubicBezTo>
                <a:lnTo>
                  <a:pt x="365089" y="70199"/>
                </a:lnTo>
                <a:lnTo>
                  <a:pt x="356684" y="70199"/>
                </a:lnTo>
                <a:lnTo>
                  <a:pt x="356684" y="22771"/>
                </a:lnTo>
                <a:lnTo>
                  <a:pt x="365089" y="22771"/>
                </a:lnTo>
                <a:lnTo>
                  <a:pt x="365089" y="30275"/>
                </a:lnTo>
                <a:lnTo>
                  <a:pt x="365261" y="30275"/>
                </a:lnTo>
                <a:cubicBezTo>
                  <a:pt x="368634" y="24529"/>
                  <a:pt x="373566" y="21656"/>
                  <a:pt x="380055" y="21656"/>
                </a:cubicBezTo>
                <a:cubicBezTo>
                  <a:pt x="383229" y="21656"/>
                  <a:pt x="386030" y="22528"/>
                  <a:pt x="388460" y="24272"/>
                </a:cubicBezTo>
                <a:cubicBezTo>
                  <a:pt x="390890" y="26015"/>
                  <a:pt x="392577" y="28374"/>
                  <a:pt x="393520" y="31347"/>
                </a:cubicBezTo>
                <a:cubicBezTo>
                  <a:pt x="397037" y="24886"/>
                  <a:pt x="402297" y="21656"/>
                  <a:pt x="409301" y="21656"/>
                </a:cubicBezTo>
                <a:cubicBezTo>
                  <a:pt x="419736" y="21656"/>
                  <a:pt x="424953" y="28088"/>
                  <a:pt x="424953" y="40953"/>
                </a:cubicBezTo>
                <a:lnTo>
                  <a:pt x="424953" y="70199"/>
                </a:lnTo>
                <a:close/>
                <a:moveTo>
                  <a:pt x="435889" y="46999"/>
                </a:moveTo>
                <a:cubicBezTo>
                  <a:pt x="435889" y="39166"/>
                  <a:pt x="438077" y="32984"/>
                  <a:pt x="442451" y="28453"/>
                </a:cubicBezTo>
                <a:cubicBezTo>
                  <a:pt x="446825" y="23921"/>
                  <a:pt x="452757" y="21656"/>
                  <a:pt x="460247" y="21656"/>
                </a:cubicBezTo>
                <a:cubicBezTo>
                  <a:pt x="467365" y="21656"/>
                  <a:pt x="472947" y="23836"/>
                  <a:pt x="476992" y="28195"/>
                </a:cubicBezTo>
                <a:cubicBezTo>
                  <a:pt x="481038" y="32555"/>
                  <a:pt x="483060" y="38580"/>
                  <a:pt x="483060" y="46270"/>
                </a:cubicBezTo>
                <a:cubicBezTo>
                  <a:pt x="483060" y="53760"/>
                  <a:pt x="480902" y="59807"/>
                  <a:pt x="476585" y="64410"/>
                </a:cubicBezTo>
                <a:cubicBezTo>
                  <a:pt x="472268" y="69012"/>
                  <a:pt x="466479" y="71314"/>
                  <a:pt x="459218" y="71314"/>
                </a:cubicBezTo>
                <a:cubicBezTo>
                  <a:pt x="452128" y="71314"/>
                  <a:pt x="446467" y="69084"/>
                  <a:pt x="442236" y="64624"/>
                </a:cubicBezTo>
                <a:cubicBezTo>
                  <a:pt x="438005" y="60164"/>
                  <a:pt x="435889" y="54289"/>
                  <a:pt x="435889" y="46999"/>
                </a:cubicBezTo>
                <a:moveTo>
                  <a:pt x="444466" y="46742"/>
                </a:moveTo>
                <a:cubicBezTo>
                  <a:pt x="444466" y="52202"/>
                  <a:pt x="445845" y="56505"/>
                  <a:pt x="448604" y="59650"/>
                </a:cubicBezTo>
                <a:cubicBezTo>
                  <a:pt x="451363" y="62794"/>
                  <a:pt x="455072" y="64367"/>
                  <a:pt x="459732" y="64367"/>
                </a:cubicBezTo>
                <a:cubicBezTo>
                  <a:pt x="464535" y="64367"/>
                  <a:pt x="468194" y="62830"/>
                  <a:pt x="470710" y="59757"/>
                </a:cubicBezTo>
                <a:cubicBezTo>
                  <a:pt x="473226" y="56684"/>
                  <a:pt x="474484" y="52274"/>
                  <a:pt x="474484" y="46528"/>
                </a:cubicBezTo>
                <a:cubicBezTo>
                  <a:pt x="474484" y="40753"/>
                  <a:pt x="473226" y="36322"/>
                  <a:pt x="470710" y="33234"/>
                </a:cubicBezTo>
                <a:cubicBezTo>
                  <a:pt x="468194" y="30146"/>
                  <a:pt x="464535" y="28603"/>
                  <a:pt x="459732" y="28603"/>
                </a:cubicBezTo>
                <a:cubicBezTo>
                  <a:pt x="455015" y="28603"/>
                  <a:pt x="451291" y="30218"/>
                  <a:pt x="448561" y="33448"/>
                </a:cubicBezTo>
                <a:cubicBezTo>
                  <a:pt x="445831" y="36679"/>
                  <a:pt x="444466" y="41110"/>
                  <a:pt x="444466" y="46742"/>
                </a:cubicBezTo>
                <a:close/>
                <a:moveTo>
                  <a:pt x="534005" y="22771"/>
                </a:moveTo>
                <a:lnTo>
                  <a:pt x="515223" y="70199"/>
                </a:lnTo>
                <a:lnTo>
                  <a:pt x="506732" y="70199"/>
                </a:lnTo>
                <a:lnTo>
                  <a:pt x="488893" y="22771"/>
                </a:lnTo>
                <a:lnTo>
                  <a:pt x="498070" y="22771"/>
                </a:lnTo>
                <a:lnTo>
                  <a:pt x="509648" y="56648"/>
                </a:lnTo>
                <a:cubicBezTo>
                  <a:pt x="510591" y="59364"/>
                  <a:pt x="511149" y="61637"/>
                  <a:pt x="511320" y="63466"/>
                </a:cubicBezTo>
                <a:lnTo>
                  <a:pt x="511535" y="63466"/>
                </a:lnTo>
                <a:cubicBezTo>
                  <a:pt x="511821" y="61065"/>
                  <a:pt x="512321" y="58849"/>
                  <a:pt x="513036" y="56819"/>
                </a:cubicBezTo>
                <a:lnTo>
                  <a:pt x="525171" y="22771"/>
                </a:lnTo>
                <a:lnTo>
                  <a:pt x="534005" y="22771"/>
                </a:lnTo>
                <a:close/>
                <a:moveTo>
                  <a:pt x="580190" y="48629"/>
                </a:moveTo>
                <a:lnTo>
                  <a:pt x="546999" y="48629"/>
                </a:lnTo>
                <a:cubicBezTo>
                  <a:pt x="547142" y="53689"/>
                  <a:pt x="548528" y="57598"/>
                  <a:pt x="551158" y="60357"/>
                </a:cubicBezTo>
                <a:cubicBezTo>
                  <a:pt x="553789" y="63116"/>
                  <a:pt x="557462" y="64495"/>
                  <a:pt x="562179" y="64495"/>
                </a:cubicBezTo>
                <a:cubicBezTo>
                  <a:pt x="567497" y="64495"/>
                  <a:pt x="572371" y="62794"/>
                  <a:pt x="576802" y="59392"/>
                </a:cubicBezTo>
                <a:lnTo>
                  <a:pt x="576802" y="66897"/>
                </a:lnTo>
                <a:cubicBezTo>
                  <a:pt x="572628" y="69841"/>
                  <a:pt x="567096" y="71314"/>
                  <a:pt x="560207" y="71314"/>
                </a:cubicBezTo>
                <a:cubicBezTo>
                  <a:pt x="553345" y="71314"/>
                  <a:pt x="547992" y="69141"/>
                  <a:pt x="544147" y="64796"/>
                </a:cubicBezTo>
                <a:cubicBezTo>
                  <a:pt x="540302" y="60450"/>
                  <a:pt x="538379" y="54418"/>
                  <a:pt x="538379" y="46699"/>
                </a:cubicBezTo>
                <a:cubicBezTo>
                  <a:pt x="538379" y="39438"/>
                  <a:pt x="540488" y="33448"/>
                  <a:pt x="544705" y="28731"/>
                </a:cubicBezTo>
                <a:cubicBezTo>
                  <a:pt x="548921" y="24014"/>
                  <a:pt x="554160" y="21656"/>
                  <a:pt x="560421" y="21656"/>
                </a:cubicBezTo>
                <a:cubicBezTo>
                  <a:pt x="566625" y="21656"/>
                  <a:pt x="571471" y="23650"/>
                  <a:pt x="574958" y="27638"/>
                </a:cubicBezTo>
                <a:cubicBezTo>
                  <a:pt x="578446" y="31626"/>
                  <a:pt x="580190" y="37208"/>
                  <a:pt x="580190" y="44383"/>
                </a:cubicBezTo>
                <a:lnTo>
                  <a:pt x="580190" y="48629"/>
                </a:lnTo>
                <a:moveTo>
                  <a:pt x="571785" y="41896"/>
                </a:moveTo>
                <a:cubicBezTo>
                  <a:pt x="571756" y="37608"/>
                  <a:pt x="570742" y="34292"/>
                  <a:pt x="568740" y="31948"/>
                </a:cubicBezTo>
                <a:cubicBezTo>
                  <a:pt x="566739" y="29603"/>
                  <a:pt x="563923" y="28431"/>
                  <a:pt x="560292" y="28431"/>
                </a:cubicBezTo>
                <a:cubicBezTo>
                  <a:pt x="556948" y="28431"/>
                  <a:pt x="554053" y="29675"/>
                  <a:pt x="551609" y="32162"/>
                </a:cubicBezTo>
                <a:cubicBezTo>
                  <a:pt x="549164" y="34649"/>
                  <a:pt x="547628" y="37894"/>
                  <a:pt x="546999" y="41896"/>
                </a:cubicBezTo>
                <a:lnTo>
                  <a:pt x="571785" y="41896"/>
                </a:lnTo>
                <a:close/>
                <a:moveTo>
                  <a:pt x="622859" y="83964"/>
                </a:moveTo>
                <a:lnTo>
                  <a:pt x="583493" y="83964"/>
                </a:lnTo>
                <a:lnTo>
                  <a:pt x="583493" y="78432"/>
                </a:lnTo>
                <a:lnTo>
                  <a:pt x="622859" y="78432"/>
                </a:lnTo>
                <a:lnTo>
                  <a:pt x="622859" y="83964"/>
                </a:lnTo>
                <a:close/>
                <a:moveTo>
                  <a:pt x="628562" y="59950"/>
                </a:moveTo>
                <a:cubicBezTo>
                  <a:pt x="632793" y="63009"/>
                  <a:pt x="637353" y="64538"/>
                  <a:pt x="642241" y="64538"/>
                </a:cubicBezTo>
                <a:cubicBezTo>
                  <a:pt x="648788" y="64538"/>
                  <a:pt x="652061" y="62394"/>
                  <a:pt x="652061" y="58106"/>
                </a:cubicBezTo>
                <a:cubicBezTo>
                  <a:pt x="652061" y="56276"/>
                  <a:pt x="651347" y="54768"/>
                  <a:pt x="649917" y="53582"/>
                </a:cubicBezTo>
                <a:cubicBezTo>
                  <a:pt x="648488" y="52395"/>
                  <a:pt x="645586" y="50987"/>
                  <a:pt x="641212" y="49358"/>
                </a:cubicBezTo>
                <a:cubicBezTo>
                  <a:pt x="635952" y="47242"/>
                  <a:pt x="632536" y="45148"/>
                  <a:pt x="630963" y="43076"/>
                </a:cubicBezTo>
                <a:cubicBezTo>
                  <a:pt x="629391" y="41003"/>
                  <a:pt x="628605" y="38494"/>
                  <a:pt x="628605" y="35550"/>
                </a:cubicBezTo>
                <a:cubicBezTo>
                  <a:pt x="628605" y="31347"/>
                  <a:pt x="630384" y="27981"/>
                  <a:pt x="633944" y="25451"/>
                </a:cubicBezTo>
                <a:cubicBezTo>
                  <a:pt x="637503" y="22921"/>
                  <a:pt x="641884" y="21656"/>
                  <a:pt x="647087" y="21656"/>
                </a:cubicBezTo>
                <a:cubicBezTo>
                  <a:pt x="651118" y="21656"/>
                  <a:pt x="654863" y="22356"/>
                  <a:pt x="658322" y="23757"/>
                </a:cubicBezTo>
                <a:lnTo>
                  <a:pt x="658322" y="31862"/>
                </a:lnTo>
                <a:cubicBezTo>
                  <a:pt x="654777" y="29575"/>
                  <a:pt x="650761" y="28431"/>
                  <a:pt x="646272" y="28431"/>
                </a:cubicBezTo>
                <a:cubicBezTo>
                  <a:pt x="643585" y="28431"/>
                  <a:pt x="641398" y="29017"/>
                  <a:pt x="639711" y="30189"/>
                </a:cubicBezTo>
                <a:cubicBezTo>
                  <a:pt x="638025" y="31361"/>
                  <a:pt x="637181" y="32905"/>
                  <a:pt x="637181" y="34821"/>
                </a:cubicBezTo>
                <a:cubicBezTo>
                  <a:pt x="637181" y="36707"/>
                  <a:pt x="637789" y="38180"/>
                  <a:pt x="639004" y="39238"/>
                </a:cubicBezTo>
                <a:cubicBezTo>
                  <a:pt x="640219" y="40295"/>
                  <a:pt x="642913" y="41653"/>
                  <a:pt x="647087" y="43311"/>
                </a:cubicBezTo>
                <a:cubicBezTo>
                  <a:pt x="652376" y="45284"/>
                  <a:pt x="655950" y="47328"/>
                  <a:pt x="657808" y="49444"/>
                </a:cubicBezTo>
                <a:cubicBezTo>
                  <a:pt x="659666" y="51559"/>
                  <a:pt x="660595" y="54175"/>
                  <a:pt x="660595" y="57291"/>
                </a:cubicBezTo>
                <a:cubicBezTo>
                  <a:pt x="660595" y="61637"/>
                  <a:pt x="658815" y="65060"/>
                  <a:pt x="655256" y="67562"/>
                </a:cubicBezTo>
                <a:cubicBezTo>
                  <a:pt x="651697" y="70063"/>
                  <a:pt x="647087" y="71314"/>
                  <a:pt x="641427" y="71314"/>
                </a:cubicBezTo>
                <a:cubicBezTo>
                  <a:pt x="636509" y="71314"/>
                  <a:pt x="632221" y="70385"/>
                  <a:pt x="628562" y="68526"/>
                </a:cubicBezTo>
                <a:lnTo>
                  <a:pt x="628562" y="59950"/>
                </a:lnTo>
                <a:close/>
                <a:moveTo>
                  <a:pt x="679849" y="63509"/>
                </a:moveTo>
                <a:lnTo>
                  <a:pt x="679849" y="92026"/>
                </a:lnTo>
                <a:lnTo>
                  <a:pt x="671444" y="92026"/>
                </a:lnTo>
                <a:lnTo>
                  <a:pt x="671444" y="22771"/>
                </a:lnTo>
                <a:lnTo>
                  <a:pt x="679849" y="22771"/>
                </a:lnTo>
                <a:lnTo>
                  <a:pt x="679849" y="30961"/>
                </a:lnTo>
                <a:lnTo>
                  <a:pt x="680020" y="30961"/>
                </a:lnTo>
                <a:cubicBezTo>
                  <a:pt x="683737" y="24758"/>
                  <a:pt x="689169" y="21656"/>
                  <a:pt x="696316" y="21656"/>
                </a:cubicBezTo>
                <a:cubicBezTo>
                  <a:pt x="702376" y="21656"/>
                  <a:pt x="707129" y="23778"/>
                  <a:pt x="710574" y="28024"/>
                </a:cubicBezTo>
                <a:cubicBezTo>
                  <a:pt x="714019" y="32269"/>
                  <a:pt x="715742" y="37965"/>
                  <a:pt x="715742" y="45112"/>
                </a:cubicBezTo>
                <a:cubicBezTo>
                  <a:pt x="715742" y="53003"/>
                  <a:pt x="713790" y="59342"/>
                  <a:pt x="709888" y="64131"/>
                </a:cubicBezTo>
                <a:cubicBezTo>
                  <a:pt x="705986" y="68919"/>
                  <a:pt x="700733" y="71314"/>
                  <a:pt x="694129" y="71314"/>
                </a:cubicBezTo>
                <a:cubicBezTo>
                  <a:pt x="688039" y="71314"/>
                  <a:pt x="683337" y="68712"/>
                  <a:pt x="680020" y="63509"/>
                </a:cubicBezTo>
                <a:lnTo>
                  <a:pt x="679849" y="63509"/>
                </a:lnTo>
                <a:moveTo>
                  <a:pt x="679806" y="50644"/>
                </a:moveTo>
                <a:cubicBezTo>
                  <a:pt x="679806" y="54504"/>
                  <a:pt x="681050" y="57756"/>
                  <a:pt x="683537" y="60400"/>
                </a:cubicBezTo>
                <a:cubicBezTo>
                  <a:pt x="686024" y="63045"/>
                  <a:pt x="689140" y="64367"/>
                  <a:pt x="692885" y="64367"/>
                </a:cubicBezTo>
                <a:cubicBezTo>
                  <a:pt x="697345" y="64367"/>
                  <a:pt x="700833" y="62651"/>
                  <a:pt x="703349" y="59221"/>
                </a:cubicBezTo>
                <a:cubicBezTo>
                  <a:pt x="705864" y="55790"/>
                  <a:pt x="707122" y="51045"/>
                  <a:pt x="707122" y="44984"/>
                </a:cubicBezTo>
                <a:cubicBezTo>
                  <a:pt x="707122" y="39867"/>
                  <a:pt x="705950" y="35857"/>
                  <a:pt x="703606" y="32955"/>
                </a:cubicBezTo>
                <a:cubicBezTo>
                  <a:pt x="701262" y="30054"/>
                  <a:pt x="698060" y="28603"/>
                  <a:pt x="694000" y="28603"/>
                </a:cubicBezTo>
                <a:cubicBezTo>
                  <a:pt x="689855" y="28603"/>
                  <a:pt x="686453" y="30075"/>
                  <a:pt x="683794" y="33020"/>
                </a:cubicBezTo>
                <a:cubicBezTo>
                  <a:pt x="681135" y="35964"/>
                  <a:pt x="679806" y="39738"/>
                  <a:pt x="679806" y="44341"/>
                </a:cubicBezTo>
                <a:lnTo>
                  <a:pt x="679806" y="50644"/>
                </a:lnTo>
                <a:close/>
                <a:moveTo>
                  <a:pt x="729293" y="26073"/>
                </a:moveTo>
                <a:cubicBezTo>
                  <a:pt x="734010" y="23128"/>
                  <a:pt x="739456" y="21656"/>
                  <a:pt x="745631" y="21656"/>
                </a:cubicBezTo>
                <a:cubicBezTo>
                  <a:pt x="757067" y="21656"/>
                  <a:pt x="762784" y="27659"/>
                  <a:pt x="762784" y="39666"/>
                </a:cubicBezTo>
                <a:lnTo>
                  <a:pt x="762784" y="70199"/>
                </a:lnTo>
                <a:lnTo>
                  <a:pt x="754465" y="70199"/>
                </a:lnTo>
                <a:lnTo>
                  <a:pt x="754465" y="62866"/>
                </a:lnTo>
                <a:lnTo>
                  <a:pt x="754251" y="62866"/>
                </a:lnTo>
                <a:cubicBezTo>
                  <a:pt x="750963" y="68498"/>
                  <a:pt x="746117" y="71314"/>
                  <a:pt x="739714" y="71314"/>
                </a:cubicBezTo>
                <a:cubicBezTo>
                  <a:pt x="735111" y="71314"/>
                  <a:pt x="731451" y="70070"/>
                  <a:pt x="728736" y="67583"/>
                </a:cubicBezTo>
                <a:cubicBezTo>
                  <a:pt x="726020" y="65096"/>
                  <a:pt x="724662" y="61737"/>
                  <a:pt x="724662" y="57506"/>
                </a:cubicBezTo>
                <a:cubicBezTo>
                  <a:pt x="724662" y="48643"/>
                  <a:pt x="729908" y="43483"/>
                  <a:pt x="740400" y="42025"/>
                </a:cubicBezTo>
                <a:lnTo>
                  <a:pt x="754465" y="40052"/>
                </a:lnTo>
                <a:cubicBezTo>
                  <a:pt x="754465" y="32305"/>
                  <a:pt x="751263" y="28431"/>
                  <a:pt x="744859" y="28431"/>
                </a:cubicBezTo>
                <a:cubicBezTo>
                  <a:pt x="739170" y="28431"/>
                  <a:pt x="733982" y="30347"/>
                  <a:pt x="729293" y="34177"/>
                </a:cubicBezTo>
                <a:lnTo>
                  <a:pt x="729293" y="26073"/>
                </a:lnTo>
                <a:moveTo>
                  <a:pt x="743359" y="47900"/>
                </a:moveTo>
                <a:cubicBezTo>
                  <a:pt x="739471" y="48414"/>
                  <a:pt x="736790" y="49386"/>
                  <a:pt x="735318" y="50816"/>
                </a:cubicBezTo>
                <a:cubicBezTo>
                  <a:pt x="733846" y="52245"/>
                  <a:pt x="733110" y="54246"/>
                  <a:pt x="733110" y="56819"/>
                </a:cubicBezTo>
                <a:cubicBezTo>
                  <a:pt x="733110" y="59078"/>
                  <a:pt x="733910" y="60922"/>
                  <a:pt x="735511" y="62351"/>
                </a:cubicBezTo>
                <a:cubicBezTo>
                  <a:pt x="737112" y="63781"/>
                  <a:pt x="739228" y="64495"/>
                  <a:pt x="741858" y="64495"/>
                </a:cubicBezTo>
                <a:cubicBezTo>
                  <a:pt x="745517" y="64495"/>
                  <a:pt x="748533" y="63209"/>
                  <a:pt x="750906" y="60636"/>
                </a:cubicBezTo>
                <a:cubicBezTo>
                  <a:pt x="753279" y="58063"/>
                  <a:pt x="754465" y="54833"/>
                  <a:pt x="754465" y="50945"/>
                </a:cubicBezTo>
                <a:lnTo>
                  <a:pt x="754465" y="46399"/>
                </a:lnTo>
                <a:lnTo>
                  <a:pt x="743359" y="47900"/>
                </a:lnTo>
                <a:close/>
                <a:moveTo>
                  <a:pt x="810385" y="68055"/>
                </a:moveTo>
                <a:cubicBezTo>
                  <a:pt x="806754" y="70227"/>
                  <a:pt x="802380" y="71314"/>
                  <a:pt x="797263" y="71314"/>
                </a:cubicBezTo>
                <a:cubicBezTo>
                  <a:pt x="790402" y="71314"/>
                  <a:pt x="784884" y="69112"/>
                  <a:pt x="780710" y="64710"/>
                </a:cubicBezTo>
                <a:cubicBezTo>
                  <a:pt x="776536" y="60307"/>
                  <a:pt x="774449" y="54604"/>
                  <a:pt x="774449" y="47600"/>
                </a:cubicBezTo>
                <a:cubicBezTo>
                  <a:pt x="774449" y="39824"/>
                  <a:pt x="776701" y="33556"/>
                  <a:pt x="781203" y="28796"/>
                </a:cubicBezTo>
                <a:cubicBezTo>
                  <a:pt x="785706" y="24036"/>
                  <a:pt x="791731" y="21656"/>
                  <a:pt x="799278" y="21656"/>
                </a:cubicBezTo>
                <a:cubicBezTo>
                  <a:pt x="803624" y="21656"/>
                  <a:pt x="807340" y="22428"/>
                  <a:pt x="810428" y="23971"/>
                </a:cubicBezTo>
                <a:lnTo>
                  <a:pt x="810428" y="32291"/>
                </a:lnTo>
                <a:cubicBezTo>
                  <a:pt x="807083" y="29832"/>
                  <a:pt x="803366" y="28603"/>
                  <a:pt x="799278" y="28603"/>
                </a:cubicBezTo>
                <a:cubicBezTo>
                  <a:pt x="794475" y="28603"/>
                  <a:pt x="790566" y="30268"/>
                  <a:pt x="787550" y="33599"/>
                </a:cubicBezTo>
                <a:cubicBezTo>
                  <a:pt x="784534" y="36929"/>
                  <a:pt x="783026" y="41367"/>
                  <a:pt x="783026" y="46914"/>
                </a:cubicBezTo>
                <a:cubicBezTo>
                  <a:pt x="783026" y="52374"/>
                  <a:pt x="784448" y="56648"/>
                  <a:pt x="787293" y="59735"/>
                </a:cubicBezTo>
                <a:cubicBezTo>
                  <a:pt x="790137" y="62823"/>
                  <a:pt x="793975" y="64367"/>
                  <a:pt x="798807" y="64367"/>
                </a:cubicBezTo>
                <a:cubicBezTo>
                  <a:pt x="802895" y="64367"/>
                  <a:pt x="806754" y="63023"/>
                  <a:pt x="810385" y="60336"/>
                </a:cubicBezTo>
                <a:lnTo>
                  <a:pt x="810385" y="68055"/>
                </a:lnTo>
                <a:close/>
                <a:moveTo>
                  <a:pt x="860172" y="48629"/>
                </a:moveTo>
                <a:lnTo>
                  <a:pt x="826980" y="48629"/>
                </a:lnTo>
                <a:cubicBezTo>
                  <a:pt x="827123" y="53689"/>
                  <a:pt x="828510" y="57598"/>
                  <a:pt x="831140" y="60357"/>
                </a:cubicBezTo>
                <a:cubicBezTo>
                  <a:pt x="833770" y="63116"/>
                  <a:pt x="837444" y="64495"/>
                  <a:pt x="842161" y="64495"/>
                </a:cubicBezTo>
                <a:cubicBezTo>
                  <a:pt x="847478" y="64495"/>
                  <a:pt x="852353" y="62794"/>
                  <a:pt x="856784" y="59392"/>
                </a:cubicBezTo>
                <a:lnTo>
                  <a:pt x="856784" y="66897"/>
                </a:lnTo>
                <a:cubicBezTo>
                  <a:pt x="852610" y="69841"/>
                  <a:pt x="847078" y="71314"/>
                  <a:pt x="840188" y="71314"/>
                </a:cubicBezTo>
                <a:cubicBezTo>
                  <a:pt x="833327" y="71314"/>
                  <a:pt x="827974" y="69141"/>
                  <a:pt x="824129" y="64796"/>
                </a:cubicBezTo>
                <a:cubicBezTo>
                  <a:pt x="820284" y="60450"/>
                  <a:pt x="818361" y="54418"/>
                  <a:pt x="818361" y="46699"/>
                </a:cubicBezTo>
                <a:cubicBezTo>
                  <a:pt x="818361" y="39438"/>
                  <a:pt x="820469" y="33448"/>
                  <a:pt x="824686" y="28731"/>
                </a:cubicBezTo>
                <a:cubicBezTo>
                  <a:pt x="828903" y="24014"/>
                  <a:pt x="834142" y="21656"/>
                  <a:pt x="840403" y="21656"/>
                </a:cubicBezTo>
                <a:cubicBezTo>
                  <a:pt x="846606" y="21656"/>
                  <a:pt x="851452" y="23650"/>
                  <a:pt x="854940" y="27638"/>
                </a:cubicBezTo>
                <a:cubicBezTo>
                  <a:pt x="858428" y="31626"/>
                  <a:pt x="860172" y="37208"/>
                  <a:pt x="860172" y="44383"/>
                </a:cubicBezTo>
                <a:lnTo>
                  <a:pt x="860172" y="48629"/>
                </a:lnTo>
                <a:moveTo>
                  <a:pt x="851767" y="41896"/>
                </a:moveTo>
                <a:cubicBezTo>
                  <a:pt x="851738" y="37608"/>
                  <a:pt x="850723" y="34292"/>
                  <a:pt x="848722" y="31948"/>
                </a:cubicBezTo>
                <a:cubicBezTo>
                  <a:pt x="846721" y="29603"/>
                  <a:pt x="843905" y="28431"/>
                  <a:pt x="840274" y="28431"/>
                </a:cubicBezTo>
                <a:cubicBezTo>
                  <a:pt x="836929" y="28431"/>
                  <a:pt x="834035" y="29675"/>
                  <a:pt x="831590" y="32162"/>
                </a:cubicBezTo>
                <a:cubicBezTo>
                  <a:pt x="829146" y="34649"/>
                  <a:pt x="827609" y="37894"/>
                  <a:pt x="826980" y="41896"/>
                </a:cubicBezTo>
                <a:lnTo>
                  <a:pt x="851767" y="41896"/>
                </a:lnTo>
                <a:close/>
                <a:moveTo>
                  <a:pt x="868320" y="59950"/>
                </a:moveTo>
                <a:cubicBezTo>
                  <a:pt x="872551" y="63009"/>
                  <a:pt x="877111" y="64538"/>
                  <a:pt x="882000" y="64538"/>
                </a:cubicBezTo>
                <a:cubicBezTo>
                  <a:pt x="888546" y="64538"/>
                  <a:pt x="891820" y="62394"/>
                  <a:pt x="891820" y="58106"/>
                </a:cubicBezTo>
                <a:cubicBezTo>
                  <a:pt x="891820" y="56276"/>
                  <a:pt x="891105" y="54768"/>
                  <a:pt x="889676" y="53582"/>
                </a:cubicBezTo>
                <a:cubicBezTo>
                  <a:pt x="888246" y="52395"/>
                  <a:pt x="885344" y="50987"/>
                  <a:pt x="880970" y="49358"/>
                </a:cubicBezTo>
                <a:cubicBezTo>
                  <a:pt x="875710" y="47242"/>
                  <a:pt x="872294" y="45148"/>
                  <a:pt x="870721" y="43076"/>
                </a:cubicBezTo>
                <a:cubicBezTo>
                  <a:pt x="869149" y="41003"/>
                  <a:pt x="868363" y="38494"/>
                  <a:pt x="868363" y="35550"/>
                </a:cubicBezTo>
                <a:cubicBezTo>
                  <a:pt x="868363" y="31347"/>
                  <a:pt x="870143" y="27981"/>
                  <a:pt x="873702" y="25451"/>
                </a:cubicBezTo>
                <a:cubicBezTo>
                  <a:pt x="877261" y="22921"/>
                  <a:pt x="881642" y="21656"/>
                  <a:pt x="886845" y="21656"/>
                </a:cubicBezTo>
                <a:cubicBezTo>
                  <a:pt x="890876" y="21656"/>
                  <a:pt x="894621" y="22356"/>
                  <a:pt x="898081" y="23757"/>
                </a:cubicBezTo>
                <a:lnTo>
                  <a:pt x="898081" y="31862"/>
                </a:lnTo>
                <a:cubicBezTo>
                  <a:pt x="894536" y="29575"/>
                  <a:pt x="890519" y="28431"/>
                  <a:pt x="886031" y="28431"/>
                </a:cubicBezTo>
                <a:cubicBezTo>
                  <a:pt x="883343" y="28431"/>
                  <a:pt x="881156" y="29017"/>
                  <a:pt x="879470" y="30189"/>
                </a:cubicBezTo>
                <a:cubicBezTo>
                  <a:pt x="877783" y="31361"/>
                  <a:pt x="876939" y="32905"/>
                  <a:pt x="876939" y="34821"/>
                </a:cubicBezTo>
                <a:cubicBezTo>
                  <a:pt x="876939" y="36707"/>
                  <a:pt x="877547" y="38180"/>
                  <a:pt x="878762" y="39238"/>
                </a:cubicBezTo>
                <a:cubicBezTo>
                  <a:pt x="879977" y="40295"/>
                  <a:pt x="882671" y="41653"/>
                  <a:pt x="886845" y="43311"/>
                </a:cubicBezTo>
                <a:cubicBezTo>
                  <a:pt x="892134" y="45284"/>
                  <a:pt x="895708" y="47328"/>
                  <a:pt x="897566" y="49444"/>
                </a:cubicBezTo>
                <a:cubicBezTo>
                  <a:pt x="899424" y="51559"/>
                  <a:pt x="900353" y="54175"/>
                  <a:pt x="900353" y="57291"/>
                </a:cubicBezTo>
                <a:cubicBezTo>
                  <a:pt x="900353" y="61637"/>
                  <a:pt x="898574" y="65060"/>
                  <a:pt x="895014" y="67562"/>
                </a:cubicBezTo>
                <a:cubicBezTo>
                  <a:pt x="891455" y="70063"/>
                  <a:pt x="886845" y="71314"/>
                  <a:pt x="881185" y="71314"/>
                </a:cubicBezTo>
                <a:cubicBezTo>
                  <a:pt x="876268" y="71314"/>
                  <a:pt x="871979" y="70385"/>
                  <a:pt x="868320" y="68526"/>
                </a:cubicBezTo>
                <a:lnTo>
                  <a:pt x="868320" y="59950"/>
                </a:lnTo>
                <a:close/>
                <a:moveTo>
                  <a:pt x="943064" y="83964"/>
                </a:moveTo>
                <a:lnTo>
                  <a:pt x="903698" y="83964"/>
                </a:lnTo>
                <a:lnTo>
                  <a:pt x="903698" y="78432"/>
                </a:lnTo>
                <a:lnTo>
                  <a:pt x="943064" y="78432"/>
                </a:lnTo>
                <a:lnTo>
                  <a:pt x="943064" y="83964"/>
                </a:lnTo>
                <a:close/>
                <a:moveTo>
                  <a:pt x="950396" y="6046"/>
                </a:moveTo>
                <a:cubicBezTo>
                  <a:pt x="950396" y="4560"/>
                  <a:pt x="950904" y="3309"/>
                  <a:pt x="951919" y="2294"/>
                </a:cubicBezTo>
                <a:cubicBezTo>
                  <a:pt x="952933" y="1279"/>
                  <a:pt x="954184" y="772"/>
                  <a:pt x="955671" y="772"/>
                </a:cubicBezTo>
                <a:cubicBezTo>
                  <a:pt x="957186" y="772"/>
                  <a:pt x="958465" y="1272"/>
                  <a:pt x="959509" y="2273"/>
                </a:cubicBezTo>
                <a:cubicBezTo>
                  <a:pt x="960552" y="3273"/>
                  <a:pt x="961074" y="4531"/>
                  <a:pt x="961074" y="6046"/>
                </a:cubicBezTo>
                <a:cubicBezTo>
                  <a:pt x="961074" y="7533"/>
                  <a:pt x="960552" y="8769"/>
                  <a:pt x="959509" y="9756"/>
                </a:cubicBezTo>
                <a:cubicBezTo>
                  <a:pt x="958465" y="10742"/>
                  <a:pt x="957186" y="11235"/>
                  <a:pt x="955671" y="11235"/>
                </a:cubicBezTo>
                <a:cubicBezTo>
                  <a:pt x="954156" y="11235"/>
                  <a:pt x="952898" y="10742"/>
                  <a:pt x="951897" y="9756"/>
                </a:cubicBezTo>
                <a:cubicBezTo>
                  <a:pt x="950897" y="8769"/>
                  <a:pt x="950396" y="7533"/>
                  <a:pt x="950396" y="6046"/>
                </a:cubicBezTo>
                <a:moveTo>
                  <a:pt x="951383" y="70199"/>
                </a:moveTo>
                <a:lnTo>
                  <a:pt x="951383" y="22771"/>
                </a:lnTo>
                <a:lnTo>
                  <a:pt x="959788" y="22771"/>
                </a:lnTo>
                <a:lnTo>
                  <a:pt x="959788" y="70199"/>
                </a:lnTo>
                <a:lnTo>
                  <a:pt x="951383" y="70199"/>
                </a:lnTo>
                <a:close/>
                <a:moveTo>
                  <a:pt x="1015321" y="70199"/>
                </a:moveTo>
                <a:lnTo>
                  <a:pt x="1006959" y="70199"/>
                </a:lnTo>
                <a:lnTo>
                  <a:pt x="1006959" y="43226"/>
                </a:lnTo>
                <a:cubicBezTo>
                  <a:pt x="1006959" y="33477"/>
                  <a:pt x="1003399" y="28603"/>
                  <a:pt x="996281" y="28603"/>
                </a:cubicBezTo>
                <a:cubicBezTo>
                  <a:pt x="992593" y="28603"/>
                  <a:pt x="989563" y="29975"/>
                  <a:pt x="987190" y="32719"/>
                </a:cubicBezTo>
                <a:cubicBezTo>
                  <a:pt x="984817" y="35464"/>
                  <a:pt x="983631" y="38937"/>
                  <a:pt x="983631" y="43140"/>
                </a:cubicBezTo>
                <a:lnTo>
                  <a:pt x="983631" y="70199"/>
                </a:lnTo>
                <a:lnTo>
                  <a:pt x="975226" y="70199"/>
                </a:lnTo>
                <a:lnTo>
                  <a:pt x="975226" y="22771"/>
                </a:lnTo>
                <a:lnTo>
                  <a:pt x="983631" y="22771"/>
                </a:lnTo>
                <a:lnTo>
                  <a:pt x="983631" y="30618"/>
                </a:lnTo>
                <a:lnTo>
                  <a:pt x="983802" y="30618"/>
                </a:lnTo>
                <a:cubicBezTo>
                  <a:pt x="987376" y="24643"/>
                  <a:pt x="992564" y="21656"/>
                  <a:pt x="999368" y="21656"/>
                </a:cubicBezTo>
                <a:cubicBezTo>
                  <a:pt x="1004572" y="21656"/>
                  <a:pt x="1008531" y="23321"/>
                  <a:pt x="1011247" y="26652"/>
                </a:cubicBezTo>
                <a:cubicBezTo>
                  <a:pt x="1013963" y="29982"/>
                  <a:pt x="1015321" y="34835"/>
                  <a:pt x="1015321" y="41210"/>
                </a:cubicBezTo>
                <a:lnTo>
                  <a:pt x="1015321" y="70199"/>
                </a:lnTo>
                <a:close/>
                <a:moveTo>
                  <a:pt x="1038520" y="63509"/>
                </a:moveTo>
                <a:lnTo>
                  <a:pt x="1038520" y="92026"/>
                </a:lnTo>
                <a:lnTo>
                  <a:pt x="1030115" y="92026"/>
                </a:lnTo>
                <a:lnTo>
                  <a:pt x="1030115" y="22771"/>
                </a:lnTo>
                <a:lnTo>
                  <a:pt x="1038520" y="22771"/>
                </a:lnTo>
                <a:lnTo>
                  <a:pt x="1038520" y="30961"/>
                </a:lnTo>
                <a:lnTo>
                  <a:pt x="1038692" y="30961"/>
                </a:lnTo>
                <a:cubicBezTo>
                  <a:pt x="1042408" y="24758"/>
                  <a:pt x="1047840" y="21656"/>
                  <a:pt x="1054987" y="21656"/>
                </a:cubicBezTo>
                <a:cubicBezTo>
                  <a:pt x="1061048" y="21656"/>
                  <a:pt x="1065801" y="23778"/>
                  <a:pt x="1069246" y="28024"/>
                </a:cubicBezTo>
                <a:cubicBezTo>
                  <a:pt x="1072691" y="32269"/>
                  <a:pt x="1074413" y="37965"/>
                  <a:pt x="1074413" y="45112"/>
                </a:cubicBezTo>
                <a:cubicBezTo>
                  <a:pt x="1074413" y="53003"/>
                  <a:pt x="1072462" y="59342"/>
                  <a:pt x="1068559" y="64131"/>
                </a:cubicBezTo>
                <a:cubicBezTo>
                  <a:pt x="1064657" y="68919"/>
                  <a:pt x="1059404" y="71314"/>
                  <a:pt x="1052800" y="71314"/>
                </a:cubicBezTo>
                <a:cubicBezTo>
                  <a:pt x="1046711" y="71314"/>
                  <a:pt x="1042008" y="68712"/>
                  <a:pt x="1038692" y="63509"/>
                </a:cubicBezTo>
                <a:lnTo>
                  <a:pt x="1038520" y="63509"/>
                </a:lnTo>
                <a:moveTo>
                  <a:pt x="1038477" y="50644"/>
                </a:moveTo>
                <a:cubicBezTo>
                  <a:pt x="1038477" y="54504"/>
                  <a:pt x="1039721" y="57756"/>
                  <a:pt x="1042208" y="60400"/>
                </a:cubicBezTo>
                <a:cubicBezTo>
                  <a:pt x="1044695" y="63045"/>
                  <a:pt x="1047811" y="64367"/>
                  <a:pt x="1051557" y="64367"/>
                </a:cubicBezTo>
                <a:cubicBezTo>
                  <a:pt x="1056016" y="64367"/>
                  <a:pt x="1059504" y="62651"/>
                  <a:pt x="1062020" y="59221"/>
                </a:cubicBezTo>
                <a:cubicBezTo>
                  <a:pt x="1064536" y="55790"/>
                  <a:pt x="1065794" y="51045"/>
                  <a:pt x="1065794" y="44984"/>
                </a:cubicBezTo>
                <a:cubicBezTo>
                  <a:pt x="1065794" y="39867"/>
                  <a:pt x="1064621" y="35857"/>
                  <a:pt x="1062277" y="32955"/>
                </a:cubicBezTo>
                <a:cubicBezTo>
                  <a:pt x="1059933" y="30054"/>
                  <a:pt x="1056731" y="28603"/>
                  <a:pt x="1052671" y="28603"/>
                </a:cubicBezTo>
                <a:cubicBezTo>
                  <a:pt x="1048526" y="28603"/>
                  <a:pt x="1045124" y="30075"/>
                  <a:pt x="1042465" y="33020"/>
                </a:cubicBezTo>
                <a:cubicBezTo>
                  <a:pt x="1039807" y="35964"/>
                  <a:pt x="1038477" y="39738"/>
                  <a:pt x="1038477" y="44341"/>
                </a:cubicBezTo>
                <a:lnTo>
                  <a:pt x="1038477" y="50644"/>
                </a:lnTo>
                <a:close/>
                <a:moveTo>
                  <a:pt x="1086806" y="70199"/>
                </a:moveTo>
                <a:lnTo>
                  <a:pt x="1086806" y="0"/>
                </a:lnTo>
                <a:lnTo>
                  <a:pt x="1095211" y="0"/>
                </a:lnTo>
                <a:lnTo>
                  <a:pt x="1095211" y="70199"/>
                </a:lnTo>
                <a:lnTo>
                  <a:pt x="1086806" y="70199"/>
                </a:lnTo>
                <a:close/>
                <a:moveTo>
                  <a:pt x="1111764" y="26073"/>
                </a:moveTo>
                <a:cubicBezTo>
                  <a:pt x="1116481" y="23128"/>
                  <a:pt x="1121927" y="21656"/>
                  <a:pt x="1128103" y="21656"/>
                </a:cubicBezTo>
                <a:cubicBezTo>
                  <a:pt x="1139538" y="21656"/>
                  <a:pt x="1145256" y="27659"/>
                  <a:pt x="1145256" y="39666"/>
                </a:cubicBezTo>
                <a:lnTo>
                  <a:pt x="1145256" y="70199"/>
                </a:lnTo>
                <a:lnTo>
                  <a:pt x="1136936" y="70199"/>
                </a:lnTo>
                <a:lnTo>
                  <a:pt x="1136936" y="62866"/>
                </a:lnTo>
                <a:lnTo>
                  <a:pt x="1136722" y="62866"/>
                </a:lnTo>
                <a:cubicBezTo>
                  <a:pt x="1133434" y="68498"/>
                  <a:pt x="1128589" y="71314"/>
                  <a:pt x="1122185" y="71314"/>
                </a:cubicBezTo>
                <a:cubicBezTo>
                  <a:pt x="1117582" y="71314"/>
                  <a:pt x="1113923" y="70070"/>
                  <a:pt x="1111207" y="67583"/>
                </a:cubicBezTo>
                <a:cubicBezTo>
                  <a:pt x="1108491" y="65096"/>
                  <a:pt x="1107133" y="61737"/>
                  <a:pt x="1107133" y="57506"/>
                </a:cubicBezTo>
                <a:cubicBezTo>
                  <a:pt x="1107133" y="48643"/>
                  <a:pt x="1112379" y="43483"/>
                  <a:pt x="1122871" y="42025"/>
                </a:cubicBezTo>
                <a:lnTo>
                  <a:pt x="1136936" y="40052"/>
                </a:lnTo>
                <a:cubicBezTo>
                  <a:pt x="1136936" y="32305"/>
                  <a:pt x="1133734" y="28431"/>
                  <a:pt x="1127331" y="28431"/>
                </a:cubicBezTo>
                <a:cubicBezTo>
                  <a:pt x="1121642" y="28431"/>
                  <a:pt x="1116453" y="30347"/>
                  <a:pt x="1111764" y="34177"/>
                </a:cubicBezTo>
                <a:lnTo>
                  <a:pt x="1111764" y="26073"/>
                </a:lnTo>
                <a:moveTo>
                  <a:pt x="1125830" y="47900"/>
                </a:moveTo>
                <a:cubicBezTo>
                  <a:pt x="1121942" y="48414"/>
                  <a:pt x="1119262" y="49386"/>
                  <a:pt x="1117789" y="50816"/>
                </a:cubicBezTo>
                <a:cubicBezTo>
                  <a:pt x="1116317" y="52245"/>
                  <a:pt x="1115581" y="54246"/>
                  <a:pt x="1115581" y="56819"/>
                </a:cubicBezTo>
                <a:cubicBezTo>
                  <a:pt x="1115581" y="59078"/>
                  <a:pt x="1116381" y="60922"/>
                  <a:pt x="1117982" y="62351"/>
                </a:cubicBezTo>
                <a:cubicBezTo>
                  <a:pt x="1119583" y="63781"/>
                  <a:pt x="1121699" y="64495"/>
                  <a:pt x="1124329" y="64495"/>
                </a:cubicBezTo>
                <a:cubicBezTo>
                  <a:pt x="1127988" y="64495"/>
                  <a:pt x="1131004" y="63209"/>
                  <a:pt x="1133377" y="60636"/>
                </a:cubicBezTo>
                <a:cubicBezTo>
                  <a:pt x="1135750" y="58063"/>
                  <a:pt x="1136936" y="54833"/>
                  <a:pt x="1136936" y="50945"/>
                </a:cubicBezTo>
                <a:lnTo>
                  <a:pt x="1136936" y="46399"/>
                </a:lnTo>
                <a:lnTo>
                  <a:pt x="1125830" y="47900"/>
                </a:lnTo>
                <a:close/>
                <a:moveTo>
                  <a:pt x="1192856" y="68055"/>
                </a:moveTo>
                <a:cubicBezTo>
                  <a:pt x="1189226" y="70227"/>
                  <a:pt x="1184852" y="71314"/>
                  <a:pt x="1179734" y="71314"/>
                </a:cubicBezTo>
                <a:cubicBezTo>
                  <a:pt x="1172873" y="71314"/>
                  <a:pt x="1167356" y="69112"/>
                  <a:pt x="1163182" y="64710"/>
                </a:cubicBezTo>
                <a:cubicBezTo>
                  <a:pt x="1159008" y="60307"/>
                  <a:pt x="1156921" y="54604"/>
                  <a:pt x="1156921" y="47600"/>
                </a:cubicBezTo>
                <a:cubicBezTo>
                  <a:pt x="1156921" y="39824"/>
                  <a:pt x="1159172" y="33556"/>
                  <a:pt x="1163675" y="28796"/>
                </a:cubicBezTo>
                <a:cubicBezTo>
                  <a:pt x="1168177" y="24036"/>
                  <a:pt x="1174202" y="21656"/>
                  <a:pt x="1181750" y="21656"/>
                </a:cubicBezTo>
                <a:cubicBezTo>
                  <a:pt x="1186095" y="21656"/>
                  <a:pt x="1189812" y="22428"/>
                  <a:pt x="1192899" y="23971"/>
                </a:cubicBezTo>
                <a:lnTo>
                  <a:pt x="1192899" y="32291"/>
                </a:lnTo>
                <a:cubicBezTo>
                  <a:pt x="1189554" y="29832"/>
                  <a:pt x="1185838" y="28603"/>
                  <a:pt x="1181750" y="28603"/>
                </a:cubicBezTo>
                <a:cubicBezTo>
                  <a:pt x="1176947" y="28603"/>
                  <a:pt x="1173037" y="30268"/>
                  <a:pt x="1170021" y="33599"/>
                </a:cubicBezTo>
                <a:cubicBezTo>
                  <a:pt x="1167005" y="36929"/>
                  <a:pt x="1165497" y="41367"/>
                  <a:pt x="1165497" y="46914"/>
                </a:cubicBezTo>
                <a:cubicBezTo>
                  <a:pt x="1165497" y="52374"/>
                  <a:pt x="1166920" y="56648"/>
                  <a:pt x="1169764" y="59735"/>
                </a:cubicBezTo>
                <a:cubicBezTo>
                  <a:pt x="1172609" y="62823"/>
                  <a:pt x="1176447" y="64367"/>
                  <a:pt x="1181278" y="64367"/>
                </a:cubicBezTo>
                <a:cubicBezTo>
                  <a:pt x="1185366" y="64367"/>
                  <a:pt x="1189226" y="63023"/>
                  <a:pt x="1192856" y="60336"/>
                </a:cubicBezTo>
                <a:lnTo>
                  <a:pt x="1192856" y="68055"/>
                </a:lnTo>
                <a:close/>
                <a:moveTo>
                  <a:pt x="1242643" y="48629"/>
                </a:moveTo>
                <a:lnTo>
                  <a:pt x="1209452" y="48629"/>
                </a:lnTo>
                <a:cubicBezTo>
                  <a:pt x="1209595" y="53689"/>
                  <a:pt x="1210982" y="57598"/>
                  <a:pt x="1213612" y="60357"/>
                </a:cubicBezTo>
                <a:cubicBezTo>
                  <a:pt x="1216242" y="63116"/>
                  <a:pt x="1219916" y="64495"/>
                  <a:pt x="1224633" y="64495"/>
                </a:cubicBezTo>
                <a:cubicBezTo>
                  <a:pt x="1229950" y="64495"/>
                  <a:pt x="1234824" y="62794"/>
                  <a:pt x="1239256" y="59392"/>
                </a:cubicBezTo>
                <a:lnTo>
                  <a:pt x="1239256" y="66897"/>
                </a:lnTo>
                <a:cubicBezTo>
                  <a:pt x="1235082" y="69841"/>
                  <a:pt x="1229550" y="71314"/>
                  <a:pt x="1222660" y="71314"/>
                </a:cubicBezTo>
                <a:cubicBezTo>
                  <a:pt x="1215799" y="71314"/>
                  <a:pt x="1210446" y="69141"/>
                  <a:pt x="1206601" y="64796"/>
                </a:cubicBezTo>
                <a:cubicBezTo>
                  <a:pt x="1202755" y="60450"/>
                  <a:pt x="1200833" y="54418"/>
                  <a:pt x="1200833" y="46699"/>
                </a:cubicBezTo>
                <a:cubicBezTo>
                  <a:pt x="1200833" y="39438"/>
                  <a:pt x="1202941" y="33448"/>
                  <a:pt x="1207158" y="28731"/>
                </a:cubicBezTo>
                <a:cubicBezTo>
                  <a:pt x="1211375" y="24014"/>
                  <a:pt x="1216614" y="21656"/>
                  <a:pt x="1222874" y="21656"/>
                </a:cubicBezTo>
                <a:cubicBezTo>
                  <a:pt x="1229078" y="21656"/>
                  <a:pt x="1233924" y="23650"/>
                  <a:pt x="1237412" y="27638"/>
                </a:cubicBezTo>
                <a:cubicBezTo>
                  <a:pt x="1240899" y="31626"/>
                  <a:pt x="1242643" y="37208"/>
                  <a:pt x="1242643" y="44383"/>
                </a:cubicBezTo>
                <a:lnTo>
                  <a:pt x="1242643" y="48629"/>
                </a:lnTo>
                <a:moveTo>
                  <a:pt x="1234238" y="41896"/>
                </a:moveTo>
                <a:cubicBezTo>
                  <a:pt x="1234210" y="37608"/>
                  <a:pt x="1233195" y="34292"/>
                  <a:pt x="1231194" y="31948"/>
                </a:cubicBezTo>
                <a:cubicBezTo>
                  <a:pt x="1229193" y="29603"/>
                  <a:pt x="1226377" y="28431"/>
                  <a:pt x="1222746" y="28431"/>
                </a:cubicBezTo>
                <a:cubicBezTo>
                  <a:pt x="1219401" y="28431"/>
                  <a:pt x="1216506" y="29675"/>
                  <a:pt x="1214062" y="32162"/>
                </a:cubicBezTo>
                <a:cubicBezTo>
                  <a:pt x="1211618" y="34649"/>
                  <a:pt x="1210081" y="37894"/>
                  <a:pt x="1209452" y="41896"/>
                </a:cubicBezTo>
                <a:lnTo>
                  <a:pt x="1234238" y="41896"/>
                </a:lnTo>
                <a:close/>
                <a:moveTo>
                  <a:pt x="1266680" y="85293"/>
                </a:moveTo>
                <a:cubicBezTo>
                  <a:pt x="1257046" y="74316"/>
                  <a:pt x="1252229" y="60836"/>
                  <a:pt x="1252229" y="44855"/>
                </a:cubicBezTo>
                <a:cubicBezTo>
                  <a:pt x="1252229" y="28874"/>
                  <a:pt x="1257046" y="15180"/>
                  <a:pt x="1266680" y="3774"/>
                </a:cubicBezTo>
                <a:lnTo>
                  <a:pt x="1274099" y="3774"/>
                </a:lnTo>
                <a:cubicBezTo>
                  <a:pt x="1264436" y="15638"/>
                  <a:pt x="1259604" y="29303"/>
                  <a:pt x="1259604" y="44769"/>
                </a:cubicBezTo>
                <a:cubicBezTo>
                  <a:pt x="1259604" y="60207"/>
                  <a:pt x="1264407" y="73715"/>
                  <a:pt x="1274013" y="85293"/>
                </a:cubicBezTo>
                <a:lnTo>
                  <a:pt x="1266680" y="85293"/>
                </a:lnTo>
                <a:close/>
                <a:moveTo>
                  <a:pt x="1292564" y="3688"/>
                </a:moveTo>
                <a:lnTo>
                  <a:pt x="1291149" y="24357"/>
                </a:lnTo>
                <a:lnTo>
                  <a:pt x="1285403" y="24357"/>
                </a:lnTo>
                <a:lnTo>
                  <a:pt x="1284031" y="3688"/>
                </a:lnTo>
                <a:lnTo>
                  <a:pt x="1292564" y="3688"/>
                </a:lnTo>
                <a:moveTo>
                  <a:pt x="1304143" y="3688"/>
                </a:moveTo>
                <a:lnTo>
                  <a:pt x="1302770" y="24357"/>
                </a:lnTo>
                <a:lnTo>
                  <a:pt x="1296981" y="24357"/>
                </a:lnTo>
                <a:lnTo>
                  <a:pt x="1295566" y="3688"/>
                </a:lnTo>
                <a:lnTo>
                  <a:pt x="1304143" y="3688"/>
                </a:lnTo>
                <a:close/>
                <a:moveTo>
                  <a:pt x="1321964" y="26073"/>
                </a:moveTo>
                <a:cubicBezTo>
                  <a:pt x="1326681" y="23128"/>
                  <a:pt x="1332127" y="21656"/>
                  <a:pt x="1338302" y="21656"/>
                </a:cubicBezTo>
                <a:cubicBezTo>
                  <a:pt x="1349738" y="21656"/>
                  <a:pt x="1355455" y="27659"/>
                  <a:pt x="1355455" y="39666"/>
                </a:cubicBezTo>
                <a:lnTo>
                  <a:pt x="1355455" y="70199"/>
                </a:lnTo>
                <a:lnTo>
                  <a:pt x="1347136" y="70199"/>
                </a:lnTo>
                <a:lnTo>
                  <a:pt x="1347136" y="62866"/>
                </a:lnTo>
                <a:lnTo>
                  <a:pt x="1346922" y="62866"/>
                </a:lnTo>
                <a:cubicBezTo>
                  <a:pt x="1343634" y="68498"/>
                  <a:pt x="1338788" y="71314"/>
                  <a:pt x="1332384" y="71314"/>
                </a:cubicBezTo>
                <a:cubicBezTo>
                  <a:pt x="1327782" y="71314"/>
                  <a:pt x="1324122" y="70070"/>
                  <a:pt x="1321406" y="67583"/>
                </a:cubicBezTo>
                <a:cubicBezTo>
                  <a:pt x="1318691" y="65096"/>
                  <a:pt x="1317333" y="61737"/>
                  <a:pt x="1317333" y="57506"/>
                </a:cubicBezTo>
                <a:cubicBezTo>
                  <a:pt x="1317333" y="48643"/>
                  <a:pt x="1322579" y="43483"/>
                  <a:pt x="1333071" y="42025"/>
                </a:cubicBezTo>
                <a:lnTo>
                  <a:pt x="1347136" y="40052"/>
                </a:lnTo>
                <a:cubicBezTo>
                  <a:pt x="1347136" y="32305"/>
                  <a:pt x="1343934" y="28431"/>
                  <a:pt x="1337530" y="28431"/>
                </a:cubicBezTo>
                <a:cubicBezTo>
                  <a:pt x="1331841" y="28431"/>
                  <a:pt x="1326652" y="30347"/>
                  <a:pt x="1321964" y="34177"/>
                </a:cubicBezTo>
                <a:lnTo>
                  <a:pt x="1321964" y="26073"/>
                </a:lnTo>
                <a:moveTo>
                  <a:pt x="1336029" y="47900"/>
                </a:moveTo>
                <a:cubicBezTo>
                  <a:pt x="1332141" y="48414"/>
                  <a:pt x="1329461" y="49386"/>
                  <a:pt x="1327989" y="50816"/>
                </a:cubicBezTo>
                <a:cubicBezTo>
                  <a:pt x="1326517" y="52245"/>
                  <a:pt x="1325781" y="54246"/>
                  <a:pt x="1325781" y="56819"/>
                </a:cubicBezTo>
                <a:cubicBezTo>
                  <a:pt x="1325781" y="59078"/>
                  <a:pt x="1326581" y="60922"/>
                  <a:pt x="1328182" y="62351"/>
                </a:cubicBezTo>
                <a:cubicBezTo>
                  <a:pt x="1329783" y="63781"/>
                  <a:pt x="1331898" y="64495"/>
                  <a:pt x="1334529" y="64495"/>
                </a:cubicBezTo>
                <a:cubicBezTo>
                  <a:pt x="1338188" y="64495"/>
                  <a:pt x="1341204" y="63209"/>
                  <a:pt x="1343577" y="60636"/>
                </a:cubicBezTo>
                <a:cubicBezTo>
                  <a:pt x="1345950" y="58063"/>
                  <a:pt x="1347136" y="54833"/>
                  <a:pt x="1347136" y="50945"/>
                </a:cubicBezTo>
                <a:lnTo>
                  <a:pt x="1347136" y="46399"/>
                </a:lnTo>
                <a:lnTo>
                  <a:pt x="1336029" y="47900"/>
                </a:lnTo>
                <a:close/>
                <a:moveTo>
                  <a:pt x="1404220" y="63509"/>
                </a:moveTo>
                <a:lnTo>
                  <a:pt x="1404220" y="70199"/>
                </a:lnTo>
                <a:lnTo>
                  <a:pt x="1395815" y="70199"/>
                </a:lnTo>
                <a:lnTo>
                  <a:pt x="1395815" y="0"/>
                </a:lnTo>
                <a:lnTo>
                  <a:pt x="1404220" y="0"/>
                </a:lnTo>
                <a:lnTo>
                  <a:pt x="1404220" y="30961"/>
                </a:lnTo>
                <a:lnTo>
                  <a:pt x="1404392" y="30961"/>
                </a:lnTo>
                <a:cubicBezTo>
                  <a:pt x="1408108" y="24758"/>
                  <a:pt x="1413540" y="21656"/>
                  <a:pt x="1420687" y="21656"/>
                </a:cubicBezTo>
                <a:cubicBezTo>
                  <a:pt x="1426634" y="21656"/>
                  <a:pt x="1431358" y="23750"/>
                  <a:pt x="1434860" y="27938"/>
                </a:cubicBezTo>
                <a:cubicBezTo>
                  <a:pt x="1438362" y="32126"/>
                  <a:pt x="1440113" y="37851"/>
                  <a:pt x="1440113" y="45112"/>
                </a:cubicBezTo>
                <a:cubicBezTo>
                  <a:pt x="1440113" y="53117"/>
                  <a:pt x="1438148" y="59485"/>
                  <a:pt x="1434217" y="64217"/>
                </a:cubicBezTo>
                <a:cubicBezTo>
                  <a:pt x="1430286" y="68948"/>
                  <a:pt x="1425047" y="71314"/>
                  <a:pt x="1418500" y="71314"/>
                </a:cubicBezTo>
                <a:cubicBezTo>
                  <a:pt x="1412325" y="71314"/>
                  <a:pt x="1407622" y="68712"/>
                  <a:pt x="1404392" y="63509"/>
                </a:cubicBezTo>
                <a:lnTo>
                  <a:pt x="1404220" y="63509"/>
                </a:lnTo>
                <a:moveTo>
                  <a:pt x="1404177" y="50687"/>
                </a:moveTo>
                <a:cubicBezTo>
                  <a:pt x="1404177" y="54518"/>
                  <a:pt x="1405421" y="57756"/>
                  <a:pt x="1407908" y="60400"/>
                </a:cubicBezTo>
                <a:cubicBezTo>
                  <a:pt x="1410395" y="63045"/>
                  <a:pt x="1413511" y="64367"/>
                  <a:pt x="1417257" y="64367"/>
                </a:cubicBezTo>
                <a:cubicBezTo>
                  <a:pt x="1421716" y="64367"/>
                  <a:pt x="1425204" y="62651"/>
                  <a:pt x="1427720" y="59221"/>
                </a:cubicBezTo>
                <a:cubicBezTo>
                  <a:pt x="1430236" y="55790"/>
                  <a:pt x="1431494" y="51045"/>
                  <a:pt x="1431494" y="44984"/>
                </a:cubicBezTo>
                <a:cubicBezTo>
                  <a:pt x="1431494" y="39981"/>
                  <a:pt x="1430321" y="36000"/>
                  <a:pt x="1427977" y="33041"/>
                </a:cubicBezTo>
                <a:cubicBezTo>
                  <a:pt x="1425633" y="30082"/>
                  <a:pt x="1422431" y="28603"/>
                  <a:pt x="1418371" y="28603"/>
                </a:cubicBezTo>
                <a:cubicBezTo>
                  <a:pt x="1414255" y="28603"/>
                  <a:pt x="1410860" y="30075"/>
                  <a:pt x="1408187" y="33020"/>
                </a:cubicBezTo>
                <a:cubicBezTo>
                  <a:pt x="1405514" y="35964"/>
                  <a:pt x="1404177" y="39709"/>
                  <a:pt x="1404177" y="44255"/>
                </a:cubicBezTo>
                <a:lnTo>
                  <a:pt x="1404177" y="50687"/>
                </a:lnTo>
                <a:close/>
                <a:moveTo>
                  <a:pt x="1510921" y="68055"/>
                </a:moveTo>
                <a:cubicBezTo>
                  <a:pt x="1507290" y="70227"/>
                  <a:pt x="1502916" y="71314"/>
                  <a:pt x="1497799" y="71314"/>
                </a:cubicBezTo>
                <a:cubicBezTo>
                  <a:pt x="1490937" y="71314"/>
                  <a:pt x="1485420" y="69112"/>
                  <a:pt x="1481246" y="64710"/>
                </a:cubicBezTo>
                <a:cubicBezTo>
                  <a:pt x="1477072" y="60307"/>
                  <a:pt x="1474985" y="54604"/>
                  <a:pt x="1474985" y="47600"/>
                </a:cubicBezTo>
                <a:cubicBezTo>
                  <a:pt x="1474985" y="39824"/>
                  <a:pt x="1477236" y="33556"/>
                  <a:pt x="1481739" y="28796"/>
                </a:cubicBezTo>
                <a:cubicBezTo>
                  <a:pt x="1486242" y="24036"/>
                  <a:pt x="1492267" y="21656"/>
                  <a:pt x="1499814" y="21656"/>
                </a:cubicBezTo>
                <a:cubicBezTo>
                  <a:pt x="1504160" y="21656"/>
                  <a:pt x="1507876" y="22428"/>
                  <a:pt x="1510964" y="23971"/>
                </a:cubicBezTo>
                <a:lnTo>
                  <a:pt x="1510964" y="32291"/>
                </a:lnTo>
                <a:cubicBezTo>
                  <a:pt x="1507619" y="29832"/>
                  <a:pt x="1503902" y="28603"/>
                  <a:pt x="1499814" y="28603"/>
                </a:cubicBezTo>
                <a:cubicBezTo>
                  <a:pt x="1495011" y="28603"/>
                  <a:pt x="1491102" y="30268"/>
                  <a:pt x="1488086" y="33599"/>
                </a:cubicBezTo>
                <a:cubicBezTo>
                  <a:pt x="1485070" y="36929"/>
                  <a:pt x="1483562" y="41367"/>
                  <a:pt x="1483562" y="46914"/>
                </a:cubicBezTo>
                <a:cubicBezTo>
                  <a:pt x="1483562" y="52374"/>
                  <a:pt x="1484984" y="56648"/>
                  <a:pt x="1487828" y="59735"/>
                </a:cubicBezTo>
                <a:cubicBezTo>
                  <a:pt x="1490673" y="62823"/>
                  <a:pt x="1494511" y="64367"/>
                  <a:pt x="1499342" y="64367"/>
                </a:cubicBezTo>
                <a:cubicBezTo>
                  <a:pt x="1503431" y="64367"/>
                  <a:pt x="1507290" y="63023"/>
                  <a:pt x="1510921" y="60336"/>
                </a:cubicBezTo>
                <a:lnTo>
                  <a:pt x="1510921" y="68055"/>
                </a:lnTo>
                <a:close/>
                <a:moveTo>
                  <a:pt x="1532217" y="3688"/>
                </a:moveTo>
                <a:lnTo>
                  <a:pt x="1530802" y="24357"/>
                </a:lnTo>
                <a:lnTo>
                  <a:pt x="1525055" y="24357"/>
                </a:lnTo>
                <a:lnTo>
                  <a:pt x="1523683" y="3688"/>
                </a:lnTo>
                <a:lnTo>
                  <a:pt x="1532217" y="3688"/>
                </a:lnTo>
                <a:moveTo>
                  <a:pt x="1543795" y="3688"/>
                </a:moveTo>
                <a:lnTo>
                  <a:pt x="1542423" y="24357"/>
                </a:lnTo>
                <a:lnTo>
                  <a:pt x="1536634" y="24357"/>
                </a:lnTo>
                <a:lnTo>
                  <a:pt x="1535219" y="3688"/>
                </a:lnTo>
                <a:lnTo>
                  <a:pt x="1543795" y="3688"/>
                </a:lnTo>
                <a:close/>
                <a:moveTo>
                  <a:pt x="1554070" y="85293"/>
                </a:moveTo>
                <a:cubicBezTo>
                  <a:pt x="1563704" y="73744"/>
                  <a:pt x="1568521" y="60236"/>
                  <a:pt x="1568521" y="44769"/>
                </a:cubicBezTo>
                <a:cubicBezTo>
                  <a:pt x="1568521" y="29275"/>
                  <a:pt x="1563675" y="15609"/>
                  <a:pt x="1553984" y="3774"/>
                </a:cubicBezTo>
                <a:lnTo>
                  <a:pt x="1561446" y="3774"/>
                </a:lnTo>
                <a:cubicBezTo>
                  <a:pt x="1571108" y="15095"/>
                  <a:pt x="1575940" y="28789"/>
                  <a:pt x="1575940" y="44855"/>
                </a:cubicBezTo>
                <a:cubicBezTo>
                  <a:pt x="1575940" y="60922"/>
                  <a:pt x="1571108" y="74401"/>
                  <a:pt x="1561446" y="85293"/>
                </a:cubicBezTo>
                <a:lnTo>
                  <a:pt x="1554070" y="85293"/>
                </a:lnTo>
                <a:close/>
                <a:moveTo>
                  <a:pt x="1662356" y="35936"/>
                </a:moveTo>
                <a:lnTo>
                  <a:pt x="1618658" y="35936"/>
                </a:lnTo>
                <a:lnTo>
                  <a:pt x="1618658" y="29460"/>
                </a:lnTo>
                <a:lnTo>
                  <a:pt x="1662356" y="29460"/>
                </a:lnTo>
                <a:lnTo>
                  <a:pt x="1662356" y="35936"/>
                </a:lnTo>
                <a:moveTo>
                  <a:pt x="1662356" y="55747"/>
                </a:moveTo>
                <a:lnTo>
                  <a:pt x="1618658" y="55747"/>
                </a:lnTo>
                <a:lnTo>
                  <a:pt x="1618658" y="49272"/>
                </a:lnTo>
                <a:lnTo>
                  <a:pt x="1662356" y="49272"/>
                </a:lnTo>
                <a:lnTo>
                  <a:pt x="1662356" y="55747"/>
                </a:lnTo>
                <a:close/>
                <a:moveTo>
                  <a:pt x="1728250" y="35936"/>
                </a:moveTo>
                <a:lnTo>
                  <a:pt x="1684552" y="35936"/>
                </a:lnTo>
                <a:lnTo>
                  <a:pt x="1684552" y="29460"/>
                </a:lnTo>
                <a:lnTo>
                  <a:pt x="1728250" y="29460"/>
                </a:lnTo>
                <a:lnTo>
                  <a:pt x="1728250" y="35936"/>
                </a:lnTo>
                <a:moveTo>
                  <a:pt x="1728250" y="55747"/>
                </a:moveTo>
                <a:lnTo>
                  <a:pt x="1684552" y="55747"/>
                </a:lnTo>
                <a:lnTo>
                  <a:pt x="1684552" y="49272"/>
                </a:lnTo>
                <a:lnTo>
                  <a:pt x="1728250" y="49272"/>
                </a:lnTo>
                <a:lnTo>
                  <a:pt x="1728250" y="55747"/>
                </a:lnTo>
                <a:close/>
                <a:moveTo>
                  <a:pt x="1782848" y="3688"/>
                </a:moveTo>
                <a:lnTo>
                  <a:pt x="1781432" y="24357"/>
                </a:lnTo>
                <a:lnTo>
                  <a:pt x="1775686" y="24357"/>
                </a:lnTo>
                <a:lnTo>
                  <a:pt x="1774314" y="3688"/>
                </a:lnTo>
                <a:lnTo>
                  <a:pt x="1782848" y="3688"/>
                </a:lnTo>
                <a:moveTo>
                  <a:pt x="1794426" y="3688"/>
                </a:moveTo>
                <a:lnTo>
                  <a:pt x="1793054" y="24357"/>
                </a:lnTo>
                <a:lnTo>
                  <a:pt x="1787264" y="24357"/>
                </a:lnTo>
                <a:lnTo>
                  <a:pt x="1785849" y="3688"/>
                </a:lnTo>
                <a:lnTo>
                  <a:pt x="1794426" y="3688"/>
                </a:lnTo>
                <a:close/>
                <a:moveTo>
                  <a:pt x="1812333" y="26073"/>
                </a:moveTo>
                <a:cubicBezTo>
                  <a:pt x="1817050" y="23128"/>
                  <a:pt x="1822496" y="21656"/>
                  <a:pt x="1828671" y="21656"/>
                </a:cubicBezTo>
                <a:cubicBezTo>
                  <a:pt x="1840106" y="21656"/>
                  <a:pt x="1845824" y="27659"/>
                  <a:pt x="1845824" y="39666"/>
                </a:cubicBezTo>
                <a:lnTo>
                  <a:pt x="1845824" y="70199"/>
                </a:lnTo>
                <a:lnTo>
                  <a:pt x="1837505" y="70199"/>
                </a:lnTo>
                <a:lnTo>
                  <a:pt x="1837505" y="62866"/>
                </a:lnTo>
                <a:lnTo>
                  <a:pt x="1837290" y="62866"/>
                </a:lnTo>
                <a:cubicBezTo>
                  <a:pt x="1834003" y="68498"/>
                  <a:pt x="1829157" y="71314"/>
                  <a:pt x="1822753" y="71314"/>
                </a:cubicBezTo>
                <a:cubicBezTo>
                  <a:pt x="1818150" y="71314"/>
                  <a:pt x="1814491" y="70070"/>
                  <a:pt x="1811775" y="67583"/>
                </a:cubicBezTo>
                <a:cubicBezTo>
                  <a:pt x="1809059" y="65096"/>
                  <a:pt x="1807701" y="61737"/>
                  <a:pt x="1807701" y="57506"/>
                </a:cubicBezTo>
                <a:cubicBezTo>
                  <a:pt x="1807701" y="48643"/>
                  <a:pt x="1812947" y="43483"/>
                  <a:pt x="1823439" y="42025"/>
                </a:cubicBezTo>
                <a:lnTo>
                  <a:pt x="1837505" y="40052"/>
                </a:lnTo>
                <a:cubicBezTo>
                  <a:pt x="1837505" y="32305"/>
                  <a:pt x="1834303" y="28431"/>
                  <a:pt x="1827899" y="28431"/>
                </a:cubicBezTo>
                <a:cubicBezTo>
                  <a:pt x="1822210" y="28431"/>
                  <a:pt x="1817021" y="30347"/>
                  <a:pt x="1812333" y="34177"/>
                </a:cubicBezTo>
                <a:lnTo>
                  <a:pt x="1812333" y="26073"/>
                </a:lnTo>
                <a:moveTo>
                  <a:pt x="1826398" y="47900"/>
                </a:moveTo>
                <a:cubicBezTo>
                  <a:pt x="1822510" y="48414"/>
                  <a:pt x="1819830" y="49386"/>
                  <a:pt x="1818358" y="50816"/>
                </a:cubicBezTo>
                <a:cubicBezTo>
                  <a:pt x="1816885" y="52245"/>
                  <a:pt x="1816149" y="54246"/>
                  <a:pt x="1816149" y="56819"/>
                </a:cubicBezTo>
                <a:cubicBezTo>
                  <a:pt x="1816149" y="59078"/>
                  <a:pt x="1816950" y="60922"/>
                  <a:pt x="1818551" y="62351"/>
                </a:cubicBezTo>
                <a:cubicBezTo>
                  <a:pt x="1820152" y="63781"/>
                  <a:pt x="1822267" y="64495"/>
                  <a:pt x="1824897" y="64495"/>
                </a:cubicBezTo>
                <a:cubicBezTo>
                  <a:pt x="1828557" y="64495"/>
                  <a:pt x="1831573" y="63209"/>
                  <a:pt x="1833946" y="60636"/>
                </a:cubicBezTo>
                <a:cubicBezTo>
                  <a:pt x="1836318" y="58063"/>
                  <a:pt x="1837505" y="54833"/>
                  <a:pt x="1837505" y="50945"/>
                </a:cubicBezTo>
                <a:lnTo>
                  <a:pt x="1837505" y="46399"/>
                </a:lnTo>
                <a:lnTo>
                  <a:pt x="1826398" y="47900"/>
                </a:lnTo>
                <a:close/>
                <a:moveTo>
                  <a:pt x="1869023" y="63509"/>
                </a:moveTo>
                <a:lnTo>
                  <a:pt x="1869023" y="70199"/>
                </a:lnTo>
                <a:lnTo>
                  <a:pt x="1860618" y="70199"/>
                </a:lnTo>
                <a:lnTo>
                  <a:pt x="1860618" y="0"/>
                </a:lnTo>
                <a:lnTo>
                  <a:pt x="1869023" y="0"/>
                </a:lnTo>
                <a:lnTo>
                  <a:pt x="1869023" y="30961"/>
                </a:lnTo>
                <a:lnTo>
                  <a:pt x="1869195" y="30961"/>
                </a:lnTo>
                <a:cubicBezTo>
                  <a:pt x="1872911" y="24758"/>
                  <a:pt x="1878343" y="21656"/>
                  <a:pt x="1885490" y="21656"/>
                </a:cubicBezTo>
                <a:cubicBezTo>
                  <a:pt x="1891437" y="21656"/>
                  <a:pt x="1896161" y="23750"/>
                  <a:pt x="1899663" y="27938"/>
                </a:cubicBezTo>
                <a:cubicBezTo>
                  <a:pt x="1903165" y="32126"/>
                  <a:pt x="1904916" y="37851"/>
                  <a:pt x="1904916" y="45112"/>
                </a:cubicBezTo>
                <a:cubicBezTo>
                  <a:pt x="1904916" y="53117"/>
                  <a:pt x="1902951" y="59485"/>
                  <a:pt x="1899020" y="64217"/>
                </a:cubicBezTo>
                <a:cubicBezTo>
                  <a:pt x="1895089" y="68948"/>
                  <a:pt x="1889850" y="71314"/>
                  <a:pt x="1883303" y="71314"/>
                </a:cubicBezTo>
                <a:cubicBezTo>
                  <a:pt x="1877128" y="71314"/>
                  <a:pt x="1872425" y="68712"/>
                  <a:pt x="1869195" y="63509"/>
                </a:cubicBezTo>
                <a:lnTo>
                  <a:pt x="1869023" y="63509"/>
                </a:lnTo>
                <a:moveTo>
                  <a:pt x="1868981" y="50687"/>
                </a:moveTo>
                <a:cubicBezTo>
                  <a:pt x="1868981" y="54518"/>
                  <a:pt x="1870224" y="57756"/>
                  <a:pt x="1872711" y="60400"/>
                </a:cubicBezTo>
                <a:cubicBezTo>
                  <a:pt x="1875199" y="63045"/>
                  <a:pt x="1878315" y="64367"/>
                  <a:pt x="1882060" y="64367"/>
                </a:cubicBezTo>
                <a:cubicBezTo>
                  <a:pt x="1886520" y="64367"/>
                  <a:pt x="1890007" y="62651"/>
                  <a:pt x="1892523" y="59221"/>
                </a:cubicBezTo>
                <a:cubicBezTo>
                  <a:pt x="1895039" y="55790"/>
                  <a:pt x="1896297" y="51045"/>
                  <a:pt x="1896297" y="44984"/>
                </a:cubicBezTo>
                <a:cubicBezTo>
                  <a:pt x="1896297" y="39981"/>
                  <a:pt x="1895125" y="36000"/>
                  <a:pt x="1892780" y="33041"/>
                </a:cubicBezTo>
                <a:cubicBezTo>
                  <a:pt x="1890436" y="30082"/>
                  <a:pt x="1887234" y="28603"/>
                  <a:pt x="1883175" y="28603"/>
                </a:cubicBezTo>
                <a:cubicBezTo>
                  <a:pt x="1879058" y="28603"/>
                  <a:pt x="1875663" y="30075"/>
                  <a:pt x="1872990" y="33020"/>
                </a:cubicBezTo>
                <a:cubicBezTo>
                  <a:pt x="1870317" y="35964"/>
                  <a:pt x="1868981" y="39709"/>
                  <a:pt x="1868981" y="44255"/>
                </a:cubicBezTo>
                <a:lnTo>
                  <a:pt x="1868981" y="50687"/>
                </a:lnTo>
                <a:close/>
                <a:moveTo>
                  <a:pt x="1950071" y="68055"/>
                </a:moveTo>
                <a:cubicBezTo>
                  <a:pt x="1946441" y="70227"/>
                  <a:pt x="1942067" y="71314"/>
                  <a:pt x="1936949" y="71314"/>
                </a:cubicBezTo>
                <a:cubicBezTo>
                  <a:pt x="1930088" y="71314"/>
                  <a:pt x="1924570" y="69112"/>
                  <a:pt x="1920397" y="64710"/>
                </a:cubicBezTo>
                <a:cubicBezTo>
                  <a:pt x="1916223" y="60307"/>
                  <a:pt x="1914136" y="54604"/>
                  <a:pt x="1914136" y="47600"/>
                </a:cubicBezTo>
                <a:cubicBezTo>
                  <a:pt x="1914136" y="39824"/>
                  <a:pt x="1916387" y="33556"/>
                  <a:pt x="1920890" y="28796"/>
                </a:cubicBezTo>
                <a:cubicBezTo>
                  <a:pt x="1925392" y="24036"/>
                  <a:pt x="1931417" y="21656"/>
                  <a:pt x="1938965" y="21656"/>
                </a:cubicBezTo>
                <a:cubicBezTo>
                  <a:pt x="1943310" y="21656"/>
                  <a:pt x="1947027" y="22428"/>
                  <a:pt x="1950114" y="23971"/>
                </a:cubicBezTo>
                <a:lnTo>
                  <a:pt x="1950114" y="32291"/>
                </a:lnTo>
                <a:cubicBezTo>
                  <a:pt x="1946769" y="29832"/>
                  <a:pt x="1943053" y="28603"/>
                  <a:pt x="1938965" y="28603"/>
                </a:cubicBezTo>
                <a:cubicBezTo>
                  <a:pt x="1934162" y="28603"/>
                  <a:pt x="1930252" y="30268"/>
                  <a:pt x="1927236" y="33599"/>
                </a:cubicBezTo>
                <a:cubicBezTo>
                  <a:pt x="1924220" y="36929"/>
                  <a:pt x="1922712" y="41367"/>
                  <a:pt x="1922712" y="46914"/>
                </a:cubicBezTo>
                <a:cubicBezTo>
                  <a:pt x="1922712" y="52374"/>
                  <a:pt x="1924134" y="56648"/>
                  <a:pt x="1926979" y="59735"/>
                </a:cubicBezTo>
                <a:cubicBezTo>
                  <a:pt x="1929824" y="62823"/>
                  <a:pt x="1933662" y="64367"/>
                  <a:pt x="1938493" y="64367"/>
                </a:cubicBezTo>
                <a:cubicBezTo>
                  <a:pt x="1942581" y="64367"/>
                  <a:pt x="1946441" y="63023"/>
                  <a:pt x="1950071" y="60336"/>
                </a:cubicBezTo>
                <a:lnTo>
                  <a:pt x="1950071" y="68055"/>
                </a:lnTo>
                <a:close/>
                <a:moveTo>
                  <a:pt x="1986207" y="2616"/>
                </a:moveTo>
                <a:lnTo>
                  <a:pt x="1979432" y="23285"/>
                </a:lnTo>
                <a:lnTo>
                  <a:pt x="1973600" y="23285"/>
                </a:lnTo>
                <a:lnTo>
                  <a:pt x="1978617" y="2616"/>
                </a:lnTo>
                <a:lnTo>
                  <a:pt x="1986207" y="2616"/>
                </a:lnTo>
                <a:moveTo>
                  <a:pt x="1971456" y="2616"/>
                </a:moveTo>
                <a:lnTo>
                  <a:pt x="1964680" y="23285"/>
                </a:lnTo>
                <a:lnTo>
                  <a:pt x="1958848" y="23285"/>
                </a:lnTo>
                <a:lnTo>
                  <a:pt x="1963865" y="2616"/>
                </a:lnTo>
                <a:lnTo>
                  <a:pt x="1971456" y="2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12">
            <a:extLst xmlns:a="http://schemas.openxmlformats.org/drawingml/2006/main">
              <a:ext uri="{FF2B5EF4-FFF2-40B4-BE49-F238E27FC236}">
                <a16:creationId xmlns:a16="http://schemas.microsoft.com/office/drawing/2014/main" id="{9891E3F8-5508-4502-B26E-3D18A8A2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88" y="3014839"/>
            <a:ext cx="89050" cy="67840"/>
          </a:xfrm>
          <a:custGeom xmlns:a="http://schemas.openxmlformats.org/drawingml/2006/main">
            <a:pathLst>
              <a:path w="89050" h="67840">
                <a:moveTo>
                  <a:pt x="38466" y="67840"/>
                </a:moveTo>
                <a:lnTo>
                  <a:pt x="386" y="67840"/>
                </a:lnTo>
                <a:lnTo>
                  <a:pt x="386" y="60593"/>
                </a:lnTo>
                <a:lnTo>
                  <a:pt x="15266" y="60593"/>
                </a:lnTo>
                <a:lnTo>
                  <a:pt x="15266" y="10163"/>
                </a:lnTo>
                <a:lnTo>
                  <a:pt x="0" y="14580"/>
                </a:lnTo>
                <a:lnTo>
                  <a:pt x="0" y="6861"/>
                </a:lnTo>
                <a:lnTo>
                  <a:pt x="23628" y="0"/>
                </a:lnTo>
                <a:lnTo>
                  <a:pt x="23628" y="60593"/>
                </a:lnTo>
                <a:lnTo>
                  <a:pt x="38466" y="60593"/>
                </a:lnTo>
                <a:lnTo>
                  <a:pt x="38466" y="67840"/>
                </a:lnTo>
                <a:close/>
                <a:moveTo>
                  <a:pt x="88450" y="67840"/>
                </a:moveTo>
                <a:lnTo>
                  <a:pt x="48054" y="67840"/>
                </a:lnTo>
                <a:lnTo>
                  <a:pt x="48054" y="60550"/>
                </a:lnTo>
                <a:lnTo>
                  <a:pt x="67351" y="41296"/>
                </a:lnTo>
                <a:cubicBezTo>
                  <a:pt x="72669" y="35978"/>
                  <a:pt x="76228" y="31769"/>
                  <a:pt x="78029" y="28667"/>
                </a:cubicBezTo>
                <a:cubicBezTo>
                  <a:pt x="79830" y="25565"/>
                  <a:pt x="80731" y="22356"/>
                  <a:pt x="80731" y="19040"/>
                </a:cubicBezTo>
                <a:cubicBezTo>
                  <a:pt x="80731" y="15266"/>
                  <a:pt x="79673" y="12372"/>
                  <a:pt x="77557" y="10356"/>
                </a:cubicBezTo>
                <a:cubicBezTo>
                  <a:pt x="75442" y="8341"/>
                  <a:pt x="72383" y="7333"/>
                  <a:pt x="68381" y="7333"/>
                </a:cubicBezTo>
                <a:cubicBezTo>
                  <a:pt x="62463" y="7333"/>
                  <a:pt x="56817" y="9849"/>
                  <a:pt x="51442" y="14880"/>
                </a:cubicBezTo>
                <a:lnTo>
                  <a:pt x="51442" y="6347"/>
                </a:lnTo>
                <a:cubicBezTo>
                  <a:pt x="56674" y="2316"/>
                  <a:pt x="62763" y="300"/>
                  <a:pt x="69710" y="300"/>
                </a:cubicBezTo>
                <a:cubicBezTo>
                  <a:pt x="75685" y="300"/>
                  <a:pt x="80402" y="1915"/>
                  <a:pt x="83861" y="5146"/>
                </a:cubicBezTo>
                <a:cubicBezTo>
                  <a:pt x="87320" y="8376"/>
                  <a:pt x="89050" y="12722"/>
                  <a:pt x="89050" y="18182"/>
                </a:cubicBezTo>
                <a:cubicBezTo>
                  <a:pt x="89050" y="22299"/>
                  <a:pt x="87942" y="26337"/>
                  <a:pt x="85727" y="30297"/>
                </a:cubicBezTo>
                <a:cubicBezTo>
                  <a:pt x="83511" y="34256"/>
                  <a:pt x="79316" y="39295"/>
                  <a:pt x="73141" y="45413"/>
                </a:cubicBezTo>
                <a:lnTo>
                  <a:pt x="58003" y="60207"/>
                </a:lnTo>
                <a:lnTo>
                  <a:pt x="58003" y="60379"/>
                </a:lnTo>
                <a:lnTo>
                  <a:pt x="88450" y="60379"/>
                </a:lnTo>
                <a:lnTo>
                  <a:pt x="88450" y="678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6CD675A2-FA7F-4837-8053-2F7FBF0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980" y="3016168"/>
            <a:ext cx="97221" cy="20669"/>
          </a:xfrm>
          <a:custGeom xmlns:a="http://schemas.openxmlformats.org/drawingml/2006/main">
            <a:pathLst>
              <a:path w="97221" h="20669">
                <a:moveTo>
                  <a:pt x="8534" y="0"/>
                </a:moveTo>
                <a:lnTo>
                  <a:pt x="7119" y="20669"/>
                </a:lnTo>
                <a:lnTo>
                  <a:pt x="1372" y="20669"/>
                </a:lnTo>
                <a:lnTo>
                  <a:pt x="0" y="0"/>
                </a:lnTo>
                <a:lnTo>
                  <a:pt x="8534" y="0"/>
                </a:lnTo>
                <a:moveTo>
                  <a:pt x="20112" y="0"/>
                </a:moveTo>
                <a:lnTo>
                  <a:pt x="18740" y="20669"/>
                </a:lnTo>
                <a:lnTo>
                  <a:pt x="12951" y="20669"/>
                </a:lnTo>
                <a:lnTo>
                  <a:pt x="11535" y="0"/>
                </a:lnTo>
                <a:lnTo>
                  <a:pt x="20112" y="0"/>
                </a:lnTo>
                <a:close/>
                <a:moveTo>
                  <a:pt x="47220" y="0"/>
                </a:moveTo>
                <a:lnTo>
                  <a:pt x="45805" y="20669"/>
                </a:lnTo>
                <a:lnTo>
                  <a:pt x="40059" y="20669"/>
                </a:lnTo>
                <a:lnTo>
                  <a:pt x="38687" y="0"/>
                </a:lnTo>
                <a:lnTo>
                  <a:pt x="47220" y="0"/>
                </a:lnTo>
                <a:moveTo>
                  <a:pt x="58798" y="0"/>
                </a:moveTo>
                <a:lnTo>
                  <a:pt x="57426" y="20669"/>
                </a:lnTo>
                <a:lnTo>
                  <a:pt x="51637" y="20669"/>
                </a:lnTo>
                <a:lnTo>
                  <a:pt x="50222" y="0"/>
                </a:lnTo>
                <a:lnTo>
                  <a:pt x="58798" y="0"/>
                </a:lnTo>
                <a:close/>
                <a:moveTo>
                  <a:pt x="85643" y="0"/>
                </a:moveTo>
                <a:lnTo>
                  <a:pt x="84228" y="20669"/>
                </a:lnTo>
                <a:lnTo>
                  <a:pt x="78482" y="20669"/>
                </a:lnTo>
                <a:lnTo>
                  <a:pt x="77109" y="0"/>
                </a:lnTo>
                <a:lnTo>
                  <a:pt x="85643" y="0"/>
                </a:lnTo>
                <a:moveTo>
                  <a:pt x="97221" y="0"/>
                </a:moveTo>
                <a:lnTo>
                  <a:pt x="95849" y="20669"/>
                </a:lnTo>
                <a:lnTo>
                  <a:pt x="90060" y="20669"/>
                </a:lnTo>
                <a:lnTo>
                  <a:pt x="88645" y="0"/>
                </a:lnTo>
                <a:lnTo>
                  <a:pt x="972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13">
            <a:extLst xmlns:a="http://schemas.openxmlformats.org/drawingml/2006/main">
              <a:ext uri="{FF2B5EF4-FFF2-40B4-BE49-F238E27FC236}">
                <a16:creationId xmlns:a16="http://schemas.microsoft.com/office/drawing/2014/main" id="{418682D8-781E-4788-9E24-9509778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88" y="3116714"/>
            <a:ext cx="88493" cy="68955"/>
          </a:xfrm>
          <a:custGeom xmlns:a="http://schemas.openxmlformats.org/drawingml/2006/main">
            <a:pathLst>
              <a:path w="88493" h="68955">
                <a:moveTo>
                  <a:pt x="38466" y="67840"/>
                </a:moveTo>
                <a:lnTo>
                  <a:pt x="386" y="67840"/>
                </a:lnTo>
                <a:lnTo>
                  <a:pt x="386" y="60593"/>
                </a:lnTo>
                <a:lnTo>
                  <a:pt x="15266" y="60593"/>
                </a:lnTo>
                <a:lnTo>
                  <a:pt x="15266" y="10163"/>
                </a:lnTo>
                <a:lnTo>
                  <a:pt x="0" y="14580"/>
                </a:lnTo>
                <a:lnTo>
                  <a:pt x="0" y="6861"/>
                </a:lnTo>
                <a:lnTo>
                  <a:pt x="23628" y="0"/>
                </a:lnTo>
                <a:lnTo>
                  <a:pt x="23628" y="60593"/>
                </a:lnTo>
                <a:lnTo>
                  <a:pt x="38466" y="60593"/>
                </a:lnTo>
                <a:lnTo>
                  <a:pt x="38466" y="67840"/>
                </a:lnTo>
                <a:close/>
                <a:moveTo>
                  <a:pt x="49641" y="56734"/>
                </a:moveTo>
                <a:cubicBezTo>
                  <a:pt x="54186" y="60250"/>
                  <a:pt x="59318" y="62008"/>
                  <a:pt x="65036" y="62008"/>
                </a:cubicBezTo>
                <a:cubicBezTo>
                  <a:pt x="69610" y="62008"/>
                  <a:pt x="73233" y="60886"/>
                  <a:pt x="75906" y="58642"/>
                </a:cubicBezTo>
                <a:cubicBezTo>
                  <a:pt x="78579" y="56398"/>
                  <a:pt x="79916" y="53389"/>
                  <a:pt x="79916" y="49615"/>
                </a:cubicBezTo>
                <a:cubicBezTo>
                  <a:pt x="79916" y="41210"/>
                  <a:pt x="73898" y="37008"/>
                  <a:pt x="61862" y="37008"/>
                </a:cubicBezTo>
                <a:lnTo>
                  <a:pt x="56331" y="37008"/>
                </a:lnTo>
                <a:lnTo>
                  <a:pt x="56331" y="30061"/>
                </a:lnTo>
                <a:lnTo>
                  <a:pt x="61605" y="30061"/>
                </a:lnTo>
                <a:cubicBezTo>
                  <a:pt x="72269" y="30061"/>
                  <a:pt x="77600" y="26115"/>
                  <a:pt x="77600" y="18225"/>
                </a:cubicBezTo>
                <a:cubicBezTo>
                  <a:pt x="77600" y="10935"/>
                  <a:pt x="73526" y="7290"/>
                  <a:pt x="65379" y="7290"/>
                </a:cubicBezTo>
                <a:cubicBezTo>
                  <a:pt x="60719" y="7290"/>
                  <a:pt x="56331" y="8862"/>
                  <a:pt x="52214" y="12007"/>
                </a:cubicBezTo>
                <a:lnTo>
                  <a:pt x="52214" y="4074"/>
                </a:lnTo>
                <a:cubicBezTo>
                  <a:pt x="56559" y="1558"/>
                  <a:pt x="61634" y="300"/>
                  <a:pt x="67437" y="300"/>
                </a:cubicBezTo>
                <a:cubicBezTo>
                  <a:pt x="73098" y="300"/>
                  <a:pt x="77643" y="1780"/>
                  <a:pt x="81074" y="4739"/>
                </a:cubicBezTo>
                <a:cubicBezTo>
                  <a:pt x="84504" y="7697"/>
                  <a:pt x="86220" y="11535"/>
                  <a:pt x="86220" y="16253"/>
                </a:cubicBezTo>
                <a:cubicBezTo>
                  <a:pt x="86220" y="24943"/>
                  <a:pt x="81789" y="30532"/>
                  <a:pt x="72926" y="33020"/>
                </a:cubicBezTo>
                <a:lnTo>
                  <a:pt x="72926" y="33191"/>
                </a:lnTo>
                <a:cubicBezTo>
                  <a:pt x="77729" y="33706"/>
                  <a:pt x="81524" y="35400"/>
                  <a:pt x="84311" y="38273"/>
                </a:cubicBezTo>
                <a:cubicBezTo>
                  <a:pt x="87099" y="41146"/>
                  <a:pt x="88493" y="44727"/>
                  <a:pt x="88493" y="49015"/>
                </a:cubicBezTo>
                <a:cubicBezTo>
                  <a:pt x="88493" y="54990"/>
                  <a:pt x="86341" y="59807"/>
                  <a:pt x="82039" y="63466"/>
                </a:cubicBezTo>
                <a:cubicBezTo>
                  <a:pt x="77736" y="67126"/>
                  <a:pt x="72011" y="68955"/>
                  <a:pt x="64864" y="68955"/>
                </a:cubicBezTo>
                <a:cubicBezTo>
                  <a:pt x="58575" y="68955"/>
                  <a:pt x="53500" y="67783"/>
                  <a:pt x="49641" y="65439"/>
                </a:cubicBezTo>
                <a:lnTo>
                  <a:pt x="49641" y="567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#Yourcodehere">
            <a:extLst xmlns:a="http://schemas.openxmlformats.org/drawingml/2006/main">
              <a:ext uri="{FF2B5EF4-FFF2-40B4-BE49-F238E27FC236}">
                <a16:creationId xmlns:a16="http://schemas.microsoft.com/office/drawing/2014/main" id="{F323362B-30CF-417F-B0A3-173E95E4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696" y="3114355"/>
            <a:ext cx="719697" cy="71314"/>
          </a:xfrm>
          <a:custGeom xmlns:a="http://schemas.openxmlformats.org/drawingml/2006/main">
            <a:pathLst>
              <a:path w="719697" h="71314">
                <a:moveTo>
                  <a:pt x="52360" y="22170"/>
                </a:moveTo>
                <a:lnTo>
                  <a:pt x="51288" y="27531"/>
                </a:lnTo>
                <a:lnTo>
                  <a:pt x="39538" y="27531"/>
                </a:lnTo>
                <a:lnTo>
                  <a:pt x="36750" y="41124"/>
                </a:lnTo>
                <a:lnTo>
                  <a:pt x="49143" y="41124"/>
                </a:lnTo>
                <a:lnTo>
                  <a:pt x="48071" y="46399"/>
                </a:lnTo>
                <a:lnTo>
                  <a:pt x="35593" y="46399"/>
                </a:lnTo>
                <a:lnTo>
                  <a:pt x="31733" y="64538"/>
                </a:lnTo>
                <a:lnTo>
                  <a:pt x="25515" y="64538"/>
                </a:lnTo>
                <a:lnTo>
                  <a:pt x="29375" y="46399"/>
                </a:lnTo>
                <a:lnTo>
                  <a:pt x="17968" y="46399"/>
                </a:lnTo>
                <a:lnTo>
                  <a:pt x="14108" y="64538"/>
                </a:lnTo>
                <a:lnTo>
                  <a:pt x="7890" y="64538"/>
                </a:lnTo>
                <a:lnTo>
                  <a:pt x="11750" y="46399"/>
                </a:lnTo>
                <a:lnTo>
                  <a:pt x="0" y="46399"/>
                </a:lnTo>
                <a:lnTo>
                  <a:pt x="1072" y="41124"/>
                </a:lnTo>
                <a:lnTo>
                  <a:pt x="12908" y="41124"/>
                </a:lnTo>
                <a:lnTo>
                  <a:pt x="15695" y="27531"/>
                </a:lnTo>
                <a:lnTo>
                  <a:pt x="3216" y="27531"/>
                </a:lnTo>
                <a:lnTo>
                  <a:pt x="4288" y="22170"/>
                </a:lnTo>
                <a:lnTo>
                  <a:pt x="16767" y="22170"/>
                </a:lnTo>
                <a:lnTo>
                  <a:pt x="20584" y="3817"/>
                </a:lnTo>
                <a:lnTo>
                  <a:pt x="26802" y="3817"/>
                </a:lnTo>
                <a:lnTo>
                  <a:pt x="22985" y="22170"/>
                </a:lnTo>
                <a:lnTo>
                  <a:pt x="34392" y="22170"/>
                </a:lnTo>
                <a:lnTo>
                  <a:pt x="38208" y="3817"/>
                </a:lnTo>
                <a:lnTo>
                  <a:pt x="44426" y="3817"/>
                </a:lnTo>
                <a:lnTo>
                  <a:pt x="40610" y="22170"/>
                </a:lnTo>
                <a:lnTo>
                  <a:pt x="52360" y="22170"/>
                </a:lnTo>
                <a:moveTo>
                  <a:pt x="33320" y="27531"/>
                </a:moveTo>
                <a:lnTo>
                  <a:pt x="21913" y="27531"/>
                </a:lnTo>
                <a:lnTo>
                  <a:pt x="19126" y="41124"/>
                </a:lnTo>
                <a:lnTo>
                  <a:pt x="30532" y="41124"/>
                </a:lnTo>
                <a:lnTo>
                  <a:pt x="33320" y="27531"/>
                </a:lnTo>
                <a:close/>
                <a:moveTo>
                  <a:pt x="133331" y="3774"/>
                </a:moveTo>
                <a:lnTo>
                  <a:pt x="111460" y="45756"/>
                </a:lnTo>
                <a:lnTo>
                  <a:pt x="111460" y="70199"/>
                </a:lnTo>
                <a:lnTo>
                  <a:pt x="102841" y="70199"/>
                </a:lnTo>
                <a:lnTo>
                  <a:pt x="102841" y="45970"/>
                </a:lnTo>
                <a:lnTo>
                  <a:pt x="81528" y="3774"/>
                </a:lnTo>
                <a:lnTo>
                  <a:pt x="91348" y="3774"/>
                </a:lnTo>
                <a:lnTo>
                  <a:pt x="105714" y="33191"/>
                </a:lnTo>
                <a:cubicBezTo>
                  <a:pt x="105743" y="33220"/>
                  <a:pt x="106272" y="34635"/>
                  <a:pt x="107301" y="37437"/>
                </a:cubicBezTo>
                <a:lnTo>
                  <a:pt x="107429" y="37437"/>
                </a:lnTo>
                <a:cubicBezTo>
                  <a:pt x="107773" y="36236"/>
                  <a:pt x="108359" y="34835"/>
                  <a:pt x="109188" y="33234"/>
                </a:cubicBezTo>
                <a:lnTo>
                  <a:pt x="124197" y="3774"/>
                </a:lnTo>
                <a:lnTo>
                  <a:pt x="133331" y="3774"/>
                </a:lnTo>
                <a:close/>
                <a:moveTo>
                  <a:pt x="138158" y="46999"/>
                </a:moveTo>
                <a:cubicBezTo>
                  <a:pt x="138158" y="39166"/>
                  <a:pt x="140345" y="32984"/>
                  <a:pt x="144719" y="28453"/>
                </a:cubicBezTo>
                <a:cubicBezTo>
                  <a:pt x="149093" y="23921"/>
                  <a:pt x="155025" y="21656"/>
                  <a:pt x="162516" y="21656"/>
                </a:cubicBezTo>
                <a:cubicBezTo>
                  <a:pt x="169634" y="21656"/>
                  <a:pt x="175216" y="23836"/>
                  <a:pt x="179261" y="28195"/>
                </a:cubicBezTo>
                <a:cubicBezTo>
                  <a:pt x="183307" y="32555"/>
                  <a:pt x="185329" y="38580"/>
                  <a:pt x="185329" y="46270"/>
                </a:cubicBezTo>
                <a:cubicBezTo>
                  <a:pt x="185329" y="53760"/>
                  <a:pt x="183171" y="59807"/>
                  <a:pt x="178854" y="64410"/>
                </a:cubicBezTo>
                <a:cubicBezTo>
                  <a:pt x="174537" y="69012"/>
                  <a:pt x="168748" y="71314"/>
                  <a:pt x="161486" y="71314"/>
                </a:cubicBezTo>
                <a:cubicBezTo>
                  <a:pt x="154396" y="71314"/>
                  <a:pt x="148736" y="69084"/>
                  <a:pt x="144505" y="64624"/>
                </a:cubicBezTo>
                <a:cubicBezTo>
                  <a:pt x="140274" y="60164"/>
                  <a:pt x="138158" y="54289"/>
                  <a:pt x="138158" y="46999"/>
                </a:cubicBezTo>
                <a:moveTo>
                  <a:pt x="146735" y="46742"/>
                </a:moveTo>
                <a:cubicBezTo>
                  <a:pt x="146735" y="52202"/>
                  <a:pt x="148114" y="56505"/>
                  <a:pt x="150873" y="59650"/>
                </a:cubicBezTo>
                <a:cubicBezTo>
                  <a:pt x="153632" y="62794"/>
                  <a:pt x="157341" y="64367"/>
                  <a:pt x="162001" y="64367"/>
                </a:cubicBezTo>
                <a:cubicBezTo>
                  <a:pt x="166804" y="64367"/>
                  <a:pt x="170463" y="62830"/>
                  <a:pt x="172979" y="59757"/>
                </a:cubicBezTo>
                <a:cubicBezTo>
                  <a:pt x="175495" y="56684"/>
                  <a:pt x="176753" y="52274"/>
                  <a:pt x="176753" y="46528"/>
                </a:cubicBezTo>
                <a:cubicBezTo>
                  <a:pt x="176753" y="40753"/>
                  <a:pt x="175495" y="36322"/>
                  <a:pt x="172979" y="33234"/>
                </a:cubicBezTo>
                <a:cubicBezTo>
                  <a:pt x="170463" y="30146"/>
                  <a:pt x="166804" y="28603"/>
                  <a:pt x="162001" y="28603"/>
                </a:cubicBezTo>
                <a:cubicBezTo>
                  <a:pt x="157284" y="28603"/>
                  <a:pt x="153560" y="30218"/>
                  <a:pt x="150830" y="33448"/>
                </a:cubicBezTo>
                <a:cubicBezTo>
                  <a:pt x="148100" y="36679"/>
                  <a:pt x="146735" y="41110"/>
                  <a:pt x="146735" y="46742"/>
                </a:cubicBezTo>
                <a:close/>
                <a:moveTo>
                  <a:pt x="237200" y="70199"/>
                </a:moveTo>
                <a:lnTo>
                  <a:pt x="228752" y="70199"/>
                </a:lnTo>
                <a:lnTo>
                  <a:pt x="228752" y="62737"/>
                </a:lnTo>
                <a:lnTo>
                  <a:pt x="228581" y="62737"/>
                </a:lnTo>
                <a:cubicBezTo>
                  <a:pt x="225407" y="68455"/>
                  <a:pt x="220533" y="71314"/>
                  <a:pt x="213958" y="71314"/>
                </a:cubicBezTo>
                <a:cubicBezTo>
                  <a:pt x="202723" y="71314"/>
                  <a:pt x="197105" y="64595"/>
                  <a:pt x="197105" y="51159"/>
                </a:cubicBezTo>
                <a:lnTo>
                  <a:pt x="197105" y="22771"/>
                </a:lnTo>
                <a:lnTo>
                  <a:pt x="205424" y="22771"/>
                </a:lnTo>
                <a:lnTo>
                  <a:pt x="205424" y="49915"/>
                </a:lnTo>
                <a:cubicBezTo>
                  <a:pt x="205424" y="59550"/>
                  <a:pt x="209112" y="64367"/>
                  <a:pt x="216488" y="64367"/>
                </a:cubicBezTo>
                <a:cubicBezTo>
                  <a:pt x="220147" y="64367"/>
                  <a:pt x="223106" y="63016"/>
                  <a:pt x="225365" y="60314"/>
                </a:cubicBezTo>
                <a:cubicBezTo>
                  <a:pt x="227623" y="57613"/>
                  <a:pt x="228752" y="54204"/>
                  <a:pt x="228752" y="50087"/>
                </a:cubicBezTo>
                <a:lnTo>
                  <a:pt x="228752" y="22771"/>
                </a:lnTo>
                <a:lnTo>
                  <a:pt x="237200" y="22771"/>
                </a:lnTo>
                <a:lnTo>
                  <a:pt x="237200" y="70199"/>
                </a:lnTo>
                <a:close/>
                <a:moveTo>
                  <a:pt x="278350" y="31090"/>
                </a:moveTo>
                <a:cubicBezTo>
                  <a:pt x="276949" y="30089"/>
                  <a:pt x="275020" y="29589"/>
                  <a:pt x="272561" y="29589"/>
                </a:cubicBezTo>
                <a:cubicBezTo>
                  <a:pt x="269302" y="29589"/>
                  <a:pt x="266615" y="31111"/>
                  <a:pt x="264499" y="34156"/>
                </a:cubicBezTo>
                <a:cubicBezTo>
                  <a:pt x="262383" y="37201"/>
                  <a:pt x="261326" y="41210"/>
                  <a:pt x="261326" y="46185"/>
                </a:cubicBezTo>
                <a:lnTo>
                  <a:pt x="261326" y="70199"/>
                </a:lnTo>
                <a:lnTo>
                  <a:pt x="252921" y="70199"/>
                </a:lnTo>
                <a:lnTo>
                  <a:pt x="252921" y="22771"/>
                </a:lnTo>
                <a:lnTo>
                  <a:pt x="261326" y="22771"/>
                </a:lnTo>
                <a:lnTo>
                  <a:pt x="261326" y="32419"/>
                </a:lnTo>
                <a:lnTo>
                  <a:pt x="261497" y="32419"/>
                </a:lnTo>
                <a:cubicBezTo>
                  <a:pt x="263899" y="25444"/>
                  <a:pt x="268044" y="21956"/>
                  <a:pt x="273933" y="21956"/>
                </a:cubicBezTo>
                <a:cubicBezTo>
                  <a:pt x="275849" y="21956"/>
                  <a:pt x="277321" y="22170"/>
                  <a:pt x="278350" y="22599"/>
                </a:cubicBezTo>
                <a:lnTo>
                  <a:pt x="278350" y="31090"/>
                </a:lnTo>
                <a:close/>
                <a:moveTo>
                  <a:pt x="344226" y="68055"/>
                </a:moveTo>
                <a:cubicBezTo>
                  <a:pt x="340595" y="70227"/>
                  <a:pt x="336221" y="71314"/>
                  <a:pt x="331104" y="71314"/>
                </a:cubicBezTo>
                <a:cubicBezTo>
                  <a:pt x="324243" y="71314"/>
                  <a:pt x="318725" y="69112"/>
                  <a:pt x="314551" y="64710"/>
                </a:cubicBezTo>
                <a:cubicBezTo>
                  <a:pt x="310377" y="60307"/>
                  <a:pt x="308290" y="54604"/>
                  <a:pt x="308290" y="47600"/>
                </a:cubicBezTo>
                <a:cubicBezTo>
                  <a:pt x="308290" y="39824"/>
                  <a:pt x="310542" y="33556"/>
                  <a:pt x="315044" y="28796"/>
                </a:cubicBezTo>
                <a:cubicBezTo>
                  <a:pt x="319547" y="24036"/>
                  <a:pt x="325572" y="21656"/>
                  <a:pt x="333119" y="21656"/>
                </a:cubicBezTo>
                <a:cubicBezTo>
                  <a:pt x="337465" y="21656"/>
                  <a:pt x="341181" y="22428"/>
                  <a:pt x="344269" y="23971"/>
                </a:cubicBezTo>
                <a:lnTo>
                  <a:pt x="344269" y="32291"/>
                </a:lnTo>
                <a:cubicBezTo>
                  <a:pt x="340924" y="29832"/>
                  <a:pt x="337208" y="28603"/>
                  <a:pt x="333119" y="28603"/>
                </a:cubicBezTo>
                <a:cubicBezTo>
                  <a:pt x="328317" y="28603"/>
                  <a:pt x="324407" y="30268"/>
                  <a:pt x="321391" y="33599"/>
                </a:cubicBezTo>
                <a:cubicBezTo>
                  <a:pt x="318375" y="36929"/>
                  <a:pt x="316867" y="41367"/>
                  <a:pt x="316867" y="46914"/>
                </a:cubicBezTo>
                <a:cubicBezTo>
                  <a:pt x="316867" y="52374"/>
                  <a:pt x="318289" y="56648"/>
                  <a:pt x="321134" y="59735"/>
                </a:cubicBezTo>
                <a:cubicBezTo>
                  <a:pt x="323978" y="62823"/>
                  <a:pt x="327816" y="64367"/>
                  <a:pt x="332648" y="64367"/>
                </a:cubicBezTo>
                <a:cubicBezTo>
                  <a:pt x="336736" y="64367"/>
                  <a:pt x="340595" y="63023"/>
                  <a:pt x="344226" y="60336"/>
                </a:cubicBezTo>
                <a:lnTo>
                  <a:pt x="344226" y="68055"/>
                </a:lnTo>
                <a:close/>
                <a:moveTo>
                  <a:pt x="352184" y="46999"/>
                </a:moveTo>
                <a:cubicBezTo>
                  <a:pt x="352184" y="39166"/>
                  <a:pt x="354371" y="32984"/>
                  <a:pt x="358746" y="28453"/>
                </a:cubicBezTo>
                <a:cubicBezTo>
                  <a:pt x="363120" y="23921"/>
                  <a:pt x="369052" y="21656"/>
                  <a:pt x="376542" y="21656"/>
                </a:cubicBezTo>
                <a:cubicBezTo>
                  <a:pt x="383660" y="21656"/>
                  <a:pt x="389242" y="23836"/>
                  <a:pt x="393287" y="28195"/>
                </a:cubicBezTo>
                <a:cubicBezTo>
                  <a:pt x="397333" y="32555"/>
                  <a:pt x="399355" y="38580"/>
                  <a:pt x="399355" y="46270"/>
                </a:cubicBezTo>
                <a:cubicBezTo>
                  <a:pt x="399355" y="53760"/>
                  <a:pt x="397197" y="59807"/>
                  <a:pt x="392880" y="64410"/>
                </a:cubicBezTo>
                <a:cubicBezTo>
                  <a:pt x="388563" y="69012"/>
                  <a:pt x="382774" y="71314"/>
                  <a:pt x="375513" y="71314"/>
                </a:cubicBezTo>
                <a:cubicBezTo>
                  <a:pt x="368423" y="71314"/>
                  <a:pt x="362762" y="69084"/>
                  <a:pt x="358531" y="64624"/>
                </a:cubicBezTo>
                <a:cubicBezTo>
                  <a:pt x="354300" y="60164"/>
                  <a:pt x="352184" y="54289"/>
                  <a:pt x="352184" y="46999"/>
                </a:cubicBezTo>
                <a:moveTo>
                  <a:pt x="360761" y="46742"/>
                </a:moveTo>
                <a:cubicBezTo>
                  <a:pt x="360761" y="52202"/>
                  <a:pt x="362140" y="56505"/>
                  <a:pt x="364899" y="59650"/>
                </a:cubicBezTo>
                <a:cubicBezTo>
                  <a:pt x="367658" y="62794"/>
                  <a:pt x="371367" y="64367"/>
                  <a:pt x="376027" y="64367"/>
                </a:cubicBezTo>
                <a:cubicBezTo>
                  <a:pt x="380830" y="64367"/>
                  <a:pt x="384489" y="62830"/>
                  <a:pt x="387005" y="59757"/>
                </a:cubicBezTo>
                <a:cubicBezTo>
                  <a:pt x="389521" y="56684"/>
                  <a:pt x="390779" y="52274"/>
                  <a:pt x="390779" y="46528"/>
                </a:cubicBezTo>
                <a:cubicBezTo>
                  <a:pt x="390779" y="40753"/>
                  <a:pt x="389521" y="36322"/>
                  <a:pt x="387005" y="33234"/>
                </a:cubicBezTo>
                <a:cubicBezTo>
                  <a:pt x="384489" y="30146"/>
                  <a:pt x="380830" y="28603"/>
                  <a:pt x="376027" y="28603"/>
                </a:cubicBezTo>
                <a:cubicBezTo>
                  <a:pt x="371310" y="28603"/>
                  <a:pt x="367586" y="30218"/>
                  <a:pt x="364856" y="33448"/>
                </a:cubicBezTo>
                <a:cubicBezTo>
                  <a:pt x="362126" y="36679"/>
                  <a:pt x="360761" y="41110"/>
                  <a:pt x="360761" y="46742"/>
                </a:cubicBezTo>
                <a:close/>
                <a:moveTo>
                  <a:pt x="453242" y="70199"/>
                </a:moveTo>
                <a:lnTo>
                  <a:pt x="444837" y="70199"/>
                </a:lnTo>
                <a:lnTo>
                  <a:pt x="444837" y="62308"/>
                </a:lnTo>
                <a:lnTo>
                  <a:pt x="444665" y="62308"/>
                </a:lnTo>
                <a:cubicBezTo>
                  <a:pt x="441206" y="68312"/>
                  <a:pt x="435831" y="71314"/>
                  <a:pt x="428541" y="71314"/>
                </a:cubicBezTo>
                <a:cubicBezTo>
                  <a:pt x="422538" y="71314"/>
                  <a:pt x="417763" y="69177"/>
                  <a:pt x="414218" y="64903"/>
                </a:cubicBezTo>
                <a:cubicBezTo>
                  <a:pt x="410673" y="60629"/>
                  <a:pt x="408901" y="54861"/>
                  <a:pt x="408901" y="47600"/>
                </a:cubicBezTo>
                <a:cubicBezTo>
                  <a:pt x="408901" y="39766"/>
                  <a:pt x="410902" y="33484"/>
                  <a:pt x="414905" y="28753"/>
                </a:cubicBezTo>
                <a:cubicBezTo>
                  <a:pt x="418907" y="24021"/>
                  <a:pt x="424139" y="21656"/>
                  <a:pt x="430600" y="21656"/>
                </a:cubicBezTo>
                <a:cubicBezTo>
                  <a:pt x="437061" y="21656"/>
                  <a:pt x="441749" y="24171"/>
                  <a:pt x="444665" y="29203"/>
                </a:cubicBezTo>
                <a:lnTo>
                  <a:pt x="444837" y="29203"/>
                </a:lnTo>
                <a:lnTo>
                  <a:pt x="444837" y="0"/>
                </a:lnTo>
                <a:lnTo>
                  <a:pt x="453242" y="0"/>
                </a:lnTo>
                <a:lnTo>
                  <a:pt x="453242" y="70199"/>
                </a:lnTo>
                <a:moveTo>
                  <a:pt x="444879" y="41982"/>
                </a:moveTo>
                <a:cubicBezTo>
                  <a:pt x="444879" y="38180"/>
                  <a:pt x="443629" y="34999"/>
                  <a:pt x="441127" y="32441"/>
                </a:cubicBezTo>
                <a:cubicBezTo>
                  <a:pt x="438626" y="29882"/>
                  <a:pt x="435545" y="28603"/>
                  <a:pt x="431886" y="28603"/>
                </a:cubicBezTo>
                <a:cubicBezTo>
                  <a:pt x="427426" y="28603"/>
                  <a:pt x="423910" y="30268"/>
                  <a:pt x="421337" y="33599"/>
                </a:cubicBezTo>
                <a:cubicBezTo>
                  <a:pt x="418764" y="36929"/>
                  <a:pt x="417478" y="41467"/>
                  <a:pt x="417478" y="47214"/>
                </a:cubicBezTo>
                <a:cubicBezTo>
                  <a:pt x="417478" y="52503"/>
                  <a:pt x="418714" y="56684"/>
                  <a:pt x="421187" y="59757"/>
                </a:cubicBezTo>
                <a:cubicBezTo>
                  <a:pt x="423660" y="62830"/>
                  <a:pt x="426955" y="64367"/>
                  <a:pt x="431071" y="64367"/>
                </a:cubicBezTo>
                <a:cubicBezTo>
                  <a:pt x="435131" y="64367"/>
                  <a:pt x="438447" y="62859"/>
                  <a:pt x="441020" y="59843"/>
                </a:cubicBezTo>
                <a:cubicBezTo>
                  <a:pt x="443593" y="56827"/>
                  <a:pt x="444879" y="53074"/>
                  <a:pt x="444879" y="48586"/>
                </a:cubicBezTo>
                <a:lnTo>
                  <a:pt x="444879" y="41982"/>
                </a:lnTo>
                <a:close/>
                <a:moveTo>
                  <a:pt x="507428" y="48629"/>
                </a:moveTo>
                <a:lnTo>
                  <a:pt x="474237" y="48629"/>
                </a:lnTo>
                <a:cubicBezTo>
                  <a:pt x="474380" y="53689"/>
                  <a:pt x="475767" y="57598"/>
                  <a:pt x="478397" y="60357"/>
                </a:cubicBezTo>
                <a:cubicBezTo>
                  <a:pt x="481027" y="63116"/>
                  <a:pt x="484701" y="64495"/>
                  <a:pt x="489418" y="64495"/>
                </a:cubicBezTo>
                <a:cubicBezTo>
                  <a:pt x="494735" y="64495"/>
                  <a:pt x="499609" y="62794"/>
                  <a:pt x="504041" y="59392"/>
                </a:cubicBezTo>
                <a:lnTo>
                  <a:pt x="504041" y="66897"/>
                </a:lnTo>
                <a:cubicBezTo>
                  <a:pt x="499867" y="69841"/>
                  <a:pt x="494335" y="71314"/>
                  <a:pt x="487445" y="71314"/>
                </a:cubicBezTo>
                <a:cubicBezTo>
                  <a:pt x="480584" y="71314"/>
                  <a:pt x="475231" y="69141"/>
                  <a:pt x="471385" y="64796"/>
                </a:cubicBezTo>
                <a:cubicBezTo>
                  <a:pt x="467540" y="60450"/>
                  <a:pt x="465618" y="54418"/>
                  <a:pt x="465618" y="46699"/>
                </a:cubicBezTo>
                <a:cubicBezTo>
                  <a:pt x="465618" y="39438"/>
                  <a:pt x="467726" y="33448"/>
                  <a:pt x="471943" y="28731"/>
                </a:cubicBezTo>
                <a:cubicBezTo>
                  <a:pt x="476160" y="24014"/>
                  <a:pt x="481399" y="21656"/>
                  <a:pt x="487659" y="21656"/>
                </a:cubicBezTo>
                <a:cubicBezTo>
                  <a:pt x="493863" y="21656"/>
                  <a:pt x="498709" y="23650"/>
                  <a:pt x="502197" y="27638"/>
                </a:cubicBezTo>
                <a:cubicBezTo>
                  <a:pt x="505684" y="31626"/>
                  <a:pt x="507428" y="37208"/>
                  <a:pt x="507428" y="44383"/>
                </a:cubicBezTo>
                <a:lnTo>
                  <a:pt x="507428" y="48629"/>
                </a:lnTo>
                <a:moveTo>
                  <a:pt x="499023" y="41896"/>
                </a:moveTo>
                <a:cubicBezTo>
                  <a:pt x="498995" y="37608"/>
                  <a:pt x="497980" y="34292"/>
                  <a:pt x="495979" y="31948"/>
                </a:cubicBezTo>
                <a:cubicBezTo>
                  <a:pt x="493977" y="29603"/>
                  <a:pt x="491162" y="28431"/>
                  <a:pt x="487531" y="28431"/>
                </a:cubicBezTo>
                <a:cubicBezTo>
                  <a:pt x="484186" y="28431"/>
                  <a:pt x="481291" y="29675"/>
                  <a:pt x="478847" y="32162"/>
                </a:cubicBezTo>
                <a:cubicBezTo>
                  <a:pt x="476403" y="34649"/>
                  <a:pt x="474866" y="37894"/>
                  <a:pt x="474237" y="41896"/>
                </a:cubicBezTo>
                <a:lnTo>
                  <a:pt x="499023" y="41896"/>
                </a:lnTo>
                <a:close/>
                <a:moveTo>
                  <a:pt x="583897" y="70199"/>
                </a:moveTo>
                <a:lnTo>
                  <a:pt x="575535" y="70199"/>
                </a:lnTo>
                <a:lnTo>
                  <a:pt x="575535" y="42925"/>
                </a:lnTo>
                <a:cubicBezTo>
                  <a:pt x="575535" y="33377"/>
                  <a:pt x="571990" y="28603"/>
                  <a:pt x="564900" y="28603"/>
                </a:cubicBezTo>
                <a:cubicBezTo>
                  <a:pt x="561269" y="28603"/>
                  <a:pt x="558253" y="29996"/>
                  <a:pt x="555852" y="32784"/>
                </a:cubicBezTo>
                <a:cubicBezTo>
                  <a:pt x="553450" y="35571"/>
                  <a:pt x="552250" y="39080"/>
                  <a:pt x="552250" y="43311"/>
                </a:cubicBezTo>
                <a:lnTo>
                  <a:pt x="552250" y="70199"/>
                </a:lnTo>
                <a:lnTo>
                  <a:pt x="543845" y="70199"/>
                </a:lnTo>
                <a:lnTo>
                  <a:pt x="543845" y="0"/>
                </a:lnTo>
                <a:lnTo>
                  <a:pt x="552250" y="0"/>
                </a:lnTo>
                <a:lnTo>
                  <a:pt x="552250" y="30575"/>
                </a:lnTo>
                <a:lnTo>
                  <a:pt x="552421" y="30575"/>
                </a:lnTo>
                <a:cubicBezTo>
                  <a:pt x="556052" y="24629"/>
                  <a:pt x="561212" y="21656"/>
                  <a:pt x="567902" y="21656"/>
                </a:cubicBezTo>
                <a:cubicBezTo>
                  <a:pt x="578565" y="21656"/>
                  <a:pt x="583897" y="28102"/>
                  <a:pt x="583897" y="40996"/>
                </a:cubicBezTo>
                <a:lnTo>
                  <a:pt x="583897" y="70199"/>
                </a:lnTo>
                <a:close/>
                <a:moveTo>
                  <a:pt x="637354" y="48629"/>
                </a:moveTo>
                <a:lnTo>
                  <a:pt x="604163" y="48629"/>
                </a:lnTo>
                <a:cubicBezTo>
                  <a:pt x="604306" y="53689"/>
                  <a:pt x="605693" y="57598"/>
                  <a:pt x="608323" y="60357"/>
                </a:cubicBezTo>
                <a:cubicBezTo>
                  <a:pt x="610953" y="63116"/>
                  <a:pt x="614626" y="64495"/>
                  <a:pt x="619344" y="64495"/>
                </a:cubicBezTo>
                <a:cubicBezTo>
                  <a:pt x="624661" y="64495"/>
                  <a:pt x="629535" y="62794"/>
                  <a:pt x="633967" y="59392"/>
                </a:cubicBezTo>
                <a:lnTo>
                  <a:pt x="633967" y="66897"/>
                </a:lnTo>
                <a:cubicBezTo>
                  <a:pt x="629793" y="69841"/>
                  <a:pt x="624261" y="71314"/>
                  <a:pt x="617371" y="71314"/>
                </a:cubicBezTo>
                <a:cubicBezTo>
                  <a:pt x="610510" y="71314"/>
                  <a:pt x="605157" y="69141"/>
                  <a:pt x="601311" y="64796"/>
                </a:cubicBezTo>
                <a:cubicBezTo>
                  <a:pt x="597466" y="60450"/>
                  <a:pt x="595544" y="54418"/>
                  <a:pt x="595544" y="46699"/>
                </a:cubicBezTo>
                <a:cubicBezTo>
                  <a:pt x="595544" y="39438"/>
                  <a:pt x="597652" y="33448"/>
                  <a:pt x="601869" y="28731"/>
                </a:cubicBezTo>
                <a:cubicBezTo>
                  <a:pt x="606086" y="24014"/>
                  <a:pt x="611325" y="21656"/>
                  <a:pt x="617585" y="21656"/>
                </a:cubicBezTo>
                <a:cubicBezTo>
                  <a:pt x="623789" y="21656"/>
                  <a:pt x="628635" y="23650"/>
                  <a:pt x="632123" y="27638"/>
                </a:cubicBezTo>
                <a:cubicBezTo>
                  <a:pt x="635610" y="31626"/>
                  <a:pt x="637354" y="37208"/>
                  <a:pt x="637354" y="44383"/>
                </a:cubicBezTo>
                <a:lnTo>
                  <a:pt x="637354" y="48629"/>
                </a:lnTo>
                <a:moveTo>
                  <a:pt x="628949" y="41896"/>
                </a:moveTo>
                <a:cubicBezTo>
                  <a:pt x="628921" y="37608"/>
                  <a:pt x="627906" y="34292"/>
                  <a:pt x="625905" y="31948"/>
                </a:cubicBezTo>
                <a:cubicBezTo>
                  <a:pt x="623903" y="29603"/>
                  <a:pt x="621087" y="28431"/>
                  <a:pt x="617457" y="28431"/>
                </a:cubicBezTo>
                <a:cubicBezTo>
                  <a:pt x="614112" y="28431"/>
                  <a:pt x="611217" y="29675"/>
                  <a:pt x="608773" y="32162"/>
                </a:cubicBezTo>
                <a:cubicBezTo>
                  <a:pt x="606329" y="34649"/>
                  <a:pt x="604792" y="37894"/>
                  <a:pt x="604163" y="41896"/>
                </a:cubicBezTo>
                <a:lnTo>
                  <a:pt x="628949" y="41896"/>
                </a:lnTo>
                <a:close/>
                <a:moveTo>
                  <a:pt x="673573" y="31090"/>
                </a:moveTo>
                <a:cubicBezTo>
                  <a:pt x="672172" y="30089"/>
                  <a:pt x="670243" y="29589"/>
                  <a:pt x="667784" y="29589"/>
                </a:cubicBezTo>
                <a:cubicBezTo>
                  <a:pt x="664525" y="29589"/>
                  <a:pt x="661838" y="31111"/>
                  <a:pt x="659722" y="34156"/>
                </a:cubicBezTo>
                <a:cubicBezTo>
                  <a:pt x="657607" y="37201"/>
                  <a:pt x="656549" y="41210"/>
                  <a:pt x="656549" y="46185"/>
                </a:cubicBezTo>
                <a:lnTo>
                  <a:pt x="656549" y="70199"/>
                </a:lnTo>
                <a:lnTo>
                  <a:pt x="648144" y="70199"/>
                </a:lnTo>
                <a:lnTo>
                  <a:pt x="648144" y="22771"/>
                </a:lnTo>
                <a:lnTo>
                  <a:pt x="656549" y="22771"/>
                </a:lnTo>
                <a:lnTo>
                  <a:pt x="656549" y="32419"/>
                </a:lnTo>
                <a:lnTo>
                  <a:pt x="656720" y="32419"/>
                </a:lnTo>
                <a:cubicBezTo>
                  <a:pt x="659122" y="25444"/>
                  <a:pt x="663267" y="21956"/>
                  <a:pt x="669156" y="21956"/>
                </a:cubicBezTo>
                <a:cubicBezTo>
                  <a:pt x="671072" y="21956"/>
                  <a:pt x="672544" y="22170"/>
                  <a:pt x="673573" y="22599"/>
                </a:cubicBezTo>
                <a:lnTo>
                  <a:pt x="673573" y="31090"/>
                </a:lnTo>
                <a:close/>
                <a:moveTo>
                  <a:pt x="719697" y="48629"/>
                </a:moveTo>
                <a:lnTo>
                  <a:pt x="686506" y="48629"/>
                </a:lnTo>
                <a:cubicBezTo>
                  <a:pt x="686649" y="53689"/>
                  <a:pt x="688036" y="57598"/>
                  <a:pt x="690666" y="60357"/>
                </a:cubicBezTo>
                <a:cubicBezTo>
                  <a:pt x="693296" y="63116"/>
                  <a:pt x="696970" y="64495"/>
                  <a:pt x="701687" y="64495"/>
                </a:cubicBezTo>
                <a:cubicBezTo>
                  <a:pt x="707004" y="64495"/>
                  <a:pt x="711878" y="62794"/>
                  <a:pt x="716310" y="59392"/>
                </a:cubicBezTo>
                <a:lnTo>
                  <a:pt x="716310" y="66897"/>
                </a:lnTo>
                <a:cubicBezTo>
                  <a:pt x="712136" y="69841"/>
                  <a:pt x="706604" y="71314"/>
                  <a:pt x="699714" y="71314"/>
                </a:cubicBezTo>
                <a:cubicBezTo>
                  <a:pt x="692853" y="71314"/>
                  <a:pt x="687500" y="69141"/>
                  <a:pt x="683655" y="64796"/>
                </a:cubicBezTo>
                <a:cubicBezTo>
                  <a:pt x="679809" y="60450"/>
                  <a:pt x="677887" y="54418"/>
                  <a:pt x="677887" y="46699"/>
                </a:cubicBezTo>
                <a:cubicBezTo>
                  <a:pt x="677887" y="39438"/>
                  <a:pt x="679995" y="33448"/>
                  <a:pt x="684212" y="28731"/>
                </a:cubicBezTo>
                <a:cubicBezTo>
                  <a:pt x="688429" y="24014"/>
                  <a:pt x="693668" y="21656"/>
                  <a:pt x="699929" y="21656"/>
                </a:cubicBezTo>
                <a:cubicBezTo>
                  <a:pt x="706132" y="21656"/>
                  <a:pt x="710978" y="23650"/>
                  <a:pt x="714466" y="27638"/>
                </a:cubicBezTo>
                <a:cubicBezTo>
                  <a:pt x="717954" y="31626"/>
                  <a:pt x="719697" y="37208"/>
                  <a:pt x="719697" y="44383"/>
                </a:cubicBezTo>
                <a:lnTo>
                  <a:pt x="719697" y="48629"/>
                </a:lnTo>
                <a:moveTo>
                  <a:pt x="711292" y="41896"/>
                </a:moveTo>
                <a:cubicBezTo>
                  <a:pt x="711264" y="37608"/>
                  <a:pt x="710249" y="34292"/>
                  <a:pt x="708248" y="31948"/>
                </a:cubicBezTo>
                <a:cubicBezTo>
                  <a:pt x="706247" y="29603"/>
                  <a:pt x="703431" y="28431"/>
                  <a:pt x="699800" y="28431"/>
                </a:cubicBezTo>
                <a:cubicBezTo>
                  <a:pt x="696455" y="28431"/>
                  <a:pt x="693560" y="29675"/>
                  <a:pt x="691116" y="32162"/>
                </a:cubicBezTo>
                <a:cubicBezTo>
                  <a:pt x="688672" y="34649"/>
                  <a:pt x="687135" y="37894"/>
                  <a:pt x="686506" y="41896"/>
                </a:cubicBezTo>
                <a:lnTo>
                  <a:pt x="711292" y="41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14">
            <a:extLst xmlns:a="http://schemas.openxmlformats.org/drawingml/2006/main">
              <a:ext uri="{FF2B5EF4-FFF2-40B4-BE49-F238E27FC236}">
                <a16:creationId xmlns:a16="http://schemas.microsoft.com/office/drawing/2014/main" id="{9A2934F3-114D-4555-A6D2-0942EA7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88" y="3218589"/>
            <a:ext cx="91880" cy="67840"/>
          </a:xfrm>
          <a:custGeom xmlns:a="http://schemas.openxmlformats.org/drawingml/2006/main">
            <a:pathLst>
              <a:path w="91880" h="67840">
                <a:moveTo>
                  <a:pt x="38466" y="67840"/>
                </a:moveTo>
                <a:lnTo>
                  <a:pt x="386" y="67840"/>
                </a:lnTo>
                <a:lnTo>
                  <a:pt x="386" y="60593"/>
                </a:lnTo>
                <a:lnTo>
                  <a:pt x="15266" y="60593"/>
                </a:lnTo>
                <a:lnTo>
                  <a:pt x="15266" y="10163"/>
                </a:lnTo>
                <a:lnTo>
                  <a:pt x="0" y="14580"/>
                </a:lnTo>
                <a:lnTo>
                  <a:pt x="0" y="6861"/>
                </a:lnTo>
                <a:lnTo>
                  <a:pt x="23628" y="0"/>
                </a:lnTo>
                <a:lnTo>
                  <a:pt x="23628" y="60593"/>
                </a:lnTo>
                <a:lnTo>
                  <a:pt x="38466" y="60593"/>
                </a:lnTo>
                <a:lnTo>
                  <a:pt x="38466" y="67840"/>
                </a:lnTo>
                <a:close/>
                <a:moveTo>
                  <a:pt x="91880" y="50601"/>
                </a:moveTo>
                <a:lnTo>
                  <a:pt x="83389" y="50601"/>
                </a:lnTo>
                <a:lnTo>
                  <a:pt x="83389" y="67840"/>
                </a:lnTo>
                <a:lnTo>
                  <a:pt x="75242" y="67840"/>
                </a:lnTo>
                <a:lnTo>
                  <a:pt x="75242" y="50601"/>
                </a:lnTo>
                <a:lnTo>
                  <a:pt x="44281" y="50601"/>
                </a:lnTo>
                <a:lnTo>
                  <a:pt x="44281" y="45155"/>
                </a:lnTo>
                <a:lnTo>
                  <a:pt x="73655" y="1415"/>
                </a:lnTo>
                <a:lnTo>
                  <a:pt x="83389" y="1415"/>
                </a:lnTo>
                <a:lnTo>
                  <a:pt x="83389" y="43955"/>
                </a:lnTo>
                <a:lnTo>
                  <a:pt x="91880" y="43955"/>
                </a:lnTo>
                <a:lnTo>
                  <a:pt x="91880" y="50601"/>
                </a:lnTo>
                <a:moveTo>
                  <a:pt x="75242" y="43955"/>
                </a:moveTo>
                <a:lnTo>
                  <a:pt x="75242" y="16124"/>
                </a:lnTo>
                <a:cubicBezTo>
                  <a:pt x="75242" y="14151"/>
                  <a:pt x="75299" y="11878"/>
                  <a:pt x="75413" y="9306"/>
                </a:cubicBezTo>
                <a:lnTo>
                  <a:pt x="75242" y="9306"/>
                </a:lnTo>
                <a:cubicBezTo>
                  <a:pt x="74842" y="10392"/>
                  <a:pt x="73998" y="12093"/>
                  <a:pt x="72712" y="14409"/>
                </a:cubicBezTo>
                <a:lnTo>
                  <a:pt x="52943" y="43955"/>
                </a:lnTo>
                <a:lnTo>
                  <a:pt x="75242" y="43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returnstr1.replace(&quot;&quot;,&quot;&quot;)">
            <a:extLst xmlns:a="http://schemas.openxmlformats.org/drawingml/2006/main">
              <a:ext uri="{FF2B5EF4-FFF2-40B4-BE49-F238E27FC236}">
                <a16:creationId xmlns:a16="http://schemas.microsoft.com/office/drawing/2014/main" id="{6EAF2AE9-5ECA-4F9D-96E4-C725EC20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393" y="3216231"/>
            <a:ext cx="1040172" cy="92026"/>
          </a:xfrm>
          <a:custGeom xmlns:a="http://schemas.openxmlformats.org/drawingml/2006/main">
            <a:pathLst>
              <a:path w="1040172" h="92026">
                <a:moveTo>
                  <a:pt x="25429" y="31090"/>
                </a:moveTo>
                <a:cubicBezTo>
                  <a:pt x="24029" y="30089"/>
                  <a:pt x="22099" y="29589"/>
                  <a:pt x="19640" y="29589"/>
                </a:cubicBezTo>
                <a:cubicBezTo>
                  <a:pt x="16381" y="29589"/>
                  <a:pt x="13694" y="31111"/>
                  <a:pt x="11578" y="34156"/>
                </a:cubicBezTo>
                <a:cubicBezTo>
                  <a:pt x="9463" y="37201"/>
                  <a:pt x="8405" y="41210"/>
                  <a:pt x="8405" y="46185"/>
                </a:cubicBezTo>
                <a:lnTo>
                  <a:pt x="8405" y="70199"/>
                </a:lnTo>
                <a:lnTo>
                  <a:pt x="0" y="70199"/>
                </a:lnTo>
                <a:lnTo>
                  <a:pt x="0" y="22771"/>
                </a:lnTo>
                <a:lnTo>
                  <a:pt x="8405" y="22771"/>
                </a:lnTo>
                <a:lnTo>
                  <a:pt x="8405" y="32419"/>
                </a:lnTo>
                <a:lnTo>
                  <a:pt x="8577" y="32419"/>
                </a:lnTo>
                <a:cubicBezTo>
                  <a:pt x="10978" y="25444"/>
                  <a:pt x="15123" y="21956"/>
                  <a:pt x="21012" y="21956"/>
                </a:cubicBezTo>
                <a:cubicBezTo>
                  <a:pt x="22928" y="21956"/>
                  <a:pt x="24400" y="22170"/>
                  <a:pt x="25429" y="22599"/>
                </a:cubicBezTo>
                <a:lnTo>
                  <a:pt x="25429" y="31090"/>
                </a:lnTo>
                <a:close/>
                <a:moveTo>
                  <a:pt x="71597" y="48629"/>
                </a:moveTo>
                <a:lnTo>
                  <a:pt x="38406" y="48629"/>
                </a:lnTo>
                <a:cubicBezTo>
                  <a:pt x="38549" y="53689"/>
                  <a:pt x="39936" y="57598"/>
                  <a:pt x="42566" y="60357"/>
                </a:cubicBezTo>
                <a:cubicBezTo>
                  <a:pt x="45196" y="63116"/>
                  <a:pt x="48870" y="64495"/>
                  <a:pt x="53587" y="64495"/>
                </a:cubicBezTo>
                <a:cubicBezTo>
                  <a:pt x="58904" y="64495"/>
                  <a:pt x="63778" y="62794"/>
                  <a:pt x="68210" y="59392"/>
                </a:cubicBezTo>
                <a:lnTo>
                  <a:pt x="68210" y="66897"/>
                </a:lnTo>
                <a:cubicBezTo>
                  <a:pt x="64036" y="69841"/>
                  <a:pt x="58504" y="71314"/>
                  <a:pt x="51614" y="71314"/>
                </a:cubicBezTo>
                <a:cubicBezTo>
                  <a:pt x="44753" y="71314"/>
                  <a:pt x="39400" y="69141"/>
                  <a:pt x="35555" y="64796"/>
                </a:cubicBezTo>
                <a:cubicBezTo>
                  <a:pt x="31709" y="60450"/>
                  <a:pt x="29787" y="54418"/>
                  <a:pt x="29787" y="46699"/>
                </a:cubicBezTo>
                <a:cubicBezTo>
                  <a:pt x="29787" y="39438"/>
                  <a:pt x="31895" y="33448"/>
                  <a:pt x="36112" y="28731"/>
                </a:cubicBezTo>
                <a:cubicBezTo>
                  <a:pt x="40329" y="24014"/>
                  <a:pt x="45568" y="21656"/>
                  <a:pt x="51828" y="21656"/>
                </a:cubicBezTo>
                <a:cubicBezTo>
                  <a:pt x="58032" y="21656"/>
                  <a:pt x="62878" y="23650"/>
                  <a:pt x="66366" y="27638"/>
                </a:cubicBezTo>
                <a:cubicBezTo>
                  <a:pt x="69853" y="31626"/>
                  <a:pt x="71597" y="37208"/>
                  <a:pt x="71597" y="44383"/>
                </a:cubicBezTo>
                <a:lnTo>
                  <a:pt x="71597" y="48629"/>
                </a:lnTo>
                <a:moveTo>
                  <a:pt x="63192" y="41896"/>
                </a:moveTo>
                <a:cubicBezTo>
                  <a:pt x="63164" y="37608"/>
                  <a:pt x="62149" y="34292"/>
                  <a:pt x="60148" y="31948"/>
                </a:cubicBezTo>
                <a:cubicBezTo>
                  <a:pt x="58146" y="29603"/>
                  <a:pt x="55331" y="28431"/>
                  <a:pt x="51700" y="28431"/>
                </a:cubicBezTo>
                <a:cubicBezTo>
                  <a:pt x="48355" y="28431"/>
                  <a:pt x="45460" y="29675"/>
                  <a:pt x="43016" y="32162"/>
                </a:cubicBezTo>
                <a:cubicBezTo>
                  <a:pt x="40572" y="34649"/>
                  <a:pt x="39035" y="37894"/>
                  <a:pt x="38406" y="41896"/>
                </a:cubicBezTo>
                <a:lnTo>
                  <a:pt x="63192" y="41896"/>
                </a:lnTo>
                <a:close/>
                <a:moveTo>
                  <a:pt x="105114" y="69727"/>
                </a:moveTo>
                <a:cubicBezTo>
                  <a:pt x="103284" y="70728"/>
                  <a:pt x="100812" y="71228"/>
                  <a:pt x="97695" y="71228"/>
                </a:cubicBezTo>
                <a:cubicBezTo>
                  <a:pt x="89205" y="71228"/>
                  <a:pt x="84959" y="66525"/>
                  <a:pt x="84959" y="57120"/>
                </a:cubicBezTo>
                <a:lnTo>
                  <a:pt x="84959" y="29718"/>
                </a:lnTo>
                <a:lnTo>
                  <a:pt x="76812" y="29718"/>
                </a:lnTo>
                <a:lnTo>
                  <a:pt x="76812" y="22771"/>
                </a:lnTo>
                <a:lnTo>
                  <a:pt x="84959" y="22771"/>
                </a:lnTo>
                <a:lnTo>
                  <a:pt x="84959" y="11364"/>
                </a:lnTo>
                <a:lnTo>
                  <a:pt x="93321" y="8705"/>
                </a:lnTo>
                <a:lnTo>
                  <a:pt x="93321" y="22771"/>
                </a:lnTo>
                <a:lnTo>
                  <a:pt x="105114" y="22771"/>
                </a:lnTo>
                <a:lnTo>
                  <a:pt x="105114" y="29718"/>
                </a:lnTo>
                <a:lnTo>
                  <a:pt x="93321" y="29718"/>
                </a:lnTo>
                <a:lnTo>
                  <a:pt x="93321" y="55619"/>
                </a:lnTo>
                <a:cubicBezTo>
                  <a:pt x="93321" y="58735"/>
                  <a:pt x="93850" y="60965"/>
                  <a:pt x="94908" y="62308"/>
                </a:cubicBezTo>
                <a:cubicBezTo>
                  <a:pt x="95966" y="63652"/>
                  <a:pt x="97724" y="64324"/>
                  <a:pt x="100183" y="64324"/>
                </a:cubicBezTo>
                <a:cubicBezTo>
                  <a:pt x="102069" y="64324"/>
                  <a:pt x="103713" y="63795"/>
                  <a:pt x="105114" y="62737"/>
                </a:cubicBezTo>
                <a:lnTo>
                  <a:pt x="105114" y="69727"/>
                </a:lnTo>
                <a:close/>
                <a:moveTo>
                  <a:pt x="154455" y="70199"/>
                </a:moveTo>
                <a:lnTo>
                  <a:pt x="146007" y="70199"/>
                </a:lnTo>
                <a:lnTo>
                  <a:pt x="146007" y="62737"/>
                </a:lnTo>
                <a:lnTo>
                  <a:pt x="145836" y="62737"/>
                </a:lnTo>
                <a:cubicBezTo>
                  <a:pt x="142662" y="68455"/>
                  <a:pt x="137788" y="71314"/>
                  <a:pt x="131213" y="71314"/>
                </a:cubicBezTo>
                <a:cubicBezTo>
                  <a:pt x="119977" y="71314"/>
                  <a:pt x="114360" y="64595"/>
                  <a:pt x="114360" y="51159"/>
                </a:cubicBezTo>
                <a:lnTo>
                  <a:pt x="114360" y="22771"/>
                </a:lnTo>
                <a:lnTo>
                  <a:pt x="122679" y="22771"/>
                </a:lnTo>
                <a:lnTo>
                  <a:pt x="122679" y="49915"/>
                </a:lnTo>
                <a:cubicBezTo>
                  <a:pt x="122679" y="59550"/>
                  <a:pt x="126367" y="64367"/>
                  <a:pt x="133743" y="64367"/>
                </a:cubicBezTo>
                <a:cubicBezTo>
                  <a:pt x="137402" y="64367"/>
                  <a:pt x="140361" y="63016"/>
                  <a:pt x="142619" y="60314"/>
                </a:cubicBezTo>
                <a:cubicBezTo>
                  <a:pt x="144878" y="57613"/>
                  <a:pt x="146007" y="54204"/>
                  <a:pt x="146007" y="50087"/>
                </a:cubicBezTo>
                <a:lnTo>
                  <a:pt x="146007" y="22771"/>
                </a:lnTo>
                <a:lnTo>
                  <a:pt x="154455" y="22771"/>
                </a:lnTo>
                <a:lnTo>
                  <a:pt x="154455" y="70199"/>
                </a:lnTo>
                <a:close/>
                <a:moveTo>
                  <a:pt x="195649" y="31090"/>
                </a:moveTo>
                <a:cubicBezTo>
                  <a:pt x="194248" y="30089"/>
                  <a:pt x="192318" y="29589"/>
                  <a:pt x="189860" y="29589"/>
                </a:cubicBezTo>
                <a:cubicBezTo>
                  <a:pt x="186601" y="29589"/>
                  <a:pt x="183913" y="31111"/>
                  <a:pt x="181798" y="34156"/>
                </a:cubicBezTo>
                <a:cubicBezTo>
                  <a:pt x="179682" y="37201"/>
                  <a:pt x="178625" y="41210"/>
                  <a:pt x="178625" y="46185"/>
                </a:cubicBezTo>
                <a:lnTo>
                  <a:pt x="178625" y="70199"/>
                </a:lnTo>
                <a:lnTo>
                  <a:pt x="170220" y="70199"/>
                </a:lnTo>
                <a:lnTo>
                  <a:pt x="170220" y="22771"/>
                </a:lnTo>
                <a:lnTo>
                  <a:pt x="178625" y="22771"/>
                </a:lnTo>
                <a:lnTo>
                  <a:pt x="178625" y="32419"/>
                </a:lnTo>
                <a:lnTo>
                  <a:pt x="178796" y="32419"/>
                </a:lnTo>
                <a:cubicBezTo>
                  <a:pt x="181198" y="25444"/>
                  <a:pt x="185343" y="21956"/>
                  <a:pt x="191232" y="21956"/>
                </a:cubicBezTo>
                <a:cubicBezTo>
                  <a:pt x="193147" y="21956"/>
                  <a:pt x="194620" y="22170"/>
                  <a:pt x="195649" y="22599"/>
                </a:cubicBezTo>
                <a:lnTo>
                  <a:pt x="195649" y="31090"/>
                </a:lnTo>
                <a:close/>
                <a:moveTo>
                  <a:pt x="243275" y="70199"/>
                </a:moveTo>
                <a:lnTo>
                  <a:pt x="234913" y="70199"/>
                </a:lnTo>
                <a:lnTo>
                  <a:pt x="234913" y="43226"/>
                </a:lnTo>
                <a:cubicBezTo>
                  <a:pt x="234913" y="33477"/>
                  <a:pt x="231354" y="28603"/>
                  <a:pt x="224235" y="28603"/>
                </a:cubicBezTo>
                <a:cubicBezTo>
                  <a:pt x="220547" y="28603"/>
                  <a:pt x="217517" y="29975"/>
                  <a:pt x="215144" y="32719"/>
                </a:cubicBezTo>
                <a:cubicBezTo>
                  <a:pt x="212771" y="35464"/>
                  <a:pt x="211585" y="38937"/>
                  <a:pt x="211585" y="43140"/>
                </a:cubicBezTo>
                <a:lnTo>
                  <a:pt x="211585" y="70199"/>
                </a:lnTo>
                <a:lnTo>
                  <a:pt x="203180" y="70199"/>
                </a:lnTo>
                <a:lnTo>
                  <a:pt x="203180" y="22771"/>
                </a:lnTo>
                <a:lnTo>
                  <a:pt x="211585" y="22771"/>
                </a:lnTo>
                <a:lnTo>
                  <a:pt x="211585" y="30618"/>
                </a:lnTo>
                <a:lnTo>
                  <a:pt x="211756" y="30618"/>
                </a:lnTo>
                <a:cubicBezTo>
                  <a:pt x="215330" y="24643"/>
                  <a:pt x="220519" y="21656"/>
                  <a:pt x="227323" y="21656"/>
                </a:cubicBezTo>
                <a:cubicBezTo>
                  <a:pt x="232526" y="21656"/>
                  <a:pt x="236485" y="23321"/>
                  <a:pt x="239201" y="26652"/>
                </a:cubicBezTo>
                <a:cubicBezTo>
                  <a:pt x="241917" y="29982"/>
                  <a:pt x="243275" y="34835"/>
                  <a:pt x="243275" y="41210"/>
                </a:cubicBezTo>
                <a:lnTo>
                  <a:pt x="243275" y="70199"/>
                </a:lnTo>
                <a:close/>
                <a:moveTo>
                  <a:pt x="281020" y="59950"/>
                </a:moveTo>
                <a:cubicBezTo>
                  <a:pt x="285252" y="63009"/>
                  <a:pt x="289811" y="64538"/>
                  <a:pt x="294700" y="64538"/>
                </a:cubicBezTo>
                <a:cubicBezTo>
                  <a:pt x="301247" y="64538"/>
                  <a:pt x="304520" y="62394"/>
                  <a:pt x="304520" y="58106"/>
                </a:cubicBezTo>
                <a:cubicBezTo>
                  <a:pt x="304520" y="56276"/>
                  <a:pt x="303805" y="54768"/>
                  <a:pt x="302376" y="53582"/>
                </a:cubicBezTo>
                <a:cubicBezTo>
                  <a:pt x="300947" y="52395"/>
                  <a:pt x="298045" y="50987"/>
                  <a:pt x="293671" y="49358"/>
                </a:cubicBezTo>
                <a:cubicBezTo>
                  <a:pt x="288411" y="47242"/>
                  <a:pt x="284994" y="45148"/>
                  <a:pt x="283422" y="43076"/>
                </a:cubicBezTo>
                <a:cubicBezTo>
                  <a:pt x="281850" y="41003"/>
                  <a:pt x="281063" y="38494"/>
                  <a:pt x="281063" y="35550"/>
                </a:cubicBezTo>
                <a:cubicBezTo>
                  <a:pt x="281063" y="31347"/>
                  <a:pt x="282843" y="27981"/>
                  <a:pt x="286402" y="25451"/>
                </a:cubicBezTo>
                <a:cubicBezTo>
                  <a:pt x="289961" y="22921"/>
                  <a:pt x="294343" y="21656"/>
                  <a:pt x="299546" y="21656"/>
                </a:cubicBezTo>
                <a:cubicBezTo>
                  <a:pt x="303577" y="21656"/>
                  <a:pt x="307322" y="22356"/>
                  <a:pt x="310781" y="23757"/>
                </a:cubicBezTo>
                <a:lnTo>
                  <a:pt x="310781" y="31862"/>
                </a:lnTo>
                <a:cubicBezTo>
                  <a:pt x="307236" y="29575"/>
                  <a:pt x="303219" y="28431"/>
                  <a:pt x="298731" y="28431"/>
                </a:cubicBezTo>
                <a:cubicBezTo>
                  <a:pt x="296044" y="28431"/>
                  <a:pt x="293857" y="29017"/>
                  <a:pt x="292170" y="30189"/>
                </a:cubicBezTo>
                <a:cubicBezTo>
                  <a:pt x="290483" y="31361"/>
                  <a:pt x="289640" y="32905"/>
                  <a:pt x="289640" y="34821"/>
                </a:cubicBezTo>
                <a:cubicBezTo>
                  <a:pt x="289640" y="36707"/>
                  <a:pt x="290247" y="38180"/>
                  <a:pt x="291462" y="39238"/>
                </a:cubicBezTo>
                <a:cubicBezTo>
                  <a:pt x="292677" y="40295"/>
                  <a:pt x="295372" y="41653"/>
                  <a:pt x="299546" y="43311"/>
                </a:cubicBezTo>
                <a:cubicBezTo>
                  <a:pt x="304835" y="45284"/>
                  <a:pt x="308408" y="47328"/>
                  <a:pt x="310266" y="49444"/>
                </a:cubicBezTo>
                <a:cubicBezTo>
                  <a:pt x="312125" y="51559"/>
                  <a:pt x="313054" y="54175"/>
                  <a:pt x="313054" y="57291"/>
                </a:cubicBezTo>
                <a:cubicBezTo>
                  <a:pt x="313054" y="61637"/>
                  <a:pt x="311274" y="65060"/>
                  <a:pt x="307715" y="67562"/>
                </a:cubicBezTo>
                <a:cubicBezTo>
                  <a:pt x="304156" y="70063"/>
                  <a:pt x="299546" y="71314"/>
                  <a:pt x="293885" y="71314"/>
                </a:cubicBezTo>
                <a:cubicBezTo>
                  <a:pt x="288968" y="71314"/>
                  <a:pt x="284680" y="70385"/>
                  <a:pt x="281020" y="68526"/>
                </a:cubicBezTo>
                <a:lnTo>
                  <a:pt x="281020" y="59950"/>
                </a:lnTo>
                <a:close/>
                <a:moveTo>
                  <a:pt x="346699" y="69727"/>
                </a:moveTo>
                <a:cubicBezTo>
                  <a:pt x="344869" y="70728"/>
                  <a:pt x="342397" y="71228"/>
                  <a:pt x="339280" y="71228"/>
                </a:cubicBezTo>
                <a:cubicBezTo>
                  <a:pt x="330790" y="71228"/>
                  <a:pt x="326544" y="66525"/>
                  <a:pt x="326544" y="57120"/>
                </a:cubicBezTo>
                <a:lnTo>
                  <a:pt x="326544" y="29718"/>
                </a:lnTo>
                <a:lnTo>
                  <a:pt x="318397" y="29718"/>
                </a:lnTo>
                <a:lnTo>
                  <a:pt x="318397" y="22771"/>
                </a:lnTo>
                <a:lnTo>
                  <a:pt x="326544" y="22771"/>
                </a:lnTo>
                <a:lnTo>
                  <a:pt x="326544" y="11364"/>
                </a:lnTo>
                <a:lnTo>
                  <a:pt x="334906" y="8705"/>
                </a:lnTo>
                <a:lnTo>
                  <a:pt x="334906" y="22771"/>
                </a:lnTo>
                <a:lnTo>
                  <a:pt x="346699" y="22771"/>
                </a:lnTo>
                <a:lnTo>
                  <a:pt x="346699" y="29718"/>
                </a:lnTo>
                <a:lnTo>
                  <a:pt x="334906" y="29718"/>
                </a:lnTo>
                <a:lnTo>
                  <a:pt x="334906" y="55619"/>
                </a:lnTo>
                <a:cubicBezTo>
                  <a:pt x="334906" y="58735"/>
                  <a:pt x="335435" y="60965"/>
                  <a:pt x="336493" y="62308"/>
                </a:cubicBezTo>
                <a:cubicBezTo>
                  <a:pt x="337551" y="63652"/>
                  <a:pt x="339309" y="64324"/>
                  <a:pt x="341768" y="64324"/>
                </a:cubicBezTo>
                <a:cubicBezTo>
                  <a:pt x="343654" y="64324"/>
                  <a:pt x="345298" y="63795"/>
                  <a:pt x="346699" y="62737"/>
                </a:cubicBezTo>
                <a:lnTo>
                  <a:pt x="346699" y="69727"/>
                </a:lnTo>
                <a:close/>
                <a:moveTo>
                  <a:pt x="382318" y="31090"/>
                </a:moveTo>
                <a:cubicBezTo>
                  <a:pt x="380917" y="30089"/>
                  <a:pt x="378987" y="29589"/>
                  <a:pt x="376529" y="29589"/>
                </a:cubicBezTo>
                <a:cubicBezTo>
                  <a:pt x="373270" y="29589"/>
                  <a:pt x="370582" y="31111"/>
                  <a:pt x="368467" y="34156"/>
                </a:cubicBezTo>
                <a:cubicBezTo>
                  <a:pt x="366351" y="37201"/>
                  <a:pt x="365294" y="41210"/>
                  <a:pt x="365294" y="46185"/>
                </a:cubicBezTo>
                <a:lnTo>
                  <a:pt x="365294" y="70199"/>
                </a:lnTo>
                <a:lnTo>
                  <a:pt x="356889" y="70199"/>
                </a:lnTo>
                <a:lnTo>
                  <a:pt x="356889" y="22771"/>
                </a:lnTo>
                <a:lnTo>
                  <a:pt x="365294" y="22771"/>
                </a:lnTo>
                <a:lnTo>
                  <a:pt x="365294" y="32419"/>
                </a:lnTo>
                <a:lnTo>
                  <a:pt x="365465" y="32419"/>
                </a:lnTo>
                <a:cubicBezTo>
                  <a:pt x="367867" y="25444"/>
                  <a:pt x="372012" y="21956"/>
                  <a:pt x="377901" y="21956"/>
                </a:cubicBezTo>
                <a:cubicBezTo>
                  <a:pt x="379816" y="21956"/>
                  <a:pt x="381289" y="22170"/>
                  <a:pt x="382318" y="22599"/>
                </a:cubicBezTo>
                <a:lnTo>
                  <a:pt x="382318" y="31090"/>
                </a:lnTo>
                <a:close/>
                <a:moveTo>
                  <a:pt x="428529" y="70199"/>
                </a:moveTo>
                <a:lnTo>
                  <a:pt x="390449" y="70199"/>
                </a:lnTo>
                <a:lnTo>
                  <a:pt x="390449" y="62952"/>
                </a:lnTo>
                <a:lnTo>
                  <a:pt x="405329" y="62952"/>
                </a:lnTo>
                <a:lnTo>
                  <a:pt x="405329" y="12522"/>
                </a:lnTo>
                <a:lnTo>
                  <a:pt x="390063" y="16939"/>
                </a:lnTo>
                <a:lnTo>
                  <a:pt x="390063" y="9220"/>
                </a:lnTo>
                <a:lnTo>
                  <a:pt x="413691" y="2359"/>
                </a:lnTo>
                <a:lnTo>
                  <a:pt x="413691" y="62952"/>
                </a:lnTo>
                <a:lnTo>
                  <a:pt x="428529" y="62952"/>
                </a:lnTo>
                <a:lnTo>
                  <a:pt x="428529" y="70199"/>
                </a:lnTo>
                <a:close/>
                <a:moveTo>
                  <a:pt x="438675" y="65782"/>
                </a:moveTo>
                <a:cubicBezTo>
                  <a:pt x="438675" y="64238"/>
                  <a:pt x="439204" y="62937"/>
                  <a:pt x="440262" y="61880"/>
                </a:cubicBezTo>
                <a:cubicBezTo>
                  <a:pt x="441320" y="60822"/>
                  <a:pt x="442635" y="60293"/>
                  <a:pt x="444207" y="60293"/>
                </a:cubicBezTo>
                <a:cubicBezTo>
                  <a:pt x="445808" y="60293"/>
                  <a:pt x="447137" y="60829"/>
                  <a:pt x="448195" y="61901"/>
                </a:cubicBezTo>
                <a:cubicBezTo>
                  <a:pt x="449253" y="62973"/>
                  <a:pt x="449782" y="64267"/>
                  <a:pt x="449782" y="65782"/>
                </a:cubicBezTo>
                <a:cubicBezTo>
                  <a:pt x="449782" y="67268"/>
                  <a:pt x="449253" y="68548"/>
                  <a:pt x="448195" y="69620"/>
                </a:cubicBezTo>
                <a:cubicBezTo>
                  <a:pt x="447137" y="70692"/>
                  <a:pt x="445794" y="71228"/>
                  <a:pt x="444164" y="71228"/>
                </a:cubicBezTo>
                <a:cubicBezTo>
                  <a:pt x="442592" y="71228"/>
                  <a:pt x="441284" y="70692"/>
                  <a:pt x="440240" y="69620"/>
                </a:cubicBezTo>
                <a:cubicBezTo>
                  <a:pt x="439197" y="68548"/>
                  <a:pt x="438675" y="67268"/>
                  <a:pt x="438675" y="65782"/>
                </a:cubicBezTo>
                <a:close/>
                <a:moveTo>
                  <a:pt x="488488" y="31090"/>
                </a:moveTo>
                <a:cubicBezTo>
                  <a:pt x="487087" y="30089"/>
                  <a:pt x="485157" y="29589"/>
                  <a:pt x="482699" y="29589"/>
                </a:cubicBezTo>
                <a:cubicBezTo>
                  <a:pt x="479440" y="29589"/>
                  <a:pt x="476752" y="31111"/>
                  <a:pt x="474637" y="34156"/>
                </a:cubicBezTo>
                <a:cubicBezTo>
                  <a:pt x="472521" y="37201"/>
                  <a:pt x="471463" y="41210"/>
                  <a:pt x="471463" y="46185"/>
                </a:cubicBezTo>
                <a:lnTo>
                  <a:pt x="471463" y="70199"/>
                </a:lnTo>
                <a:lnTo>
                  <a:pt x="463058" y="70199"/>
                </a:lnTo>
                <a:lnTo>
                  <a:pt x="463058" y="22771"/>
                </a:lnTo>
                <a:lnTo>
                  <a:pt x="471463" y="22771"/>
                </a:lnTo>
                <a:lnTo>
                  <a:pt x="471463" y="32419"/>
                </a:lnTo>
                <a:lnTo>
                  <a:pt x="471635" y="32419"/>
                </a:lnTo>
                <a:cubicBezTo>
                  <a:pt x="474036" y="25444"/>
                  <a:pt x="478182" y="21956"/>
                  <a:pt x="484071" y="21956"/>
                </a:cubicBezTo>
                <a:cubicBezTo>
                  <a:pt x="485986" y="21956"/>
                  <a:pt x="487459" y="22170"/>
                  <a:pt x="488488" y="22599"/>
                </a:cubicBezTo>
                <a:lnTo>
                  <a:pt x="488488" y="31090"/>
                </a:lnTo>
                <a:close/>
                <a:moveTo>
                  <a:pt x="534656" y="48629"/>
                </a:moveTo>
                <a:lnTo>
                  <a:pt x="501465" y="48629"/>
                </a:lnTo>
                <a:cubicBezTo>
                  <a:pt x="501608" y="53689"/>
                  <a:pt x="502994" y="57598"/>
                  <a:pt x="505624" y="60357"/>
                </a:cubicBezTo>
                <a:cubicBezTo>
                  <a:pt x="508254" y="63116"/>
                  <a:pt x="511928" y="64495"/>
                  <a:pt x="516645" y="64495"/>
                </a:cubicBezTo>
                <a:cubicBezTo>
                  <a:pt x="521963" y="64495"/>
                  <a:pt x="526837" y="62794"/>
                  <a:pt x="531268" y="59392"/>
                </a:cubicBezTo>
                <a:lnTo>
                  <a:pt x="531268" y="66897"/>
                </a:lnTo>
                <a:cubicBezTo>
                  <a:pt x="527094" y="69841"/>
                  <a:pt x="521562" y="71314"/>
                  <a:pt x="514672" y="71314"/>
                </a:cubicBezTo>
                <a:cubicBezTo>
                  <a:pt x="507811" y="71314"/>
                  <a:pt x="502458" y="69141"/>
                  <a:pt x="498613" y="64796"/>
                </a:cubicBezTo>
                <a:cubicBezTo>
                  <a:pt x="494768" y="60450"/>
                  <a:pt x="492845" y="54418"/>
                  <a:pt x="492845" y="46699"/>
                </a:cubicBezTo>
                <a:cubicBezTo>
                  <a:pt x="492845" y="39438"/>
                  <a:pt x="494954" y="33448"/>
                  <a:pt x="499170" y="28731"/>
                </a:cubicBezTo>
                <a:cubicBezTo>
                  <a:pt x="503387" y="24014"/>
                  <a:pt x="508626" y="21656"/>
                  <a:pt x="514887" y="21656"/>
                </a:cubicBezTo>
                <a:cubicBezTo>
                  <a:pt x="521091" y="21656"/>
                  <a:pt x="525936" y="23650"/>
                  <a:pt x="529424" y="27638"/>
                </a:cubicBezTo>
                <a:cubicBezTo>
                  <a:pt x="532912" y="31626"/>
                  <a:pt x="534656" y="37208"/>
                  <a:pt x="534656" y="44383"/>
                </a:cubicBezTo>
                <a:lnTo>
                  <a:pt x="534656" y="48629"/>
                </a:lnTo>
                <a:moveTo>
                  <a:pt x="526251" y="41896"/>
                </a:moveTo>
                <a:cubicBezTo>
                  <a:pt x="526222" y="37608"/>
                  <a:pt x="525207" y="34292"/>
                  <a:pt x="523206" y="31948"/>
                </a:cubicBezTo>
                <a:cubicBezTo>
                  <a:pt x="521205" y="29603"/>
                  <a:pt x="518389" y="28431"/>
                  <a:pt x="514758" y="28431"/>
                </a:cubicBezTo>
                <a:cubicBezTo>
                  <a:pt x="511413" y="28431"/>
                  <a:pt x="508519" y="29675"/>
                  <a:pt x="506075" y="32162"/>
                </a:cubicBezTo>
                <a:cubicBezTo>
                  <a:pt x="503630" y="34649"/>
                  <a:pt x="502094" y="37894"/>
                  <a:pt x="501465" y="41896"/>
                </a:cubicBezTo>
                <a:lnTo>
                  <a:pt x="526251" y="41896"/>
                </a:lnTo>
                <a:close/>
                <a:moveTo>
                  <a:pt x="553807" y="63509"/>
                </a:moveTo>
                <a:lnTo>
                  <a:pt x="553807" y="92026"/>
                </a:lnTo>
                <a:lnTo>
                  <a:pt x="545402" y="92026"/>
                </a:lnTo>
                <a:lnTo>
                  <a:pt x="545402" y="22771"/>
                </a:lnTo>
                <a:lnTo>
                  <a:pt x="553807" y="22771"/>
                </a:lnTo>
                <a:lnTo>
                  <a:pt x="553807" y="30961"/>
                </a:lnTo>
                <a:lnTo>
                  <a:pt x="553978" y="30961"/>
                </a:lnTo>
                <a:cubicBezTo>
                  <a:pt x="557695" y="24758"/>
                  <a:pt x="563126" y="21656"/>
                  <a:pt x="570273" y="21656"/>
                </a:cubicBezTo>
                <a:cubicBezTo>
                  <a:pt x="576334" y="21656"/>
                  <a:pt x="581087" y="23778"/>
                  <a:pt x="584532" y="28024"/>
                </a:cubicBezTo>
                <a:cubicBezTo>
                  <a:pt x="587977" y="32269"/>
                  <a:pt x="589699" y="37965"/>
                  <a:pt x="589699" y="45112"/>
                </a:cubicBezTo>
                <a:cubicBezTo>
                  <a:pt x="589699" y="53003"/>
                  <a:pt x="587748" y="59342"/>
                  <a:pt x="583846" y="64131"/>
                </a:cubicBezTo>
                <a:cubicBezTo>
                  <a:pt x="579944" y="68919"/>
                  <a:pt x="574690" y="71314"/>
                  <a:pt x="568086" y="71314"/>
                </a:cubicBezTo>
                <a:cubicBezTo>
                  <a:pt x="561997" y="71314"/>
                  <a:pt x="557294" y="68712"/>
                  <a:pt x="553978" y="63509"/>
                </a:cubicBezTo>
                <a:lnTo>
                  <a:pt x="553807" y="63509"/>
                </a:lnTo>
                <a:moveTo>
                  <a:pt x="553764" y="50644"/>
                </a:moveTo>
                <a:cubicBezTo>
                  <a:pt x="553764" y="54504"/>
                  <a:pt x="555007" y="57756"/>
                  <a:pt x="557494" y="60400"/>
                </a:cubicBezTo>
                <a:cubicBezTo>
                  <a:pt x="559982" y="63045"/>
                  <a:pt x="563098" y="64367"/>
                  <a:pt x="566843" y="64367"/>
                </a:cubicBezTo>
                <a:cubicBezTo>
                  <a:pt x="571303" y="64367"/>
                  <a:pt x="574790" y="62651"/>
                  <a:pt x="577306" y="59221"/>
                </a:cubicBezTo>
                <a:cubicBezTo>
                  <a:pt x="579822" y="55790"/>
                  <a:pt x="581080" y="51045"/>
                  <a:pt x="581080" y="44984"/>
                </a:cubicBezTo>
                <a:cubicBezTo>
                  <a:pt x="581080" y="39867"/>
                  <a:pt x="579908" y="35857"/>
                  <a:pt x="577564" y="32955"/>
                </a:cubicBezTo>
                <a:cubicBezTo>
                  <a:pt x="575219" y="30054"/>
                  <a:pt x="572017" y="28603"/>
                  <a:pt x="567958" y="28603"/>
                </a:cubicBezTo>
                <a:cubicBezTo>
                  <a:pt x="563813" y="28603"/>
                  <a:pt x="560411" y="30075"/>
                  <a:pt x="557752" y="33020"/>
                </a:cubicBezTo>
                <a:cubicBezTo>
                  <a:pt x="555093" y="35964"/>
                  <a:pt x="553764" y="39738"/>
                  <a:pt x="553764" y="44341"/>
                </a:cubicBezTo>
                <a:lnTo>
                  <a:pt x="553764" y="50644"/>
                </a:lnTo>
                <a:close/>
                <a:moveTo>
                  <a:pt x="602120" y="70199"/>
                </a:moveTo>
                <a:lnTo>
                  <a:pt x="602120" y="0"/>
                </a:lnTo>
                <a:lnTo>
                  <a:pt x="610525" y="0"/>
                </a:lnTo>
                <a:lnTo>
                  <a:pt x="610525" y="70199"/>
                </a:lnTo>
                <a:lnTo>
                  <a:pt x="602120" y="70199"/>
                </a:lnTo>
                <a:close/>
                <a:moveTo>
                  <a:pt x="627103" y="26073"/>
                </a:moveTo>
                <a:cubicBezTo>
                  <a:pt x="631821" y="23128"/>
                  <a:pt x="637267" y="21656"/>
                  <a:pt x="643442" y="21656"/>
                </a:cubicBezTo>
                <a:cubicBezTo>
                  <a:pt x="654877" y="21656"/>
                  <a:pt x="660595" y="27659"/>
                  <a:pt x="660595" y="39666"/>
                </a:cubicBezTo>
                <a:lnTo>
                  <a:pt x="660595" y="70199"/>
                </a:lnTo>
                <a:lnTo>
                  <a:pt x="652276" y="70199"/>
                </a:lnTo>
                <a:lnTo>
                  <a:pt x="652276" y="62866"/>
                </a:lnTo>
                <a:lnTo>
                  <a:pt x="652061" y="62866"/>
                </a:lnTo>
                <a:cubicBezTo>
                  <a:pt x="648773" y="68498"/>
                  <a:pt x="643928" y="71314"/>
                  <a:pt x="637524" y="71314"/>
                </a:cubicBezTo>
                <a:cubicBezTo>
                  <a:pt x="632921" y="71314"/>
                  <a:pt x="629262" y="70070"/>
                  <a:pt x="626546" y="67583"/>
                </a:cubicBezTo>
                <a:cubicBezTo>
                  <a:pt x="623830" y="65096"/>
                  <a:pt x="622472" y="61737"/>
                  <a:pt x="622472" y="57506"/>
                </a:cubicBezTo>
                <a:cubicBezTo>
                  <a:pt x="622472" y="48643"/>
                  <a:pt x="627718" y="43483"/>
                  <a:pt x="638210" y="42025"/>
                </a:cubicBezTo>
                <a:lnTo>
                  <a:pt x="652276" y="40052"/>
                </a:lnTo>
                <a:cubicBezTo>
                  <a:pt x="652276" y="32305"/>
                  <a:pt x="649074" y="28431"/>
                  <a:pt x="642670" y="28431"/>
                </a:cubicBezTo>
                <a:cubicBezTo>
                  <a:pt x="636981" y="28431"/>
                  <a:pt x="631792" y="30347"/>
                  <a:pt x="627103" y="34177"/>
                </a:cubicBezTo>
                <a:lnTo>
                  <a:pt x="627103" y="26073"/>
                </a:lnTo>
                <a:moveTo>
                  <a:pt x="641169" y="47900"/>
                </a:moveTo>
                <a:cubicBezTo>
                  <a:pt x="637281" y="48414"/>
                  <a:pt x="634601" y="49386"/>
                  <a:pt x="633128" y="50816"/>
                </a:cubicBezTo>
                <a:cubicBezTo>
                  <a:pt x="631656" y="52245"/>
                  <a:pt x="630920" y="54246"/>
                  <a:pt x="630920" y="56819"/>
                </a:cubicBezTo>
                <a:cubicBezTo>
                  <a:pt x="630920" y="59078"/>
                  <a:pt x="631720" y="60922"/>
                  <a:pt x="633321" y="62351"/>
                </a:cubicBezTo>
                <a:cubicBezTo>
                  <a:pt x="634922" y="63781"/>
                  <a:pt x="637038" y="64495"/>
                  <a:pt x="639668" y="64495"/>
                </a:cubicBezTo>
                <a:cubicBezTo>
                  <a:pt x="643327" y="64495"/>
                  <a:pt x="646343" y="63209"/>
                  <a:pt x="648716" y="60636"/>
                </a:cubicBezTo>
                <a:cubicBezTo>
                  <a:pt x="651089" y="58063"/>
                  <a:pt x="652276" y="54833"/>
                  <a:pt x="652276" y="50945"/>
                </a:cubicBezTo>
                <a:lnTo>
                  <a:pt x="652276" y="46399"/>
                </a:lnTo>
                <a:lnTo>
                  <a:pt x="641169" y="47900"/>
                </a:lnTo>
                <a:close/>
                <a:moveTo>
                  <a:pt x="708134" y="68055"/>
                </a:moveTo>
                <a:cubicBezTo>
                  <a:pt x="704503" y="70227"/>
                  <a:pt x="700129" y="71314"/>
                  <a:pt x="695012" y="71314"/>
                </a:cubicBezTo>
                <a:cubicBezTo>
                  <a:pt x="688151" y="71314"/>
                  <a:pt x="682633" y="69112"/>
                  <a:pt x="678459" y="64710"/>
                </a:cubicBezTo>
                <a:cubicBezTo>
                  <a:pt x="674285" y="60307"/>
                  <a:pt x="672199" y="54604"/>
                  <a:pt x="672199" y="47600"/>
                </a:cubicBezTo>
                <a:cubicBezTo>
                  <a:pt x="672199" y="39824"/>
                  <a:pt x="674450" y="33556"/>
                  <a:pt x="678953" y="28796"/>
                </a:cubicBezTo>
                <a:cubicBezTo>
                  <a:pt x="683455" y="24036"/>
                  <a:pt x="689480" y="21656"/>
                  <a:pt x="697028" y="21656"/>
                </a:cubicBezTo>
                <a:cubicBezTo>
                  <a:pt x="701373" y="21656"/>
                  <a:pt x="705089" y="22428"/>
                  <a:pt x="708177" y="23971"/>
                </a:cubicBezTo>
                <a:lnTo>
                  <a:pt x="708177" y="32291"/>
                </a:lnTo>
                <a:cubicBezTo>
                  <a:pt x="704832" y="29832"/>
                  <a:pt x="701116" y="28603"/>
                  <a:pt x="697028" y="28603"/>
                </a:cubicBezTo>
                <a:cubicBezTo>
                  <a:pt x="692225" y="28603"/>
                  <a:pt x="688315" y="30268"/>
                  <a:pt x="685299" y="33599"/>
                </a:cubicBezTo>
                <a:cubicBezTo>
                  <a:pt x="682283" y="36929"/>
                  <a:pt x="680775" y="41367"/>
                  <a:pt x="680775" y="46914"/>
                </a:cubicBezTo>
                <a:cubicBezTo>
                  <a:pt x="680775" y="52374"/>
                  <a:pt x="682197" y="56648"/>
                  <a:pt x="685042" y="59735"/>
                </a:cubicBezTo>
                <a:cubicBezTo>
                  <a:pt x="687886" y="62823"/>
                  <a:pt x="691724" y="64367"/>
                  <a:pt x="696556" y="64367"/>
                </a:cubicBezTo>
                <a:cubicBezTo>
                  <a:pt x="700644" y="64367"/>
                  <a:pt x="704503" y="63023"/>
                  <a:pt x="708134" y="60336"/>
                </a:cubicBezTo>
                <a:lnTo>
                  <a:pt x="708134" y="68055"/>
                </a:lnTo>
                <a:close/>
                <a:moveTo>
                  <a:pt x="757947" y="48629"/>
                </a:moveTo>
                <a:lnTo>
                  <a:pt x="724756" y="48629"/>
                </a:lnTo>
                <a:cubicBezTo>
                  <a:pt x="724899" y="53689"/>
                  <a:pt x="726285" y="57598"/>
                  <a:pt x="728916" y="60357"/>
                </a:cubicBezTo>
                <a:cubicBezTo>
                  <a:pt x="731546" y="63116"/>
                  <a:pt x="735219" y="64495"/>
                  <a:pt x="739936" y="64495"/>
                </a:cubicBezTo>
                <a:cubicBezTo>
                  <a:pt x="745254" y="64495"/>
                  <a:pt x="750128" y="62794"/>
                  <a:pt x="754559" y="59392"/>
                </a:cubicBezTo>
                <a:lnTo>
                  <a:pt x="754559" y="66897"/>
                </a:lnTo>
                <a:cubicBezTo>
                  <a:pt x="750385" y="69841"/>
                  <a:pt x="744854" y="71314"/>
                  <a:pt x="737964" y="71314"/>
                </a:cubicBezTo>
                <a:cubicBezTo>
                  <a:pt x="731103" y="71314"/>
                  <a:pt x="725749" y="69141"/>
                  <a:pt x="721904" y="64796"/>
                </a:cubicBezTo>
                <a:cubicBezTo>
                  <a:pt x="718059" y="60450"/>
                  <a:pt x="716137" y="54418"/>
                  <a:pt x="716137" y="46699"/>
                </a:cubicBezTo>
                <a:cubicBezTo>
                  <a:pt x="716137" y="39438"/>
                  <a:pt x="718245" y="33448"/>
                  <a:pt x="722462" y="28731"/>
                </a:cubicBezTo>
                <a:cubicBezTo>
                  <a:pt x="726679" y="24014"/>
                  <a:pt x="731917" y="21656"/>
                  <a:pt x="738178" y="21656"/>
                </a:cubicBezTo>
                <a:cubicBezTo>
                  <a:pt x="744382" y="21656"/>
                  <a:pt x="749228" y="23650"/>
                  <a:pt x="752715" y="27638"/>
                </a:cubicBezTo>
                <a:cubicBezTo>
                  <a:pt x="756203" y="31626"/>
                  <a:pt x="757947" y="37208"/>
                  <a:pt x="757947" y="44383"/>
                </a:cubicBezTo>
                <a:lnTo>
                  <a:pt x="757947" y="48629"/>
                </a:lnTo>
                <a:moveTo>
                  <a:pt x="749542" y="41896"/>
                </a:moveTo>
                <a:cubicBezTo>
                  <a:pt x="749514" y="37608"/>
                  <a:pt x="748499" y="34292"/>
                  <a:pt x="746497" y="31948"/>
                </a:cubicBezTo>
                <a:cubicBezTo>
                  <a:pt x="744496" y="29603"/>
                  <a:pt x="741680" y="28431"/>
                  <a:pt x="738050" y="28431"/>
                </a:cubicBezTo>
                <a:cubicBezTo>
                  <a:pt x="734705" y="28431"/>
                  <a:pt x="731810" y="29675"/>
                  <a:pt x="729366" y="32162"/>
                </a:cubicBezTo>
                <a:cubicBezTo>
                  <a:pt x="726922" y="34649"/>
                  <a:pt x="725385" y="37894"/>
                  <a:pt x="724756" y="41896"/>
                </a:cubicBezTo>
                <a:lnTo>
                  <a:pt x="749542" y="41896"/>
                </a:lnTo>
                <a:close/>
                <a:moveTo>
                  <a:pt x="782201" y="85293"/>
                </a:moveTo>
                <a:cubicBezTo>
                  <a:pt x="772567" y="74316"/>
                  <a:pt x="767750" y="60836"/>
                  <a:pt x="767750" y="44855"/>
                </a:cubicBezTo>
                <a:cubicBezTo>
                  <a:pt x="767750" y="28874"/>
                  <a:pt x="772567" y="15180"/>
                  <a:pt x="782201" y="3774"/>
                </a:cubicBezTo>
                <a:lnTo>
                  <a:pt x="789620" y="3774"/>
                </a:lnTo>
                <a:cubicBezTo>
                  <a:pt x="779957" y="15638"/>
                  <a:pt x="775126" y="29303"/>
                  <a:pt x="775126" y="44769"/>
                </a:cubicBezTo>
                <a:cubicBezTo>
                  <a:pt x="775126" y="60207"/>
                  <a:pt x="779928" y="73715"/>
                  <a:pt x="789534" y="85293"/>
                </a:cubicBezTo>
                <a:lnTo>
                  <a:pt x="782201" y="85293"/>
                </a:lnTo>
                <a:close/>
                <a:moveTo>
                  <a:pt x="808085" y="3688"/>
                </a:moveTo>
                <a:lnTo>
                  <a:pt x="806670" y="24357"/>
                </a:lnTo>
                <a:lnTo>
                  <a:pt x="800924" y="24357"/>
                </a:lnTo>
                <a:lnTo>
                  <a:pt x="799552" y="3688"/>
                </a:lnTo>
                <a:lnTo>
                  <a:pt x="808085" y="3688"/>
                </a:lnTo>
                <a:moveTo>
                  <a:pt x="819663" y="3688"/>
                </a:moveTo>
                <a:lnTo>
                  <a:pt x="818291" y="24357"/>
                </a:lnTo>
                <a:lnTo>
                  <a:pt x="812502" y="24357"/>
                </a:lnTo>
                <a:lnTo>
                  <a:pt x="811087" y="3688"/>
                </a:lnTo>
                <a:lnTo>
                  <a:pt x="819663" y="3688"/>
                </a:lnTo>
                <a:close/>
                <a:moveTo>
                  <a:pt x="872073" y="3688"/>
                </a:moveTo>
                <a:lnTo>
                  <a:pt x="870658" y="24357"/>
                </a:lnTo>
                <a:lnTo>
                  <a:pt x="864912" y="24357"/>
                </a:lnTo>
                <a:lnTo>
                  <a:pt x="863540" y="3688"/>
                </a:lnTo>
                <a:lnTo>
                  <a:pt x="872073" y="3688"/>
                </a:lnTo>
                <a:moveTo>
                  <a:pt x="883652" y="3688"/>
                </a:moveTo>
                <a:lnTo>
                  <a:pt x="882280" y="24357"/>
                </a:lnTo>
                <a:lnTo>
                  <a:pt x="876490" y="24357"/>
                </a:lnTo>
                <a:lnTo>
                  <a:pt x="875075" y="3688"/>
                </a:lnTo>
                <a:lnTo>
                  <a:pt x="883652" y="3688"/>
                </a:lnTo>
                <a:close/>
                <a:moveTo>
                  <a:pt x="908077" y="59521"/>
                </a:moveTo>
                <a:lnTo>
                  <a:pt x="900744" y="82377"/>
                </a:lnTo>
                <a:lnTo>
                  <a:pt x="894655" y="82377"/>
                </a:lnTo>
                <a:lnTo>
                  <a:pt x="899972" y="59521"/>
                </a:lnTo>
                <a:lnTo>
                  <a:pt x="908077" y="59521"/>
                </a:lnTo>
                <a:close/>
                <a:moveTo>
                  <a:pt x="958044" y="3688"/>
                </a:moveTo>
                <a:lnTo>
                  <a:pt x="956629" y="24357"/>
                </a:lnTo>
                <a:lnTo>
                  <a:pt x="950883" y="24357"/>
                </a:lnTo>
                <a:lnTo>
                  <a:pt x="949510" y="3688"/>
                </a:lnTo>
                <a:lnTo>
                  <a:pt x="958044" y="3688"/>
                </a:lnTo>
                <a:moveTo>
                  <a:pt x="969622" y="3688"/>
                </a:moveTo>
                <a:lnTo>
                  <a:pt x="968250" y="24357"/>
                </a:lnTo>
                <a:lnTo>
                  <a:pt x="962461" y="24357"/>
                </a:lnTo>
                <a:lnTo>
                  <a:pt x="961046" y="3688"/>
                </a:lnTo>
                <a:lnTo>
                  <a:pt x="969622" y="3688"/>
                </a:lnTo>
                <a:close/>
                <a:moveTo>
                  <a:pt x="996449" y="3688"/>
                </a:moveTo>
                <a:lnTo>
                  <a:pt x="995034" y="24357"/>
                </a:lnTo>
                <a:lnTo>
                  <a:pt x="989288" y="24357"/>
                </a:lnTo>
                <a:lnTo>
                  <a:pt x="987915" y="3688"/>
                </a:lnTo>
                <a:lnTo>
                  <a:pt x="996449" y="3688"/>
                </a:lnTo>
                <a:moveTo>
                  <a:pt x="1008027" y="3688"/>
                </a:moveTo>
                <a:lnTo>
                  <a:pt x="1006655" y="24357"/>
                </a:lnTo>
                <a:lnTo>
                  <a:pt x="1000866" y="24357"/>
                </a:lnTo>
                <a:lnTo>
                  <a:pt x="999451" y="3688"/>
                </a:lnTo>
                <a:lnTo>
                  <a:pt x="1008027" y="3688"/>
                </a:lnTo>
                <a:close/>
                <a:moveTo>
                  <a:pt x="1018301" y="85293"/>
                </a:moveTo>
                <a:cubicBezTo>
                  <a:pt x="1027936" y="73744"/>
                  <a:pt x="1032753" y="60236"/>
                  <a:pt x="1032753" y="44769"/>
                </a:cubicBezTo>
                <a:cubicBezTo>
                  <a:pt x="1032753" y="29275"/>
                  <a:pt x="1027907" y="15609"/>
                  <a:pt x="1018216" y="3774"/>
                </a:cubicBezTo>
                <a:lnTo>
                  <a:pt x="1025677" y="3774"/>
                </a:lnTo>
                <a:cubicBezTo>
                  <a:pt x="1035340" y="15095"/>
                  <a:pt x="1040172" y="28789"/>
                  <a:pt x="1040172" y="44855"/>
                </a:cubicBezTo>
                <a:cubicBezTo>
                  <a:pt x="1040172" y="60922"/>
                  <a:pt x="1035340" y="74401"/>
                  <a:pt x="1025677" y="85293"/>
                </a:cubicBezTo>
                <a:lnTo>
                  <a:pt x="1018301" y="852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c3ae64a334f68"/>
          <a:stretch xmlns:a="http://schemas.openxmlformats.org/drawingml/2006/main"/>
        </p:blipFill>
        <p:spPr>
          <a:xfrm xmlns:a="http://schemas.openxmlformats.org/drawingml/2006/main">
            <a:off x="1668905" y="1659937"/>
            <a:ext cx="368859" cy="372372"/>
          </a:xfrm>
          <a:prstGeom xmlns:a="http://schemas.openxmlformats.org/drawingml/2006/main" prst="rect">
            <a:avLst/>
          </a:prstGeom>
        </p:spPr>
      </p:pic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5a64ff07d4dbd"/>
          <a:stretch xmlns:a="http://schemas.openxmlformats.org/drawingml/2006/main"/>
        </p:blipFill>
        <p:spPr>
          <a:xfrm xmlns:a="http://schemas.openxmlformats.org/drawingml/2006/main">
            <a:off x="1314098" y="1301617"/>
            <a:ext cx="375885" cy="375885"/>
          </a:xfrm>
          <a:prstGeom xmlns:a="http://schemas.openxmlformats.org/drawingml/2006/main" prst="rect">
            <a:avLst/>
          </a:prstGeom>
        </p:spPr>
      </p:pic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8dcba70564249"/>
          <a:stretch xmlns:a="http://schemas.openxmlformats.org/drawingml/2006/main"/>
        </p:blipFill>
        <p:spPr>
          <a:xfrm xmlns:a="http://schemas.openxmlformats.org/drawingml/2006/main">
            <a:off x="1317611" y="1652910"/>
            <a:ext cx="372372" cy="372372"/>
          </a:xfrm>
          <a:prstGeom xmlns:a="http://schemas.openxmlformats.org/drawingml/2006/main" prst="rect">
            <a:avLst/>
          </a:prstGeom>
        </p:spPr>
      </p:pic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2838B-4586-495C-BD0F-417FA9B1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06" y="1251986"/>
            <a:ext cx="786361" cy="814414"/>
          </a:xfrm>
          <a:custGeom xmlns:a="http://schemas.openxmlformats.org/drawingml/2006/main">
            <a:pathLst>
              <a:path w="786361" h="814414" fill="none">
                <a:moveTo>
                  <a:pt x="0" y="131062"/>
                </a:moveTo>
                <a:cubicBezTo>
                  <a:pt x="0" y="58679"/>
                  <a:pt x="58679" y="0"/>
                  <a:pt x="131062" y="0"/>
                </a:cubicBezTo>
                <a:lnTo>
                  <a:pt x="655298" y="0"/>
                </a:lnTo>
                <a:cubicBezTo>
                  <a:pt x="727682" y="0"/>
                  <a:pt x="786361" y="58679"/>
                  <a:pt x="786361" y="131062"/>
                </a:cubicBezTo>
                <a:lnTo>
                  <a:pt x="786361" y="683351"/>
                </a:lnTo>
                <a:cubicBezTo>
                  <a:pt x="786361" y="755735"/>
                  <a:pt x="727682" y="814414"/>
                  <a:pt x="655298" y="814414"/>
                </a:cubicBezTo>
                <a:lnTo>
                  <a:pt x="131062" y="814414"/>
                </a:lnTo>
                <a:cubicBezTo>
                  <a:pt x="58679" y="814414"/>
                  <a:pt x="0" y="755735"/>
                  <a:pt x="0" y="683351"/>
                </a:cubicBezTo>
                <a:lnTo>
                  <a:pt x="0" y="131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e5d9564b54f19"/>
          <a:stretch xmlns:a="http://schemas.openxmlformats.org/drawingml/2006/main"/>
        </p:blipFill>
        <p:spPr>
          <a:xfrm xmlns:a="http://schemas.openxmlformats.org/drawingml/2006/main">
            <a:off x="1661879" y="1308643"/>
            <a:ext cx="372372" cy="368859"/>
          </a:xfrm>
          <a:prstGeom xmlns:a="http://schemas.openxmlformats.org/drawingml/2006/main" prst="rect">
            <a:avLst/>
          </a:prstGeom>
        </p:spPr>
      </p:pic>
      <p:sp>
        <p:nvSpPr>
          <p:cNvPr id="40" name="Text PromptdatainMulti-PL">
            <a:extLst xmlns:a="http://schemas.openxmlformats.org/drawingml/2006/main">
              <a:ext uri="{FF2B5EF4-FFF2-40B4-BE49-F238E27FC236}">
                <a16:creationId xmlns:a16="http://schemas.microsoft.com/office/drawing/2014/main" id="{885035DE-4AA8-48B9-A011-B8819F7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5" y="972999"/>
            <a:ext cx="1920848" cy="158494"/>
          </a:xfrm>
          <a:custGeom xmlns:a="http://schemas.openxmlformats.org/drawingml/2006/main">
            <a:pathLst>
              <a:path w="1920848" h="158494">
                <a:moveTo>
                  <a:pt x="61065" y="40996"/>
                </a:moveTo>
                <a:cubicBezTo>
                  <a:pt x="61065" y="34020"/>
                  <a:pt x="58959" y="28588"/>
                  <a:pt x="54748" y="24700"/>
                </a:cubicBezTo>
                <a:cubicBezTo>
                  <a:pt x="50536" y="20812"/>
                  <a:pt x="44191" y="18868"/>
                  <a:pt x="35710" y="18868"/>
                </a:cubicBezTo>
                <a:lnTo>
                  <a:pt x="20755" y="18868"/>
                </a:lnTo>
                <a:lnTo>
                  <a:pt x="20755" y="63981"/>
                </a:lnTo>
                <a:lnTo>
                  <a:pt x="36397" y="63981"/>
                </a:lnTo>
                <a:cubicBezTo>
                  <a:pt x="44191" y="63981"/>
                  <a:pt x="50250" y="61994"/>
                  <a:pt x="54576" y="58020"/>
                </a:cubicBezTo>
                <a:cubicBezTo>
                  <a:pt x="58902" y="54046"/>
                  <a:pt x="61065" y="48372"/>
                  <a:pt x="61065" y="40996"/>
                </a:cubicBezTo>
                <a:moveTo>
                  <a:pt x="81992" y="40824"/>
                </a:moveTo>
                <a:cubicBezTo>
                  <a:pt x="81992" y="48372"/>
                  <a:pt x="80288" y="55004"/>
                  <a:pt x="76880" y="60722"/>
                </a:cubicBezTo>
                <a:cubicBezTo>
                  <a:pt x="73475" y="66439"/>
                  <a:pt x="68522" y="70899"/>
                  <a:pt x="62022" y="74101"/>
                </a:cubicBezTo>
                <a:cubicBezTo>
                  <a:pt x="55523" y="77303"/>
                  <a:pt x="47837" y="78904"/>
                  <a:pt x="38964" y="78904"/>
                </a:cubicBezTo>
                <a:lnTo>
                  <a:pt x="20755" y="78904"/>
                </a:lnTo>
                <a:lnTo>
                  <a:pt x="20755" y="124703"/>
                </a:lnTo>
                <a:lnTo>
                  <a:pt x="0" y="124703"/>
                </a:lnTo>
                <a:lnTo>
                  <a:pt x="0" y="3774"/>
                </a:lnTo>
                <a:lnTo>
                  <a:pt x="38120" y="3774"/>
                </a:lnTo>
                <a:cubicBezTo>
                  <a:pt x="52200" y="3774"/>
                  <a:pt x="63031" y="6990"/>
                  <a:pt x="70614" y="13422"/>
                </a:cubicBezTo>
                <a:cubicBezTo>
                  <a:pt x="78199" y="19855"/>
                  <a:pt x="81992" y="28989"/>
                  <a:pt x="81992" y="40824"/>
                </a:cubicBezTo>
                <a:close/>
                <a:moveTo>
                  <a:pt x="141108" y="51389"/>
                </a:moveTo>
                <a:cubicBezTo>
                  <a:pt x="134687" y="51389"/>
                  <a:pt x="129555" y="54205"/>
                  <a:pt x="125713" y="59837"/>
                </a:cubicBezTo>
                <a:cubicBezTo>
                  <a:pt x="121872" y="65467"/>
                  <a:pt x="119951" y="73055"/>
                  <a:pt x="119951" y="82600"/>
                </a:cubicBezTo>
                <a:lnTo>
                  <a:pt x="119951" y="124703"/>
                </a:lnTo>
                <a:lnTo>
                  <a:pt x="100225" y="124703"/>
                </a:lnTo>
                <a:lnTo>
                  <a:pt x="100225" y="58428"/>
                </a:lnTo>
                <a:cubicBezTo>
                  <a:pt x="100225" y="49156"/>
                  <a:pt x="99996" y="41916"/>
                  <a:pt x="99539" y="36708"/>
                </a:cubicBezTo>
                <a:lnTo>
                  <a:pt x="118405" y="36708"/>
                </a:lnTo>
                <a:cubicBezTo>
                  <a:pt x="118978" y="43569"/>
                  <a:pt x="119265" y="50201"/>
                  <a:pt x="119265" y="56605"/>
                </a:cubicBezTo>
                <a:lnTo>
                  <a:pt x="119608" y="56605"/>
                </a:lnTo>
                <a:cubicBezTo>
                  <a:pt x="122361" y="48518"/>
                  <a:pt x="125544" y="42894"/>
                  <a:pt x="129155" y="39733"/>
                </a:cubicBezTo>
                <a:cubicBezTo>
                  <a:pt x="132768" y="36573"/>
                  <a:pt x="137527" y="34992"/>
                  <a:pt x="143432" y="34992"/>
                </a:cubicBezTo>
                <a:cubicBezTo>
                  <a:pt x="146126" y="34992"/>
                  <a:pt x="148363" y="35364"/>
                  <a:pt x="150140" y="36107"/>
                </a:cubicBezTo>
                <a:lnTo>
                  <a:pt x="150140" y="52317"/>
                </a:lnTo>
                <a:cubicBezTo>
                  <a:pt x="147215" y="51699"/>
                  <a:pt x="144205" y="51389"/>
                  <a:pt x="141108" y="51389"/>
                </a:cubicBezTo>
                <a:close/>
                <a:moveTo>
                  <a:pt x="250881" y="80534"/>
                </a:moveTo>
                <a:cubicBezTo>
                  <a:pt x="250881" y="94885"/>
                  <a:pt x="246890" y="106120"/>
                  <a:pt x="238906" y="114239"/>
                </a:cubicBezTo>
                <a:cubicBezTo>
                  <a:pt x="230923" y="122358"/>
                  <a:pt x="219720" y="126418"/>
                  <a:pt x="205297" y="126418"/>
                </a:cubicBezTo>
                <a:cubicBezTo>
                  <a:pt x="191332" y="126418"/>
                  <a:pt x="180400" y="122301"/>
                  <a:pt x="172503" y="114068"/>
                </a:cubicBezTo>
                <a:cubicBezTo>
                  <a:pt x="164605" y="105834"/>
                  <a:pt x="160656" y="94656"/>
                  <a:pt x="160656" y="80534"/>
                </a:cubicBezTo>
                <a:cubicBezTo>
                  <a:pt x="160656" y="66182"/>
                  <a:pt x="164620" y="55004"/>
                  <a:pt x="172546" y="46999"/>
                </a:cubicBezTo>
                <a:cubicBezTo>
                  <a:pt x="180472" y="38995"/>
                  <a:pt x="191561" y="34992"/>
                  <a:pt x="205812" y="34992"/>
                </a:cubicBezTo>
                <a:cubicBezTo>
                  <a:pt x="220521" y="34992"/>
                  <a:pt x="231709" y="38895"/>
                  <a:pt x="239378" y="46699"/>
                </a:cubicBezTo>
                <a:cubicBezTo>
                  <a:pt x="247047" y="54504"/>
                  <a:pt x="250881" y="65782"/>
                  <a:pt x="250881" y="80534"/>
                </a:cubicBezTo>
                <a:moveTo>
                  <a:pt x="230126" y="80534"/>
                </a:moveTo>
                <a:cubicBezTo>
                  <a:pt x="230126" y="59893"/>
                  <a:pt x="222164" y="49572"/>
                  <a:pt x="206241" y="49572"/>
                </a:cubicBezTo>
                <a:cubicBezTo>
                  <a:pt x="189688" y="49572"/>
                  <a:pt x="181412" y="59893"/>
                  <a:pt x="181412" y="80534"/>
                </a:cubicBezTo>
                <a:cubicBezTo>
                  <a:pt x="181412" y="90654"/>
                  <a:pt x="183438" y="98401"/>
                  <a:pt x="187490" y="103776"/>
                </a:cubicBezTo>
                <a:cubicBezTo>
                  <a:pt x="191543" y="109150"/>
                  <a:pt x="197421" y="111838"/>
                  <a:pt x="205126" y="111838"/>
                </a:cubicBezTo>
                <a:cubicBezTo>
                  <a:pt x="221793" y="111838"/>
                  <a:pt x="230126" y="101403"/>
                  <a:pt x="230126" y="80534"/>
                </a:cubicBezTo>
                <a:close/>
                <a:moveTo>
                  <a:pt x="325933" y="124703"/>
                </a:moveTo>
                <a:lnTo>
                  <a:pt x="325933" y="75570"/>
                </a:lnTo>
                <a:cubicBezTo>
                  <a:pt x="325933" y="66481"/>
                  <a:pt x="324660" y="60036"/>
                  <a:pt x="322116" y="56235"/>
                </a:cubicBezTo>
                <a:cubicBezTo>
                  <a:pt x="319572" y="52433"/>
                  <a:pt x="315526" y="50532"/>
                  <a:pt x="309980" y="50532"/>
                </a:cubicBezTo>
                <a:cubicBezTo>
                  <a:pt x="303920" y="50532"/>
                  <a:pt x="299117" y="52990"/>
                  <a:pt x="295572" y="57908"/>
                </a:cubicBezTo>
                <a:cubicBezTo>
                  <a:pt x="292027" y="62823"/>
                  <a:pt x="290254" y="69597"/>
                  <a:pt x="290254" y="78229"/>
                </a:cubicBezTo>
                <a:lnTo>
                  <a:pt x="290254" y="124703"/>
                </a:lnTo>
                <a:lnTo>
                  <a:pt x="270528" y="124703"/>
                </a:lnTo>
                <a:lnTo>
                  <a:pt x="270528" y="56967"/>
                </a:lnTo>
                <a:cubicBezTo>
                  <a:pt x="270528" y="50157"/>
                  <a:pt x="270271" y="43404"/>
                  <a:pt x="269756" y="36708"/>
                </a:cubicBezTo>
                <a:lnTo>
                  <a:pt x="288539" y="36708"/>
                </a:lnTo>
                <a:cubicBezTo>
                  <a:pt x="289168" y="45284"/>
                  <a:pt x="289482" y="50945"/>
                  <a:pt x="289482" y="53689"/>
                </a:cubicBezTo>
                <a:lnTo>
                  <a:pt x="289825" y="53689"/>
                </a:lnTo>
                <a:cubicBezTo>
                  <a:pt x="293147" y="46973"/>
                  <a:pt x="296984" y="42178"/>
                  <a:pt x="301337" y="39305"/>
                </a:cubicBezTo>
                <a:cubicBezTo>
                  <a:pt x="305689" y="36430"/>
                  <a:pt x="311215" y="34992"/>
                  <a:pt x="317914" y="34992"/>
                </a:cubicBezTo>
                <a:cubicBezTo>
                  <a:pt x="331715" y="34992"/>
                  <a:pt x="340419" y="41224"/>
                  <a:pt x="344026" y="53689"/>
                </a:cubicBezTo>
                <a:lnTo>
                  <a:pt x="344629" y="53689"/>
                </a:lnTo>
                <a:cubicBezTo>
                  <a:pt x="347721" y="47258"/>
                  <a:pt x="351485" y="42535"/>
                  <a:pt x="355924" y="39519"/>
                </a:cubicBezTo>
                <a:cubicBezTo>
                  <a:pt x="360362" y="36501"/>
                  <a:pt x="366103" y="34992"/>
                  <a:pt x="373146" y="34992"/>
                </a:cubicBezTo>
                <a:cubicBezTo>
                  <a:pt x="382595" y="34992"/>
                  <a:pt x="389667" y="37851"/>
                  <a:pt x="394363" y="43569"/>
                </a:cubicBezTo>
                <a:cubicBezTo>
                  <a:pt x="399058" y="49286"/>
                  <a:pt x="401406" y="58235"/>
                  <a:pt x="401406" y="70413"/>
                </a:cubicBezTo>
                <a:lnTo>
                  <a:pt x="401406" y="124703"/>
                </a:lnTo>
                <a:lnTo>
                  <a:pt x="381508" y="124703"/>
                </a:lnTo>
                <a:lnTo>
                  <a:pt x="381508" y="75570"/>
                </a:lnTo>
                <a:cubicBezTo>
                  <a:pt x="381508" y="66652"/>
                  <a:pt x="380208" y="60250"/>
                  <a:pt x="377606" y="56364"/>
                </a:cubicBezTo>
                <a:cubicBezTo>
                  <a:pt x="375005" y="52476"/>
                  <a:pt x="370874" y="50532"/>
                  <a:pt x="365213" y="50532"/>
                </a:cubicBezTo>
                <a:cubicBezTo>
                  <a:pt x="359210" y="50532"/>
                  <a:pt x="354478" y="52947"/>
                  <a:pt x="351019" y="57779"/>
                </a:cubicBezTo>
                <a:cubicBezTo>
                  <a:pt x="347560" y="62609"/>
                  <a:pt x="345830" y="69254"/>
                  <a:pt x="345830" y="77714"/>
                </a:cubicBezTo>
                <a:lnTo>
                  <a:pt x="345830" y="124703"/>
                </a:lnTo>
                <a:lnTo>
                  <a:pt x="325933" y="124703"/>
                </a:lnTo>
                <a:close/>
                <a:moveTo>
                  <a:pt x="511279" y="80276"/>
                </a:moveTo>
                <a:cubicBezTo>
                  <a:pt x="511279" y="94685"/>
                  <a:pt x="507929" y="105977"/>
                  <a:pt x="501229" y="114153"/>
                </a:cubicBezTo>
                <a:cubicBezTo>
                  <a:pt x="494528" y="122330"/>
                  <a:pt x="485218" y="126418"/>
                  <a:pt x="473299" y="126418"/>
                </a:cubicBezTo>
                <a:cubicBezTo>
                  <a:pt x="466455" y="126418"/>
                  <a:pt x="460838" y="125103"/>
                  <a:pt x="456446" y="122473"/>
                </a:cubicBezTo>
                <a:cubicBezTo>
                  <a:pt x="452056" y="119843"/>
                  <a:pt x="448549" y="116012"/>
                  <a:pt x="445926" y="110980"/>
                </a:cubicBezTo>
                <a:lnTo>
                  <a:pt x="445497" y="110980"/>
                </a:lnTo>
                <a:cubicBezTo>
                  <a:pt x="445612" y="113267"/>
                  <a:pt x="445712" y="115526"/>
                  <a:pt x="445798" y="117756"/>
                </a:cubicBezTo>
                <a:cubicBezTo>
                  <a:pt x="445883" y="119985"/>
                  <a:pt x="445926" y="122244"/>
                  <a:pt x="445926" y="124531"/>
                </a:cubicBezTo>
                <a:lnTo>
                  <a:pt x="445926" y="158494"/>
                </a:lnTo>
                <a:lnTo>
                  <a:pt x="426029" y="158494"/>
                </a:lnTo>
                <a:lnTo>
                  <a:pt x="426029" y="56275"/>
                </a:lnTo>
                <a:cubicBezTo>
                  <a:pt x="426029" y="50325"/>
                  <a:pt x="425800" y="43803"/>
                  <a:pt x="425343" y="36708"/>
                </a:cubicBezTo>
                <a:lnTo>
                  <a:pt x="444463" y="36708"/>
                </a:lnTo>
                <a:cubicBezTo>
                  <a:pt x="445210" y="42654"/>
                  <a:pt x="445583" y="47628"/>
                  <a:pt x="445583" y="51631"/>
                </a:cubicBezTo>
                <a:lnTo>
                  <a:pt x="445926" y="51631"/>
                </a:lnTo>
                <a:cubicBezTo>
                  <a:pt x="451401" y="40538"/>
                  <a:pt x="461010" y="34992"/>
                  <a:pt x="474754" y="34992"/>
                </a:cubicBezTo>
                <a:cubicBezTo>
                  <a:pt x="486557" y="34992"/>
                  <a:pt x="495596" y="38895"/>
                  <a:pt x="501869" y="46699"/>
                </a:cubicBezTo>
                <a:cubicBezTo>
                  <a:pt x="508143" y="54504"/>
                  <a:pt x="511279" y="65696"/>
                  <a:pt x="511279" y="80276"/>
                </a:cubicBezTo>
                <a:moveTo>
                  <a:pt x="490696" y="80448"/>
                </a:moveTo>
                <a:cubicBezTo>
                  <a:pt x="490696" y="59864"/>
                  <a:pt x="483490" y="49572"/>
                  <a:pt x="469080" y="49572"/>
                </a:cubicBezTo>
                <a:cubicBezTo>
                  <a:pt x="461390" y="49572"/>
                  <a:pt x="455551" y="52231"/>
                  <a:pt x="451563" y="57548"/>
                </a:cubicBezTo>
                <a:cubicBezTo>
                  <a:pt x="447576" y="62866"/>
                  <a:pt x="445583" y="70585"/>
                  <a:pt x="445583" y="80705"/>
                </a:cubicBezTo>
                <a:cubicBezTo>
                  <a:pt x="445583" y="90825"/>
                  <a:pt x="447520" y="98544"/>
                  <a:pt x="451394" y="103862"/>
                </a:cubicBezTo>
                <a:cubicBezTo>
                  <a:pt x="455267" y="109179"/>
                  <a:pt x="461049" y="111838"/>
                  <a:pt x="468737" y="111838"/>
                </a:cubicBezTo>
                <a:cubicBezTo>
                  <a:pt x="483376" y="111838"/>
                  <a:pt x="490696" y="101374"/>
                  <a:pt x="490696" y="80448"/>
                </a:cubicBezTo>
                <a:close/>
                <a:moveTo>
                  <a:pt x="558205" y="126246"/>
                </a:moveTo>
                <a:cubicBezTo>
                  <a:pt x="551329" y="126246"/>
                  <a:pt x="545900" y="124286"/>
                  <a:pt x="541917" y="120366"/>
                </a:cubicBezTo>
                <a:cubicBezTo>
                  <a:pt x="537936" y="116446"/>
                  <a:pt x="535946" y="110823"/>
                  <a:pt x="535946" y="103497"/>
                </a:cubicBezTo>
                <a:lnTo>
                  <a:pt x="535946" y="51046"/>
                </a:lnTo>
                <a:lnTo>
                  <a:pt x="522910" y="51046"/>
                </a:lnTo>
                <a:lnTo>
                  <a:pt x="522910" y="36708"/>
                </a:lnTo>
                <a:lnTo>
                  <a:pt x="536203" y="36708"/>
                </a:lnTo>
                <a:lnTo>
                  <a:pt x="542491" y="15438"/>
                </a:lnTo>
                <a:lnTo>
                  <a:pt x="555672" y="15438"/>
                </a:lnTo>
                <a:lnTo>
                  <a:pt x="555672" y="36708"/>
                </a:lnTo>
                <a:lnTo>
                  <a:pt x="576856" y="36708"/>
                </a:lnTo>
                <a:lnTo>
                  <a:pt x="576856" y="51046"/>
                </a:lnTo>
                <a:lnTo>
                  <a:pt x="555672" y="51046"/>
                </a:lnTo>
                <a:lnTo>
                  <a:pt x="555672" y="98517"/>
                </a:lnTo>
                <a:cubicBezTo>
                  <a:pt x="555672" y="107215"/>
                  <a:pt x="559360" y="111564"/>
                  <a:pt x="566736" y="111564"/>
                </a:cubicBezTo>
                <a:cubicBezTo>
                  <a:pt x="570223" y="111564"/>
                  <a:pt x="573968" y="111193"/>
                  <a:pt x="577971" y="110449"/>
                </a:cubicBezTo>
                <a:lnTo>
                  <a:pt x="577971" y="123671"/>
                </a:lnTo>
                <a:cubicBezTo>
                  <a:pt x="571440" y="125388"/>
                  <a:pt x="564851" y="126246"/>
                  <a:pt x="558205" y="126246"/>
                </a:cubicBezTo>
                <a:close/>
                <a:moveTo>
                  <a:pt x="658734" y="80534"/>
                </a:moveTo>
                <a:cubicBezTo>
                  <a:pt x="658734" y="101449"/>
                  <a:pt x="666024" y="111907"/>
                  <a:pt x="680604" y="111907"/>
                </a:cubicBezTo>
                <a:cubicBezTo>
                  <a:pt x="688323" y="111907"/>
                  <a:pt x="694183" y="109236"/>
                  <a:pt x="698186" y="103894"/>
                </a:cubicBezTo>
                <a:cubicBezTo>
                  <a:pt x="702188" y="98550"/>
                  <a:pt x="704189" y="90791"/>
                  <a:pt x="704189" y="80619"/>
                </a:cubicBezTo>
                <a:cubicBezTo>
                  <a:pt x="704189" y="70447"/>
                  <a:pt x="702217" y="62718"/>
                  <a:pt x="698271" y="57433"/>
                </a:cubicBezTo>
                <a:cubicBezTo>
                  <a:pt x="694326" y="52146"/>
                  <a:pt x="688523" y="49503"/>
                  <a:pt x="680861" y="49503"/>
                </a:cubicBezTo>
                <a:cubicBezTo>
                  <a:pt x="666109" y="49503"/>
                  <a:pt x="658734" y="59846"/>
                  <a:pt x="658734" y="80534"/>
                </a:cubicBezTo>
                <a:moveTo>
                  <a:pt x="638150" y="80791"/>
                </a:moveTo>
                <a:cubicBezTo>
                  <a:pt x="638150" y="66554"/>
                  <a:pt x="641471" y="55361"/>
                  <a:pt x="648112" y="47214"/>
                </a:cubicBezTo>
                <a:cubicBezTo>
                  <a:pt x="654754" y="39066"/>
                  <a:pt x="664085" y="34992"/>
                  <a:pt x="676106" y="34992"/>
                </a:cubicBezTo>
                <a:cubicBezTo>
                  <a:pt x="682634" y="34992"/>
                  <a:pt x="688130" y="36193"/>
                  <a:pt x="692595" y="38594"/>
                </a:cubicBezTo>
                <a:cubicBezTo>
                  <a:pt x="697062" y="40996"/>
                  <a:pt x="700841" y="44941"/>
                  <a:pt x="703932" y="50430"/>
                </a:cubicBezTo>
                <a:lnTo>
                  <a:pt x="704275" y="50430"/>
                </a:lnTo>
                <a:cubicBezTo>
                  <a:pt x="704161" y="48143"/>
                  <a:pt x="704061" y="45870"/>
                  <a:pt x="703975" y="43612"/>
                </a:cubicBezTo>
                <a:cubicBezTo>
                  <a:pt x="703889" y="41353"/>
                  <a:pt x="703846" y="39080"/>
                  <a:pt x="703846" y="36793"/>
                </a:cubicBezTo>
                <a:lnTo>
                  <a:pt x="703846" y="0"/>
                </a:lnTo>
                <a:lnTo>
                  <a:pt x="723744" y="0"/>
                </a:lnTo>
                <a:lnTo>
                  <a:pt x="723744" y="105062"/>
                </a:lnTo>
                <a:cubicBezTo>
                  <a:pt x="723744" y="111066"/>
                  <a:pt x="723972" y="117613"/>
                  <a:pt x="724430" y="124703"/>
                </a:cubicBezTo>
                <a:lnTo>
                  <a:pt x="705052" y="124703"/>
                </a:lnTo>
                <a:cubicBezTo>
                  <a:pt x="704822" y="123840"/>
                  <a:pt x="704591" y="121511"/>
                  <a:pt x="704361" y="117715"/>
                </a:cubicBezTo>
                <a:cubicBezTo>
                  <a:pt x="704132" y="113920"/>
                  <a:pt x="704018" y="111275"/>
                  <a:pt x="704018" y="109779"/>
                </a:cubicBezTo>
                <a:lnTo>
                  <a:pt x="703675" y="109779"/>
                </a:lnTo>
                <a:cubicBezTo>
                  <a:pt x="697893" y="120757"/>
                  <a:pt x="688532" y="126246"/>
                  <a:pt x="675592" y="126246"/>
                </a:cubicBezTo>
                <a:cubicBezTo>
                  <a:pt x="663626" y="126246"/>
                  <a:pt x="654394" y="122358"/>
                  <a:pt x="647895" y="114582"/>
                </a:cubicBezTo>
                <a:cubicBezTo>
                  <a:pt x="641398" y="106806"/>
                  <a:pt x="638150" y="95542"/>
                  <a:pt x="638150" y="80791"/>
                </a:cubicBezTo>
                <a:close/>
                <a:moveTo>
                  <a:pt x="777381" y="112524"/>
                </a:moveTo>
                <a:cubicBezTo>
                  <a:pt x="783499" y="112524"/>
                  <a:pt x="788331" y="110389"/>
                  <a:pt x="791876" y="106118"/>
                </a:cubicBezTo>
                <a:cubicBezTo>
                  <a:pt x="795421" y="101846"/>
                  <a:pt x="797193" y="96355"/>
                  <a:pt x="797193" y="89646"/>
                </a:cubicBezTo>
                <a:lnTo>
                  <a:pt x="797193" y="81648"/>
                </a:lnTo>
                <a:lnTo>
                  <a:pt x="787845" y="81992"/>
                </a:lnTo>
                <a:cubicBezTo>
                  <a:pt x="779440" y="82394"/>
                  <a:pt x="773393" y="83885"/>
                  <a:pt x="769705" y="86465"/>
                </a:cubicBezTo>
                <a:cubicBezTo>
                  <a:pt x="766017" y="89045"/>
                  <a:pt x="764173" y="93087"/>
                  <a:pt x="764173" y="98592"/>
                </a:cubicBezTo>
                <a:cubicBezTo>
                  <a:pt x="764173" y="107880"/>
                  <a:pt x="768576" y="112524"/>
                  <a:pt x="777381" y="112524"/>
                </a:cubicBezTo>
                <a:moveTo>
                  <a:pt x="816833" y="124703"/>
                </a:moveTo>
                <a:lnTo>
                  <a:pt x="797793" y="124703"/>
                </a:lnTo>
                <a:lnTo>
                  <a:pt x="797107" y="110809"/>
                </a:lnTo>
                <a:cubicBezTo>
                  <a:pt x="794186" y="116526"/>
                  <a:pt x="790663" y="120557"/>
                  <a:pt x="786539" y="122902"/>
                </a:cubicBezTo>
                <a:cubicBezTo>
                  <a:pt x="782417" y="125246"/>
                  <a:pt x="777350" y="126418"/>
                  <a:pt x="771338" y="126418"/>
                </a:cubicBezTo>
                <a:cubicBezTo>
                  <a:pt x="762289" y="126418"/>
                  <a:pt x="755374" y="124070"/>
                  <a:pt x="750590" y="119374"/>
                </a:cubicBezTo>
                <a:cubicBezTo>
                  <a:pt x="745809" y="114679"/>
                  <a:pt x="743418" y="108151"/>
                  <a:pt x="743418" y="99790"/>
                </a:cubicBezTo>
                <a:cubicBezTo>
                  <a:pt x="743418" y="90628"/>
                  <a:pt x="746683" y="83613"/>
                  <a:pt x="753212" y="78746"/>
                </a:cubicBezTo>
                <a:cubicBezTo>
                  <a:pt x="759740" y="73879"/>
                  <a:pt x="769361" y="71244"/>
                  <a:pt x="782074" y="70842"/>
                </a:cubicBezTo>
                <a:lnTo>
                  <a:pt x="797107" y="70327"/>
                </a:lnTo>
                <a:lnTo>
                  <a:pt x="797107" y="67596"/>
                </a:lnTo>
                <a:cubicBezTo>
                  <a:pt x="797107" y="60823"/>
                  <a:pt x="796005" y="55914"/>
                  <a:pt x="793800" y="52869"/>
                </a:cubicBezTo>
                <a:cubicBezTo>
                  <a:pt x="791595" y="49824"/>
                  <a:pt x="787857" y="48302"/>
                  <a:pt x="782586" y="48302"/>
                </a:cubicBezTo>
                <a:cubicBezTo>
                  <a:pt x="777948" y="48302"/>
                  <a:pt x="774525" y="49173"/>
                  <a:pt x="772318" y="50915"/>
                </a:cubicBezTo>
                <a:cubicBezTo>
                  <a:pt x="770114" y="52655"/>
                  <a:pt x="768611" y="55352"/>
                  <a:pt x="767810" y="59006"/>
                </a:cubicBezTo>
                <a:lnTo>
                  <a:pt x="748736" y="56005"/>
                </a:lnTo>
                <a:cubicBezTo>
                  <a:pt x="750453" y="48515"/>
                  <a:pt x="754045" y="43140"/>
                  <a:pt x="759513" y="39881"/>
                </a:cubicBezTo>
                <a:cubicBezTo>
                  <a:pt x="764980" y="36622"/>
                  <a:pt x="772752" y="34992"/>
                  <a:pt x="782827" y="34992"/>
                </a:cubicBezTo>
                <a:cubicBezTo>
                  <a:pt x="794563" y="34992"/>
                  <a:pt x="803164" y="37765"/>
                  <a:pt x="808632" y="43311"/>
                </a:cubicBezTo>
                <a:cubicBezTo>
                  <a:pt x="814100" y="48858"/>
                  <a:pt x="816833" y="57463"/>
                  <a:pt x="816833" y="69127"/>
                </a:cubicBezTo>
                <a:lnTo>
                  <a:pt x="816833" y="124703"/>
                </a:lnTo>
                <a:close/>
                <a:moveTo>
                  <a:pt x="867516" y="126246"/>
                </a:moveTo>
                <a:cubicBezTo>
                  <a:pt x="860641" y="126246"/>
                  <a:pt x="855212" y="124286"/>
                  <a:pt x="851229" y="120366"/>
                </a:cubicBezTo>
                <a:cubicBezTo>
                  <a:pt x="847248" y="116446"/>
                  <a:pt x="845257" y="110823"/>
                  <a:pt x="845257" y="103497"/>
                </a:cubicBezTo>
                <a:lnTo>
                  <a:pt x="845257" y="51046"/>
                </a:lnTo>
                <a:lnTo>
                  <a:pt x="832221" y="51046"/>
                </a:lnTo>
                <a:lnTo>
                  <a:pt x="832221" y="36708"/>
                </a:lnTo>
                <a:lnTo>
                  <a:pt x="845515" y="36708"/>
                </a:lnTo>
                <a:lnTo>
                  <a:pt x="851802" y="15438"/>
                </a:lnTo>
                <a:lnTo>
                  <a:pt x="864983" y="15438"/>
                </a:lnTo>
                <a:lnTo>
                  <a:pt x="864983" y="36708"/>
                </a:lnTo>
                <a:lnTo>
                  <a:pt x="886167" y="36708"/>
                </a:lnTo>
                <a:lnTo>
                  <a:pt x="886167" y="51046"/>
                </a:lnTo>
                <a:lnTo>
                  <a:pt x="864983" y="51046"/>
                </a:lnTo>
                <a:lnTo>
                  <a:pt x="864983" y="98517"/>
                </a:lnTo>
                <a:cubicBezTo>
                  <a:pt x="864983" y="107215"/>
                  <a:pt x="868671" y="111564"/>
                  <a:pt x="876047" y="111564"/>
                </a:cubicBezTo>
                <a:cubicBezTo>
                  <a:pt x="879535" y="111564"/>
                  <a:pt x="883280" y="111193"/>
                  <a:pt x="887282" y="110449"/>
                </a:cubicBezTo>
                <a:lnTo>
                  <a:pt x="887282" y="123671"/>
                </a:lnTo>
                <a:cubicBezTo>
                  <a:pt x="880752" y="125388"/>
                  <a:pt x="874163" y="126246"/>
                  <a:pt x="867516" y="126246"/>
                </a:cubicBezTo>
                <a:close/>
                <a:moveTo>
                  <a:pt x="932899" y="112524"/>
                </a:moveTo>
                <a:cubicBezTo>
                  <a:pt x="939017" y="112524"/>
                  <a:pt x="943849" y="110389"/>
                  <a:pt x="947394" y="106118"/>
                </a:cubicBezTo>
                <a:cubicBezTo>
                  <a:pt x="950938" y="101846"/>
                  <a:pt x="952711" y="96355"/>
                  <a:pt x="952711" y="89646"/>
                </a:cubicBezTo>
                <a:lnTo>
                  <a:pt x="952711" y="81648"/>
                </a:lnTo>
                <a:lnTo>
                  <a:pt x="943363" y="81992"/>
                </a:lnTo>
                <a:cubicBezTo>
                  <a:pt x="934958" y="82394"/>
                  <a:pt x="928911" y="83885"/>
                  <a:pt x="925223" y="86465"/>
                </a:cubicBezTo>
                <a:cubicBezTo>
                  <a:pt x="921535" y="89045"/>
                  <a:pt x="919691" y="93087"/>
                  <a:pt x="919691" y="98592"/>
                </a:cubicBezTo>
                <a:cubicBezTo>
                  <a:pt x="919691" y="107880"/>
                  <a:pt x="924094" y="112524"/>
                  <a:pt x="932899" y="112524"/>
                </a:cubicBezTo>
                <a:moveTo>
                  <a:pt x="972351" y="124703"/>
                </a:moveTo>
                <a:lnTo>
                  <a:pt x="953311" y="124703"/>
                </a:lnTo>
                <a:lnTo>
                  <a:pt x="952625" y="110809"/>
                </a:lnTo>
                <a:cubicBezTo>
                  <a:pt x="949704" y="116526"/>
                  <a:pt x="946181" y="120557"/>
                  <a:pt x="942057" y="122902"/>
                </a:cubicBezTo>
                <a:cubicBezTo>
                  <a:pt x="937935" y="125246"/>
                  <a:pt x="932868" y="126418"/>
                  <a:pt x="926855" y="126418"/>
                </a:cubicBezTo>
                <a:cubicBezTo>
                  <a:pt x="917807" y="126418"/>
                  <a:pt x="910892" y="124070"/>
                  <a:pt x="906108" y="119374"/>
                </a:cubicBezTo>
                <a:cubicBezTo>
                  <a:pt x="901327" y="114679"/>
                  <a:pt x="898936" y="108151"/>
                  <a:pt x="898936" y="99790"/>
                </a:cubicBezTo>
                <a:cubicBezTo>
                  <a:pt x="898936" y="90628"/>
                  <a:pt x="902201" y="83613"/>
                  <a:pt x="908730" y="78746"/>
                </a:cubicBezTo>
                <a:cubicBezTo>
                  <a:pt x="915258" y="73879"/>
                  <a:pt x="924879" y="71244"/>
                  <a:pt x="937592" y="70842"/>
                </a:cubicBezTo>
                <a:lnTo>
                  <a:pt x="952625" y="70327"/>
                </a:lnTo>
                <a:lnTo>
                  <a:pt x="952625" y="67596"/>
                </a:lnTo>
                <a:cubicBezTo>
                  <a:pt x="952625" y="60823"/>
                  <a:pt x="951523" y="55914"/>
                  <a:pt x="949318" y="52869"/>
                </a:cubicBezTo>
                <a:cubicBezTo>
                  <a:pt x="947113" y="49824"/>
                  <a:pt x="943375" y="48302"/>
                  <a:pt x="938104" y="48302"/>
                </a:cubicBezTo>
                <a:cubicBezTo>
                  <a:pt x="933466" y="48302"/>
                  <a:pt x="930043" y="49173"/>
                  <a:pt x="927836" y="50915"/>
                </a:cubicBezTo>
                <a:cubicBezTo>
                  <a:pt x="925631" y="52655"/>
                  <a:pt x="924129" y="55352"/>
                  <a:pt x="923328" y="59006"/>
                </a:cubicBezTo>
                <a:lnTo>
                  <a:pt x="904254" y="56005"/>
                </a:lnTo>
                <a:cubicBezTo>
                  <a:pt x="905971" y="48515"/>
                  <a:pt x="909563" y="43140"/>
                  <a:pt x="915031" y="39881"/>
                </a:cubicBezTo>
                <a:cubicBezTo>
                  <a:pt x="920498" y="36622"/>
                  <a:pt x="928270" y="34992"/>
                  <a:pt x="938345" y="34992"/>
                </a:cubicBezTo>
                <a:cubicBezTo>
                  <a:pt x="950081" y="34992"/>
                  <a:pt x="958682" y="37765"/>
                  <a:pt x="964150" y="43311"/>
                </a:cubicBezTo>
                <a:cubicBezTo>
                  <a:pt x="969617" y="48858"/>
                  <a:pt x="972351" y="57463"/>
                  <a:pt x="972351" y="69127"/>
                </a:cubicBezTo>
                <a:lnTo>
                  <a:pt x="972351" y="124703"/>
                </a:lnTo>
                <a:close/>
                <a:moveTo>
                  <a:pt x="1044506" y="16912"/>
                </a:moveTo>
                <a:lnTo>
                  <a:pt x="1044506" y="0"/>
                </a:lnTo>
                <a:lnTo>
                  <a:pt x="1064146" y="0"/>
                </a:lnTo>
                <a:lnTo>
                  <a:pt x="1064146" y="16912"/>
                </a:lnTo>
                <a:lnTo>
                  <a:pt x="1044506" y="16912"/>
                </a:lnTo>
                <a:moveTo>
                  <a:pt x="1044506" y="124703"/>
                </a:moveTo>
                <a:lnTo>
                  <a:pt x="1044506" y="36708"/>
                </a:lnTo>
                <a:lnTo>
                  <a:pt x="1064232" y="36708"/>
                </a:lnTo>
                <a:lnTo>
                  <a:pt x="1064232" y="124703"/>
                </a:lnTo>
                <a:lnTo>
                  <a:pt x="1044506" y="124703"/>
                </a:lnTo>
                <a:close/>
                <a:moveTo>
                  <a:pt x="1148050" y="124703"/>
                </a:moveTo>
                <a:lnTo>
                  <a:pt x="1148050" y="75570"/>
                </a:lnTo>
                <a:cubicBezTo>
                  <a:pt x="1148050" y="66652"/>
                  <a:pt x="1146663" y="60250"/>
                  <a:pt x="1143890" y="56364"/>
                </a:cubicBezTo>
                <a:cubicBezTo>
                  <a:pt x="1141117" y="52476"/>
                  <a:pt x="1136729" y="50532"/>
                  <a:pt x="1130725" y="50532"/>
                </a:cubicBezTo>
                <a:cubicBezTo>
                  <a:pt x="1124264" y="50532"/>
                  <a:pt x="1119190" y="53019"/>
                  <a:pt x="1115502" y="57993"/>
                </a:cubicBezTo>
                <a:cubicBezTo>
                  <a:pt x="1111814" y="62966"/>
                  <a:pt x="1109970" y="69711"/>
                  <a:pt x="1109970" y="78229"/>
                </a:cubicBezTo>
                <a:lnTo>
                  <a:pt x="1109970" y="124703"/>
                </a:lnTo>
                <a:lnTo>
                  <a:pt x="1090244" y="124703"/>
                </a:lnTo>
                <a:lnTo>
                  <a:pt x="1090244" y="56967"/>
                </a:lnTo>
                <a:cubicBezTo>
                  <a:pt x="1090244" y="50157"/>
                  <a:pt x="1089987" y="43404"/>
                  <a:pt x="1089472" y="36708"/>
                </a:cubicBezTo>
                <a:lnTo>
                  <a:pt x="1108255" y="36708"/>
                </a:lnTo>
                <a:cubicBezTo>
                  <a:pt x="1108884" y="45284"/>
                  <a:pt x="1109198" y="50945"/>
                  <a:pt x="1109198" y="53689"/>
                </a:cubicBezTo>
                <a:lnTo>
                  <a:pt x="1109541" y="53689"/>
                </a:lnTo>
                <a:cubicBezTo>
                  <a:pt x="1112920" y="47144"/>
                  <a:pt x="1116842" y="42392"/>
                  <a:pt x="1121307" y="39433"/>
                </a:cubicBezTo>
                <a:cubicBezTo>
                  <a:pt x="1125774" y="36473"/>
                  <a:pt x="1131529" y="34992"/>
                  <a:pt x="1138573" y="34992"/>
                </a:cubicBezTo>
                <a:cubicBezTo>
                  <a:pt x="1148364" y="34992"/>
                  <a:pt x="1155708" y="37880"/>
                  <a:pt x="1160604" y="43654"/>
                </a:cubicBezTo>
                <a:cubicBezTo>
                  <a:pt x="1165500" y="49429"/>
                  <a:pt x="1167948" y="58349"/>
                  <a:pt x="1167948" y="70413"/>
                </a:cubicBezTo>
                <a:lnTo>
                  <a:pt x="1167948" y="124703"/>
                </a:lnTo>
                <a:lnTo>
                  <a:pt x="1148050" y="124703"/>
                </a:lnTo>
                <a:close/>
                <a:moveTo>
                  <a:pt x="1270744" y="3774"/>
                </a:moveTo>
                <a:lnTo>
                  <a:pt x="1299666" y="74838"/>
                </a:lnTo>
                <a:cubicBezTo>
                  <a:pt x="1301152" y="78328"/>
                  <a:pt x="1304213" y="86939"/>
                  <a:pt x="1308848" y="100672"/>
                </a:cubicBezTo>
                <a:cubicBezTo>
                  <a:pt x="1310565" y="95123"/>
                  <a:pt x="1313769" y="86511"/>
                  <a:pt x="1318459" y="74838"/>
                </a:cubicBezTo>
                <a:lnTo>
                  <a:pt x="1346523" y="3774"/>
                </a:lnTo>
                <a:lnTo>
                  <a:pt x="1374759" y="3774"/>
                </a:lnTo>
                <a:lnTo>
                  <a:pt x="1374759" y="124703"/>
                </a:lnTo>
                <a:lnTo>
                  <a:pt x="1355719" y="124703"/>
                </a:lnTo>
                <a:lnTo>
                  <a:pt x="1355719" y="44542"/>
                </a:lnTo>
                <a:cubicBezTo>
                  <a:pt x="1355719" y="40993"/>
                  <a:pt x="1355776" y="37431"/>
                  <a:pt x="1355890" y="33856"/>
                </a:cubicBezTo>
                <a:cubicBezTo>
                  <a:pt x="1356005" y="30279"/>
                  <a:pt x="1356119" y="26688"/>
                  <a:pt x="1356233" y="23084"/>
                </a:cubicBezTo>
                <a:cubicBezTo>
                  <a:pt x="1354918" y="26745"/>
                  <a:pt x="1353832" y="29735"/>
                  <a:pt x="1352974" y="32052"/>
                </a:cubicBezTo>
                <a:cubicBezTo>
                  <a:pt x="1352117" y="34370"/>
                  <a:pt x="1350230" y="39276"/>
                  <a:pt x="1347314" y="46772"/>
                </a:cubicBezTo>
                <a:lnTo>
                  <a:pt x="1316696" y="124703"/>
                </a:lnTo>
                <a:lnTo>
                  <a:pt x="1300915" y="124703"/>
                </a:lnTo>
                <a:lnTo>
                  <a:pt x="1269182" y="45828"/>
                </a:lnTo>
                <a:cubicBezTo>
                  <a:pt x="1265808" y="37303"/>
                  <a:pt x="1263007" y="29722"/>
                  <a:pt x="1260777" y="23084"/>
                </a:cubicBezTo>
                <a:cubicBezTo>
                  <a:pt x="1260891" y="26631"/>
                  <a:pt x="1260991" y="30150"/>
                  <a:pt x="1261077" y="33641"/>
                </a:cubicBezTo>
                <a:cubicBezTo>
                  <a:pt x="1261163" y="37131"/>
                  <a:pt x="1261205" y="40650"/>
                  <a:pt x="1261205" y="44199"/>
                </a:cubicBezTo>
                <a:lnTo>
                  <a:pt x="1261205" y="124703"/>
                </a:lnTo>
                <a:lnTo>
                  <a:pt x="1242337" y="124703"/>
                </a:lnTo>
                <a:lnTo>
                  <a:pt x="1242337" y="3774"/>
                </a:lnTo>
                <a:lnTo>
                  <a:pt x="1270744" y="3774"/>
                </a:lnTo>
                <a:close/>
                <a:moveTo>
                  <a:pt x="1421646" y="36708"/>
                </a:moveTo>
                <a:lnTo>
                  <a:pt x="1421646" y="85907"/>
                </a:lnTo>
                <a:cubicBezTo>
                  <a:pt x="1421646" y="94838"/>
                  <a:pt x="1423050" y="101249"/>
                  <a:pt x="1425857" y="105143"/>
                </a:cubicBezTo>
                <a:cubicBezTo>
                  <a:pt x="1428666" y="109034"/>
                  <a:pt x="1433050" y="110980"/>
                  <a:pt x="1439008" y="110980"/>
                </a:cubicBezTo>
                <a:cubicBezTo>
                  <a:pt x="1445428" y="110980"/>
                  <a:pt x="1450529" y="108533"/>
                  <a:pt x="1454310" y="103639"/>
                </a:cubicBezTo>
                <a:cubicBezTo>
                  <a:pt x="1458092" y="98745"/>
                  <a:pt x="1459983" y="91919"/>
                  <a:pt x="1459983" y="83160"/>
                </a:cubicBezTo>
                <a:lnTo>
                  <a:pt x="1459983" y="36708"/>
                </a:lnTo>
                <a:lnTo>
                  <a:pt x="1479709" y="36708"/>
                </a:lnTo>
                <a:lnTo>
                  <a:pt x="1479709" y="104357"/>
                </a:lnTo>
                <a:cubicBezTo>
                  <a:pt x="1479709" y="111224"/>
                  <a:pt x="1479967" y="118006"/>
                  <a:pt x="1480481" y="124703"/>
                </a:cubicBezTo>
                <a:lnTo>
                  <a:pt x="1461699" y="124703"/>
                </a:lnTo>
                <a:cubicBezTo>
                  <a:pt x="1461070" y="116012"/>
                  <a:pt x="1460755" y="110351"/>
                  <a:pt x="1460755" y="107721"/>
                </a:cubicBezTo>
                <a:lnTo>
                  <a:pt x="1460412" y="107721"/>
                </a:lnTo>
                <a:cubicBezTo>
                  <a:pt x="1456976" y="114468"/>
                  <a:pt x="1453011" y="119271"/>
                  <a:pt x="1448515" y="122130"/>
                </a:cubicBezTo>
                <a:cubicBezTo>
                  <a:pt x="1444021" y="124988"/>
                  <a:pt x="1438253" y="126418"/>
                  <a:pt x="1431209" y="126418"/>
                </a:cubicBezTo>
                <a:cubicBezTo>
                  <a:pt x="1421475" y="126418"/>
                  <a:pt x="1414160" y="123513"/>
                  <a:pt x="1409264" y="117705"/>
                </a:cubicBezTo>
                <a:cubicBezTo>
                  <a:pt x="1404368" y="111896"/>
                  <a:pt x="1401920" y="102982"/>
                  <a:pt x="1401920" y="90962"/>
                </a:cubicBezTo>
                <a:lnTo>
                  <a:pt x="1401920" y="36708"/>
                </a:lnTo>
                <a:lnTo>
                  <a:pt x="1421646" y="36708"/>
                </a:lnTo>
                <a:close/>
                <a:moveTo>
                  <a:pt x="1505541" y="124703"/>
                </a:moveTo>
                <a:lnTo>
                  <a:pt x="1505541" y="0"/>
                </a:lnTo>
                <a:lnTo>
                  <a:pt x="1525267" y="0"/>
                </a:lnTo>
                <a:lnTo>
                  <a:pt x="1525267" y="124703"/>
                </a:lnTo>
                <a:lnTo>
                  <a:pt x="1505541" y="124703"/>
                </a:lnTo>
                <a:close/>
                <a:moveTo>
                  <a:pt x="1577259" y="126246"/>
                </a:moveTo>
                <a:cubicBezTo>
                  <a:pt x="1570384" y="126246"/>
                  <a:pt x="1564955" y="124286"/>
                  <a:pt x="1560972" y="120366"/>
                </a:cubicBezTo>
                <a:cubicBezTo>
                  <a:pt x="1556991" y="116446"/>
                  <a:pt x="1555000" y="110823"/>
                  <a:pt x="1555000" y="103497"/>
                </a:cubicBezTo>
                <a:lnTo>
                  <a:pt x="1555000" y="51046"/>
                </a:lnTo>
                <a:lnTo>
                  <a:pt x="1541964" y="51046"/>
                </a:lnTo>
                <a:lnTo>
                  <a:pt x="1541964" y="36708"/>
                </a:lnTo>
                <a:lnTo>
                  <a:pt x="1555258" y="36708"/>
                </a:lnTo>
                <a:lnTo>
                  <a:pt x="1561545" y="15438"/>
                </a:lnTo>
                <a:lnTo>
                  <a:pt x="1574726" y="15438"/>
                </a:lnTo>
                <a:lnTo>
                  <a:pt x="1574726" y="36708"/>
                </a:lnTo>
                <a:lnTo>
                  <a:pt x="1595910" y="36708"/>
                </a:lnTo>
                <a:lnTo>
                  <a:pt x="1595910" y="51046"/>
                </a:lnTo>
                <a:lnTo>
                  <a:pt x="1574726" y="51046"/>
                </a:lnTo>
                <a:lnTo>
                  <a:pt x="1574726" y="98517"/>
                </a:lnTo>
                <a:cubicBezTo>
                  <a:pt x="1574726" y="107215"/>
                  <a:pt x="1578414" y="111564"/>
                  <a:pt x="1585790" y="111564"/>
                </a:cubicBezTo>
                <a:cubicBezTo>
                  <a:pt x="1589278" y="111564"/>
                  <a:pt x="1593023" y="111193"/>
                  <a:pt x="1597025" y="110449"/>
                </a:cubicBezTo>
                <a:lnTo>
                  <a:pt x="1597025" y="123671"/>
                </a:lnTo>
                <a:cubicBezTo>
                  <a:pt x="1590495" y="125388"/>
                  <a:pt x="1583906" y="126246"/>
                  <a:pt x="1577259" y="126246"/>
                </a:cubicBezTo>
                <a:close/>
                <a:moveTo>
                  <a:pt x="1615356" y="16912"/>
                </a:moveTo>
                <a:lnTo>
                  <a:pt x="1615356" y="0"/>
                </a:lnTo>
                <a:lnTo>
                  <a:pt x="1634996" y="0"/>
                </a:lnTo>
                <a:lnTo>
                  <a:pt x="1634996" y="16912"/>
                </a:lnTo>
                <a:lnTo>
                  <a:pt x="1615356" y="16912"/>
                </a:lnTo>
                <a:moveTo>
                  <a:pt x="1615356" y="124703"/>
                </a:moveTo>
                <a:lnTo>
                  <a:pt x="1615356" y="36708"/>
                </a:lnTo>
                <a:lnTo>
                  <a:pt x="1635082" y="36708"/>
                </a:lnTo>
                <a:lnTo>
                  <a:pt x="1635082" y="124703"/>
                </a:lnTo>
                <a:lnTo>
                  <a:pt x="1615356" y="124703"/>
                </a:lnTo>
                <a:close/>
                <a:moveTo>
                  <a:pt x="1667104" y="88853"/>
                </a:moveTo>
                <a:lnTo>
                  <a:pt x="1667104" y="71528"/>
                </a:lnTo>
                <a:lnTo>
                  <a:pt x="1716848" y="71528"/>
                </a:lnTo>
                <a:lnTo>
                  <a:pt x="1716848" y="88853"/>
                </a:lnTo>
                <a:lnTo>
                  <a:pt x="1667104" y="88853"/>
                </a:lnTo>
                <a:close/>
                <a:moveTo>
                  <a:pt x="1812047" y="40996"/>
                </a:moveTo>
                <a:cubicBezTo>
                  <a:pt x="1812047" y="34020"/>
                  <a:pt x="1809941" y="28588"/>
                  <a:pt x="1805730" y="24700"/>
                </a:cubicBezTo>
                <a:cubicBezTo>
                  <a:pt x="1801518" y="20812"/>
                  <a:pt x="1795172" y="18868"/>
                  <a:pt x="1786692" y="18868"/>
                </a:cubicBezTo>
                <a:lnTo>
                  <a:pt x="1771737" y="18868"/>
                </a:lnTo>
                <a:lnTo>
                  <a:pt x="1771737" y="63981"/>
                </a:lnTo>
                <a:lnTo>
                  <a:pt x="1787378" y="63981"/>
                </a:lnTo>
                <a:cubicBezTo>
                  <a:pt x="1795172" y="63981"/>
                  <a:pt x="1801232" y="61994"/>
                  <a:pt x="1805558" y="58020"/>
                </a:cubicBezTo>
                <a:cubicBezTo>
                  <a:pt x="1809884" y="54046"/>
                  <a:pt x="1812047" y="48372"/>
                  <a:pt x="1812047" y="40996"/>
                </a:cubicBezTo>
                <a:moveTo>
                  <a:pt x="1832973" y="40824"/>
                </a:moveTo>
                <a:cubicBezTo>
                  <a:pt x="1832973" y="48372"/>
                  <a:pt x="1831270" y="55004"/>
                  <a:pt x="1827862" y="60722"/>
                </a:cubicBezTo>
                <a:cubicBezTo>
                  <a:pt x="1824457" y="66439"/>
                  <a:pt x="1819504" y="70899"/>
                  <a:pt x="1813003" y="74101"/>
                </a:cubicBezTo>
                <a:cubicBezTo>
                  <a:pt x="1806505" y="77303"/>
                  <a:pt x="1798819" y="78904"/>
                  <a:pt x="1789946" y="78904"/>
                </a:cubicBezTo>
                <a:lnTo>
                  <a:pt x="1771737" y="78904"/>
                </a:lnTo>
                <a:lnTo>
                  <a:pt x="1771737" y="124703"/>
                </a:lnTo>
                <a:lnTo>
                  <a:pt x="1750982" y="124703"/>
                </a:lnTo>
                <a:lnTo>
                  <a:pt x="1750982" y="3774"/>
                </a:lnTo>
                <a:lnTo>
                  <a:pt x="1789102" y="3774"/>
                </a:lnTo>
                <a:cubicBezTo>
                  <a:pt x="1803182" y="3774"/>
                  <a:pt x="1814013" y="6990"/>
                  <a:pt x="1821596" y="13422"/>
                </a:cubicBezTo>
                <a:cubicBezTo>
                  <a:pt x="1829181" y="19855"/>
                  <a:pt x="1832973" y="28989"/>
                  <a:pt x="1832973" y="40824"/>
                </a:cubicBezTo>
                <a:close/>
                <a:moveTo>
                  <a:pt x="1874363" y="3774"/>
                </a:moveTo>
                <a:lnTo>
                  <a:pt x="1874363" y="108134"/>
                </a:lnTo>
                <a:lnTo>
                  <a:pt x="1920848" y="108134"/>
                </a:lnTo>
                <a:lnTo>
                  <a:pt x="1920848" y="124703"/>
                </a:lnTo>
                <a:lnTo>
                  <a:pt x="1853437" y="124703"/>
                </a:lnTo>
                <a:lnTo>
                  <a:pt x="1853437" y="3774"/>
                </a:lnTo>
                <a:lnTo>
                  <a:pt x="1874363" y="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B8EC8-6584-493D-B150-853C7F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947" y="1625896"/>
            <a:ext cx="530350" cy="98796"/>
          </a:xfrm>
          <a:custGeom xmlns:a="http://schemas.openxmlformats.org/drawingml/2006/main">
            <a:pathLst>
              <a:path w="530350" h="98796">
                <a:moveTo>
                  <a:pt x="432134" y="98796"/>
                </a:moveTo>
                <a:lnTo>
                  <a:pt x="530350" y="48239"/>
                </a:lnTo>
                <a:lnTo>
                  <a:pt x="430975" y="0"/>
                </a:lnTo>
                <a:lnTo>
                  <a:pt x="431361" y="32932"/>
                </a:lnTo>
                <a:lnTo>
                  <a:pt x="0" y="37994"/>
                </a:lnTo>
                <a:lnTo>
                  <a:pt x="386" y="70926"/>
                </a:lnTo>
                <a:lnTo>
                  <a:pt x="431748" y="65863"/>
                </a:lnTo>
                <a:lnTo>
                  <a:pt x="432134" y="98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SampledGenerations">
            <a:extLst xmlns:a="http://schemas.openxmlformats.org/drawingml/2006/main">
              <a:ext uri="{FF2B5EF4-FFF2-40B4-BE49-F238E27FC236}">
                <a16:creationId xmlns:a16="http://schemas.microsoft.com/office/drawing/2014/main" id="{D2A379E9-B4C2-4271-A22A-172BC549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490" y="962460"/>
            <a:ext cx="1692820" cy="158494"/>
          </a:xfrm>
          <a:custGeom xmlns:a="http://schemas.openxmlformats.org/drawingml/2006/main">
            <a:pathLst>
              <a:path w="1692820" h="158494">
                <a:moveTo>
                  <a:pt x="85594" y="90654"/>
                </a:moveTo>
                <a:cubicBezTo>
                  <a:pt x="85594" y="102204"/>
                  <a:pt x="81912" y="111052"/>
                  <a:pt x="74549" y="117198"/>
                </a:cubicBezTo>
                <a:cubicBezTo>
                  <a:pt x="67187" y="123345"/>
                  <a:pt x="56546" y="126418"/>
                  <a:pt x="42625" y="126418"/>
                </a:cubicBezTo>
                <a:cubicBezTo>
                  <a:pt x="30364" y="126418"/>
                  <a:pt x="20725" y="123753"/>
                  <a:pt x="13706" y="118423"/>
                </a:cubicBezTo>
                <a:cubicBezTo>
                  <a:pt x="6688" y="113093"/>
                  <a:pt x="2119" y="105040"/>
                  <a:pt x="0" y="94264"/>
                </a:cubicBezTo>
                <a:lnTo>
                  <a:pt x="19434" y="90911"/>
                </a:lnTo>
                <a:cubicBezTo>
                  <a:pt x="22243" y="104062"/>
                  <a:pt x="30326" y="110637"/>
                  <a:pt x="43684" y="110637"/>
                </a:cubicBezTo>
                <a:cubicBezTo>
                  <a:pt x="58244" y="110637"/>
                  <a:pt x="65525" y="104376"/>
                  <a:pt x="65525" y="91855"/>
                </a:cubicBezTo>
                <a:cubicBezTo>
                  <a:pt x="65525" y="88252"/>
                  <a:pt x="64809" y="85308"/>
                  <a:pt x="63378" y="83021"/>
                </a:cubicBezTo>
                <a:cubicBezTo>
                  <a:pt x="61947" y="80734"/>
                  <a:pt x="59971" y="78818"/>
                  <a:pt x="57452" y="77274"/>
                </a:cubicBezTo>
                <a:cubicBezTo>
                  <a:pt x="54933" y="75731"/>
                  <a:pt x="51969" y="74430"/>
                  <a:pt x="48562" y="73372"/>
                </a:cubicBezTo>
                <a:cubicBezTo>
                  <a:pt x="45154" y="72314"/>
                  <a:pt x="41504" y="71214"/>
                  <a:pt x="37611" y="70070"/>
                </a:cubicBezTo>
                <a:cubicBezTo>
                  <a:pt x="28221" y="67383"/>
                  <a:pt x="21423" y="64581"/>
                  <a:pt x="17215" y="61665"/>
                </a:cubicBezTo>
                <a:cubicBezTo>
                  <a:pt x="13007" y="58749"/>
                  <a:pt x="9772" y="55090"/>
                  <a:pt x="7510" y="50687"/>
                </a:cubicBezTo>
                <a:cubicBezTo>
                  <a:pt x="5248" y="46285"/>
                  <a:pt x="4117" y="40796"/>
                  <a:pt x="4117" y="34220"/>
                </a:cubicBezTo>
                <a:cubicBezTo>
                  <a:pt x="4117" y="24100"/>
                  <a:pt x="7490" y="16210"/>
                  <a:pt x="14237" y="10549"/>
                </a:cubicBezTo>
                <a:cubicBezTo>
                  <a:pt x="20984" y="4889"/>
                  <a:pt x="30361" y="2058"/>
                  <a:pt x="42368" y="2058"/>
                </a:cubicBezTo>
                <a:cubicBezTo>
                  <a:pt x="53803" y="2058"/>
                  <a:pt x="62737" y="4331"/>
                  <a:pt x="69170" y="8877"/>
                </a:cubicBezTo>
                <a:cubicBezTo>
                  <a:pt x="75602" y="13422"/>
                  <a:pt x="80048" y="20555"/>
                  <a:pt x="82506" y="30275"/>
                </a:cubicBezTo>
                <a:lnTo>
                  <a:pt x="62866" y="33791"/>
                </a:lnTo>
                <a:cubicBezTo>
                  <a:pt x="60293" y="22767"/>
                  <a:pt x="53403" y="17255"/>
                  <a:pt x="42196" y="17255"/>
                </a:cubicBezTo>
                <a:cubicBezTo>
                  <a:pt x="36422" y="17255"/>
                  <a:pt x="31976" y="18670"/>
                  <a:pt x="28860" y="21500"/>
                </a:cubicBezTo>
                <a:cubicBezTo>
                  <a:pt x="25744" y="24329"/>
                  <a:pt x="24186" y="28257"/>
                  <a:pt x="24186" y="33285"/>
                </a:cubicBezTo>
                <a:cubicBezTo>
                  <a:pt x="24186" y="36773"/>
                  <a:pt x="24887" y="39645"/>
                  <a:pt x="26290" y="41902"/>
                </a:cubicBezTo>
                <a:cubicBezTo>
                  <a:pt x="27692" y="44158"/>
                  <a:pt x="29796" y="46116"/>
                  <a:pt x="32601" y="47774"/>
                </a:cubicBezTo>
                <a:cubicBezTo>
                  <a:pt x="35409" y="49432"/>
                  <a:pt x="40820" y="51489"/>
                  <a:pt x="48835" y="53946"/>
                </a:cubicBezTo>
                <a:cubicBezTo>
                  <a:pt x="58225" y="56862"/>
                  <a:pt x="64923" y="59421"/>
                  <a:pt x="68931" y="61622"/>
                </a:cubicBezTo>
                <a:cubicBezTo>
                  <a:pt x="72939" y="63824"/>
                  <a:pt x="76117" y="66268"/>
                  <a:pt x="78464" y="68955"/>
                </a:cubicBezTo>
                <a:cubicBezTo>
                  <a:pt x="80812" y="71643"/>
                  <a:pt x="82587" y="74759"/>
                  <a:pt x="83790" y="78304"/>
                </a:cubicBezTo>
                <a:cubicBezTo>
                  <a:pt x="84992" y="81849"/>
                  <a:pt x="85594" y="85965"/>
                  <a:pt x="85594" y="90654"/>
                </a:cubicBezTo>
                <a:close/>
                <a:moveTo>
                  <a:pt x="130998" y="112524"/>
                </a:moveTo>
                <a:cubicBezTo>
                  <a:pt x="137116" y="112524"/>
                  <a:pt x="141947" y="110389"/>
                  <a:pt x="145492" y="106118"/>
                </a:cubicBezTo>
                <a:cubicBezTo>
                  <a:pt x="149037" y="101846"/>
                  <a:pt x="150809" y="96355"/>
                  <a:pt x="150809" y="89646"/>
                </a:cubicBezTo>
                <a:lnTo>
                  <a:pt x="150809" y="81648"/>
                </a:lnTo>
                <a:lnTo>
                  <a:pt x="141461" y="81992"/>
                </a:lnTo>
                <a:cubicBezTo>
                  <a:pt x="133056" y="82394"/>
                  <a:pt x="127010" y="83885"/>
                  <a:pt x="123322" y="86465"/>
                </a:cubicBezTo>
                <a:cubicBezTo>
                  <a:pt x="119634" y="89045"/>
                  <a:pt x="117790" y="93087"/>
                  <a:pt x="117790" y="98592"/>
                </a:cubicBezTo>
                <a:cubicBezTo>
                  <a:pt x="117790" y="107880"/>
                  <a:pt x="122193" y="112524"/>
                  <a:pt x="130998" y="112524"/>
                </a:cubicBezTo>
                <a:moveTo>
                  <a:pt x="170450" y="124703"/>
                </a:moveTo>
                <a:lnTo>
                  <a:pt x="151410" y="124703"/>
                </a:lnTo>
                <a:lnTo>
                  <a:pt x="150724" y="110809"/>
                </a:lnTo>
                <a:cubicBezTo>
                  <a:pt x="147802" y="116526"/>
                  <a:pt x="144280" y="120557"/>
                  <a:pt x="140156" y="122902"/>
                </a:cubicBezTo>
                <a:cubicBezTo>
                  <a:pt x="136034" y="125246"/>
                  <a:pt x="130966" y="126418"/>
                  <a:pt x="124954" y="126418"/>
                </a:cubicBezTo>
                <a:cubicBezTo>
                  <a:pt x="115906" y="126418"/>
                  <a:pt x="108990" y="124070"/>
                  <a:pt x="104207" y="119374"/>
                </a:cubicBezTo>
                <a:cubicBezTo>
                  <a:pt x="99425" y="114679"/>
                  <a:pt x="97035" y="108151"/>
                  <a:pt x="97035" y="99790"/>
                </a:cubicBezTo>
                <a:cubicBezTo>
                  <a:pt x="97035" y="90628"/>
                  <a:pt x="100299" y="83613"/>
                  <a:pt x="106828" y="78746"/>
                </a:cubicBezTo>
                <a:cubicBezTo>
                  <a:pt x="113357" y="73879"/>
                  <a:pt x="122978" y="71244"/>
                  <a:pt x="135691" y="70842"/>
                </a:cubicBezTo>
                <a:lnTo>
                  <a:pt x="150724" y="70327"/>
                </a:lnTo>
                <a:lnTo>
                  <a:pt x="150724" y="67596"/>
                </a:lnTo>
                <a:cubicBezTo>
                  <a:pt x="150724" y="60823"/>
                  <a:pt x="149621" y="55914"/>
                  <a:pt x="147416" y="52869"/>
                </a:cubicBezTo>
                <a:cubicBezTo>
                  <a:pt x="145212" y="49824"/>
                  <a:pt x="141474" y="48302"/>
                  <a:pt x="136203" y="48302"/>
                </a:cubicBezTo>
                <a:cubicBezTo>
                  <a:pt x="131564" y="48302"/>
                  <a:pt x="128142" y="49173"/>
                  <a:pt x="125935" y="50915"/>
                </a:cubicBezTo>
                <a:cubicBezTo>
                  <a:pt x="123730" y="52655"/>
                  <a:pt x="122227" y="55352"/>
                  <a:pt x="121427" y="59006"/>
                </a:cubicBezTo>
                <a:lnTo>
                  <a:pt x="102352" y="56005"/>
                </a:lnTo>
                <a:cubicBezTo>
                  <a:pt x="104069" y="48515"/>
                  <a:pt x="107662" y="43140"/>
                  <a:pt x="113129" y="39881"/>
                </a:cubicBezTo>
                <a:cubicBezTo>
                  <a:pt x="118597" y="36622"/>
                  <a:pt x="126368" y="34992"/>
                  <a:pt x="136444" y="34992"/>
                </a:cubicBezTo>
                <a:cubicBezTo>
                  <a:pt x="148179" y="34992"/>
                  <a:pt x="156781" y="37765"/>
                  <a:pt x="162248" y="43311"/>
                </a:cubicBezTo>
                <a:cubicBezTo>
                  <a:pt x="167716" y="48858"/>
                  <a:pt x="170450" y="57463"/>
                  <a:pt x="170450" y="69127"/>
                </a:cubicBezTo>
                <a:lnTo>
                  <a:pt x="170450" y="124703"/>
                </a:lnTo>
                <a:close/>
                <a:moveTo>
                  <a:pt x="250417" y="124703"/>
                </a:moveTo>
                <a:lnTo>
                  <a:pt x="250417" y="75570"/>
                </a:lnTo>
                <a:cubicBezTo>
                  <a:pt x="250417" y="66481"/>
                  <a:pt x="249144" y="60036"/>
                  <a:pt x="246600" y="56235"/>
                </a:cubicBezTo>
                <a:cubicBezTo>
                  <a:pt x="244056" y="52433"/>
                  <a:pt x="240010" y="50532"/>
                  <a:pt x="234464" y="50532"/>
                </a:cubicBezTo>
                <a:cubicBezTo>
                  <a:pt x="228404" y="50532"/>
                  <a:pt x="223601" y="52990"/>
                  <a:pt x="220056" y="57908"/>
                </a:cubicBezTo>
                <a:cubicBezTo>
                  <a:pt x="216511" y="62823"/>
                  <a:pt x="214738" y="69597"/>
                  <a:pt x="214738" y="78229"/>
                </a:cubicBezTo>
                <a:lnTo>
                  <a:pt x="214738" y="124703"/>
                </a:lnTo>
                <a:lnTo>
                  <a:pt x="195012" y="124703"/>
                </a:lnTo>
                <a:lnTo>
                  <a:pt x="195012" y="56967"/>
                </a:lnTo>
                <a:cubicBezTo>
                  <a:pt x="195012" y="50157"/>
                  <a:pt x="194755" y="43404"/>
                  <a:pt x="194240" y="36708"/>
                </a:cubicBezTo>
                <a:lnTo>
                  <a:pt x="213023" y="36708"/>
                </a:lnTo>
                <a:cubicBezTo>
                  <a:pt x="213652" y="45284"/>
                  <a:pt x="213966" y="50945"/>
                  <a:pt x="213966" y="53689"/>
                </a:cubicBezTo>
                <a:lnTo>
                  <a:pt x="214309" y="53689"/>
                </a:lnTo>
                <a:cubicBezTo>
                  <a:pt x="217631" y="46973"/>
                  <a:pt x="221468" y="42178"/>
                  <a:pt x="225821" y="39305"/>
                </a:cubicBezTo>
                <a:cubicBezTo>
                  <a:pt x="230173" y="36430"/>
                  <a:pt x="235699" y="34992"/>
                  <a:pt x="242398" y="34992"/>
                </a:cubicBezTo>
                <a:cubicBezTo>
                  <a:pt x="256199" y="34992"/>
                  <a:pt x="264903" y="41224"/>
                  <a:pt x="268510" y="53689"/>
                </a:cubicBezTo>
                <a:lnTo>
                  <a:pt x="269113" y="53689"/>
                </a:lnTo>
                <a:cubicBezTo>
                  <a:pt x="272205" y="47258"/>
                  <a:pt x="275969" y="42535"/>
                  <a:pt x="280408" y="39519"/>
                </a:cubicBezTo>
                <a:cubicBezTo>
                  <a:pt x="284846" y="36501"/>
                  <a:pt x="290587" y="34992"/>
                  <a:pt x="297630" y="34992"/>
                </a:cubicBezTo>
                <a:cubicBezTo>
                  <a:pt x="307079" y="34992"/>
                  <a:pt x="314151" y="37851"/>
                  <a:pt x="318847" y="43569"/>
                </a:cubicBezTo>
                <a:cubicBezTo>
                  <a:pt x="323542" y="49286"/>
                  <a:pt x="325890" y="58235"/>
                  <a:pt x="325890" y="70413"/>
                </a:cubicBezTo>
                <a:lnTo>
                  <a:pt x="325890" y="124703"/>
                </a:lnTo>
                <a:lnTo>
                  <a:pt x="305992" y="124703"/>
                </a:lnTo>
                <a:lnTo>
                  <a:pt x="305992" y="75570"/>
                </a:lnTo>
                <a:cubicBezTo>
                  <a:pt x="305992" y="66652"/>
                  <a:pt x="304692" y="60250"/>
                  <a:pt x="302090" y="56364"/>
                </a:cubicBezTo>
                <a:cubicBezTo>
                  <a:pt x="299489" y="52476"/>
                  <a:pt x="295358" y="50532"/>
                  <a:pt x="289697" y="50532"/>
                </a:cubicBezTo>
                <a:cubicBezTo>
                  <a:pt x="283694" y="50532"/>
                  <a:pt x="278962" y="52947"/>
                  <a:pt x="275503" y="57779"/>
                </a:cubicBezTo>
                <a:cubicBezTo>
                  <a:pt x="272044" y="62609"/>
                  <a:pt x="270314" y="69254"/>
                  <a:pt x="270314" y="77714"/>
                </a:cubicBezTo>
                <a:lnTo>
                  <a:pt x="270314" y="124703"/>
                </a:lnTo>
                <a:lnTo>
                  <a:pt x="250417" y="124703"/>
                </a:lnTo>
                <a:close/>
                <a:moveTo>
                  <a:pt x="435834" y="80276"/>
                </a:moveTo>
                <a:cubicBezTo>
                  <a:pt x="435834" y="94685"/>
                  <a:pt x="432484" y="105977"/>
                  <a:pt x="425783" y="114153"/>
                </a:cubicBezTo>
                <a:cubicBezTo>
                  <a:pt x="419083" y="122330"/>
                  <a:pt x="409773" y="126418"/>
                  <a:pt x="397853" y="126418"/>
                </a:cubicBezTo>
                <a:cubicBezTo>
                  <a:pt x="391010" y="126418"/>
                  <a:pt x="385392" y="125103"/>
                  <a:pt x="381000" y="122473"/>
                </a:cubicBezTo>
                <a:cubicBezTo>
                  <a:pt x="376610" y="119843"/>
                  <a:pt x="373104" y="116012"/>
                  <a:pt x="370481" y="110980"/>
                </a:cubicBezTo>
                <a:lnTo>
                  <a:pt x="370052" y="110980"/>
                </a:lnTo>
                <a:cubicBezTo>
                  <a:pt x="370166" y="113267"/>
                  <a:pt x="370266" y="115526"/>
                  <a:pt x="370352" y="117756"/>
                </a:cubicBezTo>
                <a:cubicBezTo>
                  <a:pt x="370438" y="119985"/>
                  <a:pt x="370481" y="122244"/>
                  <a:pt x="370481" y="124531"/>
                </a:cubicBezTo>
                <a:lnTo>
                  <a:pt x="370481" y="158494"/>
                </a:lnTo>
                <a:lnTo>
                  <a:pt x="350583" y="158494"/>
                </a:lnTo>
                <a:lnTo>
                  <a:pt x="350583" y="56275"/>
                </a:lnTo>
                <a:cubicBezTo>
                  <a:pt x="350583" y="50325"/>
                  <a:pt x="350354" y="43803"/>
                  <a:pt x="349897" y="36708"/>
                </a:cubicBezTo>
                <a:lnTo>
                  <a:pt x="369017" y="36708"/>
                </a:lnTo>
                <a:cubicBezTo>
                  <a:pt x="369764" y="42654"/>
                  <a:pt x="370138" y="47628"/>
                  <a:pt x="370138" y="51631"/>
                </a:cubicBezTo>
                <a:lnTo>
                  <a:pt x="370481" y="51631"/>
                </a:lnTo>
                <a:cubicBezTo>
                  <a:pt x="375955" y="40538"/>
                  <a:pt x="385565" y="34992"/>
                  <a:pt x="399309" y="34992"/>
                </a:cubicBezTo>
                <a:cubicBezTo>
                  <a:pt x="411112" y="34992"/>
                  <a:pt x="420150" y="38895"/>
                  <a:pt x="426424" y="46699"/>
                </a:cubicBezTo>
                <a:cubicBezTo>
                  <a:pt x="432697" y="54504"/>
                  <a:pt x="435834" y="65696"/>
                  <a:pt x="435834" y="80276"/>
                </a:cubicBezTo>
                <a:moveTo>
                  <a:pt x="415250" y="80448"/>
                </a:moveTo>
                <a:cubicBezTo>
                  <a:pt x="415250" y="59864"/>
                  <a:pt x="408045" y="49572"/>
                  <a:pt x="393635" y="49572"/>
                </a:cubicBezTo>
                <a:cubicBezTo>
                  <a:pt x="385944" y="49572"/>
                  <a:pt x="380105" y="52231"/>
                  <a:pt x="376117" y="57548"/>
                </a:cubicBezTo>
                <a:cubicBezTo>
                  <a:pt x="372131" y="62866"/>
                  <a:pt x="370138" y="70585"/>
                  <a:pt x="370138" y="80705"/>
                </a:cubicBezTo>
                <a:cubicBezTo>
                  <a:pt x="370138" y="90825"/>
                  <a:pt x="372075" y="98544"/>
                  <a:pt x="375948" y="103862"/>
                </a:cubicBezTo>
                <a:cubicBezTo>
                  <a:pt x="379822" y="109179"/>
                  <a:pt x="385603" y="111838"/>
                  <a:pt x="393292" y="111838"/>
                </a:cubicBezTo>
                <a:cubicBezTo>
                  <a:pt x="407931" y="111838"/>
                  <a:pt x="415250" y="101374"/>
                  <a:pt x="415250" y="80448"/>
                </a:cubicBezTo>
                <a:close/>
                <a:moveTo>
                  <a:pt x="456797" y="124703"/>
                </a:moveTo>
                <a:lnTo>
                  <a:pt x="456797" y="0"/>
                </a:lnTo>
                <a:lnTo>
                  <a:pt x="476523" y="0"/>
                </a:lnTo>
                <a:lnTo>
                  <a:pt x="476523" y="124703"/>
                </a:lnTo>
                <a:lnTo>
                  <a:pt x="456797" y="124703"/>
                </a:lnTo>
                <a:close/>
                <a:moveTo>
                  <a:pt x="517854" y="84495"/>
                </a:moveTo>
                <a:cubicBezTo>
                  <a:pt x="518140" y="93461"/>
                  <a:pt x="520121" y="100357"/>
                  <a:pt x="523796" y="105183"/>
                </a:cubicBezTo>
                <a:cubicBezTo>
                  <a:pt x="527473" y="110009"/>
                  <a:pt x="532505" y="112422"/>
                  <a:pt x="538891" y="112422"/>
                </a:cubicBezTo>
                <a:cubicBezTo>
                  <a:pt x="543222" y="112422"/>
                  <a:pt x="547083" y="111330"/>
                  <a:pt x="550475" y="109147"/>
                </a:cubicBezTo>
                <a:cubicBezTo>
                  <a:pt x="553868" y="106963"/>
                  <a:pt x="556932" y="103286"/>
                  <a:pt x="559668" y="98115"/>
                </a:cubicBezTo>
                <a:lnTo>
                  <a:pt x="575146" y="105598"/>
                </a:lnTo>
                <a:cubicBezTo>
                  <a:pt x="571776" y="111048"/>
                  <a:pt x="568406" y="115177"/>
                  <a:pt x="565036" y="117986"/>
                </a:cubicBezTo>
                <a:cubicBezTo>
                  <a:pt x="561666" y="120797"/>
                  <a:pt x="557740" y="122904"/>
                  <a:pt x="553257" y="124309"/>
                </a:cubicBezTo>
                <a:cubicBezTo>
                  <a:pt x="548774" y="125715"/>
                  <a:pt x="543448" y="126418"/>
                  <a:pt x="537280" y="126418"/>
                </a:cubicBezTo>
                <a:cubicBezTo>
                  <a:pt x="524428" y="126418"/>
                  <a:pt x="514518" y="122373"/>
                  <a:pt x="507549" y="114282"/>
                </a:cubicBezTo>
                <a:cubicBezTo>
                  <a:pt x="500583" y="106192"/>
                  <a:pt x="497099" y="94828"/>
                  <a:pt x="497099" y="80190"/>
                </a:cubicBezTo>
                <a:cubicBezTo>
                  <a:pt x="497099" y="65439"/>
                  <a:pt x="500759" y="54218"/>
                  <a:pt x="508077" y="46528"/>
                </a:cubicBezTo>
                <a:cubicBezTo>
                  <a:pt x="515396" y="38837"/>
                  <a:pt x="525373" y="34992"/>
                  <a:pt x="538009" y="34992"/>
                </a:cubicBezTo>
                <a:cubicBezTo>
                  <a:pt x="550531" y="34992"/>
                  <a:pt x="560108" y="39096"/>
                  <a:pt x="566741" y="47305"/>
                </a:cubicBezTo>
                <a:cubicBezTo>
                  <a:pt x="573373" y="55512"/>
                  <a:pt x="576689" y="67108"/>
                  <a:pt x="576689" y="82093"/>
                </a:cubicBezTo>
                <a:lnTo>
                  <a:pt x="576689" y="84495"/>
                </a:lnTo>
                <a:lnTo>
                  <a:pt x="517854" y="84495"/>
                </a:lnTo>
                <a:moveTo>
                  <a:pt x="537323" y="48645"/>
                </a:moveTo>
                <a:cubicBezTo>
                  <a:pt x="531573" y="48645"/>
                  <a:pt x="526990" y="50702"/>
                  <a:pt x="523574" y="54817"/>
                </a:cubicBezTo>
                <a:cubicBezTo>
                  <a:pt x="520159" y="58931"/>
                  <a:pt x="518310" y="64615"/>
                  <a:pt x="518026" y="71871"/>
                </a:cubicBezTo>
                <a:lnTo>
                  <a:pt x="556106" y="71871"/>
                </a:lnTo>
                <a:cubicBezTo>
                  <a:pt x="555536" y="64101"/>
                  <a:pt x="553770" y="58287"/>
                  <a:pt x="550810" y="54431"/>
                </a:cubicBezTo>
                <a:cubicBezTo>
                  <a:pt x="547851" y="50574"/>
                  <a:pt x="543355" y="48645"/>
                  <a:pt x="537323" y="48645"/>
                </a:cubicBezTo>
                <a:close/>
                <a:moveTo>
                  <a:pt x="610903" y="80534"/>
                </a:moveTo>
                <a:cubicBezTo>
                  <a:pt x="610903" y="101449"/>
                  <a:pt x="618193" y="111907"/>
                  <a:pt x="632773" y="111907"/>
                </a:cubicBezTo>
                <a:cubicBezTo>
                  <a:pt x="640492" y="111907"/>
                  <a:pt x="646353" y="109236"/>
                  <a:pt x="650355" y="103894"/>
                </a:cubicBezTo>
                <a:cubicBezTo>
                  <a:pt x="654357" y="98550"/>
                  <a:pt x="656359" y="90791"/>
                  <a:pt x="656359" y="80619"/>
                </a:cubicBezTo>
                <a:cubicBezTo>
                  <a:pt x="656359" y="70447"/>
                  <a:pt x="654386" y="62718"/>
                  <a:pt x="650441" y="57433"/>
                </a:cubicBezTo>
                <a:cubicBezTo>
                  <a:pt x="646496" y="52146"/>
                  <a:pt x="640692" y="49503"/>
                  <a:pt x="633030" y="49503"/>
                </a:cubicBezTo>
                <a:cubicBezTo>
                  <a:pt x="618279" y="49503"/>
                  <a:pt x="610903" y="59846"/>
                  <a:pt x="610903" y="80534"/>
                </a:cubicBezTo>
                <a:moveTo>
                  <a:pt x="590319" y="80791"/>
                </a:moveTo>
                <a:cubicBezTo>
                  <a:pt x="590319" y="66554"/>
                  <a:pt x="593640" y="55361"/>
                  <a:pt x="600282" y="47214"/>
                </a:cubicBezTo>
                <a:cubicBezTo>
                  <a:pt x="606923" y="39066"/>
                  <a:pt x="616254" y="34992"/>
                  <a:pt x="628276" y="34992"/>
                </a:cubicBezTo>
                <a:cubicBezTo>
                  <a:pt x="634803" y="34992"/>
                  <a:pt x="640299" y="36193"/>
                  <a:pt x="644764" y="38594"/>
                </a:cubicBezTo>
                <a:cubicBezTo>
                  <a:pt x="649231" y="40996"/>
                  <a:pt x="653010" y="44941"/>
                  <a:pt x="656101" y="50430"/>
                </a:cubicBezTo>
                <a:lnTo>
                  <a:pt x="656444" y="50430"/>
                </a:lnTo>
                <a:cubicBezTo>
                  <a:pt x="656330" y="48143"/>
                  <a:pt x="656230" y="45870"/>
                  <a:pt x="656144" y="43612"/>
                </a:cubicBezTo>
                <a:cubicBezTo>
                  <a:pt x="656058" y="41353"/>
                  <a:pt x="656015" y="39080"/>
                  <a:pt x="656015" y="36793"/>
                </a:cubicBezTo>
                <a:lnTo>
                  <a:pt x="656015" y="0"/>
                </a:lnTo>
                <a:lnTo>
                  <a:pt x="675913" y="0"/>
                </a:lnTo>
                <a:lnTo>
                  <a:pt x="675913" y="105062"/>
                </a:lnTo>
                <a:cubicBezTo>
                  <a:pt x="675913" y="111066"/>
                  <a:pt x="676142" y="117613"/>
                  <a:pt x="676599" y="124703"/>
                </a:cubicBezTo>
                <a:lnTo>
                  <a:pt x="657222" y="124703"/>
                </a:lnTo>
                <a:cubicBezTo>
                  <a:pt x="656991" y="123840"/>
                  <a:pt x="656761" y="121511"/>
                  <a:pt x="656530" y="117715"/>
                </a:cubicBezTo>
                <a:cubicBezTo>
                  <a:pt x="656301" y="113920"/>
                  <a:pt x="656187" y="111275"/>
                  <a:pt x="656187" y="109779"/>
                </a:cubicBezTo>
                <a:lnTo>
                  <a:pt x="655844" y="109779"/>
                </a:lnTo>
                <a:cubicBezTo>
                  <a:pt x="650062" y="120757"/>
                  <a:pt x="640701" y="126246"/>
                  <a:pt x="627761" y="126246"/>
                </a:cubicBezTo>
                <a:cubicBezTo>
                  <a:pt x="615795" y="126246"/>
                  <a:pt x="606563" y="122358"/>
                  <a:pt x="600064" y="114582"/>
                </a:cubicBezTo>
                <a:cubicBezTo>
                  <a:pt x="593568" y="106806"/>
                  <a:pt x="590319" y="95542"/>
                  <a:pt x="590319" y="80791"/>
                </a:cubicBezTo>
                <a:close/>
                <a:moveTo>
                  <a:pt x="800772" y="126418"/>
                </a:moveTo>
                <a:cubicBezTo>
                  <a:pt x="783276" y="126418"/>
                  <a:pt x="769710" y="120915"/>
                  <a:pt x="760076" y="109908"/>
                </a:cubicBezTo>
                <a:cubicBezTo>
                  <a:pt x="750442" y="98902"/>
                  <a:pt x="745625" y="83507"/>
                  <a:pt x="745625" y="63724"/>
                </a:cubicBezTo>
                <a:cubicBezTo>
                  <a:pt x="745625" y="43826"/>
                  <a:pt x="750342" y="28574"/>
                  <a:pt x="759776" y="17968"/>
                </a:cubicBezTo>
                <a:cubicBezTo>
                  <a:pt x="769210" y="7362"/>
                  <a:pt x="782675" y="2058"/>
                  <a:pt x="800171" y="2058"/>
                </a:cubicBezTo>
                <a:cubicBezTo>
                  <a:pt x="812236" y="2058"/>
                  <a:pt x="822156" y="4445"/>
                  <a:pt x="829932" y="9220"/>
                </a:cubicBezTo>
                <a:cubicBezTo>
                  <a:pt x="837708" y="13994"/>
                  <a:pt x="843397" y="21270"/>
                  <a:pt x="846999" y="31047"/>
                </a:cubicBezTo>
                <a:lnTo>
                  <a:pt x="827788" y="36879"/>
                </a:lnTo>
                <a:cubicBezTo>
                  <a:pt x="823328" y="24758"/>
                  <a:pt x="814037" y="18697"/>
                  <a:pt x="799914" y="18697"/>
                </a:cubicBezTo>
                <a:cubicBezTo>
                  <a:pt x="789050" y="18697"/>
                  <a:pt x="780803" y="22570"/>
                  <a:pt x="775171" y="30315"/>
                </a:cubicBezTo>
                <a:cubicBezTo>
                  <a:pt x="769539" y="38061"/>
                  <a:pt x="766723" y="49194"/>
                  <a:pt x="766723" y="63715"/>
                </a:cubicBezTo>
                <a:cubicBezTo>
                  <a:pt x="766723" y="78237"/>
                  <a:pt x="769739" y="89556"/>
                  <a:pt x="775771" y="97673"/>
                </a:cubicBezTo>
                <a:cubicBezTo>
                  <a:pt x="781803" y="105790"/>
                  <a:pt x="790194" y="109849"/>
                  <a:pt x="800943" y="109849"/>
                </a:cubicBezTo>
                <a:cubicBezTo>
                  <a:pt x="812093" y="109849"/>
                  <a:pt x="821384" y="106308"/>
                  <a:pt x="828817" y="99225"/>
                </a:cubicBezTo>
                <a:lnTo>
                  <a:pt x="828817" y="77977"/>
                </a:lnTo>
                <a:lnTo>
                  <a:pt x="800343" y="77977"/>
                </a:lnTo>
                <a:lnTo>
                  <a:pt x="800343" y="62609"/>
                </a:lnTo>
                <a:lnTo>
                  <a:pt x="848371" y="62609"/>
                </a:lnTo>
                <a:lnTo>
                  <a:pt x="848371" y="106692"/>
                </a:lnTo>
                <a:cubicBezTo>
                  <a:pt x="843054" y="112695"/>
                  <a:pt x="836164" y="117484"/>
                  <a:pt x="827702" y="121058"/>
                </a:cubicBezTo>
                <a:cubicBezTo>
                  <a:pt x="819240" y="124631"/>
                  <a:pt x="810263" y="126418"/>
                  <a:pt x="800772" y="126418"/>
                </a:cubicBezTo>
                <a:close/>
                <a:moveTo>
                  <a:pt x="887556" y="84495"/>
                </a:moveTo>
                <a:cubicBezTo>
                  <a:pt x="887842" y="93461"/>
                  <a:pt x="889823" y="100357"/>
                  <a:pt x="893498" y="105183"/>
                </a:cubicBezTo>
                <a:cubicBezTo>
                  <a:pt x="897175" y="110009"/>
                  <a:pt x="902207" y="112422"/>
                  <a:pt x="908593" y="112422"/>
                </a:cubicBezTo>
                <a:cubicBezTo>
                  <a:pt x="912924" y="112422"/>
                  <a:pt x="916785" y="111330"/>
                  <a:pt x="920177" y="109147"/>
                </a:cubicBezTo>
                <a:cubicBezTo>
                  <a:pt x="923570" y="106963"/>
                  <a:pt x="926634" y="103286"/>
                  <a:pt x="929370" y="98115"/>
                </a:cubicBezTo>
                <a:lnTo>
                  <a:pt x="944847" y="105598"/>
                </a:lnTo>
                <a:cubicBezTo>
                  <a:pt x="941478" y="111048"/>
                  <a:pt x="938108" y="115177"/>
                  <a:pt x="934738" y="117986"/>
                </a:cubicBezTo>
                <a:cubicBezTo>
                  <a:pt x="931368" y="120797"/>
                  <a:pt x="927442" y="122904"/>
                  <a:pt x="922959" y="124309"/>
                </a:cubicBezTo>
                <a:cubicBezTo>
                  <a:pt x="918476" y="125715"/>
                  <a:pt x="913150" y="126418"/>
                  <a:pt x="906982" y="126418"/>
                </a:cubicBezTo>
                <a:cubicBezTo>
                  <a:pt x="894130" y="126418"/>
                  <a:pt x="884220" y="122373"/>
                  <a:pt x="877251" y="114282"/>
                </a:cubicBezTo>
                <a:cubicBezTo>
                  <a:pt x="870284" y="106192"/>
                  <a:pt x="866801" y="94828"/>
                  <a:pt x="866801" y="80190"/>
                </a:cubicBezTo>
                <a:cubicBezTo>
                  <a:pt x="866801" y="65439"/>
                  <a:pt x="870460" y="54218"/>
                  <a:pt x="877779" y="46528"/>
                </a:cubicBezTo>
                <a:cubicBezTo>
                  <a:pt x="885098" y="38837"/>
                  <a:pt x="895075" y="34992"/>
                  <a:pt x="907711" y="34992"/>
                </a:cubicBezTo>
                <a:cubicBezTo>
                  <a:pt x="920233" y="34992"/>
                  <a:pt x="929810" y="39096"/>
                  <a:pt x="936442" y="47305"/>
                </a:cubicBezTo>
                <a:cubicBezTo>
                  <a:pt x="943075" y="55512"/>
                  <a:pt x="946391" y="67108"/>
                  <a:pt x="946391" y="82093"/>
                </a:cubicBezTo>
                <a:lnTo>
                  <a:pt x="946391" y="84495"/>
                </a:lnTo>
                <a:lnTo>
                  <a:pt x="887556" y="84495"/>
                </a:lnTo>
                <a:moveTo>
                  <a:pt x="907025" y="48645"/>
                </a:moveTo>
                <a:cubicBezTo>
                  <a:pt x="901275" y="48645"/>
                  <a:pt x="896692" y="50702"/>
                  <a:pt x="893276" y="54817"/>
                </a:cubicBezTo>
                <a:cubicBezTo>
                  <a:pt x="889861" y="58931"/>
                  <a:pt x="888012" y="64615"/>
                  <a:pt x="887728" y="71871"/>
                </a:cubicBezTo>
                <a:lnTo>
                  <a:pt x="925808" y="71871"/>
                </a:lnTo>
                <a:cubicBezTo>
                  <a:pt x="925238" y="64101"/>
                  <a:pt x="923472" y="58287"/>
                  <a:pt x="920512" y="54431"/>
                </a:cubicBezTo>
                <a:cubicBezTo>
                  <a:pt x="917553" y="50574"/>
                  <a:pt x="913057" y="48645"/>
                  <a:pt x="907025" y="48645"/>
                </a:cubicBezTo>
                <a:close/>
                <a:moveTo>
                  <a:pt x="1023487" y="124703"/>
                </a:moveTo>
                <a:lnTo>
                  <a:pt x="1023487" y="75570"/>
                </a:lnTo>
                <a:cubicBezTo>
                  <a:pt x="1023487" y="66652"/>
                  <a:pt x="1022101" y="60250"/>
                  <a:pt x="1019328" y="56364"/>
                </a:cubicBezTo>
                <a:cubicBezTo>
                  <a:pt x="1016555" y="52476"/>
                  <a:pt x="1012166" y="50532"/>
                  <a:pt x="1006163" y="50532"/>
                </a:cubicBezTo>
                <a:cubicBezTo>
                  <a:pt x="999702" y="50532"/>
                  <a:pt x="994627" y="53019"/>
                  <a:pt x="990939" y="57993"/>
                </a:cubicBezTo>
                <a:cubicBezTo>
                  <a:pt x="987251" y="62966"/>
                  <a:pt x="985407" y="69711"/>
                  <a:pt x="985407" y="78229"/>
                </a:cubicBezTo>
                <a:lnTo>
                  <a:pt x="985407" y="124703"/>
                </a:lnTo>
                <a:lnTo>
                  <a:pt x="965681" y="124703"/>
                </a:lnTo>
                <a:lnTo>
                  <a:pt x="965681" y="56967"/>
                </a:lnTo>
                <a:cubicBezTo>
                  <a:pt x="965681" y="50157"/>
                  <a:pt x="965424" y="43404"/>
                  <a:pt x="964910" y="36708"/>
                </a:cubicBezTo>
                <a:lnTo>
                  <a:pt x="983692" y="36708"/>
                </a:lnTo>
                <a:cubicBezTo>
                  <a:pt x="984321" y="45284"/>
                  <a:pt x="984636" y="50945"/>
                  <a:pt x="984636" y="53689"/>
                </a:cubicBezTo>
                <a:lnTo>
                  <a:pt x="984979" y="53689"/>
                </a:lnTo>
                <a:cubicBezTo>
                  <a:pt x="988357" y="47144"/>
                  <a:pt x="992279" y="42392"/>
                  <a:pt x="996745" y="39433"/>
                </a:cubicBezTo>
                <a:cubicBezTo>
                  <a:pt x="1001212" y="36473"/>
                  <a:pt x="1006967" y="34992"/>
                  <a:pt x="1014010" y="34992"/>
                </a:cubicBezTo>
                <a:cubicBezTo>
                  <a:pt x="1023802" y="34992"/>
                  <a:pt x="1031145" y="37880"/>
                  <a:pt x="1036041" y="43654"/>
                </a:cubicBezTo>
                <a:cubicBezTo>
                  <a:pt x="1040937" y="49429"/>
                  <a:pt x="1043385" y="58349"/>
                  <a:pt x="1043385" y="70413"/>
                </a:cubicBezTo>
                <a:lnTo>
                  <a:pt x="1043385" y="124703"/>
                </a:lnTo>
                <a:lnTo>
                  <a:pt x="1023487" y="124703"/>
                </a:lnTo>
                <a:close/>
                <a:moveTo>
                  <a:pt x="1083473" y="84495"/>
                </a:moveTo>
                <a:cubicBezTo>
                  <a:pt x="1083759" y="93461"/>
                  <a:pt x="1085740" y="100357"/>
                  <a:pt x="1089415" y="105183"/>
                </a:cubicBezTo>
                <a:cubicBezTo>
                  <a:pt x="1093092" y="110009"/>
                  <a:pt x="1098124" y="112422"/>
                  <a:pt x="1104510" y="112422"/>
                </a:cubicBezTo>
                <a:cubicBezTo>
                  <a:pt x="1108841" y="112422"/>
                  <a:pt x="1112702" y="111330"/>
                  <a:pt x="1116093" y="109147"/>
                </a:cubicBezTo>
                <a:cubicBezTo>
                  <a:pt x="1119486" y="106963"/>
                  <a:pt x="1122551" y="103286"/>
                  <a:pt x="1125286" y="98115"/>
                </a:cubicBezTo>
                <a:lnTo>
                  <a:pt x="1140764" y="105598"/>
                </a:lnTo>
                <a:cubicBezTo>
                  <a:pt x="1137394" y="111048"/>
                  <a:pt x="1134025" y="115177"/>
                  <a:pt x="1130655" y="117986"/>
                </a:cubicBezTo>
                <a:cubicBezTo>
                  <a:pt x="1127285" y="120797"/>
                  <a:pt x="1123358" y="122904"/>
                  <a:pt x="1118875" y="124309"/>
                </a:cubicBezTo>
                <a:cubicBezTo>
                  <a:pt x="1114392" y="125715"/>
                  <a:pt x="1109067" y="126418"/>
                  <a:pt x="1102899" y="126418"/>
                </a:cubicBezTo>
                <a:cubicBezTo>
                  <a:pt x="1090047" y="126418"/>
                  <a:pt x="1080136" y="122373"/>
                  <a:pt x="1073168" y="114282"/>
                </a:cubicBezTo>
                <a:cubicBezTo>
                  <a:pt x="1066201" y="106192"/>
                  <a:pt x="1062718" y="94828"/>
                  <a:pt x="1062718" y="80190"/>
                </a:cubicBezTo>
                <a:cubicBezTo>
                  <a:pt x="1062718" y="65439"/>
                  <a:pt x="1066377" y="54218"/>
                  <a:pt x="1073696" y="46528"/>
                </a:cubicBezTo>
                <a:cubicBezTo>
                  <a:pt x="1081014" y="38837"/>
                  <a:pt x="1090992" y="34992"/>
                  <a:pt x="1103628" y="34992"/>
                </a:cubicBezTo>
                <a:cubicBezTo>
                  <a:pt x="1116150" y="34992"/>
                  <a:pt x="1125727" y="39096"/>
                  <a:pt x="1132359" y="47305"/>
                </a:cubicBezTo>
                <a:cubicBezTo>
                  <a:pt x="1138992" y="55512"/>
                  <a:pt x="1142308" y="67108"/>
                  <a:pt x="1142308" y="82093"/>
                </a:cubicBezTo>
                <a:lnTo>
                  <a:pt x="1142308" y="84495"/>
                </a:lnTo>
                <a:lnTo>
                  <a:pt x="1083473" y="84495"/>
                </a:lnTo>
                <a:moveTo>
                  <a:pt x="1102942" y="48645"/>
                </a:moveTo>
                <a:cubicBezTo>
                  <a:pt x="1097192" y="48645"/>
                  <a:pt x="1092609" y="50702"/>
                  <a:pt x="1089193" y="54817"/>
                </a:cubicBezTo>
                <a:cubicBezTo>
                  <a:pt x="1085778" y="58931"/>
                  <a:pt x="1083929" y="64615"/>
                  <a:pt x="1083645" y="71871"/>
                </a:cubicBezTo>
                <a:lnTo>
                  <a:pt x="1121724" y="71871"/>
                </a:lnTo>
                <a:cubicBezTo>
                  <a:pt x="1121154" y="64101"/>
                  <a:pt x="1119389" y="58287"/>
                  <a:pt x="1116428" y="54431"/>
                </a:cubicBezTo>
                <a:cubicBezTo>
                  <a:pt x="1113469" y="50574"/>
                  <a:pt x="1108974" y="48645"/>
                  <a:pt x="1102942" y="48645"/>
                </a:cubicBezTo>
                <a:close/>
                <a:moveTo>
                  <a:pt x="1202310" y="51389"/>
                </a:moveTo>
                <a:cubicBezTo>
                  <a:pt x="1195888" y="51389"/>
                  <a:pt x="1190757" y="54205"/>
                  <a:pt x="1186915" y="59837"/>
                </a:cubicBezTo>
                <a:cubicBezTo>
                  <a:pt x="1183074" y="65467"/>
                  <a:pt x="1181153" y="73055"/>
                  <a:pt x="1181153" y="82600"/>
                </a:cubicBezTo>
                <a:lnTo>
                  <a:pt x="1181153" y="124703"/>
                </a:lnTo>
                <a:lnTo>
                  <a:pt x="1161427" y="124703"/>
                </a:lnTo>
                <a:lnTo>
                  <a:pt x="1161427" y="58428"/>
                </a:lnTo>
                <a:cubicBezTo>
                  <a:pt x="1161427" y="49156"/>
                  <a:pt x="1161198" y="41916"/>
                  <a:pt x="1160741" y="36708"/>
                </a:cubicBezTo>
                <a:lnTo>
                  <a:pt x="1179606" y="36708"/>
                </a:lnTo>
                <a:cubicBezTo>
                  <a:pt x="1180180" y="43569"/>
                  <a:pt x="1180467" y="50201"/>
                  <a:pt x="1180467" y="56605"/>
                </a:cubicBezTo>
                <a:lnTo>
                  <a:pt x="1180810" y="56605"/>
                </a:lnTo>
                <a:cubicBezTo>
                  <a:pt x="1183563" y="48518"/>
                  <a:pt x="1186745" y="42894"/>
                  <a:pt x="1190356" y="39733"/>
                </a:cubicBezTo>
                <a:cubicBezTo>
                  <a:pt x="1193969" y="36573"/>
                  <a:pt x="1198728" y="34992"/>
                  <a:pt x="1204634" y="34992"/>
                </a:cubicBezTo>
                <a:cubicBezTo>
                  <a:pt x="1207328" y="34992"/>
                  <a:pt x="1209564" y="35364"/>
                  <a:pt x="1211342" y="36107"/>
                </a:cubicBezTo>
                <a:lnTo>
                  <a:pt x="1211342" y="52317"/>
                </a:lnTo>
                <a:cubicBezTo>
                  <a:pt x="1208417" y="51699"/>
                  <a:pt x="1205406" y="51389"/>
                  <a:pt x="1202310" y="51389"/>
                </a:cubicBezTo>
                <a:close/>
                <a:moveTo>
                  <a:pt x="1254858" y="112524"/>
                </a:moveTo>
                <a:cubicBezTo>
                  <a:pt x="1260976" y="112524"/>
                  <a:pt x="1265808" y="110389"/>
                  <a:pt x="1269353" y="106118"/>
                </a:cubicBezTo>
                <a:cubicBezTo>
                  <a:pt x="1272897" y="101846"/>
                  <a:pt x="1274670" y="96355"/>
                  <a:pt x="1274670" y="89646"/>
                </a:cubicBezTo>
                <a:lnTo>
                  <a:pt x="1274670" y="81648"/>
                </a:lnTo>
                <a:lnTo>
                  <a:pt x="1265322" y="81992"/>
                </a:lnTo>
                <a:cubicBezTo>
                  <a:pt x="1256917" y="82394"/>
                  <a:pt x="1250870" y="83885"/>
                  <a:pt x="1247182" y="86465"/>
                </a:cubicBezTo>
                <a:cubicBezTo>
                  <a:pt x="1243494" y="89045"/>
                  <a:pt x="1241650" y="93087"/>
                  <a:pt x="1241650" y="98592"/>
                </a:cubicBezTo>
                <a:cubicBezTo>
                  <a:pt x="1241650" y="107880"/>
                  <a:pt x="1246053" y="112524"/>
                  <a:pt x="1254858" y="112524"/>
                </a:cubicBezTo>
                <a:moveTo>
                  <a:pt x="1294310" y="124703"/>
                </a:moveTo>
                <a:lnTo>
                  <a:pt x="1275270" y="124703"/>
                </a:lnTo>
                <a:lnTo>
                  <a:pt x="1274584" y="110809"/>
                </a:lnTo>
                <a:cubicBezTo>
                  <a:pt x="1271663" y="116526"/>
                  <a:pt x="1268140" y="120557"/>
                  <a:pt x="1264016" y="122902"/>
                </a:cubicBezTo>
                <a:cubicBezTo>
                  <a:pt x="1259894" y="125246"/>
                  <a:pt x="1254827" y="126418"/>
                  <a:pt x="1248814" y="126418"/>
                </a:cubicBezTo>
                <a:cubicBezTo>
                  <a:pt x="1239766" y="126418"/>
                  <a:pt x="1232851" y="124070"/>
                  <a:pt x="1228067" y="119374"/>
                </a:cubicBezTo>
                <a:cubicBezTo>
                  <a:pt x="1223286" y="114679"/>
                  <a:pt x="1220895" y="108151"/>
                  <a:pt x="1220895" y="99790"/>
                </a:cubicBezTo>
                <a:cubicBezTo>
                  <a:pt x="1220895" y="90628"/>
                  <a:pt x="1224160" y="83613"/>
                  <a:pt x="1230689" y="78746"/>
                </a:cubicBezTo>
                <a:cubicBezTo>
                  <a:pt x="1237217" y="73879"/>
                  <a:pt x="1246838" y="71244"/>
                  <a:pt x="1259551" y="70842"/>
                </a:cubicBezTo>
                <a:lnTo>
                  <a:pt x="1274584" y="70327"/>
                </a:lnTo>
                <a:lnTo>
                  <a:pt x="1274584" y="67596"/>
                </a:lnTo>
                <a:cubicBezTo>
                  <a:pt x="1274584" y="60823"/>
                  <a:pt x="1273482" y="55914"/>
                  <a:pt x="1271277" y="52869"/>
                </a:cubicBezTo>
                <a:cubicBezTo>
                  <a:pt x="1269072" y="49824"/>
                  <a:pt x="1265334" y="48302"/>
                  <a:pt x="1260063" y="48302"/>
                </a:cubicBezTo>
                <a:cubicBezTo>
                  <a:pt x="1255425" y="48302"/>
                  <a:pt x="1252002" y="49173"/>
                  <a:pt x="1249795" y="50915"/>
                </a:cubicBezTo>
                <a:cubicBezTo>
                  <a:pt x="1247590" y="52655"/>
                  <a:pt x="1246088" y="55352"/>
                  <a:pt x="1245287" y="59006"/>
                </a:cubicBezTo>
                <a:lnTo>
                  <a:pt x="1226213" y="56005"/>
                </a:lnTo>
                <a:cubicBezTo>
                  <a:pt x="1227930" y="48515"/>
                  <a:pt x="1231522" y="43140"/>
                  <a:pt x="1236990" y="39881"/>
                </a:cubicBezTo>
                <a:cubicBezTo>
                  <a:pt x="1242457" y="36622"/>
                  <a:pt x="1250229" y="34992"/>
                  <a:pt x="1260304" y="34992"/>
                </a:cubicBezTo>
                <a:cubicBezTo>
                  <a:pt x="1272040" y="34992"/>
                  <a:pt x="1280641" y="37765"/>
                  <a:pt x="1286109" y="43311"/>
                </a:cubicBezTo>
                <a:cubicBezTo>
                  <a:pt x="1291576" y="48858"/>
                  <a:pt x="1294310" y="57463"/>
                  <a:pt x="1294310" y="69127"/>
                </a:cubicBezTo>
                <a:lnTo>
                  <a:pt x="1294310" y="124703"/>
                </a:lnTo>
                <a:close/>
                <a:moveTo>
                  <a:pt x="1344905" y="126246"/>
                </a:moveTo>
                <a:cubicBezTo>
                  <a:pt x="1338030" y="126246"/>
                  <a:pt x="1332601" y="124286"/>
                  <a:pt x="1328618" y="120366"/>
                </a:cubicBezTo>
                <a:cubicBezTo>
                  <a:pt x="1324637" y="116446"/>
                  <a:pt x="1322647" y="110823"/>
                  <a:pt x="1322647" y="103497"/>
                </a:cubicBezTo>
                <a:lnTo>
                  <a:pt x="1322647" y="51046"/>
                </a:lnTo>
                <a:lnTo>
                  <a:pt x="1309610" y="51046"/>
                </a:lnTo>
                <a:lnTo>
                  <a:pt x="1309610" y="36708"/>
                </a:lnTo>
                <a:lnTo>
                  <a:pt x="1322904" y="36708"/>
                </a:lnTo>
                <a:lnTo>
                  <a:pt x="1329192" y="15438"/>
                </a:lnTo>
                <a:lnTo>
                  <a:pt x="1342373" y="15438"/>
                </a:lnTo>
                <a:lnTo>
                  <a:pt x="1342373" y="36708"/>
                </a:lnTo>
                <a:lnTo>
                  <a:pt x="1363557" y="36708"/>
                </a:lnTo>
                <a:lnTo>
                  <a:pt x="1363557" y="51046"/>
                </a:lnTo>
                <a:lnTo>
                  <a:pt x="1342373" y="51046"/>
                </a:lnTo>
                <a:lnTo>
                  <a:pt x="1342373" y="98517"/>
                </a:lnTo>
                <a:cubicBezTo>
                  <a:pt x="1342373" y="107215"/>
                  <a:pt x="1346061" y="111564"/>
                  <a:pt x="1353436" y="111564"/>
                </a:cubicBezTo>
                <a:cubicBezTo>
                  <a:pt x="1356924" y="111564"/>
                  <a:pt x="1360669" y="111193"/>
                  <a:pt x="1364672" y="110449"/>
                </a:cubicBezTo>
                <a:lnTo>
                  <a:pt x="1364672" y="123671"/>
                </a:lnTo>
                <a:cubicBezTo>
                  <a:pt x="1358141" y="125388"/>
                  <a:pt x="1351552" y="126246"/>
                  <a:pt x="1344905" y="126246"/>
                </a:cubicBezTo>
                <a:close/>
                <a:moveTo>
                  <a:pt x="1382931" y="16912"/>
                </a:moveTo>
                <a:lnTo>
                  <a:pt x="1382931" y="0"/>
                </a:lnTo>
                <a:lnTo>
                  <a:pt x="1402572" y="0"/>
                </a:lnTo>
                <a:lnTo>
                  <a:pt x="1402572" y="16912"/>
                </a:lnTo>
                <a:lnTo>
                  <a:pt x="1382931" y="16912"/>
                </a:lnTo>
                <a:moveTo>
                  <a:pt x="1382931" y="124703"/>
                </a:moveTo>
                <a:lnTo>
                  <a:pt x="1382931" y="36708"/>
                </a:lnTo>
                <a:lnTo>
                  <a:pt x="1402657" y="36708"/>
                </a:lnTo>
                <a:lnTo>
                  <a:pt x="1402657" y="124703"/>
                </a:lnTo>
                <a:lnTo>
                  <a:pt x="1382931" y="124703"/>
                </a:lnTo>
                <a:close/>
                <a:moveTo>
                  <a:pt x="1513287" y="80534"/>
                </a:moveTo>
                <a:cubicBezTo>
                  <a:pt x="1513287" y="94885"/>
                  <a:pt x="1509295" y="106120"/>
                  <a:pt x="1501312" y="114239"/>
                </a:cubicBezTo>
                <a:cubicBezTo>
                  <a:pt x="1493329" y="122358"/>
                  <a:pt x="1482126" y="126418"/>
                  <a:pt x="1467703" y="126418"/>
                </a:cubicBezTo>
                <a:cubicBezTo>
                  <a:pt x="1453737" y="126418"/>
                  <a:pt x="1442806" y="122301"/>
                  <a:pt x="1434908" y="114068"/>
                </a:cubicBezTo>
                <a:cubicBezTo>
                  <a:pt x="1427011" y="105834"/>
                  <a:pt x="1423062" y="94656"/>
                  <a:pt x="1423062" y="80534"/>
                </a:cubicBezTo>
                <a:cubicBezTo>
                  <a:pt x="1423062" y="66182"/>
                  <a:pt x="1427025" y="55004"/>
                  <a:pt x="1434951" y="46999"/>
                </a:cubicBezTo>
                <a:cubicBezTo>
                  <a:pt x="1442877" y="38995"/>
                  <a:pt x="1453966" y="34992"/>
                  <a:pt x="1468217" y="34992"/>
                </a:cubicBezTo>
                <a:cubicBezTo>
                  <a:pt x="1482926" y="34992"/>
                  <a:pt x="1494115" y="38895"/>
                  <a:pt x="1501784" y="46699"/>
                </a:cubicBezTo>
                <a:cubicBezTo>
                  <a:pt x="1509453" y="54504"/>
                  <a:pt x="1513287" y="65782"/>
                  <a:pt x="1513287" y="80534"/>
                </a:cubicBezTo>
                <a:moveTo>
                  <a:pt x="1492532" y="80534"/>
                </a:moveTo>
                <a:cubicBezTo>
                  <a:pt x="1492532" y="59893"/>
                  <a:pt x="1484570" y="49572"/>
                  <a:pt x="1468646" y="49572"/>
                </a:cubicBezTo>
                <a:cubicBezTo>
                  <a:pt x="1452094" y="49572"/>
                  <a:pt x="1443817" y="59893"/>
                  <a:pt x="1443817" y="80534"/>
                </a:cubicBezTo>
                <a:cubicBezTo>
                  <a:pt x="1443817" y="90654"/>
                  <a:pt x="1445843" y="98401"/>
                  <a:pt x="1449896" y="103776"/>
                </a:cubicBezTo>
                <a:cubicBezTo>
                  <a:pt x="1453948" y="109150"/>
                  <a:pt x="1459827" y="111838"/>
                  <a:pt x="1467531" y="111838"/>
                </a:cubicBezTo>
                <a:cubicBezTo>
                  <a:pt x="1484198" y="111838"/>
                  <a:pt x="1492532" y="101403"/>
                  <a:pt x="1492532" y="80534"/>
                </a:cubicBezTo>
                <a:close/>
                <a:moveTo>
                  <a:pt x="1590810" y="124703"/>
                </a:moveTo>
                <a:lnTo>
                  <a:pt x="1590810" y="75570"/>
                </a:lnTo>
                <a:cubicBezTo>
                  <a:pt x="1590810" y="66652"/>
                  <a:pt x="1589423" y="60250"/>
                  <a:pt x="1586650" y="56364"/>
                </a:cubicBezTo>
                <a:cubicBezTo>
                  <a:pt x="1583877" y="52476"/>
                  <a:pt x="1579489" y="50532"/>
                  <a:pt x="1573485" y="50532"/>
                </a:cubicBezTo>
                <a:cubicBezTo>
                  <a:pt x="1567024" y="50532"/>
                  <a:pt x="1561950" y="53019"/>
                  <a:pt x="1558262" y="57993"/>
                </a:cubicBezTo>
                <a:cubicBezTo>
                  <a:pt x="1554574" y="62966"/>
                  <a:pt x="1552730" y="69711"/>
                  <a:pt x="1552730" y="78229"/>
                </a:cubicBezTo>
                <a:lnTo>
                  <a:pt x="1552730" y="124703"/>
                </a:lnTo>
                <a:lnTo>
                  <a:pt x="1533004" y="124703"/>
                </a:lnTo>
                <a:lnTo>
                  <a:pt x="1533004" y="56967"/>
                </a:lnTo>
                <a:cubicBezTo>
                  <a:pt x="1533004" y="50157"/>
                  <a:pt x="1532747" y="43404"/>
                  <a:pt x="1532232" y="36708"/>
                </a:cubicBezTo>
                <a:lnTo>
                  <a:pt x="1551015" y="36708"/>
                </a:lnTo>
                <a:cubicBezTo>
                  <a:pt x="1551644" y="45284"/>
                  <a:pt x="1551958" y="50945"/>
                  <a:pt x="1551958" y="53689"/>
                </a:cubicBezTo>
                <a:lnTo>
                  <a:pt x="1552301" y="53689"/>
                </a:lnTo>
                <a:cubicBezTo>
                  <a:pt x="1555680" y="47144"/>
                  <a:pt x="1559602" y="42392"/>
                  <a:pt x="1564067" y="39433"/>
                </a:cubicBezTo>
                <a:cubicBezTo>
                  <a:pt x="1568534" y="36473"/>
                  <a:pt x="1574289" y="34992"/>
                  <a:pt x="1581333" y="34992"/>
                </a:cubicBezTo>
                <a:cubicBezTo>
                  <a:pt x="1591124" y="34992"/>
                  <a:pt x="1598468" y="37880"/>
                  <a:pt x="1603364" y="43654"/>
                </a:cubicBezTo>
                <a:cubicBezTo>
                  <a:pt x="1608259" y="49429"/>
                  <a:pt x="1610707" y="58349"/>
                  <a:pt x="1610707" y="70413"/>
                </a:cubicBezTo>
                <a:lnTo>
                  <a:pt x="1610707" y="124703"/>
                </a:lnTo>
                <a:lnTo>
                  <a:pt x="1590810" y="124703"/>
                </a:lnTo>
                <a:close/>
                <a:moveTo>
                  <a:pt x="1692820" y="99402"/>
                </a:moveTo>
                <a:cubicBezTo>
                  <a:pt x="1692820" y="107864"/>
                  <a:pt x="1689947" y="114482"/>
                  <a:pt x="1684201" y="119256"/>
                </a:cubicBezTo>
                <a:cubicBezTo>
                  <a:pt x="1678455" y="124031"/>
                  <a:pt x="1670407" y="126418"/>
                  <a:pt x="1660058" y="126418"/>
                </a:cubicBezTo>
                <a:cubicBezTo>
                  <a:pt x="1649309" y="126418"/>
                  <a:pt x="1641418" y="124731"/>
                  <a:pt x="1636387" y="121358"/>
                </a:cubicBezTo>
                <a:cubicBezTo>
                  <a:pt x="1631355" y="117984"/>
                  <a:pt x="1628039" y="112553"/>
                  <a:pt x="1626438" y="105062"/>
                </a:cubicBezTo>
                <a:lnTo>
                  <a:pt x="1643420" y="102404"/>
                </a:lnTo>
                <a:cubicBezTo>
                  <a:pt x="1644220" y="106343"/>
                  <a:pt x="1645921" y="109170"/>
                  <a:pt x="1648523" y="110884"/>
                </a:cubicBezTo>
                <a:cubicBezTo>
                  <a:pt x="1651124" y="112595"/>
                  <a:pt x="1654855" y="113451"/>
                  <a:pt x="1659715" y="113451"/>
                </a:cubicBezTo>
                <a:cubicBezTo>
                  <a:pt x="1664118" y="113451"/>
                  <a:pt x="1667677" y="112509"/>
                  <a:pt x="1670393" y="110624"/>
                </a:cubicBezTo>
                <a:cubicBezTo>
                  <a:pt x="1673109" y="108737"/>
                  <a:pt x="1674467" y="105680"/>
                  <a:pt x="1674467" y="101452"/>
                </a:cubicBezTo>
                <a:cubicBezTo>
                  <a:pt x="1674467" y="98881"/>
                  <a:pt x="1673866" y="96753"/>
                  <a:pt x="1672666" y="95068"/>
                </a:cubicBezTo>
                <a:cubicBezTo>
                  <a:pt x="1671465" y="93381"/>
                  <a:pt x="1669678" y="91924"/>
                  <a:pt x="1667305" y="90697"/>
                </a:cubicBezTo>
                <a:cubicBezTo>
                  <a:pt x="1664932" y="89467"/>
                  <a:pt x="1660315" y="87938"/>
                  <a:pt x="1653454" y="86108"/>
                </a:cubicBezTo>
                <a:cubicBezTo>
                  <a:pt x="1647165" y="84450"/>
                  <a:pt x="1642490" y="82578"/>
                  <a:pt x="1639432" y="80491"/>
                </a:cubicBezTo>
                <a:cubicBezTo>
                  <a:pt x="1636373" y="78404"/>
                  <a:pt x="1634014" y="75774"/>
                  <a:pt x="1632356" y="72600"/>
                </a:cubicBezTo>
                <a:cubicBezTo>
                  <a:pt x="1630698" y="69427"/>
                  <a:pt x="1629869" y="65525"/>
                  <a:pt x="1629869" y="60893"/>
                </a:cubicBezTo>
                <a:cubicBezTo>
                  <a:pt x="1629869" y="52717"/>
                  <a:pt x="1632424" y="46356"/>
                  <a:pt x="1637534" y="41811"/>
                </a:cubicBezTo>
                <a:cubicBezTo>
                  <a:pt x="1642644" y="37265"/>
                  <a:pt x="1650109" y="34992"/>
                  <a:pt x="1659929" y="34992"/>
                </a:cubicBezTo>
                <a:cubicBezTo>
                  <a:pt x="1669008" y="34992"/>
                  <a:pt x="1675988" y="36658"/>
                  <a:pt x="1680870" y="39991"/>
                </a:cubicBezTo>
                <a:cubicBezTo>
                  <a:pt x="1685751" y="43323"/>
                  <a:pt x="1688820" y="48435"/>
                  <a:pt x="1690076" y="55327"/>
                </a:cubicBezTo>
                <a:lnTo>
                  <a:pt x="1672958" y="57120"/>
                </a:lnTo>
                <a:cubicBezTo>
                  <a:pt x="1672331" y="53778"/>
                  <a:pt x="1670947" y="51428"/>
                  <a:pt x="1668806" y="50068"/>
                </a:cubicBezTo>
                <a:cubicBezTo>
                  <a:pt x="1666667" y="48708"/>
                  <a:pt x="1663772" y="48029"/>
                  <a:pt x="1660120" y="48029"/>
                </a:cubicBezTo>
                <a:cubicBezTo>
                  <a:pt x="1652074" y="48029"/>
                  <a:pt x="1648051" y="51573"/>
                  <a:pt x="1648051" y="58663"/>
                </a:cubicBezTo>
                <a:cubicBezTo>
                  <a:pt x="1648051" y="60950"/>
                  <a:pt x="1648551" y="62837"/>
                  <a:pt x="1649552" y="64324"/>
                </a:cubicBezTo>
                <a:cubicBezTo>
                  <a:pt x="1650552" y="65810"/>
                  <a:pt x="1652010" y="67083"/>
                  <a:pt x="1653926" y="68140"/>
                </a:cubicBezTo>
                <a:cubicBezTo>
                  <a:pt x="1655841" y="69198"/>
                  <a:pt x="1660201" y="70699"/>
                  <a:pt x="1667005" y="72643"/>
                </a:cubicBezTo>
                <a:cubicBezTo>
                  <a:pt x="1674495" y="74759"/>
                  <a:pt x="1679813" y="76888"/>
                  <a:pt x="1682957" y="79033"/>
                </a:cubicBezTo>
                <a:cubicBezTo>
                  <a:pt x="1686102" y="81177"/>
                  <a:pt x="1688532" y="83878"/>
                  <a:pt x="1690247" y="87137"/>
                </a:cubicBezTo>
                <a:cubicBezTo>
                  <a:pt x="1691963" y="90397"/>
                  <a:pt x="1692820" y="94485"/>
                  <a:pt x="1692820" y="99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AE582-5EDA-4545-8DB6-58307C92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853" y="1635741"/>
            <a:ext cx="389565" cy="98801"/>
          </a:xfrm>
          <a:custGeom xmlns:a="http://schemas.openxmlformats.org/drawingml/2006/main">
            <a:pathLst>
              <a:path w="389565" h="98801">
                <a:moveTo>
                  <a:pt x="290763" y="65868"/>
                </a:moveTo>
                <a:lnTo>
                  <a:pt x="290763" y="98801"/>
                </a:lnTo>
                <a:lnTo>
                  <a:pt x="389565" y="49401"/>
                </a:lnTo>
                <a:lnTo>
                  <a:pt x="290763" y="0"/>
                </a:lnTo>
                <a:lnTo>
                  <a:pt x="290763" y="32934"/>
                </a:lnTo>
                <a:lnTo>
                  <a:pt x="0" y="32934"/>
                </a:lnTo>
                <a:lnTo>
                  <a:pt x="0" y="65868"/>
                </a:lnTo>
                <a:lnTo>
                  <a:pt x="290763" y="65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2ea05378146fc"/>
          <a:stretch xmlns:a="http://schemas.openxmlformats.org/drawingml/2006/main"/>
        </p:blipFill>
        <p:spPr>
          <a:xfrm xmlns:a="http://schemas.openxmlformats.org/drawingml/2006/main">
            <a:off x="4401021" y="1350798"/>
            <a:ext cx="526941" cy="526941"/>
          </a:xfrm>
          <a:prstGeom xmlns:a="http://schemas.openxmlformats.org/drawingml/2006/main" prst="rect">
            <a:avLst/>
          </a:prstGeom>
        </p:spPr>
      </p:pic>
      <p:sp>
        <p:nvSpPr>
          <p:cNvPr id="45" name="Text !">
            <a:extLst xmlns:a="http://schemas.openxmlformats.org/drawingml/2006/main">
              <a:ext uri="{FF2B5EF4-FFF2-40B4-BE49-F238E27FC236}">
                <a16:creationId xmlns:a16="http://schemas.microsoft.com/office/drawing/2014/main" id="{E61B0CB5-7266-46CA-B334-432628F8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362" y="1350799"/>
            <a:ext cx="526941" cy="526941"/>
          </a:xfrm>
          <a:custGeom xmlns:a="http://schemas.openxmlformats.org/drawingml/2006/main">
            <a:pathLst>
              <a:path w="526941" h="526941">
                <a:moveTo>
                  <a:pt x="0" y="526941"/>
                </a:moveTo>
                <a:lnTo>
                  <a:pt x="0" y="526941"/>
                </a:lnTo>
                <a:moveTo>
                  <a:pt x="526941" y="0"/>
                </a:moveTo>
                <a:lnTo>
                  <a:pt x="52694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b4ffff5a2499b"/>
          <a:stretch xmlns:a="http://schemas.openxmlformats.org/drawingml/2006/main"/>
        </p:blipFill>
        <p:spPr>
          <a:xfrm xmlns:a="http://schemas.openxmlformats.org/drawingml/2006/main">
            <a:off x="4298879" y="1407005"/>
            <a:ext cx="526941" cy="526941"/>
          </a:xfrm>
          <a:prstGeom xmlns:a="http://schemas.openxmlformats.org/drawingml/2006/main" prst="rect">
            <a:avLst/>
          </a:prstGeom>
        </p:spPr>
      </p:pic>
      <p:sp>
        <p:nvSpPr>
          <p:cNvPr id="47" name="Text !">
            <a:extLst xmlns:a="http://schemas.openxmlformats.org/drawingml/2006/main">
              <a:ext uri="{FF2B5EF4-FFF2-40B4-BE49-F238E27FC236}">
                <a16:creationId xmlns:a16="http://schemas.microsoft.com/office/drawing/2014/main" id="{3E07D978-9F79-4A5C-A6BE-08C332B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220" y="1407005"/>
            <a:ext cx="526941" cy="526941"/>
          </a:xfrm>
          <a:custGeom xmlns:a="http://schemas.openxmlformats.org/drawingml/2006/main">
            <a:pathLst>
              <a:path w="526941" h="526941">
                <a:moveTo>
                  <a:pt x="0" y="526941"/>
                </a:moveTo>
                <a:lnTo>
                  <a:pt x="0" y="526941"/>
                </a:lnTo>
                <a:moveTo>
                  <a:pt x="526941" y="0"/>
                </a:moveTo>
                <a:lnTo>
                  <a:pt x="52694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ffcb9ff5b4249"/>
          <a:stretch xmlns:a="http://schemas.openxmlformats.org/drawingml/2006/main"/>
        </p:blipFill>
        <p:spPr>
          <a:xfrm xmlns:a="http://schemas.openxmlformats.org/drawingml/2006/main">
            <a:off x="4211583" y="1491316"/>
            <a:ext cx="526941" cy="526941"/>
          </a:xfrm>
          <a:prstGeom xmlns:a="http://schemas.openxmlformats.org/drawingml/2006/main" prst="rect">
            <a:avLst/>
          </a:prstGeom>
        </p:spPr>
      </p:pic>
      <p:sp>
        <p:nvSpPr>
          <p:cNvPr id="49" name="Text !">
            <a:extLst xmlns:a="http://schemas.openxmlformats.org/drawingml/2006/main">
              <a:ext uri="{FF2B5EF4-FFF2-40B4-BE49-F238E27FC236}">
                <a16:creationId xmlns:a16="http://schemas.microsoft.com/office/drawing/2014/main" id="{D9972539-3D79-4CC5-8812-905ADF2C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924" y="1491316"/>
            <a:ext cx="526941" cy="526941"/>
          </a:xfrm>
          <a:custGeom xmlns:a="http://schemas.openxmlformats.org/drawingml/2006/main">
            <a:pathLst>
              <a:path w="526941" h="526941">
                <a:moveTo>
                  <a:pt x="0" y="526941"/>
                </a:moveTo>
                <a:lnTo>
                  <a:pt x="0" y="526941"/>
                </a:lnTo>
                <a:moveTo>
                  <a:pt x="526941" y="0"/>
                </a:moveTo>
                <a:lnTo>
                  <a:pt x="52694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CodeLLM">
            <a:extLst xmlns:a="http://schemas.openxmlformats.org/drawingml/2006/main">
              <a:ext uri="{FF2B5EF4-FFF2-40B4-BE49-F238E27FC236}">
                <a16:creationId xmlns:a16="http://schemas.microsoft.com/office/drawing/2014/main" id="{4B8C3851-C33D-4F1D-A7D4-B09523D5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296" y="972999"/>
            <a:ext cx="771804" cy="126418"/>
          </a:xfrm>
          <a:custGeom xmlns:a="http://schemas.openxmlformats.org/drawingml/2006/main">
            <a:pathLst>
              <a:path w="771804" h="126418">
                <a:moveTo>
                  <a:pt x="51156" y="126418"/>
                </a:moveTo>
                <a:cubicBezTo>
                  <a:pt x="35047" y="126418"/>
                  <a:pt x="22493" y="120872"/>
                  <a:pt x="13495" y="109779"/>
                </a:cubicBezTo>
                <a:cubicBezTo>
                  <a:pt x="4498" y="98687"/>
                  <a:pt x="0" y="83335"/>
                  <a:pt x="0" y="63724"/>
                </a:cubicBezTo>
                <a:cubicBezTo>
                  <a:pt x="0" y="44226"/>
                  <a:pt x="4427" y="29074"/>
                  <a:pt x="13280" y="18268"/>
                </a:cubicBezTo>
                <a:cubicBezTo>
                  <a:pt x="22135" y="7462"/>
                  <a:pt x="34704" y="2058"/>
                  <a:pt x="50985" y="2058"/>
                </a:cubicBezTo>
                <a:cubicBezTo>
                  <a:pt x="62238" y="2058"/>
                  <a:pt x="71534" y="4517"/>
                  <a:pt x="78874" y="9434"/>
                </a:cubicBezTo>
                <a:cubicBezTo>
                  <a:pt x="86216" y="14351"/>
                  <a:pt x="91744" y="22127"/>
                  <a:pt x="95457" y="32762"/>
                </a:cubicBezTo>
                <a:lnTo>
                  <a:pt x="77124" y="39280"/>
                </a:lnTo>
                <a:cubicBezTo>
                  <a:pt x="75182" y="32534"/>
                  <a:pt x="72012" y="27416"/>
                  <a:pt x="67615" y="23928"/>
                </a:cubicBezTo>
                <a:cubicBezTo>
                  <a:pt x="63218" y="20441"/>
                  <a:pt x="57821" y="18697"/>
                  <a:pt x="51424" y="18697"/>
                </a:cubicBezTo>
                <a:cubicBezTo>
                  <a:pt x="41715" y="18697"/>
                  <a:pt x="34233" y="22598"/>
                  <a:pt x="28978" y="30401"/>
                </a:cubicBezTo>
                <a:cubicBezTo>
                  <a:pt x="23725" y="38204"/>
                  <a:pt x="21098" y="49309"/>
                  <a:pt x="21098" y="63715"/>
                </a:cubicBezTo>
                <a:cubicBezTo>
                  <a:pt x="21098" y="78008"/>
                  <a:pt x="23782" y="89270"/>
                  <a:pt x="29149" y="97502"/>
                </a:cubicBezTo>
                <a:cubicBezTo>
                  <a:pt x="34519" y="105733"/>
                  <a:pt x="41886" y="109849"/>
                  <a:pt x="51253" y="109849"/>
                </a:cubicBezTo>
                <a:cubicBezTo>
                  <a:pt x="57592" y="109849"/>
                  <a:pt x="63032" y="107885"/>
                  <a:pt x="67572" y="103958"/>
                </a:cubicBezTo>
                <a:cubicBezTo>
                  <a:pt x="72112" y="100029"/>
                  <a:pt x="75468" y="94422"/>
                  <a:pt x="77639" y="87137"/>
                </a:cubicBezTo>
                <a:lnTo>
                  <a:pt x="96057" y="94358"/>
                </a:lnTo>
                <a:cubicBezTo>
                  <a:pt x="88059" y="115731"/>
                  <a:pt x="73092" y="126418"/>
                  <a:pt x="51156" y="126418"/>
                </a:cubicBezTo>
                <a:close/>
                <a:moveTo>
                  <a:pt x="198460" y="80534"/>
                </a:moveTo>
                <a:cubicBezTo>
                  <a:pt x="198460" y="94885"/>
                  <a:pt x="194469" y="106120"/>
                  <a:pt x="186485" y="114239"/>
                </a:cubicBezTo>
                <a:cubicBezTo>
                  <a:pt x="178502" y="122358"/>
                  <a:pt x="167299" y="126418"/>
                  <a:pt x="152876" y="126418"/>
                </a:cubicBezTo>
                <a:cubicBezTo>
                  <a:pt x="138911" y="126418"/>
                  <a:pt x="127979" y="122301"/>
                  <a:pt x="120082" y="114068"/>
                </a:cubicBezTo>
                <a:cubicBezTo>
                  <a:pt x="112184" y="105834"/>
                  <a:pt x="108235" y="94656"/>
                  <a:pt x="108235" y="80534"/>
                </a:cubicBezTo>
                <a:cubicBezTo>
                  <a:pt x="108235" y="66182"/>
                  <a:pt x="112198" y="55004"/>
                  <a:pt x="120125" y="46999"/>
                </a:cubicBezTo>
                <a:cubicBezTo>
                  <a:pt x="128051" y="38995"/>
                  <a:pt x="139139" y="34992"/>
                  <a:pt x="153391" y="34992"/>
                </a:cubicBezTo>
                <a:cubicBezTo>
                  <a:pt x="168100" y="34992"/>
                  <a:pt x="179288" y="38895"/>
                  <a:pt x="186957" y="46699"/>
                </a:cubicBezTo>
                <a:cubicBezTo>
                  <a:pt x="194626" y="54504"/>
                  <a:pt x="198460" y="65782"/>
                  <a:pt x="198460" y="80534"/>
                </a:cubicBezTo>
                <a:moveTo>
                  <a:pt x="177705" y="80534"/>
                </a:moveTo>
                <a:cubicBezTo>
                  <a:pt x="177705" y="59893"/>
                  <a:pt x="169743" y="49572"/>
                  <a:pt x="153820" y="49572"/>
                </a:cubicBezTo>
                <a:cubicBezTo>
                  <a:pt x="137267" y="49572"/>
                  <a:pt x="128991" y="59893"/>
                  <a:pt x="128991" y="80534"/>
                </a:cubicBezTo>
                <a:cubicBezTo>
                  <a:pt x="128991" y="90654"/>
                  <a:pt x="131017" y="98401"/>
                  <a:pt x="135069" y="103776"/>
                </a:cubicBezTo>
                <a:cubicBezTo>
                  <a:pt x="139122" y="109150"/>
                  <a:pt x="145000" y="111838"/>
                  <a:pt x="152705" y="111838"/>
                </a:cubicBezTo>
                <a:cubicBezTo>
                  <a:pt x="169372" y="111838"/>
                  <a:pt x="177705" y="101403"/>
                  <a:pt x="177705" y="80534"/>
                </a:cubicBezTo>
                <a:close/>
                <a:moveTo>
                  <a:pt x="233154" y="80534"/>
                </a:moveTo>
                <a:cubicBezTo>
                  <a:pt x="233154" y="101449"/>
                  <a:pt x="240444" y="111907"/>
                  <a:pt x="255024" y="111907"/>
                </a:cubicBezTo>
                <a:cubicBezTo>
                  <a:pt x="262743" y="111907"/>
                  <a:pt x="268603" y="109236"/>
                  <a:pt x="272606" y="103894"/>
                </a:cubicBezTo>
                <a:cubicBezTo>
                  <a:pt x="276608" y="98550"/>
                  <a:pt x="278609" y="90791"/>
                  <a:pt x="278609" y="80619"/>
                </a:cubicBezTo>
                <a:cubicBezTo>
                  <a:pt x="278609" y="70447"/>
                  <a:pt x="276637" y="62718"/>
                  <a:pt x="272691" y="57433"/>
                </a:cubicBezTo>
                <a:cubicBezTo>
                  <a:pt x="268746" y="52146"/>
                  <a:pt x="262943" y="49503"/>
                  <a:pt x="255281" y="49503"/>
                </a:cubicBezTo>
                <a:cubicBezTo>
                  <a:pt x="240530" y="49503"/>
                  <a:pt x="233154" y="59846"/>
                  <a:pt x="233154" y="80534"/>
                </a:cubicBezTo>
                <a:moveTo>
                  <a:pt x="212570" y="80791"/>
                </a:moveTo>
                <a:cubicBezTo>
                  <a:pt x="212570" y="66554"/>
                  <a:pt x="215891" y="55361"/>
                  <a:pt x="222532" y="47214"/>
                </a:cubicBezTo>
                <a:cubicBezTo>
                  <a:pt x="229174" y="39066"/>
                  <a:pt x="238505" y="34992"/>
                  <a:pt x="250527" y="34992"/>
                </a:cubicBezTo>
                <a:cubicBezTo>
                  <a:pt x="257054" y="34992"/>
                  <a:pt x="262550" y="36193"/>
                  <a:pt x="267015" y="38594"/>
                </a:cubicBezTo>
                <a:cubicBezTo>
                  <a:pt x="271482" y="40996"/>
                  <a:pt x="275261" y="44941"/>
                  <a:pt x="278352" y="50430"/>
                </a:cubicBezTo>
                <a:lnTo>
                  <a:pt x="278695" y="50430"/>
                </a:lnTo>
                <a:cubicBezTo>
                  <a:pt x="278581" y="48143"/>
                  <a:pt x="278481" y="45870"/>
                  <a:pt x="278395" y="43612"/>
                </a:cubicBezTo>
                <a:cubicBezTo>
                  <a:pt x="278309" y="41353"/>
                  <a:pt x="278266" y="39080"/>
                  <a:pt x="278266" y="36793"/>
                </a:cubicBezTo>
                <a:lnTo>
                  <a:pt x="278266" y="0"/>
                </a:lnTo>
                <a:lnTo>
                  <a:pt x="298164" y="0"/>
                </a:lnTo>
                <a:lnTo>
                  <a:pt x="298164" y="105062"/>
                </a:lnTo>
                <a:cubicBezTo>
                  <a:pt x="298164" y="111066"/>
                  <a:pt x="298392" y="117613"/>
                  <a:pt x="298850" y="124703"/>
                </a:cubicBezTo>
                <a:lnTo>
                  <a:pt x="279472" y="124703"/>
                </a:lnTo>
                <a:cubicBezTo>
                  <a:pt x="279242" y="123840"/>
                  <a:pt x="279011" y="121511"/>
                  <a:pt x="278781" y="117715"/>
                </a:cubicBezTo>
                <a:cubicBezTo>
                  <a:pt x="278552" y="113920"/>
                  <a:pt x="278438" y="111275"/>
                  <a:pt x="278438" y="109779"/>
                </a:cubicBezTo>
                <a:lnTo>
                  <a:pt x="278095" y="109779"/>
                </a:lnTo>
                <a:cubicBezTo>
                  <a:pt x="272313" y="120757"/>
                  <a:pt x="262952" y="126246"/>
                  <a:pt x="250012" y="126246"/>
                </a:cubicBezTo>
                <a:cubicBezTo>
                  <a:pt x="238046" y="126246"/>
                  <a:pt x="228814" y="122358"/>
                  <a:pt x="222315" y="114582"/>
                </a:cubicBezTo>
                <a:cubicBezTo>
                  <a:pt x="215818" y="106806"/>
                  <a:pt x="212570" y="95542"/>
                  <a:pt x="212570" y="80791"/>
                </a:cubicBezTo>
                <a:close/>
                <a:moveTo>
                  <a:pt x="339588" y="84495"/>
                </a:moveTo>
                <a:cubicBezTo>
                  <a:pt x="339873" y="93461"/>
                  <a:pt x="341854" y="100357"/>
                  <a:pt x="345529" y="105183"/>
                </a:cubicBezTo>
                <a:cubicBezTo>
                  <a:pt x="349207" y="110009"/>
                  <a:pt x="354238" y="112422"/>
                  <a:pt x="360624" y="112422"/>
                </a:cubicBezTo>
                <a:cubicBezTo>
                  <a:pt x="364955" y="112422"/>
                  <a:pt x="368817" y="111330"/>
                  <a:pt x="372208" y="109147"/>
                </a:cubicBezTo>
                <a:cubicBezTo>
                  <a:pt x="375601" y="106963"/>
                  <a:pt x="378665" y="103286"/>
                  <a:pt x="381401" y="98115"/>
                </a:cubicBezTo>
                <a:lnTo>
                  <a:pt x="396879" y="105598"/>
                </a:lnTo>
                <a:cubicBezTo>
                  <a:pt x="393509" y="111048"/>
                  <a:pt x="390139" y="115177"/>
                  <a:pt x="386769" y="117986"/>
                </a:cubicBezTo>
                <a:cubicBezTo>
                  <a:pt x="383399" y="120797"/>
                  <a:pt x="379473" y="122904"/>
                  <a:pt x="374990" y="124309"/>
                </a:cubicBezTo>
                <a:cubicBezTo>
                  <a:pt x="370507" y="125715"/>
                  <a:pt x="365181" y="126418"/>
                  <a:pt x="359013" y="126418"/>
                </a:cubicBezTo>
                <a:cubicBezTo>
                  <a:pt x="346161" y="126418"/>
                  <a:pt x="336251" y="122373"/>
                  <a:pt x="329282" y="114282"/>
                </a:cubicBezTo>
                <a:cubicBezTo>
                  <a:pt x="322316" y="106192"/>
                  <a:pt x="318832" y="94828"/>
                  <a:pt x="318832" y="80190"/>
                </a:cubicBezTo>
                <a:cubicBezTo>
                  <a:pt x="318832" y="65439"/>
                  <a:pt x="322492" y="54218"/>
                  <a:pt x="329810" y="46528"/>
                </a:cubicBezTo>
                <a:cubicBezTo>
                  <a:pt x="337129" y="38837"/>
                  <a:pt x="347106" y="34992"/>
                  <a:pt x="359742" y="34992"/>
                </a:cubicBezTo>
                <a:cubicBezTo>
                  <a:pt x="372264" y="34992"/>
                  <a:pt x="381841" y="39096"/>
                  <a:pt x="388474" y="47305"/>
                </a:cubicBezTo>
                <a:cubicBezTo>
                  <a:pt x="395106" y="55512"/>
                  <a:pt x="398422" y="67108"/>
                  <a:pt x="398422" y="82093"/>
                </a:cubicBezTo>
                <a:lnTo>
                  <a:pt x="398422" y="84495"/>
                </a:lnTo>
                <a:lnTo>
                  <a:pt x="339588" y="84495"/>
                </a:lnTo>
                <a:moveTo>
                  <a:pt x="359056" y="48645"/>
                </a:moveTo>
                <a:cubicBezTo>
                  <a:pt x="353306" y="48645"/>
                  <a:pt x="348723" y="50702"/>
                  <a:pt x="345307" y="54817"/>
                </a:cubicBezTo>
                <a:cubicBezTo>
                  <a:pt x="341893" y="58931"/>
                  <a:pt x="340043" y="64615"/>
                  <a:pt x="339759" y="71871"/>
                </a:cubicBezTo>
                <a:lnTo>
                  <a:pt x="377839" y="71871"/>
                </a:lnTo>
                <a:cubicBezTo>
                  <a:pt x="377269" y="64101"/>
                  <a:pt x="375504" y="58287"/>
                  <a:pt x="372543" y="54431"/>
                </a:cubicBezTo>
                <a:cubicBezTo>
                  <a:pt x="369584" y="50574"/>
                  <a:pt x="365088" y="48645"/>
                  <a:pt x="359056" y="48645"/>
                </a:cubicBezTo>
                <a:close/>
                <a:moveTo>
                  <a:pt x="488175" y="3774"/>
                </a:moveTo>
                <a:lnTo>
                  <a:pt x="488175" y="108134"/>
                </a:lnTo>
                <a:lnTo>
                  <a:pt x="534660" y="108134"/>
                </a:lnTo>
                <a:lnTo>
                  <a:pt x="534660" y="124703"/>
                </a:lnTo>
                <a:lnTo>
                  <a:pt x="467248" y="124703"/>
                </a:lnTo>
                <a:lnTo>
                  <a:pt x="467248" y="3774"/>
                </a:lnTo>
                <a:lnTo>
                  <a:pt x="488175" y="3774"/>
                </a:lnTo>
                <a:close/>
                <a:moveTo>
                  <a:pt x="574243" y="3774"/>
                </a:moveTo>
                <a:lnTo>
                  <a:pt x="574243" y="108134"/>
                </a:lnTo>
                <a:lnTo>
                  <a:pt x="620727" y="108134"/>
                </a:lnTo>
                <a:lnTo>
                  <a:pt x="620727" y="124703"/>
                </a:lnTo>
                <a:lnTo>
                  <a:pt x="553316" y="124703"/>
                </a:lnTo>
                <a:lnTo>
                  <a:pt x="553316" y="3774"/>
                </a:lnTo>
                <a:lnTo>
                  <a:pt x="574243" y="3774"/>
                </a:lnTo>
                <a:close/>
                <a:moveTo>
                  <a:pt x="667790" y="3774"/>
                </a:moveTo>
                <a:lnTo>
                  <a:pt x="696711" y="74838"/>
                </a:lnTo>
                <a:cubicBezTo>
                  <a:pt x="698198" y="78328"/>
                  <a:pt x="701259" y="86939"/>
                  <a:pt x="705894" y="100672"/>
                </a:cubicBezTo>
                <a:cubicBezTo>
                  <a:pt x="707611" y="95123"/>
                  <a:pt x="710814" y="86511"/>
                  <a:pt x="715505" y="74838"/>
                </a:cubicBezTo>
                <a:lnTo>
                  <a:pt x="743569" y="3774"/>
                </a:lnTo>
                <a:lnTo>
                  <a:pt x="771804" y="3774"/>
                </a:lnTo>
                <a:lnTo>
                  <a:pt x="771804" y="124703"/>
                </a:lnTo>
                <a:lnTo>
                  <a:pt x="752764" y="124703"/>
                </a:lnTo>
                <a:lnTo>
                  <a:pt x="752764" y="44542"/>
                </a:lnTo>
                <a:cubicBezTo>
                  <a:pt x="752764" y="40993"/>
                  <a:pt x="752822" y="37431"/>
                  <a:pt x="752936" y="33856"/>
                </a:cubicBezTo>
                <a:cubicBezTo>
                  <a:pt x="753050" y="30279"/>
                  <a:pt x="753165" y="26688"/>
                  <a:pt x="753279" y="23084"/>
                </a:cubicBezTo>
                <a:cubicBezTo>
                  <a:pt x="751964" y="26745"/>
                  <a:pt x="750878" y="29735"/>
                  <a:pt x="750020" y="32052"/>
                </a:cubicBezTo>
                <a:cubicBezTo>
                  <a:pt x="749162" y="34370"/>
                  <a:pt x="747275" y="39276"/>
                  <a:pt x="744359" y="46772"/>
                </a:cubicBezTo>
                <a:lnTo>
                  <a:pt x="713741" y="124703"/>
                </a:lnTo>
                <a:lnTo>
                  <a:pt x="697960" y="124703"/>
                </a:lnTo>
                <a:lnTo>
                  <a:pt x="666227" y="45828"/>
                </a:lnTo>
                <a:cubicBezTo>
                  <a:pt x="662854" y="37303"/>
                  <a:pt x="660052" y="29722"/>
                  <a:pt x="657822" y="23084"/>
                </a:cubicBezTo>
                <a:cubicBezTo>
                  <a:pt x="657937" y="26631"/>
                  <a:pt x="658037" y="30150"/>
                  <a:pt x="658122" y="33641"/>
                </a:cubicBezTo>
                <a:cubicBezTo>
                  <a:pt x="658208" y="37131"/>
                  <a:pt x="658251" y="40650"/>
                  <a:pt x="658251" y="44199"/>
                </a:cubicBezTo>
                <a:lnTo>
                  <a:pt x="658251" y="124703"/>
                </a:lnTo>
                <a:lnTo>
                  <a:pt x="639383" y="124703"/>
                </a:lnTo>
                <a:lnTo>
                  <a:pt x="639383" y="3774"/>
                </a:lnTo>
                <a:lnTo>
                  <a:pt x="667790" y="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C2B13-9602-4ACE-AB76-BF0D8FB9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320" y="1620355"/>
            <a:ext cx="531400" cy="98801"/>
          </a:xfrm>
          <a:custGeom xmlns:a="http://schemas.openxmlformats.org/drawingml/2006/main">
            <a:pathLst>
              <a:path w="531400" h="98801">
                <a:moveTo>
                  <a:pt x="0" y="32934"/>
                </a:moveTo>
                <a:lnTo>
                  <a:pt x="0" y="65868"/>
                </a:lnTo>
                <a:lnTo>
                  <a:pt x="432598" y="65868"/>
                </a:lnTo>
                <a:lnTo>
                  <a:pt x="432598" y="98801"/>
                </a:lnTo>
                <a:lnTo>
                  <a:pt x="531400" y="49402"/>
                </a:lnTo>
                <a:lnTo>
                  <a:pt x="432598" y="0"/>
                </a:lnTo>
                <a:lnTo>
                  <a:pt x="432598" y="32934"/>
                </a:lnTo>
                <a:lnTo>
                  <a:pt x="0" y="329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fd128363045bf"/>
          <a:stretch xmlns:a="http://schemas.openxmlformats.org/drawingml/2006/main"/>
        </p:blipFill>
        <p:spPr>
          <a:xfrm xmlns:a="http://schemas.openxmlformats.org/drawingml/2006/main">
            <a:off x="5872650" y="1329823"/>
            <a:ext cx="605671" cy="605671"/>
          </a:xfrm>
          <a:prstGeom xmlns:a="http://schemas.openxmlformats.org/drawingml/2006/main" prst="rect">
            <a:avLst/>
          </a:prstGeom>
        </p:spPr>
      </p:pic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2a99899df48f8"/>
          <a:stretch xmlns:a="http://schemas.openxmlformats.org/drawingml/2006/main"/>
        </p:blipFill>
        <p:spPr>
          <a:xfrm xmlns:a="http://schemas.openxmlformats.org/drawingml/2006/main">
            <a:off x="6532310" y="1345113"/>
            <a:ext cx="605671" cy="605671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C919E-B28B-4CFB-926A-75E4CCC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783" y="1235740"/>
            <a:ext cx="1461448" cy="836391"/>
          </a:xfrm>
          <a:custGeom xmlns:a="http://schemas.openxmlformats.org/drawingml/2006/main">
            <a:pathLst>
              <a:path w="1461448" h="836391" fill="none">
                <a:moveTo>
                  <a:pt x="0" y="139402"/>
                </a:moveTo>
                <a:cubicBezTo>
                  <a:pt x="0" y="62412"/>
                  <a:pt x="62412" y="0"/>
                  <a:pt x="139402" y="0"/>
                </a:cubicBezTo>
                <a:lnTo>
                  <a:pt x="1322046" y="0"/>
                </a:lnTo>
                <a:cubicBezTo>
                  <a:pt x="1399036" y="0"/>
                  <a:pt x="1461448" y="62412"/>
                  <a:pt x="1461448" y="139402"/>
                </a:cubicBezTo>
                <a:lnTo>
                  <a:pt x="1461448" y="696989"/>
                </a:lnTo>
                <a:cubicBezTo>
                  <a:pt x="1461448" y="773979"/>
                  <a:pt x="1399036" y="836391"/>
                  <a:pt x="1322046" y="836391"/>
                </a:cubicBezTo>
                <a:lnTo>
                  <a:pt x="139402" y="836391"/>
                </a:lnTo>
                <a:cubicBezTo>
                  <a:pt x="62412" y="836391"/>
                  <a:pt x="0" y="773979"/>
                  <a:pt x="0" y="696989"/>
                </a:cubicBezTo>
                <a:lnTo>
                  <a:pt x="0" y="1394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55" name="Text CodeAnalyzers">
            <a:extLst xmlns:a="http://schemas.openxmlformats.org/drawingml/2006/main">
              <a:ext uri="{FF2B5EF4-FFF2-40B4-BE49-F238E27FC236}">
                <a16:creationId xmlns:a16="http://schemas.microsoft.com/office/drawing/2014/main" id="{B8D2FEA7-8F46-48A4-8679-480F82E5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454" y="955434"/>
            <a:ext cx="1210316" cy="158666"/>
          </a:xfrm>
          <a:custGeom xmlns:a="http://schemas.openxmlformats.org/drawingml/2006/main">
            <a:pathLst>
              <a:path w="1210316" h="158666">
                <a:moveTo>
                  <a:pt x="51156" y="126418"/>
                </a:moveTo>
                <a:cubicBezTo>
                  <a:pt x="35047" y="126418"/>
                  <a:pt x="22493" y="120872"/>
                  <a:pt x="13495" y="109779"/>
                </a:cubicBezTo>
                <a:cubicBezTo>
                  <a:pt x="4498" y="98687"/>
                  <a:pt x="0" y="83335"/>
                  <a:pt x="0" y="63724"/>
                </a:cubicBezTo>
                <a:cubicBezTo>
                  <a:pt x="0" y="44226"/>
                  <a:pt x="4427" y="29074"/>
                  <a:pt x="13280" y="18268"/>
                </a:cubicBezTo>
                <a:cubicBezTo>
                  <a:pt x="22135" y="7462"/>
                  <a:pt x="34704" y="2058"/>
                  <a:pt x="50985" y="2058"/>
                </a:cubicBezTo>
                <a:cubicBezTo>
                  <a:pt x="62238" y="2058"/>
                  <a:pt x="71534" y="4517"/>
                  <a:pt x="78874" y="9434"/>
                </a:cubicBezTo>
                <a:cubicBezTo>
                  <a:pt x="86216" y="14351"/>
                  <a:pt x="91744" y="22127"/>
                  <a:pt x="95457" y="32762"/>
                </a:cubicBezTo>
                <a:lnTo>
                  <a:pt x="77124" y="39280"/>
                </a:lnTo>
                <a:cubicBezTo>
                  <a:pt x="75182" y="32534"/>
                  <a:pt x="72012" y="27416"/>
                  <a:pt x="67615" y="23928"/>
                </a:cubicBezTo>
                <a:cubicBezTo>
                  <a:pt x="63218" y="20441"/>
                  <a:pt x="57821" y="18697"/>
                  <a:pt x="51424" y="18697"/>
                </a:cubicBezTo>
                <a:cubicBezTo>
                  <a:pt x="41715" y="18697"/>
                  <a:pt x="34233" y="22598"/>
                  <a:pt x="28978" y="30401"/>
                </a:cubicBezTo>
                <a:cubicBezTo>
                  <a:pt x="23725" y="38204"/>
                  <a:pt x="21098" y="49309"/>
                  <a:pt x="21098" y="63715"/>
                </a:cubicBezTo>
                <a:cubicBezTo>
                  <a:pt x="21098" y="78008"/>
                  <a:pt x="23782" y="89270"/>
                  <a:pt x="29149" y="97502"/>
                </a:cubicBezTo>
                <a:cubicBezTo>
                  <a:pt x="34519" y="105733"/>
                  <a:pt x="41886" y="109849"/>
                  <a:pt x="51253" y="109849"/>
                </a:cubicBezTo>
                <a:cubicBezTo>
                  <a:pt x="57592" y="109849"/>
                  <a:pt x="63032" y="107885"/>
                  <a:pt x="67572" y="103958"/>
                </a:cubicBezTo>
                <a:cubicBezTo>
                  <a:pt x="72112" y="100029"/>
                  <a:pt x="75468" y="94422"/>
                  <a:pt x="77639" y="87137"/>
                </a:cubicBezTo>
                <a:lnTo>
                  <a:pt x="96057" y="94358"/>
                </a:lnTo>
                <a:cubicBezTo>
                  <a:pt x="88059" y="115731"/>
                  <a:pt x="73092" y="126418"/>
                  <a:pt x="51156" y="126418"/>
                </a:cubicBezTo>
                <a:close/>
                <a:moveTo>
                  <a:pt x="198461" y="80534"/>
                </a:moveTo>
                <a:cubicBezTo>
                  <a:pt x="198461" y="94885"/>
                  <a:pt x="194469" y="106120"/>
                  <a:pt x="186486" y="114239"/>
                </a:cubicBezTo>
                <a:cubicBezTo>
                  <a:pt x="178502" y="122358"/>
                  <a:pt x="167299" y="126418"/>
                  <a:pt x="152876" y="126418"/>
                </a:cubicBezTo>
                <a:cubicBezTo>
                  <a:pt x="138911" y="126418"/>
                  <a:pt x="127980" y="122301"/>
                  <a:pt x="120082" y="114068"/>
                </a:cubicBezTo>
                <a:cubicBezTo>
                  <a:pt x="112184" y="105834"/>
                  <a:pt x="108236" y="94656"/>
                  <a:pt x="108236" y="80534"/>
                </a:cubicBezTo>
                <a:cubicBezTo>
                  <a:pt x="108236" y="66182"/>
                  <a:pt x="112199" y="55004"/>
                  <a:pt x="120125" y="46999"/>
                </a:cubicBezTo>
                <a:cubicBezTo>
                  <a:pt x="128051" y="38995"/>
                  <a:pt x="139140" y="34992"/>
                  <a:pt x="153391" y="34992"/>
                </a:cubicBezTo>
                <a:cubicBezTo>
                  <a:pt x="168100" y="34992"/>
                  <a:pt x="179289" y="38895"/>
                  <a:pt x="186957" y="46699"/>
                </a:cubicBezTo>
                <a:cubicBezTo>
                  <a:pt x="194626" y="54504"/>
                  <a:pt x="198461" y="65782"/>
                  <a:pt x="198461" y="80534"/>
                </a:cubicBezTo>
                <a:moveTo>
                  <a:pt x="177705" y="80534"/>
                </a:moveTo>
                <a:cubicBezTo>
                  <a:pt x="177705" y="59893"/>
                  <a:pt x="169744" y="49572"/>
                  <a:pt x="153820" y="49572"/>
                </a:cubicBezTo>
                <a:cubicBezTo>
                  <a:pt x="137267" y="49572"/>
                  <a:pt x="128991" y="59893"/>
                  <a:pt x="128991" y="80534"/>
                </a:cubicBezTo>
                <a:cubicBezTo>
                  <a:pt x="128991" y="90654"/>
                  <a:pt x="131017" y="98401"/>
                  <a:pt x="135069" y="103776"/>
                </a:cubicBezTo>
                <a:cubicBezTo>
                  <a:pt x="139122" y="109150"/>
                  <a:pt x="145000" y="111838"/>
                  <a:pt x="152705" y="111838"/>
                </a:cubicBezTo>
                <a:cubicBezTo>
                  <a:pt x="169372" y="111838"/>
                  <a:pt x="177705" y="101403"/>
                  <a:pt x="177705" y="80534"/>
                </a:cubicBezTo>
                <a:close/>
                <a:moveTo>
                  <a:pt x="233154" y="80534"/>
                </a:moveTo>
                <a:cubicBezTo>
                  <a:pt x="233154" y="101449"/>
                  <a:pt x="240444" y="111907"/>
                  <a:pt x="255024" y="111907"/>
                </a:cubicBezTo>
                <a:cubicBezTo>
                  <a:pt x="262743" y="111907"/>
                  <a:pt x="268603" y="109236"/>
                  <a:pt x="272606" y="103894"/>
                </a:cubicBezTo>
                <a:cubicBezTo>
                  <a:pt x="276608" y="98550"/>
                  <a:pt x="278609" y="90791"/>
                  <a:pt x="278609" y="80619"/>
                </a:cubicBezTo>
                <a:cubicBezTo>
                  <a:pt x="278609" y="70447"/>
                  <a:pt x="276637" y="62718"/>
                  <a:pt x="272692" y="57433"/>
                </a:cubicBezTo>
                <a:cubicBezTo>
                  <a:pt x="268746" y="52146"/>
                  <a:pt x="262943" y="49503"/>
                  <a:pt x="255281" y="49503"/>
                </a:cubicBezTo>
                <a:cubicBezTo>
                  <a:pt x="240530" y="49503"/>
                  <a:pt x="233154" y="59846"/>
                  <a:pt x="233154" y="80534"/>
                </a:cubicBezTo>
                <a:moveTo>
                  <a:pt x="212570" y="80791"/>
                </a:moveTo>
                <a:cubicBezTo>
                  <a:pt x="212570" y="66554"/>
                  <a:pt x="215891" y="55361"/>
                  <a:pt x="222532" y="47214"/>
                </a:cubicBezTo>
                <a:cubicBezTo>
                  <a:pt x="229174" y="39066"/>
                  <a:pt x="238505" y="34992"/>
                  <a:pt x="250527" y="34992"/>
                </a:cubicBezTo>
                <a:cubicBezTo>
                  <a:pt x="257054" y="34992"/>
                  <a:pt x="262550" y="36193"/>
                  <a:pt x="267015" y="38594"/>
                </a:cubicBezTo>
                <a:cubicBezTo>
                  <a:pt x="271482" y="40996"/>
                  <a:pt x="275261" y="44941"/>
                  <a:pt x="278352" y="50430"/>
                </a:cubicBezTo>
                <a:lnTo>
                  <a:pt x="278695" y="50430"/>
                </a:lnTo>
                <a:cubicBezTo>
                  <a:pt x="278581" y="48143"/>
                  <a:pt x="278481" y="45870"/>
                  <a:pt x="278395" y="43612"/>
                </a:cubicBezTo>
                <a:cubicBezTo>
                  <a:pt x="278309" y="41353"/>
                  <a:pt x="278266" y="39080"/>
                  <a:pt x="278266" y="36793"/>
                </a:cubicBezTo>
                <a:lnTo>
                  <a:pt x="278266" y="0"/>
                </a:lnTo>
                <a:lnTo>
                  <a:pt x="298164" y="0"/>
                </a:lnTo>
                <a:lnTo>
                  <a:pt x="298164" y="105062"/>
                </a:lnTo>
                <a:cubicBezTo>
                  <a:pt x="298164" y="111066"/>
                  <a:pt x="298392" y="117613"/>
                  <a:pt x="298850" y="124703"/>
                </a:cubicBezTo>
                <a:lnTo>
                  <a:pt x="279472" y="124703"/>
                </a:lnTo>
                <a:cubicBezTo>
                  <a:pt x="279242" y="123840"/>
                  <a:pt x="279011" y="121511"/>
                  <a:pt x="278781" y="117715"/>
                </a:cubicBezTo>
                <a:cubicBezTo>
                  <a:pt x="278552" y="113920"/>
                  <a:pt x="278438" y="111275"/>
                  <a:pt x="278438" y="109779"/>
                </a:cubicBezTo>
                <a:lnTo>
                  <a:pt x="278095" y="109779"/>
                </a:lnTo>
                <a:cubicBezTo>
                  <a:pt x="272313" y="120757"/>
                  <a:pt x="262952" y="126246"/>
                  <a:pt x="250012" y="126246"/>
                </a:cubicBezTo>
                <a:cubicBezTo>
                  <a:pt x="238046" y="126246"/>
                  <a:pt x="228814" y="122358"/>
                  <a:pt x="222315" y="114582"/>
                </a:cubicBezTo>
                <a:cubicBezTo>
                  <a:pt x="215818" y="106806"/>
                  <a:pt x="212570" y="95542"/>
                  <a:pt x="212570" y="80791"/>
                </a:cubicBezTo>
                <a:close/>
                <a:moveTo>
                  <a:pt x="339588" y="84495"/>
                </a:moveTo>
                <a:cubicBezTo>
                  <a:pt x="339874" y="93461"/>
                  <a:pt x="341854" y="100357"/>
                  <a:pt x="345530" y="105183"/>
                </a:cubicBezTo>
                <a:cubicBezTo>
                  <a:pt x="349207" y="110009"/>
                  <a:pt x="354238" y="112422"/>
                  <a:pt x="360624" y="112422"/>
                </a:cubicBezTo>
                <a:cubicBezTo>
                  <a:pt x="364956" y="112422"/>
                  <a:pt x="368817" y="111330"/>
                  <a:pt x="372208" y="109147"/>
                </a:cubicBezTo>
                <a:cubicBezTo>
                  <a:pt x="375601" y="106963"/>
                  <a:pt x="378665" y="103286"/>
                  <a:pt x="381401" y="98115"/>
                </a:cubicBezTo>
                <a:lnTo>
                  <a:pt x="396879" y="105598"/>
                </a:lnTo>
                <a:cubicBezTo>
                  <a:pt x="393509" y="111048"/>
                  <a:pt x="390139" y="115177"/>
                  <a:pt x="386769" y="117986"/>
                </a:cubicBezTo>
                <a:cubicBezTo>
                  <a:pt x="383400" y="120797"/>
                  <a:pt x="379473" y="122904"/>
                  <a:pt x="374990" y="124309"/>
                </a:cubicBezTo>
                <a:cubicBezTo>
                  <a:pt x="370507" y="125715"/>
                  <a:pt x="365182" y="126418"/>
                  <a:pt x="359014" y="126418"/>
                </a:cubicBezTo>
                <a:cubicBezTo>
                  <a:pt x="346161" y="126418"/>
                  <a:pt x="336251" y="122373"/>
                  <a:pt x="329283" y="114282"/>
                </a:cubicBezTo>
                <a:cubicBezTo>
                  <a:pt x="322316" y="106192"/>
                  <a:pt x="318833" y="94828"/>
                  <a:pt x="318833" y="80190"/>
                </a:cubicBezTo>
                <a:cubicBezTo>
                  <a:pt x="318833" y="65439"/>
                  <a:pt x="322492" y="54218"/>
                  <a:pt x="329811" y="46528"/>
                </a:cubicBezTo>
                <a:cubicBezTo>
                  <a:pt x="337129" y="38837"/>
                  <a:pt x="347107" y="34992"/>
                  <a:pt x="359743" y="34992"/>
                </a:cubicBezTo>
                <a:cubicBezTo>
                  <a:pt x="372264" y="34992"/>
                  <a:pt x="381841" y="39096"/>
                  <a:pt x="388474" y="47305"/>
                </a:cubicBezTo>
                <a:cubicBezTo>
                  <a:pt x="395106" y="55512"/>
                  <a:pt x="398423" y="67108"/>
                  <a:pt x="398423" y="82093"/>
                </a:cubicBezTo>
                <a:lnTo>
                  <a:pt x="398423" y="84495"/>
                </a:lnTo>
                <a:lnTo>
                  <a:pt x="339588" y="84495"/>
                </a:lnTo>
                <a:moveTo>
                  <a:pt x="359057" y="48645"/>
                </a:moveTo>
                <a:cubicBezTo>
                  <a:pt x="353307" y="48645"/>
                  <a:pt x="348724" y="50702"/>
                  <a:pt x="345307" y="54817"/>
                </a:cubicBezTo>
                <a:cubicBezTo>
                  <a:pt x="341893" y="58931"/>
                  <a:pt x="340043" y="64615"/>
                  <a:pt x="339759" y="71871"/>
                </a:cubicBezTo>
                <a:lnTo>
                  <a:pt x="377839" y="71871"/>
                </a:lnTo>
                <a:cubicBezTo>
                  <a:pt x="377269" y="64101"/>
                  <a:pt x="375504" y="58287"/>
                  <a:pt x="372543" y="54431"/>
                </a:cubicBezTo>
                <a:cubicBezTo>
                  <a:pt x="369584" y="50574"/>
                  <a:pt x="365089" y="48645"/>
                  <a:pt x="359057" y="48645"/>
                </a:cubicBezTo>
                <a:close/>
                <a:moveTo>
                  <a:pt x="523253" y="3774"/>
                </a:moveTo>
                <a:lnTo>
                  <a:pt x="568280" y="124703"/>
                </a:lnTo>
                <a:lnTo>
                  <a:pt x="547353" y="124703"/>
                </a:lnTo>
                <a:lnTo>
                  <a:pt x="535346" y="91699"/>
                </a:lnTo>
                <a:lnTo>
                  <a:pt x="486546" y="91699"/>
                </a:lnTo>
                <a:lnTo>
                  <a:pt x="474625" y="124703"/>
                </a:lnTo>
                <a:lnTo>
                  <a:pt x="453698" y="124703"/>
                </a:lnTo>
                <a:lnTo>
                  <a:pt x="498810" y="3774"/>
                </a:lnTo>
                <a:lnTo>
                  <a:pt x="523253" y="3774"/>
                </a:lnTo>
                <a:moveTo>
                  <a:pt x="511075" y="19485"/>
                </a:moveTo>
                <a:cubicBezTo>
                  <a:pt x="510046" y="22805"/>
                  <a:pt x="509074" y="25896"/>
                  <a:pt x="508159" y="28758"/>
                </a:cubicBezTo>
                <a:cubicBezTo>
                  <a:pt x="507244" y="31621"/>
                  <a:pt x="506158" y="34770"/>
                  <a:pt x="504900" y="38206"/>
                </a:cubicBezTo>
                <a:lnTo>
                  <a:pt x="491435" y="75816"/>
                </a:lnTo>
                <a:lnTo>
                  <a:pt x="530715" y="75816"/>
                </a:lnTo>
                <a:lnTo>
                  <a:pt x="517164" y="38291"/>
                </a:lnTo>
                <a:cubicBezTo>
                  <a:pt x="515277" y="33138"/>
                  <a:pt x="513247" y="26870"/>
                  <a:pt x="511075" y="19485"/>
                </a:cubicBezTo>
                <a:close/>
                <a:moveTo>
                  <a:pt x="640153" y="124703"/>
                </a:moveTo>
                <a:lnTo>
                  <a:pt x="640153" y="75570"/>
                </a:lnTo>
                <a:cubicBezTo>
                  <a:pt x="640153" y="66652"/>
                  <a:pt x="638766" y="60250"/>
                  <a:pt x="635993" y="56364"/>
                </a:cubicBezTo>
                <a:cubicBezTo>
                  <a:pt x="633220" y="52476"/>
                  <a:pt x="628832" y="50532"/>
                  <a:pt x="622828" y="50532"/>
                </a:cubicBezTo>
                <a:cubicBezTo>
                  <a:pt x="616367" y="50532"/>
                  <a:pt x="611293" y="53019"/>
                  <a:pt x="607605" y="57993"/>
                </a:cubicBezTo>
                <a:cubicBezTo>
                  <a:pt x="603917" y="62966"/>
                  <a:pt x="602073" y="69711"/>
                  <a:pt x="602073" y="78229"/>
                </a:cubicBezTo>
                <a:lnTo>
                  <a:pt x="602073" y="124703"/>
                </a:lnTo>
                <a:lnTo>
                  <a:pt x="582347" y="124703"/>
                </a:lnTo>
                <a:lnTo>
                  <a:pt x="582347" y="56967"/>
                </a:lnTo>
                <a:cubicBezTo>
                  <a:pt x="582347" y="50157"/>
                  <a:pt x="582090" y="43404"/>
                  <a:pt x="581575" y="36708"/>
                </a:cubicBezTo>
                <a:lnTo>
                  <a:pt x="600358" y="36708"/>
                </a:lnTo>
                <a:cubicBezTo>
                  <a:pt x="600987" y="45284"/>
                  <a:pt x="601301" y="50945"/>
                  <a:pt x="601301" y="53689"/>
                </a:cubicBezTo>
                <a:lnTo>
                  <a:pt x="601644" y="53689"/>
                </a:lnTo>
                <a:cubicBezTo>
                  <a:pt x="605023" y="47144"/>
                  <a:pt x="608945" y="42392"/>
                  <a:pt x="613410" y="39433"/>
                </a:cubicBezTo>
                <a:cubicBezTo>
                  <a:pt x="617877" y="36473"/>
                  <a:pt x="623633" y="34992"/>
                  <a:pt x="630676" y="34992"/>
                </a:cubicBezTo>
                <a:cubicBezTo>
                  <a:pt x="640467" y="34992"/>
                  <a:pt x="647811" y="37880"/>
                  <a:pt x="652707" y="43654"/>
                </a:cubicBezTo>
                <a:cubicBezTo>
                  <a:pt x="657603" y="49429"/>
                  <a:pt x="660051" y="58349"/>
                  <a:pt x="660051" y="70413"/>
                </a:cubicBezTo>
                <a:lnTo>
                  <a:pt x="660051" y="124703"/>
                </a:lnTo>
                <a:lnTo>
                  <a:pt x="640153" y="124703"/>
                </a:lnTo>
                <a:close/>
                <a:moveTo>
                  <a:pt x="712194" y="112524"/>
                </a:moveTo>
                <a:cubicBezTo>
                  <a:pt x="718312" y="112524"/>
                  <a:pt x="723144" y="110389"/>
                  <a:pt x="726689" y="106118"/>
                </a:cubicBezTo>
                <a:cubicBezTo>
                  <a:pt x="730234" y="101846"/>
                  <a:pt x="732006" y="96355"/>
                  <a:pt x="732006" y="89646"/>
                </a:cubicBezTo>
                <a:lnTo>
                  <a:pt x="732006" y="81648"/>
                </a:lnTo>
                <a:lnTo>
                  <a:pt x="722658" y="81992"/>
                </a:lnTo>
                <a:cubicBezTo>
                  <a:pt x="714253" y="82394"/>
                  <a:pt x="708206" y="83885"/>
                  <a:pt x="704518" y="86465"/>
                </a:cubicBezTo>
                <a:cubicBezTo>
                  <a:pt x="700830" y="89045"/>
                  <a:pt x="698987" y="93087"/>
                  <a:pt x="698987" y="98592"/>
                </a:cubicBezTo>
                <a:cubicBezTo>
                  <a:pt x="698987" y="107880"/>
                  <a:pt x="703389" y="112524"/>
                  <a:pt x="712194" y="112524"/>
                </a:cubicBezTo>
                <a:moveTo>
                  <a:pt x="751646" y="124703"/>
                </a:moveTo>
                <a:lnTo>
                  <a:pt x="732606" y="124703"/>
                </a:lnTo>
                <a:lnTo>
                  <a:pt x="731920" y="110809"/>
                </a:lnTo>
                <a:cubicBezTo>
                  <a:pt x="728999" y="116526"/>
                  <a:pt x="725476" y="120557"/>
                  <a:pt x="721352" y="122902"/>
                </a:cubicBezTo>
                <a:cubicBezTo>
                  <a:pt x="717230" y="125246"/>
                  <a:pt x="712163" y="126418"/>
                  <a:pt x="706151" y="126418"/>
                </a:cubicBezTo>
                <a:cubicBezTo>
                  <a:pt x="697102" y="126418"/>
                  <a:pt x="690187" y="124070"/>
                  <a:pt x="685403" y="119374"/>
                </a:cubicBezTo>
                <a:cubicBezTo>
                  <a:pt x="680622" y="114679"/>
                  <a:pt x="678231" y="108151"/>
                  <a:pt x="678231" y="99790"/>
                </a:cubicBezTo>
                <a:cubicBezTo>
                  <a:pt x="678231" y="90628"/>
                  <a:pt x="681496" y="83613"/>
                  <a:pt x="688025" y="78746"/>
                </a:cubicBezTo>
                <a:cubicBezTo>
                  <a:pt x="694554" y="73879"/>
                  <a:pt x="704174" y="71244"/>
                  <a:pt x="716887" y="70842"/>
                </a:cubicBezTo>
                <a:lnTo>
                  <a:pt x="731920" y="70327"/>
                </a:lnTo>
                <a:lnTo>
                  <a:pt x="731920" y="67596"/>
                </a:lnTo>
                <a:cubicBezTo>
                  <a:pt x="731920" y="60823"/>
                  <a:pt x="730818" y="55914"/>
                  <a:pt x="728613" y="52869"/>
                </a:cubicBezTo>
                <a:cubicBezTo>
                  <a:pt x="726408" y="49824"/>
                  <a:pt x="722670" y="48302"/>
                  <a:pt x="717399" y="48302"/>
                </a:cubicBezTo>
                <a:cubicBezTo>
                  <a:pt x="712761" y="48302"/>
                  <a:pt x="709338" y="49173"/>
                  <a:pt x="707132" y="50915"/>
                </a:cubicBezTo>
                <a:cubicBezTo>
                  <a:pt x="704927" y="52655"/>
                  <a:pt x="703424" y="55352"/>
                  <a:pt x="702624" y="59006"/>
                </a:cubicBezTo>
                <a:lnTo>
                  <a:pt x="683549" y="56005"/>
                </a:lnTo>
                <a:cubicBezTo>
                  <a:pt x="685266" y="48515"/>
                  <a:pt x="688858" y="43140"/>
                  <a:pt x="694326" y="39881"/>
                </a:cubicBezTo>
                <a:cubicBezTo>
                  <a:pt x="699793" y="36622"/>
                  <a:pt x="707565" y="34992"/>
                  <a:pt x="717640" y="34992"/>
                </a:cubicBezTo>
                <a:cubicBezTo>
                  <a:pt x="729376" y="34992"/>
                  <a:pt x="737978" y="37765"/>
                  <a:pt x="743445" y="43311"/>
                </a:cubicBezTo>
                <a:cubicBezTo>
                  <a:pt x="748913" y="48858"/>
                  <a:pt x="751646" y="57463"/>
                  <a:pt x="751646" y="69127"/>
                </a:cubicBezTo>
                <a:lnTo>
                  <a:pt x="751646" y="124703"/>
                </a:lnTo>
                <a:close/>
                <a:moveTo>
                  <a:pt x="776262" y="124703"/>
                </a:moveTo>
                <a:lnTo>
                  <a:pt x="776262" y="0"/>
                </a:lnTo>
                <a:lnTo>
                  <a:pt x="795988" y="0"/>
                </a:lnTo>
                <a:lnTo>
                  <a:pt x="795988" y="124703"/>
                </a:lnTo>
                <a:lnTo>
                  <a:pt x="776262" y="124703"/>
                </a:lnTo>
                <a:close/>
                <a:moveTo>
                  <a:pt x="827866" y="158666"/>
                </a:moveTo>
                <a:cubicBezTo>
                  <a:pt x="824203" y="158666"/>
                  <a:pt x="820426" y="158265"/>
                  <a:pt x="816535" y="157465"/>
                </a:cubicBezTo>
                <a:lnTo>
                  <a:pt x="816535" y="142113"/>
                </a:lnTo>
                <a:cubicBezTo>
                  <a:pt x="819511" y="142856"/>
                  <a:pt x="822087" y="143228"/>
                  <a:pt x="824262" y="143228"/>
                </a:cubicBezTo>
                <a:cubicBezTo>
                  <a:pt x="827294" y="143228"/>
                  <a:pt x="829954" y="142555"/>
                  <a:pt x="832243" y="141210"/>
                </a:cubicBezTo>
                <a:cubicBezTo>
                  <a:pt x="834534" y="139864"/>
                  <a:pt x="836566" y="137917"/>
                  <a:pt x="838340" y="135367"/>
                </a:cubicBezTo>
                <a:cubicBezTo>
                  <a:pt x="840115" y="132819"/>
                  <a:pt x="841574" y="130514"/>
                  <a:pt x="842720" y="128452"/>
                </a:cubicBezTo>
                <a:lnTo>
                  <a:pt x="844006" y="125273"/>
                </a:lnTo>
                <a:lnTo>
                  <a:pt x="808722" y="36708"/>
                </a:lnTo>
                <a:lnTo>
                  <a:pt x="829756" y="36708"/>
                </a:lnTo>
                <a:lnTo>
                  <a:pt x="846236" y="83514"/>
                </a:lnTo>
                <a:cubicBezTo>
                  <a:pt x="848010" y="88381"/>
                  <a:pt x="850615" y="96540"/>
                  <a:pt x="854049" y="107992"/>
                </a:cubicBezTo>
                <a:cubicBezTo>
                  <a:pt x="855023" y="104327"/>
                  <a:pt x="857341" y="97142"/>
                  <a:pt x="861004" y="86435"/>
                </a:cubicBezTo>
                <a:lnTo>
                  <a:pt x="877658" y="36708"/>
                </a:lnTo>
                <a:lnTo>
                  <a:pt x="898432" y="36708"/>
                </a:lnTo>
                <a:lnTo>
                  <a:pt x="862633" y="130066"/>
                </a:lnTo>
                <a:cubicBezTo>
                  <a:pt x="859085" y="138826"/>
                  <a:pt x="854592" y="145783"/>
                  <a:pt x="849155" y="150936"/>
                </a:cubicBezTo>
                <a:cubicBezTo>
                  <a:pt x="843720" y="156089"/>
                  <a:pt x="836623" y="158666"/>
                  <a:pt x="827866" y="158666"/>
                </a:cubicBezTo>
                <a:close/>
                <a:moveTo>
                  <a:pt x="902933" y="124703"/>
                </a:moveTo>
                <a:lnTo>
                  <a:pt x="902933" y="110278"/>
                </a:lnTo>
                <a:lnTo>
                  <a:pt x="951163" y="51288"/>
                </a:lnTo>
                <a:lnTo>
                  <a:pt x="906535" y="51288"/>
                </a:lnTo>
                <a:lnTo>
                  <a:pt x="906535" y="36708"/>
                </a:lnTo>
                <a:lnTo>
                  <a:pt x="973089" y="36708"/>
                </a:lnTo>
                <a:lnTo>
                  <a:pt x="973089" y="51030"/>
                </a:lnTo>
                <a:lnTo>
                  <a:pt x="925122" y="110021"/>
                </a:lnTo>
                <a:lnTo>
                  <a:pt x="976691" y="110021"/>
                </a:lnTo>
                <a:lnTo>
                  <a:pt x="976691" y="124703"/>
                </a:lnTo>
                <a:lnTo>
                  <a:pt x="902933" y="124703"/>
                </a:lnTo>
                <a:close/>
                <a:moveTo>
                  <a:pt x="1009155" y="84495"/>
                </a:moveTo>
                <a:cubicBezTo>
                  <a:pt x="1009441" y="93461"/>
                  <a:pt x="1011421" y="100357"/>
                  <a:pt x="1015097" y="105183"/>
                </a:cubicBezTo>
                <a:cubicBezTo>
                  <a:pt x="1018774" y="110009"/>
                  <a:pt x="1023805" y="112422"/>
                  <a:pt x="1030191" y="112422"/>
                </a:cubicBezTo>
                <a:cubicBezTo>
                  <a:pt x="1034522" y="112422"/>
                  <a:pt x="1038384" y="111330"/>
                  <a:pt x="1041775" y="109147"/>
                </a:cubicBezTo>
                <a:cubicBezTo>
                  <a:pt x="1045168" y="106963"/>
                  <a:pt x="1048232" y="103286"/>
                  <a:pt x="1050968" y="98115"/>
                </a:cubicBezTo>
                <a:lnTo>
                  <a:pt x="1066446" y="105598"/>
                </a:lnTo>
                <a:cubicBezTo>
                  <a:pt x="1063076" y="111048"/>
                  <a:pt x="1059706" y="115177"/>
                  <a:pt x="1056336" y="117986"/>
                </a:cubicBezTo>
                <a:cubicBezTo>
                  <a:pt x="1052966" y="120797"/>
                  <a:pt x="1049040" y="122904"/>
                  <a:pt x="1044557" y="124309"/>
                </a:cubicBezTo>
                <a:cubicBezTo>
                  <a:pt x="1040074" y="125715"/>
                  <a:pt x="1034748" y="126418"/>
                  <a:pt x="1028580" y="126418"/>
                </a:cubicBezTo>
                <a:cubicBezTo>
                  <a:pt x="1015728" y="126418"/>
                  <a:pt x="1005818" y="122373"/>
                  <a:pt x="998849" y="114282"/>
                </a:cubicBezTo>
                <a:cubicBezTo>
                  <a:pt x="991883" y="106192"/>
                  <a:pt x="988399" y="94828"/>
                  <a:pt x="988399" y="80190"/>
                </a:cubicBezTo>
                <a:cubicBezTo>
                  <a:pt x="988399" y="65439"/>
                  <a:pt x="992059" y="54218"/>
                  <a:pt x="999377" y="46528"/>
                </a:cubicBezTo>
                <a:cubicBezTo>
                  <a:pt x="1006696" y="38837"/>
                  <a:pt x="1016673" y="34992"/>
                  <a:pt x="1029309" y="34992"/>
                </a:cubicBezTo>
                <a:cubicBezTo>
                  <a:pt x="1041831" y="34992"/>
                  <a:pt x="1051408" y="39096"/>
                  <a:pt x="1058041" y="47305"/>
                </a:cubicBezTo>
                <a:cubicBezTo>
                  <a:pt x="1064673" y="55512"/>
                  <a:pt x="1067990" y="67108"/>
                  <a:pt x="1067990" y="82093"/>
                </a:cubicBezTo>
                <a:lnTo>
                  <a:pt x="1067990" y="84495"/>
                </a:lnTo>
                <a:lnTo>
                  <a:pt x="1009155" y="84495"/>
                </a:lnTo>
                <a:moveTo>
                  <a:pt x="1028623" y="48645"/>
                </a:moveTo>
                <a:cubicBezTo>
                  <a:pt x="1022873" y="48645"/>
                  <a:pt x="1018290" y="50702"/>
                  <a:pt x="1014874" y="54817"/>
                </a:cubicBezTo>
                <a:cubicBezTo>
                  <a:pt x="1011460" y="58931"/>
                  <a:pt x="1009610" y="64615"/>
                  <a:pt x="1009326" y="71871"/>
                </a:cubicBezTo>
                <a:lnTo>
                  <a:pt x="1047406" y="71871"/>
                </a:lnTo>
                <a:cubicBezTo>
                  <a:pt x="1046836" y="64101"/>
                  <a:pt x="1045071" y="58287"/>
                  <a:pt x="1042110" y="54431"/>
                </a:cubicBezTo>
                <a:cubicBezTo>
                  <a:pt x="1039151" y="50574"/>
                  <a:pt x="1034655" y="48645"/>
                  <a:pt x="1028623" y="48645"/>
                </a:cubicBezTo>
                <a:close/>
                <a:moveTo>
                  <a:pt x="1127868" y="51389"/>
                </a:moveTo>
                <a:cubicBezTo>
                  <a:pt x="1121447" y="51389"/>
                  <a:pt x="1116315" y="54205"/>
                  <a:pt x="1112473" y="59837"/>
                </a:cubicBezTo>
                <a:cubicBezTo>
                  <a:pt x="1108632" y="65467"/>
                  <a:pt x="1106711" y="73055"/>
                  <a:pt x="1106711" y="82600"/>
                </a:cubicBezTo>
                <a:lnTo>
                  <a:pt x="1106711" y="124703"/>
                </a:lnTo>
                <a:lnTo>
                  <a:pt x="1086985" y="124703"/>
                </a:lnTo>
                <a:lnTo>
                  <a:pt x="1086985" y="58428"/>
                </a:lnTo>
                <a:cubicBezTo>
                  <a:pt x="1086985" y="49156"/>
                  <a:pt x="1086756" y="41916"/>
                  <a:pt x="1086299" y="36708"/>
                </a:cubicBezTo>
                <a:lnTo>
                  <a:pt x="1105165" y="36708"/>
                </a:lnTo>
                <a:cubicBezTo>
                  <a:pt x="1105738" y="43569"/>
                  <a:pt x="1106025" y="50201"/>
                  <a:pt x="1106025" y="56605"/>
                </a:cubicBezTo>
                <a:lnTo>
                  <a:pt x="1106368" y="56605"/>
                </a:lnTo>
                <a:cubicBezTo>
                  <a:pt x="1109121" y="48518"/>
                  <a:pt x="1112304" y="42894"/>
                  <a:pt x="1115915" y="39733"/>
                </a:cubicBezTo>
                <a:cubicBezTo>
                  <a:pt x="1119528" y="36573"/>
                  <a:pt x="1124287" y="34992"/>
                  <a:pt x="1130192" y="34992"/>
                </a:cubicBezTo>
                <a:cubicBezTo>
                  <a:pt x="1132886" y="34992"/>
                  <a:pt x="1135123" y="35364"/>
                  <a:pt x="1136900" y="36107"/>
                </a:cubicBezTo>
                <a:lnTo>
                  <a:pt x="1136900" y="52317"/>
                </a:lnTo>
                <a:cubicBezTo>
                  <a:pt x="1133976" y="51699"/>
                  <a:pt x="1130965" y="51389"/>
                  <a:pt x="1127868" y="51389"/>
                </a:cubicBezTo>
                <a:close/>
                <a:moveTo>
                  <a:pt x="1210316" y="99402"/>
                </a:moveTo>
                <a:cubicBezTo>
                  <a:pt x="1210316" y="107864"/>
                  <a:pt x="1207443" y="114482"/>
                  <a:pt x="1201696" y="119256"/>
                </a:cubicBezTo>
                <a:cubicBezTo>
                  <a:pt x="1195950" y="124031"/>
                  <a:pt x="1187902" y="126418"/>
                  <a:pt x="1177553" y="126418"/>
                </a:cubicBezTo>
                <a:cubicBezTo>
                  <a:pt x="1166804" y="126418"/>
                  <a:pt x="1158914" y="124731"/>
                  <a:pt x="1153882" y="121358"/>
                </a:cubicBezTo>
                <a:cubicBezTo>
                  <a:pt x="1148851" y="117984"/>
                  <a:pt x="1145534" y="112553"/>
                  <a:pt x="1143934" y="105062"/>
                </a:cubicBezTo>
                <a:lnTo>
                  <a:pt x="1160915" y="102404"/>
                </a:lnTo>
                <a:cubicBezTo>
                  <a:pt x="1161715" y="106343"/>
                  <a:pt x="1163416" y="109170"/>
                  <a:pt x="1166018" y="110884"/>
                </a:cubicBezTo>
                <a:cubicBezTo>
                  <a:pt x="1168620" y="112595"/>
                  <a:pt x="1172350" y="113451"/>
                  <a:pt x="1177210" y="113451"/>
                </a:cubicBezTo>
                <a:cubicBezTo>
                  <a:pt x="1181613" y="113451"/>
                  <a:pt x="1185172" y="112509"/>
                  <a:pt x="1187888" y="110624"/>
                </a:cubicBezTo>
                <a:cubicBezTo>
                  <a:pt x="1190604" y="108737"/>
                  <a:pt x="1191962" y="105680"/>
                  <a:pt x="1191962" y="101452"/>
                </a:cubicBezTo>
                <a:cubicBezTo>
                  <a:pt x="1191962" y="98881"/>
                  <a:pt x="1191362" y="96753"/>
                  <a:pt x="1190161" y="95068"/>
                </a:cubicBezTo>
                <a:cubicBezTo>
                  <a:pt x="1188960" y="93381"/>
                  <a:pt x="1187173" y="91924"/>
                  <a:pt x="1184801" y="90697"/>
                </a:cubicBezTo>
                <a:cubicBezTo>
                  <a:pt x="1182428" y="89467"/>
                  <a:pt x="1177811" y="87938"/>
                  <a:pt x="1170950" y="86108"/>
                </a:cubicBezTo>
                <a:cubicBezTo>
                  <a:pt x="1164660" y="84450"/>
                  <a:pt x="1159986" y="82578"/>
                  <a:pt x="1156927" y="80491"/>
                </a:cubicBezTo>
                <a:cubicBezTo>
                  <a:pt x="1153868" y="78404"/>
                  <a:pt x="1151509" y="75774"/>
                  <a:pt x="1149851" y="72600"/>
                </a:cubicBezTo>
                <a:cubicBezTo>
                  <a:pt x="1148193" y="69427"/>
                  <a:pt x="1147364" y="65525"/>
                  <a:pt x="1147364" y="60893"/>
                </a:cubicBezTo>
                <a:cubicBezTo>
                  <a:pt x="1147364" y="52717"/>
                  <a:pt x="1149919" y="46356"/>
                  <a:pt x="1155029" y="41811"/>
                </a:cubicBezTo>
                <a:cubicBezTo>
                  <a:pt x="1160140" y="37265"/>
                  <a:pt x="1167605" y="34992"/>
                  <a:pt x="1177425" y="34992"/>
                </a:cubicBezTo>
                <a:cubicBezTo>
                  <a:pt x="1186503" y="34992"/>
                  <a:pt x="1193483" y="36658"/>
                  <a:pt x="1198365" y="39991"/>
                </a:cubicBezTo>
                <a:cubicBezTo>
                  <a:pt x="1203246" y="43323"/>
                  <a:pt x="1206315" y="48435"/>
                  <a:pt x="1207571" y="55327"/>
                </a:cubicBezTo>
                <a:lnTo>
                  <a:pt x="1190453" y="57120"/>
                </a:lnTo>
                <a:cubicBezTo>
                  <a:pt x="1189826" y="53778"/>
                  <a:pt x="1188442" y="51428"/>
                  <a:pt x="1186302" y="50068"/>
                </a:cubicBezTo>
                <a:cubicBezTo>
                  <a:pt x="1184163" y="48708"/>
                  <a:pt x="1181267" y="48029"/>
                  <a:pt x="1177615" y="48029"/>
                </a:cubicBezTo>
                <a:cubicBezTo>
                  <a:pt x="1169569" y="48029"/>
                  <a:pt x="1165546" y="51573"/>
                  <a:pt x="1165546" y="58663"/>
                </a:cubicBezTo>
                <a:cubicBezTo>
                  <a:pt x="1165546" y="60950"/>
                  <a:pt x="1166047" y="62837"/>
                  <a:pt x="1167047" y="64324"/>
                </a:cubicBezTo>
                <a:cubicBezTo>
                  <a:pt x="1168048" y="65810"/>
                  <a:pt x="1169506" y="67083"/>
                  <a:pt x="1171421" y="68140"/>
                </a:cubicBezTo>
                <a:cubicBezTo>
                  <a:pt x="1173337" y="69198"/>
                  <a:pt x="1177696" y="70699"/>
                  <a:pt x="1184500" y="72643"/>
                </a:cubicBezTo>
                <a:cubicBezTo>
                  <a:pt x="1191991" y="74759"/>
                  <a:pt x="1197308" y="76888"/>
                  <a:pt x="1200453" y="79033"/>
                </a:cubicBezTo>
                <a:cubicBezTo>
                  <a:pt x="1203597" y="81177"/>
                  <a:pt x="1206027" y="83878"/>
                  <a:pt x="1207743" y="87137"/>
                </a:cubicBezTo>
                <a:cubicBezTo>
                  <a:pt x="1209458" y="90397"/>
                  <a:pt x="1210316" y="94485"/>
                  <a:pt x="1210316" y="994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750dc49b4ef8"/>
          <a:stretch xmlns:a="http://schemas.openxmlformats.org/drawingml/2006/main"/>
        </p:blipFill>
        <p:spPr>
          <a:xfrm xmlns:a="http://schemas.openxmlformats.org/drawingml/2006/main">
            <a:off x="6060083" y="2348474"/>
            <a:ext cx="997676" cy="857158"/>
          </a:xfrm>
          <a:prstGeom xmlns:a="http://schemas.openxmlformats.org/drawingml/2006/main" prst="rect">
            <a:avLst/>
          </a:prstGeom>
        </p:spPr>
      </p:pic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fade4ccf345da"/>
          <a:stretch xmlns:a="http://schemas.openxmlformats.org/drawingml/2006/main"/>
        </p:blipFill>
        <p:spPr>
          <a:xfrm xmlns:a="http://schemas.openxmlformats.org/drawingml/2006/main">
            <a:off x="7072229" y="915193"/>
            <a:ext cx="263471" cy="263471"/>
          </a:xfrm>
          <a:prstGeom xmlns:a="http://schemas.openxmlformats.org/drawingml/2006/main" prst="rect">
            <a:avLst/>
          </a:prstGeom>
        </p:spPr>
      </p:pic>
      <p:sp>
        <p:nvSpPr>
          <p:cNvPr id="58" name="Text !">
            <a:extLst xmlns:a="http://schemas.openxmlformats.org/drawingml/2006/main">
              <a:ext uri="{FF2B5EF4-FFF2-40B4-BE49-F238E27FC236}">
                <a16:creationId xmlns:a16="http://schemas.microsoft.com/office/drawing/2014/main" id="{781AD5AC-1FE3-41EA-A4EE-45B64632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899" y="915193"/>
            <a:ext cx="263471" cy="263471"/>
          </a:xfrm>
          <a:custGeom xmlns:a="http://schemas.openxmlformats.org/drawingml/2006/main">
            <a:pathLst>
              <a:path w="263471" h="263471">
                <a:moveTo>
                  <a:pt x="0" y="263471"/>
                </a:moveTo>
                <a:lnTo>
                  <a:pt x="0" y="263471"/>
                </a:lnTo>
                <a:moveTo>
                  <a:pt x="263471" y="0"/>
                </a:moveTo>
                <a:lnTo>
                  <a:pt x="26347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TrainingDataset">
            <a:extLst xmlns:a="http://schemas.openxmlformats.org/drawingml/2006/main">
              <a:ext uri="{FF2B5EF4-FFF2-40B4-BE49-F238E27FC236}">
                <a16:creationId xmlns:a16="http://schemas.microsoft.com/office/drawing/2014/main" id="{BB2F4A24-183C-43D2-97BB-D0AAED0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750" y="3196691"/>
            <a:ext cx="1302506" cy="158666"/>
          </a:xfrm>
          <a:custGeom xmlns:a="http://schemas.openxmlformats.org/drawingml/2006/main">
            <a:pathLst>
              <a:path w="1302506" h="158666">
                <a:moveTo>
                  <a:pt x="92455" y="3774"/>
                </a:moveTo>
                <a:lnTo>
                  <a:pt x="92455" y="20584"/>
                </a:lnTo>
                <a:lnTo>
                  <a:pt x="56433" y="20584"/>
                </a:lnTo>
                <a:lnTo>
                  <a:pt x="56433" y="124703"/>
                </a:lnTo>
                <a:lnTo>
                  <a:pt x="35678" y="124703"/>
                </a:lnTo>
                <a:lnTo>
                  <a:pt x="35678" y="20584"/>
                </a:lnTo>
                <a:lnTo>
                  <a:pt x="0" y="20584"/>
                </a:lnTo>
                <a:lnTo>
                  <a:pt x="0" y="3774"/>
                </a:lnTo>
                <a:lnTo>
                  <a:pt x="92455" y="3774"/>
                </a:lnTo>
                <a:close/>
                <a:moveTo>
                  <a:pt x="148493" y="51389"/>
                </a:moveTo>
                <a:cubicBezTo>
                  <a:pt x="142071" y="51389"/>
                  <a:pt x="136939" y="54205"/>
                  <a:pt x="133098" y="59837"/>
                </a:cubicBezTo>
                <a:cubicBezTo>
                  <a:pt x="129256" y="65467"/>
                  <a:pt x="127336" y="73055"/>
                  <a:pt x="127336" y="82600"/>
                </a:cubicBezTo>
                <a:lnTo>
                  <a:pt x="127336" y="124703"/>
                </a:lnTo>
                <a:lnTo>
                  <a:pt x="107610" y="124703"/>
                </a:lnTo>
                <a:lnTo>
                  <a:pt x="107610" y="58428"/>
                </a:lnTo>
                <a:cubicBezTo>
                  <a:pt x="107610" y="49156"/>
                  <a:pt x="107381" y="41916"/>
                  <a:pt x="106923" y="36708"/>
                </a:cubicBezTo>
                <a:lnTo>
                  <a:pt x="125789" y="36708"/>
                </a:lnTo>
                <a:cubicBezTo>
                  <a:pt x="126363" y="43569"/>
                  <a:pt x="126649" y="50201"/>
                  <a:pt x="126649" y="56605"/>
                </a:cubicBezTo>
                <a:lnTo>
                  <a:pt x="126993" y="56605"/>
                </a:lnTo>
                <a:cubicBezTo>
                  <a:pt x="129746" y="48518"/>
                  <a:pt x="132928" y="42894"/>
                  <a:pt x="136539" y="39733"/>
                </a:cubicBezTo>
                <a:cubicBezTo>
                  <a:pt x="140152" y="36573"/>
                  <a:pt x="144911" y="34992"/>
                  <a:pt x="150816" y="34992"/>
                </a:cubicBezTo>
                <a:cubicBezTo>
                  <a:pt x="153511" y="34992"/>
                  <a:pt x="155747" y="35364"/>
                  <a:pt x="157525" y="36107"/>
                </a:cubicBezTo>
                <a:lnTo>
                  <a:pt x="157525" y="52317"/>
                </a:lnTo>
                <a:cubicBezTo>
                  <a:pt x="154600" y="51699"/>
                  <a:pt x="151589" y="51389"/>
                  <a:pt x="148493" y="51389"/>
                </a:cubicBezTo>
                <a:close/>
                <a:moveTo>
                  <a:pt x="201111" y="112524"/>
                </a:moveTo>
                <a:cubicBezTo>
                  <a:pt x="207229" y="112524"/>
                  <a:pt x="212061" y="110389"/>
                  <a:pt x="215606" y="106118"/>
                </a:cubicBezTo>
                <a:cubicBezTo>
                  <a:pt x="219151" y="101846"/>
                  <a:pt x="220923" y="96355"/>
                  <a:pt x="220923" y="89646"/>
                </a:cubicBezTo>
                <a:lnTo>
                  <a:pt x="220923" y="81648"/>
                </a:lnTo>
                <a:lnTo>
                  <a:pt x="211575" y="81992"/>
                </a:lnTo>
                <a:cubicBezTo>
                  <a:pt x="203170" y="82394"/>
                  <a:pt x="197123" y="83885"/>
                  <a:pt x="193435" y="86465"/>
                </a:cubicBezTo>
                <a:cubicBezTo>
                  <a:pt x="189747" y="89045"/>
                  <a:pt x="187904" y="93087"/>
                  <a:pt x="187904" y="98592"/>
                </a:cubicBezTo>
                <a:cubicBezTo>
                  <a:pt x="187904" y="107880"/>
                  <a:pt x="192306" y="112524"/>
                  <a:pt x="201111" y="112524"/>
                </a:cubicBezTo>
                <a:moveTo>
                  <a:pt x="240563" y="124703"/>
                </a:moveTo>
                <a:lnTo>
                  <a:pt x="221523" y="124703"/>
                </a:lnTo>
                <a:lnTo>
                  <a:pt x="220837" y="110809"/>
                </a:lnTo>
                <a:cubicBezTo>
                  <a:pt x="217916" y="116526"/>
                  <a:pt x="214393" y="120557"/>
                  <a:pt x="210269" y="122902"/>
                </a:cubicBezTo>
                <a:cubicBezTo>
                  <a:pt x="206147" y="125246"/>
                  <a:pt x="201080" y="126418"/>
                  <a:pt x="195068" y="126418"/>
                </a:cubicBezTo>
                <a:cubicBezTo>
                  <a:pt x="186019" y="126418"/>
                  <a:pt x="179104" y="124070"/>
                  <a:pt x="174320" y="119374"/>
                </a:cubicBezTo>
                <a:cubicBezTo>
                  <a:pt x="169539" y="114679"/>
                  <a:pt x="167148" y="108151"/>
                  <a:pt x="167148" y="99790"/>
                </a:cubicBezTo>
                <a:cubicBezTo>
                  <a:pt x="167148" y="90628"/>
                  <a:pt x="170413" y="83613"/>
                  <a:pt x="176942" y="78746"/>
                </a:cubicBezTo>
                <a:cubicBezTo>
                  <a:pt x="183471" y="73879"/>
                  <a:pt x="193091" y="71244"/>
                  <a:pt x="205804" y="70842"/>
                </a:cubicBezTo>
                <a:lnTo>
                  <a:pt x="220837" y="70327"/>
                </a:lnTo>
                <a:lnTo>
                  <a:pt x="220837" y="67596"/>
                </a:lnTo>
                <a:cubicBezTo>
                  <a:pt x="220837" y="60823"/>
                  <a:pt x="219735" y="55914"/>
                  <a:pt x="217530" y="52869"/>
                </a:cubicBezTo>
                <a:cubicBezTo>
                  <a:pt x="215325" y="49824"/>
                  <a:pt x="211587" y="48302"/>
                  <a:pt x="206316" y="48302"/>
                </a:cubicBezTo>
                <a:cubicBezTo>
                  <a:pt x="201678" y="48302"/>
                  <a:pt x="198255" y="49173"/>
                  <a:pt x="196049" y="50915"/>
                </a:cubicBezTo>
                <a:cubicBezTo>
                  <a:pt x="193844" y="52655"/>
                  <a:pt x="192341" y="55352"/>
                  <a:pt x="191540" y="59006"/>
                </a:cubicBezTo>
                <a:lnTo>
                  <a:pt x="172466" y="56005"/>
                </a:lnTo>
                <a:cubicBezTo>
                  <a:pt x="174183" y="48515"/>
                  <a:pt x="177775" y="43140"/>
                  <a:pt x="183243" y="39881"/>
                </a:cubicBezTo>
                <a:cubicBezTo>
                  <a:pt x="188710" y="36622"/>
                  <a:pt x="196482" y="34992"/>
                  <a:pt x="206557" y="34992"/>
                </a:cubicBezTo>
                <a:cubicBezTo>
                  <a:pt x="218293" y="34992"/>
                  <a:pt x="226894" y="37765"/>
                  <a:pt x="232362" y="43311"/>
                </a:cubicBezTo>
                <a:cubicBezTo>
                  <a:pt x="237830" y="48858"/>
                  <a:pt x="240563" y="57463"/>
                  <a:pt x="240563" y="69127"/>
                </a:cubicBezTo>
                <a:lnTo>
                  <a:pt x="240563" y="124703"/>
                </a:lnTo>
                <a:close/>
                <a:moveTo>
                  <a:pt x="265196" y="16912"/>
                </a:moveTo>
                <a:lnTo>
                  <a:pt x="265196" y="0"/>
                </a:lnTo>
                <a:lnTo>
                  <a:pt x="284836" y="0"/>
                </a:lnTo>
                <a:lnTo>
                  <a:pt x="284836" y="16912"/>
                </a:lnTo>
                <a:lnTo>
                  <a:pt x="265196" y="16912"/>
                </a:lnTo>
                <a:moveTo>
                  <a:pt x="265196" y="124703"/>
                </a:moveTo>
                <a:lnTo>
                  <a:pt x="265196" y="36708"/>
                </a:lnTo>
                <a:lnTo>
                  <a:pt x="284922" y="36708"/>
                </a:lnTo>
                <a:lnTo>
                  <a:pt x="284922" y="124703"/>
                </a:lnTo>
                <a:lnTo>
                  <a:pt x="265196" y="124703"/>
                </a:lnTo>
                <a:close/>
                <a:moveTo>
                  <a:pt x="368688" y="124703"/>
                </a:moveTo>
                <a:lnTo>
                  <a:pt x="368688" y="75570"/>
                </a:lnTo>
                <a:cubicBezTo>
                  <a:pt x="368688" y="66652"/>
                  <a:pt x="367301" y="60250"/>
                  <a:pt x="364528" y="56364"/>
                </a:cubicBezTo>
                <a:cubicBezTo>
                  <a:pt x="361755" y="52476"/>
                  <a:pt x="357367" y="50532"/>
                  <a:pt x="351363" y="50532"/>
                </a:cubicBezTo>
                <a:cubicBezTo>
                  <a:pt x="344902" y="50532"/>
                  <a:pt x="339828" y="53019"/>
                  <a:pt x="336140" y="57993"/>
                </a:cubicBezTo>
                <a:cubicBezTo>
                  <a:pt x="332452" y="62966"/>
                  <a:pt x="330608" y="69711"/>
                  <a:pt x="330608" y="78229"/>
                </a:cubicBezTo>
                <a:lnTo>
                  <a:pt x="330608" y="124703"/>
                </a:lnTo>
                <a:lnTo>
                  <a:pt x="310882" y="124703"/>
                </a:lnTo>
                <a:lnTo>
                  <a:pt x="310882" y="56967"/>
                </a:lnTo>
                <a:cubicBezTo>
                  <a:pt x="310882" y="50157"/>
                  <a:pt x="310625" y="43404"/>
                  <a:pt x="310110" y="36708"/>
                </a:cubicBezTo>
                <a:lnTo>
                  <a:pt x="328893" y="36708"/>
                </a:lnTo>
                <a:cubicBezTo>
                  <a:pt x="329522" y="45284"/>
                  <a:pt x="329836" y="50945"/>
                  <a:pt x="329836" y="53689"/>
                </a:cubicBezTo>
                <a:lnTo>
                  <a:pt x="330179" y="53689"/>
                </a:lnTo>
                <a:cubicBezTo>
                  <a:pt x="333558" y="47144"/>
                  <a:pt x="337480" y="42392"/>
                  <a:pt x="341945" y="39433"/>
                </a:cubicBezTo>
                <a:cubicBezTo>
                  <a:pt x="346412" y="36473"/>
                  <a:pt x="352167" y="34992"/>
                  <a:pt x="359211" y="34992"/>
                </a:cubicBezTo>
                <a:cubicBezTo>
                  <a:pt x="369002" y="34992"/>
                  <a:pt x="376346" y="37880"/>
                  <a:pt x="381242" y="43654"/>
                </a:cubicBezTo>
                <a:cubicBezTo>
                  <a:pt x="386137" y="49429"/>
                  <a:pt x="388585" y="58349"/>
                  <a:pt x="388585" y="70413"/>
                </a:cubicBezTo>
                <a:lnTo>
                  <a:pt x="388585" y="124703"/>
                </a:lnTo>
                <a:lnTo>
                  <a:pt x="368688" y="124703"/>
                </a:lnTo>
                <a:close/>
                <a:moveTo>
                  <a:pt x="413302" y="16912"/>
                </a:moveTo>
                <a:lnTo>
                  <a:pt x="413302" y="0"/>
                </a:lnTo>
                <a:lnTo>
                  <a:pt x="432942" y="0"/>
                </a:lnTo>
                <a:lnTo>
                  <a:pt x="432942" y="16912"/>
                </a:lnTo>
                <a:lnTo>
                  <a:pt x="413302" y="16912"/>
                </a:lnTo>
                <a:moveTo>
                  <a:pt x="413302" y="124703"/>
                </a:moveTo>
                <a:lnTo>
                  <a:pt x="413302" y="36708"/>
                </a:lnTo>
                <a:lnTo>
                  <a:pt x="433028" y="36708"/>
                </a:lnTo>
                <a:lnTo>
                  <a:pt x="433028" y="124703"/>
                </a:lnTo>
                <a:lnTo>
                  <a:pt x="413302" y="124703"/>
                </a:lnTo>
                <a:close/>
                <a:moveTo>
                  <a:pt x="516793" y="124703"/>
                </a:moveTo>
                <a:lnTo>
                  <a:pt x="516793" y="75570"/>
                </a:lnTo>
                <a:cubicBezTo>
                  <a:pt x="516793" y="66652"/>
                  <a:pt x="515406" y="60250"/>
                  <a:pt x="512633" y="56364"/>
                </a:cubicBezTo>
                <a:cubicBezTo>
                  <a:pt x="509860" y="52476"/>
                  <a:pt x="505472" y="50532"/>
                  <a:pt x="499468" y="50532"/>
                </a:cubicBezTo>
                <a:cubicBezTo>
                  <a:pt x="493007" y="50532"/>
                  <a:pt x="487933" y="53019"/>
                  <a:pt x="484245" y="57993"/>
                </a:cubicBezTo>
                <a:cubicBezTo>
                  <a:pt x="480557" y="62966"/>
                  <a:pt x="478713" y="69711"/>
                  <a:pt x="478713" y="78229"/>
                </a:cubicBezTo>
                <a:lnTo>
                  <a:pt x="478713" y="124703"/>
                </a:lnTo>
                <a:lnTo>
                  <a:pt x="458987" y="124703"/>
                </a:lnTo>
                <a:lnTo>
                  <a:pt x="458987" y="56967"/>
                </a:lnTo>
                <a:cubicBezTo>
                  <a:pt x="458987" y="50157"/>
                  <a:pt x="458730" y="43404"/>
                  <a:pt x="458215" y="36708"/>
                </a:cubicBezTo>
                <a:lnTo>
                  <a:pt x="476998" y="36708"/>
                </a:lnTo>
                <a:cubicBezTo>
                  <a:pt x="477627" y="45284"/>
                  <a:pt x="477941" y="50945"/>
                  <a:pt x="477941" y="53689"/>
                </a:cubicBezTo>
                <a:lnTo>
                  <a:pt x="478284" y="53689"/>
                </a:lnTo>
                <a:cubicBezTo>
                  <a:pt x="481663" y="47144"/>
                  <a:pt x="485585" y="42392"/>
                  <a:pt x="490050" y="39433"/>
                </a:cubicBezTo>
                <a:cubicBezTo>
                  <a:pt x="494517" y="36473"/>
                  <a:pt x="500273" y="34992"/>
                  <a:pt x="507316" y="34992"/>
                </a:cubicBezTo>
                <a:cubicBezTo>
                  <a:pt x="517107" y="34992"/>
                  <a:pt x="524451" y="37880"/>
                  <a:pt x="529347" y="43654"/>
                </a:cubicBezTo>
                <a:cubicBezTo>
                  <a:pt x="534243" y="49429"/>
                  <a:pt x="536691" y="58349"/>
                  <a:pt x="536691" y="70413"/>
                </a:cubicBezTo>
                <a:lnTo>
                  <a:pt x="536691" y="124703"/>
                </a:lnTo>
                <a:lnTo>
                  <a:pt x="516793" y="124703"/>
                </a:lnTo>
                <a:close/>
                <a:moveTo>
                  <a:pt x="555919" y="80190"/>
                </a:moveTo>
                <a:cubicBezTo>
                  <a:pt x="555919" y="65641"/>
                  <a:pt x="559130" y="54471"/>
                  <a:pt x="565554" y="46680"/>
                </a:cubicBezTo>
                <a:cubicBezTo>
                  <a:pt x="571979" y="38888"/>
                  <a:pt x="581159" y="34992"/>
                  <a:pt x="593092" y="34992"/>
                </a:cubicBezTo>
                <a:cubicBezTo>
                  <a:pt x="599602" y="34992"/>
                  <a:pt x="605326" y="36473"/>
                  <a:pt x="610264" y="39433"/>
                </a:cubicBezTo>
                <a:cubicBezTo>
                  <a:pt x="615205" y="42392"/>
                  <a:pt x="618960" y="46572"/>
                  <a:pt x="621529" y="51974"/>
                </a:cubicBezTo>
                <a:lnTo>
                  <a:pt x="621872" y="51974"/>
                </a:lnTo>
                <a:cubicBezTo>
                  <a:pt x="621872" y="47028"/>
                  <a:pt x="622244" y="41939"/>
                  <a:pt x="622987" y="36708"/>
                </a:cubicBezTo>
                <a:lnTo>
                  <a:pt x="641855" y="36708"/>
                </a:lnTo>
                <a:cubicBezTo>
                  <a:pt x="641398" y="41861"/>
                  <a:pt x="641169" y="48388"/>
                  <a:pt x="641169" y="56289"/>
                </a:cubicBezTo>
                <a:lnTo>
                  <a:pt x="641169" y="122164"/>
                </a:lnTo>
                <a:cubicBezTo>
                  <a:pt x="641169" y="132128"/>
                  <a:pt x="637488" y="140701"/>
                  <a:pt x="630127" y="147886"/>
                </a:cubicBezTo>
                <a:cubicBezTo>
                  <a:pt x="622767" y="155072"/>
                  <a:pt x="612298" y="158666"/>
                  <a:pt x="598718" y="158666"/>
                </a:cubicBezTo>
                <a:cubicBezTo>
                  <a:pt x="576296" y="158666"/>
                  <a:pt x="563344" y="150804"/>
                  <a:pt x="559864" y="135080"/>
                </a:cubicBezTo>
                <a:lnTo>
                  <a:pt x="579450" y="132078"/>
                </a:lnTo>
                <a:cubicBezTo>
                  <a:pt x="581616" y="140130"/>
                  <a:pt x="588230" y="144155"/>
                  <a:pt x="599292" y="144155"/>
                </a:cubicBezTo>
                <a:cubicBezTo>
                  <a:pt x="606533" y="144155"/>
                  <a:pt x="612064" y="141983"/>
                  <a:pt x="615884" y="137640"/>
                </a:cubicBezTo>
                <a:cubicBezTo>
                  <a:pt x="619705" y="133296"/>
                  <a:pt x="621615" y="128239"/>
                  <a:pt x="621615" y="122467"/>
                </a:cubicBezTo>
                <a:lnTo>
                  <a:pt x="621615" y="113207"/>
                </a:lnTo>
                <a:cubicBezTo>
                  <a:pt x="621615" y="111322"/>
                  <a:pt x="621700" y="109436"/>
                  <a:pt x="621872" y="107550"/>
                </a:cubicBezTo>
                <a:lnTo>
                  <a:pt x="621529" y="107550"/>
                </a:lnTo>
                <a:cubicBezTo>
                  <a:pt x="618559" y="113439"/>
                  <a:pt x="614633" y="117827"/>
                  <a:pt x="609750" y="120714"/>
                </a:cubicBezTo>
                <a:cubicBezTo>
                  <a:pt x="604868" y="123602"/>
                  <a:pt x="598745" y="125046"/>
                  <a:pt x="591380" y="125046"/>
                </a:cubicBezTo>
                <a:cubicBezTo>
                  <a:pt x="579959" y="125046"/>
                  <a:pt x="571193" y="121150"/>
                  <a:pt x="565082" y="113360"/>
                </a:cubicBezTo>
                <a:cubicBezTo>
                  <a:pt x="558973" y="105568"/>
                  <a:pt x="555919" y="94511"/>
                  <a:pt x="555919" y="80190"/>
                </a:cubicBezTo>
                <a:moveTo>
                  <a:pt x="576674" y="80190"/>
                </a:moveTo>
                <a:cubicBezTo>
                  <a:pt x="576674" y="100374"/>
                  <a:pt x="584078" y="110466"/>
                  <a:pt x="598887" y="110466"/>
                </a:cubicBezTo>
                <a:cubicBezTo>
                  <a:pt x="606350" y="110466"/>
                  <a:pt x="612018" y="107785"/>
                  <a:pt x="615890" y="102425"/>
                </a:cubicBezTo>
                <a:cubicBezTo>
                  <a:pt x="619764" y="97063"/>
                  <a:pt x="621700" y="89508"/>
                  <a:pt x="621700" y="79762"/>
                </a:cubicBezTo>
                <a:cubicBezTo>
                  <a:pt x="621700" y="70013"/>
                  <a:pt x="619764" y="62516"/>
                  <a:pt x="615890" y="57270"/>
                </a:cubicBezTo>
                <a:cubicBezTo>
                  <a:pt x="612018" y="52024"/>
                  <a:pt x="606407" y="49401"/>
                  <a:pt x="599058" y="49401"/>
                </a:cubicBezTo>
                <a:cubicBezTo>
                  <a:pt x="591938" y="49401"/>
                  <a:pt x="586427" y="51909"/>
                  <a:pt x="582525" y="56927"/>
                </a:cubicBezTo>
                <a:cubicBezTo>
                  <a:pt x="578624" y="61944"/>
                  <a:pt x="576674" y="69699"/>
                  <a:pt x="576674" y="80190"/>
                </a:cubicBezTo>
                <a:close/>
                <a:moveTo>
                  <a:pt x="798415" y="63252"/>
                </a:moveTo>
                <a:cubicBezTo>
                  <a:pt x="798415" y="34646"/>
                  <a:pt x="784759" y="20342"/>
                  <a:pt x="757446" y="20342"/>
                </a:cubicBezTo>
                <a:lnTo>
                  <a:pt x="738037" y="20342"/>
                </a:lnTo>
                <a:lnTo>
                  <a:pt x="738037" y="108134"/>
                </a:lnTo>
                <a:lnTo>
                  <a:pt x="760110" y="108134"/>
                </a:lnTo>
                <a:cubicBezTo>
                  <a:pt x="772191" y="108134"/>
                  <a:pt x="781595" y="104215"/>
                  <a:pt x="788322" y="96379"/>
                </a:cubicBezTo>
                <a:cubicBezTo>
                  <a:pt x="795051" y="88540"/>
                  <a:pt x="798415" y="77498"/>
                  <a:pt x="798415" y="63252"/>
                </a:cubicBezTo>
                <a:moveTo>
                  <a:pt x="819513" y="63252"/>
                </a:moveTo>
                <a:cubicBezTo>
                  <a:pt x="819513" y="75840"/>
                  <a:pt x="817165" y="86768"/>
                  <a:pt x="812467" y="96038"/>
                </a:cubicBezTo>
                <a:cubicBezTo>
                  <a:pt x="807772" y="105306"/>
                  <a:pt x="801057" y="112401"/>
                  <a:pt x="792323" y="117321"/>
                </a:cubicBezTo>
                <a:cubicBezTo>
                  <a:pt x="783589" y="122242"/>
                  <a:pt x="773438" y="124703"/>
                  <a:pt x="761869" y="124703"/>
                </a:cubicBezTo>
                <a:lnTo>
                  <a:pt x="717281" y="124703"/>
                </a:lnTo>
                <a:lnTo>
                  <a:pt x="717281" y="3774"/>
                </a:lnTo>
                <a:lnTo>
                  <a:pt x="757915" y="3774"/>
                </a:lnTo>
                <a:cubicBezTo>
                  <a:pt x="777961" y="3774"/>
                  <a:pt x="793239" y="8837"/>
                  <a:pt x="803749" y="18965"/>
                </a:cubicBezTo>
                <a:cubicBezTo>
                  <a:pt x="814259" y="29092"/>
                  <a:pt x="819513" y="43855"/>
                  <a:pt x="819513" y="63252"/>
                </a:cubicBezTo>
                <a:close/>
                <a:moveTo>
                  <a:pt x="868923" y="112524"/>
                </a:moveTo>
                <a:cubicBezTo>
                  <a:pt x="875041" y="112524"/>
                  <a:pt x="879872" y="110389"/>
                  <a:pt x="883417" y="106118"/>
                </a:cubicBezTo>
                <a:cubicBezTo>
                  <a:pt x="886962" y="101846"/>
                  <a:pt x="888735" y="96355"/>
                  <a:pt x="888735" y="89646"/>
                </a:cubicBezTo>
                <a:lnTo>
                  <a:pt x="888735" y="81648"/>
                </a:lnTo>
                <a:lnTo>
                  <a:pt x="879386" y="81992"/>
                </a:lnTo>
                <a:cubicBezTo>
                  <a:pt x="870981" y="82394"/>
                  <a:pt x="864935" y="83885"/>
                  <a:pt x="861247" y="86465"/>
                </a:cubicBezTo>
                <a:cubicBezTo>
                  <a:pt x="857559" y="89045"/>
                  <a:pt x="855715" y="93087"/>
                  <a:pt x="855715" y="98592"/>
                </a:cubicBezTo>
                <a:cubicBezTo>
                  <a:pt x="855715" y="107880"/>
                  <a:pt x="860118" y="112524"/>
                  <a:pt x="868923" y="112524"/>
                </a:cubicBezTo>
                <a:moveTo>
                  <a:pt x="908375" y="124703"/>
                </a:moveTo>
                <a:lnTo>
                  <a:pt x="889335" y="124703"/>
                </a:lnTo>
                <a:lnTo>
                  <a:pt x="888649" y="110809"/>
                </a:lnTo>
                <a:cubicBezTo>
                  <a:pt x="885728" y="116526"/>
                  <a:pt x="882205" y="120557"/>
                  <a:pt x="878081" y="122902"/>
                </a:cubicBezTo>
                <a:cubicBezTo>
                  <a:pt x="873959" y="125246"/>
                  <a:pt x="868892" y="126418"/>
                  <a:pt x="862879" y="126418"/>
                </a:cubicBezTo>
                <a:cubicBezTo>
                  <a:pt x="853831" y="126418"/>
                  <a:pt x="846915" y="124070"/>
                  <a:pt x="842132" y="119374"/>
                </a:cubicBezTo>
                <a:cubicBezTo>
                  <a:pt x="837351" y="114679"/>
                  <a:pt x="834960" y="108151"/>
                  <a:pt x="834960" y="99790"/>
                </a:cubicBezTo>
                <a:cubicBezTo>
                  <a:pt x="834960" y="90628"/>
                  <a:pt x="838225" y="83613"/>
                  <a:pt x="844753" y="78746"/>
                </a:cubicBezTo>
                <a:cubicBezTo>
                  <a:pt x="851282" y="73879"/>
                  <a:pt x="860903" y="71244"/>
                  <a:pt x="873616" y="70842"/>
                </a:cubicBezTo>
                <a:lnTo>
                  <a:pt x="888649" y="70327"/>
                </a:lnTo>
                <a:lnTo>
                  <a:pt x="888649" y="67596"/>
                </a:lnTo>
                <a:cubicBezTo>
                  <a:pt x="888649" y="60823"/>
                  <a:pt x="887547" y="55914"/>
                  <a:pt x="885342" y="52869"/>
                </a:cubicBezTo>
                <a:cubicBezTo>
                  <a:pt x="883137" y="49824"/>
                  <a:pt x="879399" y="48302"/>
                  <a:pt x="874128" y="48302"/>
                </a:cubicBezTo>
                <a:cubicBezTo>
                  <a:pt x="869489" y="48302"/>
                  <a:pt x="866067" y="49173"/>
                  <a:pt x="863860" y="50915"/>
                </a:cubicBezTo>
                <a:cubicBezTo>
                  <a:pt x="861655" y="52655"/>
                  <a:pt x="860153" y="55352"/>
                  <a:pt x="859352" y="59006"/>
                </a:cubicBezTo>
                <a:lnTo>
                  <a:pt x="840278" y="56005"/>
                </a:lnTo>
                <a:cubicBezTo>
                  <a:pt x="841995" y="48515"/>
                  <a:pt x="845587" y="43140"/>
                  <a:pt x="851054" y="39881"/>
                </a:cubicBezTo>
                <a:cubicBezTo>
                  <a:pt x="856522" y="36622"/>
                  <a:pt x="864294" y="34992"/>
                  <a:pt x="874369" y="34992"/>
                </a:cubicBezTo>
                <a:cubicBezTo>
                  <a:pt x="886105" y="34992"/>
                  <a:pt x="894706" y="37765"/>
                  <a:pt x="900174" y="43311"/>
                </a:cubicBezTo>
                <a:cubicBezTo>
                  <a:pt x="905641" y="48858"/>
                  <a:pt x="908375" y="57463"/>
                  <a:pt x="908375" y="69127"/>
                </a:cubicBezTo>
                <a:lnTo>
                  <a:pt x="908375" y="124703"/>
                </a:lnTo>
                <a:close/>
                <a:moveTo>
                  <a:pt x="958988" y="126246"/>
                </a:moveTo>
                <a:cubicBezTo>
                  <a:pt x="952112" y="126246"/>
                  <a:pt x="946683" y="124286"/>
                  <a:pt x="942700" y="120366"/>
                </a:cubicBezTo>
                <a:cubicBezTo>
                  <a:pt x="938720" y="116446"/>
                  <a:pt x="936729" y="110823"/>
                  <a:pt x="936729" y="103497"/>
                </a:cubicBezTo>
                <a:lnTo>
                  <a:pt x="936729" y="51046"/>
                </a:lnTo>
                <a:lnTo>
                  <a:pt x="923693" y="51046"/>
                </a:lnTo>
                <a:lnTo>
                  <a:pt x="923693" y="36708"/>
                </a:lnTo>
                <a:lnTo>
                  <a:pt x="936986" y="36708"/>
                </a:lnTo>
                <a:lnTo>
                  <a:pt x="943274" y="15438"/>
                </a:lnTo>
                <a:lnTo>
                  <a:pt x="956455" y="15438"/>
                </a:lnTo>
                <a:lnTo>
                  <a:pt x="956455" y="36708"/>
                </a:lnTo>
                <a:lnTo>
                  <a:pt x="977639" y="36708"/>
                </a:lnTo>
                <a:lnTo>
                  <a:pt x="977639" y="51046"/>
                </a:lnTo>
                <a:lnTo>
                  <a:pt x="956455" y="51046"/>
                </a:lnTo>
                <a:lnTo>
                  <a:pt x="956455" y="98517"/>
                </a:lnTo>
                <a:cubicBezTo>
                  <a:pt x="956455" y="107215"/>
                  <a:pt x="960143" y="111564"/>
                  <a:pt x="967519" y="111564"/>
                </a:cubicBezTo>
                <a:cubicBezTo>
                  <a:pt x="971007" y="111564"/>
                  <a:pt x="974752" y="111193"/>
                  <a:pt x="978754" y="110449"/>
                </a:cubicBezTo>
                <a:lnTo>
                  <a:pt x="978754" y="123671"/>
                </a:lnTo>
                <a:cubicBezTo>
                  <a:pt x="972223" y="125388"/>
                  <a:pt x="965635" y="126246"/>
                  <a:pt x="958988" y="126246"/>
                </a:cubicBezTo>
                <a:close/>
                <a:moveTo>
                  <a:pt x="1024476" y="112524"/>
                </a:moveTo>
                <a:cubicBezTo>
                  <a:pt x="1030594" y="112524"/>
                  <a:pt x="1035426" y="110389"/>
                  <a:pt x="1038971" y="106118"/>
                </a:cubicBezTo>
                <a:cubicBezTo>
                  <a:pt x="1042516" y="101846"/>
                  <a:pt x="1044288" y="96355"/>
                  <a:pt x="1044288" y="89646"/>
                </a:cubicBezTo>
                <a:lnTo>
                  <a:pt x="1044288" y="81648"/>
                </a:lnTo>
                <a:lnTo>
                  <a:pt x="1034940" y="81992"/>
                </a:lnTo>
                <a:cubicBezTo>
                  <a:pt x="1026535" y="82394"/>
                  <a:pt x="1020488" y="83885"/>
                  <a:pt x="1016800" y="86465"/>
                </a:cubicBezTo>
                <a:cubicBezTo>
                  <a:pt x="1013112" y="89045"/>
                  <a:pt x="1011268" y="93087"/>
                  <a:pt x="1011268" y="98592"/>
                </a:cubicBezTo>
                <a:cubicBezTo>
                  <a:pt x="1011268" y="107880"/>
                  <a:pt x="1015671" y="112524"/>
                  <a:pt x="1024476" y="112524"/>
                </a:cubicBezTo>
                <a:moveTo>
                  <a:pt x="1063928" y="124703"/>
                </a:moveTo>
                <a:lnTo>
                  <a:pt x="1044888" y="124703"/>
                </a:lnTo>
                <a:lnTo>
                  <a:pt x="1044202" y="110809"/>
                </a:lnTo>
                <a:cubicBezTo>
                  <a:pt x="1041281" y="116526"/>
                  <a:pt x="1037758" y="120557"/>
                  <a:pt x="1033634" y="122902"/>
                </a:cubicBezTo>
                <a:cubicBezTo>
                  <a:pt x="1029512" y="125246"/>
                  <a:pt x="1024445" y="126418"/>
                  <a:pt x="1018432" y="126418"/>
                </a:cubicBezTo>
                <a:cubicBezTo>
                  <a:pt x="1009384" y="126418"/>
                  <a:pt x="1002469" y="124070"/>
                  <a:pt x="997685" y="119374"/>
                </a:cubicBezTo>
                <a:cubicBezTo>
                  <a:pt x="992904" y="114679"/>
                  <a:pt x="990513" y="108151"/>
                  <a:pt x="990513" y="99790"/>
                </a:cubicBezTo>
                <a:cubicBezTo>
                  <a:pt x="990513" y="90628"/>
                  <a:pt x="993778" y="83613"/>
                  <a:pt x="1000307" y="78746"/>
                </a:cubicBezTo>
                <a:cubicBezTo>
                  <a:pt x="1006835" y="73879"/>
                  <a:pt x="1016456" y="71244"/>
                  <a:pt x="1029169" y="70842"/>
                </a:cubicBezTo>
                <a:lnTo>
                  <a:pt x="1044202" y="70327"/>
                </a:lnTo>
                <a:lnTo>
                  <a:pt x="1044202" y="67596"/>
                </a:lnTo>
                <a:cubicBezTo>
                  <a:pt x="1044202" y="60823"/>
                  <a:pt x="1043100" y="55914"/>
                  <a:pt x="1040895" y="52869"/>
                </a:cubicBezTo>
                <a:cubicBezTo>
                  <a:pt x="1038690" y="49824"/>
                  <a:pt x="1034952" y="48302"/>
                  <a:pt x="1029681" y="48302"/>
                </a:cubicBezTo>
                <a:cubicBezTo>
                  <a:pt x="1025043" y="48302"/>
                  <a:pt x="1021620" y="49173"/>
                  <a:pt x="1019413" y="50915"/>
                </a:cubicBezTo>
                <a:cubicBezTo>
                  <a:pt x="1017209" y="52655"/>
                  <a:pt x="1015706" y="55352"/>
                  <a:pt x="1014905" y="59006"/>
                </a:cubicBezTo>
                <a:lnTo>
                  <a:pt x="995831" y="56005"/>
                </a:lnTo>
                <a:cubicBezTo>
                  <a:pt x="997548" y="48515"/>
                  <a:pt x="1001140" y="43140"/>
                  <a:pt x="1006608" y="39881"/>
                </a:cubicBezTo>
                <a:cubicBezTo>
                  <a:pt x="1012075" y="36622"/>
                  <a:pt x="1019847" y="34992"/>
                  <a:pt x="1029922" y="34992"/>
                </a:cubicBezTo>
                <a:cubicBezTo>
                  <a:pt x="1041658" y="34992"/>
                  <a:pt x="1050259" y="37765"/>
                  <a:pt x="1055727" y="43311"/>
                </a:cubicBezTo>
                <a:cubicBezTo>
                  <a:pt x="1061194" y="48858"/>
                  <a:pt x="1063928" y="57463"/>
                  <a:pt x="1063928" y="69127"/>
                </a:cubicBezTo>
                <a:lnTo>
                  <a:pt x="1063928" y="124703"/>
                </a:lnTo>
                <a:close/>
                <a:moveTo>
                  <a:pt x="1145800" y="99402"/>
                </a:moveTo>
                <a:cubicBezTo>
                  <a:pt x="1145800" y="107864"/>
                  <a:pt x="1142927" y="114482"/>
                  <a:pt x="1137180" y="119256"/>
                </a:cubicBezTo>
                <a:cubicBezTo>
                  <a:pt x="1131434" y="124031"/>
                  <a:pt x="1123386" y="126418"/>
                  <a:pt x="1113037" y="126418"/>
                </a:cubicBezTo>
                <a:cubicBezTo>
                  <a:pt x="1102288" y="126418"/>
                  <a:pt x="1094398" y="124731"/>
                  <a:pt x="1089366" y="121358"/>
                </a:cubicBezTo>
                <a:cubicBezTo>
                  <a:pt x="1084335" y="117984"/>
                  <a:pt x="1081018" y="112553"/>
                  <a:pt x="1079417" y="105062"/>
                </a:cubicBezTo>
                <a:lnTo>
                  <a:pt x="1096399" y="102404"/>
                </a:lnTo>
                <a:cubicBezTo>
                  <a:pt x="1097199" y="106343"/>
                  <a:pt x="1098900" y="109170"/>
                  <a:pt x="1101502" y="110884"/>
                </a:cubicBezTo>
                <a:cubicBezTo>
                  <a:pt x="1104104" y="112595"/>
                  <a:pt x="1107834" y="113451"/>
                  <a:pt x="1112694" y="113451"/>
                </a:cubicBezTo>
                <a:cubicBezTo>
                  <a:pt x="1117097" y="113451"/>
                  <a:pt x="1120656" y="112509"/>
                  <a:pt x="1123372" y="110624"/>
                </a:cubicBezTo>
                <a:cubicBezTo>
                  <a:pt x="1126088" y="108737"/>
                  <a:pt x="1127446" y="105680"/>
                  <a:pt x="1127446" y="101452"/>
                </a:cubicBezTo>
                <a:cubicBezTo>
                  <a:pt x="1127446" y="98881"/>
                  <a:pt x="1126846" y="96753"/>
                  <a:pt x="1125645" y="95068"/>
                </a:cubicBezTo>
                <a:cubicBezTo>
                  <a:pt x="1124444" y="93381"/>
                  <a:pt x="1122657" y="91924"/>
                  <a:pt x="1120285" y="90697"/>
                </a:cubicBezTo>
                <a:cubicBezTo>
                  <a:pt x="1117912" y="89467"/>
                  <a:pt x="1113295" y="87938"/>
                  <a:pt x="1106433" y="86108"/>
                </a:cubicBezTo>
                <a:cubicBezTo>
                  <a:pt x="1100144" y="84450"/>
                  <a:pt x="1095470" y="82578"/>
                  <a:pt x="1092411" y="80491"/>
                </a:cubicBezTo>
                <a:cubicBezTo>
                  <a:pt x="1089352" y="78404"/>
                  <a:pt x="1086993" y="75774"/>
                  <a:pt x="1085335" y="72600"/>
                </a:cubicBezTo>
                <a:cubicBezTo>
                  <a:pt x="1083677" y="69427"/>
                  <a:pt x="1082848" y="65525"/>
                  <a:pt x="1082848" y="60893"/>
                </a:cubicBezTo>
                <a:cubicBezTo>
                  <a:pt x="1082848" y="52717"/>
                  <a:pt x="1085403" y="46356"/>
                  <a:pt x="1090513" y="41811"/>
                </a:cubicBezTo>
                <a:cubicBezTo>
                  <a:pt x="1095623" y="37265"/>
                  <a:pt x="1103089" y="34992"/>
                  <a:pt x="1112909" y="34992"/>
                </a:cubicBezTo>
                <a:cubicBezTo>
                  <a:pt x="1121987" y="34992"/>
                  <a:pt x="1128967" y="36658"/>
                  <a:pt x="1133849" y="39991"/>
                </a:cubicBezTo>
                <a:cubicBezTo>
                  <a:pt x="1138730" y="43323"/>
                  <a:pt x="1141799" y="48435"/>
                  <a:pt x="1143055" y="55327"/>
                </a:cubicBezTo>
                <a:lnTo>
                  <a:pt x="1125937" y="57120"/>
                </a:lnTo>
                <a:cubicBezTo>
                  <a:pt x="1125310" y="53778"/>
                  <a:pt x="1123926" y="51428"/>
                  <a:pt x="1121785" y="50068"/>
                </a:cubicBezTo>
                <a:cubicBezTo>
                  <a:pt x="1119647" y="48708"/>
                  <a:pt x="1116751" y="48029"/>
                  <a:pt x="1113099" y="48029"/>
                </a:cubicBezTo>
                <a:cubicBezTo>
                  <a:pt x="1105053" y="48029"/>
                  <a:pt x="1101030" y="51573"/>
                  <a:pt x="1101030" y="58663"/>
                </a:cubicBezTo>
                <a:cubicBezTo>
                  <a:pt x="1101030" y="60950"/>
                  <a:pt x="1101531" y="62837"/>
                  <a:pt x="1102531" y="64324"/>
                </a:cubicBezTo>
                <a:cubicBezTo>
                  <a:pt x="1103532" y="65810"/>
                  <a:pt x="1104990" y="67083"/>
                  <a:pt x="1106905" y="68140"/>
                </a:cubicBezTo>
                <a:cubicBezTo>
                  <a:pt x="1108821" y="69198"/>
                  <a:pt x="1113180" y="70699"/>
                  <a:pt x="1119984" y="72643"/>
                </a:cubicBezTo>
                <a:cubicBezTo>
                  <a:pt x="1127475" y="74759"/>
                  <a:pt x="1132792" y="76888"/>
                  <a:pt x="1135937" y="79033"/>
                </a:cubicBezTo>
                <a:cubicBezTo>
                  <a:pt x="1139081" y="81177"/>
                  <a:pt x="1141511" y="83878"/>
                  <a:pt x="1143227" y="87137"/>
                </a:cubicBezTo>
                <a:cubicBezTo>
                  <a:pt x="1144942" y="90397"/>
                  <a:pt x="1145800" y="94485"/>
                  <a:pt x="1145800" y="99402"/>
                </a:cubicBezTo>
                <a:close/>
                <a:moveTo>
                  <a:pt x="1178740" y="84495"/>
                </a:moveTo>
                <a:cubicBezTo>
                  <a:pt x="1179026" y="93461"/>
                  <a:pt x="1181007" y="100357"/>
                  <a:pt x="1184682" y="105183"/>
                </a:cubicBezTo>
                <a:cubicBezTo>
                  <a:pt x="1188359" y="110009"/>
                  <a:pt x="1193391" y="112422"/>
                  <a:pt x="1199777" y="112422"/>
                </a:cubicBezTo>
                <a:cubicBezTo>
                  <a:pt x="1204108" y="112422"/>
                  <a:pt x="1207969" y="111330"/>
                  <a:pt x="1211361" y="109147"/>
                </a:cubicBezTo>
                <a:cubicBezTo>
                  <a:pt x="1214754" y="106963"/>
                  <a:pt x="1217818" y="103286"/>
                  <a:pt x="1220554" y="98115"/>
                </a:cubicBezTo>
                <a:lnTo>
                  <a:pt x="1236032" y="105598"/>
                </a:lnTo>
                <a:cubicBezTo>
                  <a:pt x="1232662" y="111048"/>
                  <a:pt x="1229292" y="115177"/>
                  <a:pt x="1225922" y="117986"/>
                </a:cubicBezTo>
                <a:cubicBezTo>
                  <a:pt x="1222552" y="120797"/>
                  <a:pt x="1218626" y="122904"/>
                  <a:pt x="1214143" y="124309"/>
                </a:cubicBezTo>
                <a:cubicBezTo>
                  <a:pt x="1209660" y="125715"/>
                  <a:pt x="1204334" y="126418"/>
                  <a:pt x="1198166" y="126418"/>
                </a:cubicBezTo>
                <a:cubicBezTo>
                  <a:pt x="1185314" y="126418"/>
                  <a:pt x="1175404" y="122373"/>
                  <a:pt x="1168435" y="114282"/>
                </a:cubicBezTo>
                <a:cubicBezTo>
                  <a:pt x="1161469" y="106192"/>
                  <a:pt x="1157985" y="94828"/>
                  <a:pt x="1157985" y="80190"/>
                </a:cubicBezTo>
                <a:cubicBezTo>
                  <a:pt x="1157985" y="65439"/>
                  <a:pt x="1161645" y="54218"/>
                  <a:pt x="1168963" y="46528"/>
                </a:cubicBezTo>
                <a:cubicBezTo>
                  <a:pt x="1176282" y="38837"/>
                  <a:pt x="1186259" y="34992"/>
                  <a:pt x="1198895" y="34992"/>
                </a:cubicBezTo>
                <a:cubicBezTo>
                  <a:pt x="1211417" y="34992"/>
                  <a:pt x="1220994" y="39096"/>
                  <a:pt x="1227627" y="47305"/>
                </a:cubicBezTo>
                <a:cubicBezTo>
                  <a:pt x="1234259" y="55512"/>
                  <a:pt x="1237575" y="67108"/>
                  <a:pt x="1237575" y="82093"/>
                </a:cubicBezTo>
                <a:lnTo>
                  <a:pt x="1237575" y="84495"/>
                </a:lnTo>
                <a:lnTo>
                  <a:pt x="1178740" y="84495"/>
                </a:lnTo>
                <a:moveTo>
                  <a:pt x="1198209" y="48645"/>
                </a:moveTo>
                <a:cubicBezTo>
                  <a:pt x="1192459" y="48645"/>
                  <a:pt x="1187876" y="50702"/>
                  <a:pt x="1184460" y="54817"/>
                </a:cubicBezTo>
                <a:cubicBezTo>
                  <a:pt x="1181045" y="58931"/>
                  <a:pt x="1179196" y="64615"/>
                  <a:pt x="1178912" y="71871"/>
                </a:cubicBezTo>
                <a:lnTo>
                  <a:pt x="1216992" y="71871"/>
                </a:lnTo>
                <a:cubicBezTo>
                  <a:pt x="1216422" y="64101"/>
                  <a:pt x="1214656" y="58287"/>
                  <a:pt x="1211696" y="54431"/>
                </a:cubicBezTo>
                <a:cubicBezTo>
                  <a:pt x="1208737" y="50574"/>
                  <a:pt x="1204241" y="48645"/>
                  <a:pt x="1198209" y="48645"/>
                </a:cubicBezTo>
                <a:close/>
                <a:moveTo>
                  <a:pt x="1282740" y="126246"/>
                </a:moveTo>
                <a:cubicBezTo>
                  <a:pt x="1275865" y="126246"/>
                  <a:pt x="1270436" y="124286"/>
                  <a:pt x="1266453" y="120366"/>
                </a:cubicBezTo>
                <a:cubicBezTo>
                  <a:pt x="1262472" y="116446"/>
                  <a:pt x="1260482" y="110823"/>
                  <a:pt x="1260482" y="103497"/>
                </a:cubicBezTo>
                <a:lnTo>
                  <a:pt x="1260482" y="51046"/>
                </a:lnTo>
                <a:lnTo>
                  <a:pt x="1247445" y="51046"/>
                </a:lnTo>
                <a:lnTo>
                  <a:pt x="1247445" y="36708"/>
                </a:lnTo>
                <a:lnTo>
                  <a:pt x="1260739" y="36708"/>
                </a:lnTo>
                <a:lnTo>
                  <a:pt x="1267026" y="15438"/>
                </a:lnTo>
                <a:lnTo>
                  <a:pt x="1280208" y="15438"/>
                </a:lnTo>
                <a:lnTo>
                  <a:pt x="1280208" y="36708"/>
                </a:lnTo>
                <a:lnTo>
                  <a:pt x="1301392" y="36708"/>
                </a:lnTo>
                <a:lnTo>
                  <a:pt x="1301392" y="51046"/>
                </a:lnTo>
                <a:lnTo>
                  <a:pt x="1280208" y="51046"/>
                </a:lnTo>
                <a:lnTo>
                  <a:pt x="1280208" y="98517"/>
                </a:lnTo>
                <a:cubicBezTo>
                  <a:pt x="1280208" y="107215"/>
                  <a:pt x="1283895" y="111564"/>
                  <a:pt x="1291271" y="111564"/>
                </a:cubicBezTo>
                <a:cubicBezTo>
                  <a:pt x="1294759" y="111564"/>
                  <a:pt x="1298504" y="111193"/>
                  <a:pt x="1302506" y="110449"/>
                </a:cubicBezTo>
                <a:lnTo>
                  <a:pt x="1302506" y="123671"/>
                </a:lnTo>
                <a:cubicBezTo>
                  <a:pt x="1295976" y="125388"/>
                  <a:pt x="1289387" y="126246"/>
                  <a:pt x="1282740" y="126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D1D8D-0CE0-420D-A9B7-74796277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468" y="2107676"/>
            <a:ext cx="98801" cy="306595"/>
          </a:xfrm>
          <a:custGeom xmlns:a="http://schemas.openxmlformats.org/drawingml/2006/main">
            <a:pathLst>
              <a:path w="98801" h="306595">
                <a:moveTo>
                  <a:pt x="65868" y="0"/>
                </a:moveTo>
                <a:lnTo>
                  <a:pt x="32934" y="1"/>
                </a:lnTo>
                <a:lnTo>
                  <a:pt x="32934" y="207793"/>
                </a:lnTo>
                <a:lnTo>
                  <a:pt x="0" y="207793"/>
                </a:lnTo>
                <a:lnTo>
                  <a:pt x="49401" y="306595"/>
                </a:lnTo>
                <a:lnTo>
                  <a:pt x="98801" y="207793"/>
                </a:lnTo>
                <a:lnTo>
                  <a:pt x="65868" y="207793"/>
                </a:lnTo>
                <a:lnTo>
                  <a:pt x="658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b9b0c17354985"/>
          <a:stretch xmlns:a="http://schemas.openxmlformats.org/drawingml/2006/main"/>
        </p:blipFill>
        <p:spPr>
          <a:xfrm xmlns:a="http://schemas.openxmlformats.org/drawingml/2006/main">
            <a:off x="11739976" y="1079131"/>
            <a:ext cx="731863" cy="731863"/>
          </a:xfrm>
          <a:prstGeom xmlns:a="http://schemas.openxmlformats.org/drawingml/2006/main" prst="rect">
            <a:avLst/>
          </a:prstGeom>
        </p:spPr>
      </p:pic>
      <p:sp>
        <p:nvSpPr>
          <p:cNvPr id="62" name="Text !">
            <a:extLst xmlns:a="http://schemas.openxmlformats.org/drawingml/2006/main">
              <a:ext uri="{FF2B5EF4-FFF2-40B4-BE49-F238E27FC236}">
                <a16:creationId xmlns:a16="http://schemas.microsoft.com/office/drawing/2014/main" id="{14B5B52C-CD8E-4F8B-8BAF-043640F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9060" y="1079131"/>
            <a:ext cx="731863" cy="731863"/>
          </a:xfrm>
          <a:custGeom xmlns:a="http://schemas.openxmlformats.org/drawingml/2006/main">
            <a:pathLst>
              <a:path w="731863" h="731863">
                <a:moveTo>
                  <a:pt x="0" y="731863"/>
                </a:moveTo>
                <a:lnTo>
                  <a:pt x="0" y="731863"/>
                </a:lnTo>
                <a:moveTo>
                  <a:pt x="731863" y="0"/>
                </a:moveTo>
                <a:lnTo>
                  <a:pt x="73186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82368-5630-4990-BC12-EAD3B77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85" y="2384964"/>
            <a:ext cx="2391531" cy="285992"/>
          </a:xfrm>
          <a:custGeom xmlns:a="http://schemas.openxmlformats.org/drawingml/2006/main">
            <a:pathLst>
              <a:path w="2391531" h="285992">
                <a:moveTo>
                  <a:pt x="0" y="285992"/>
                </a:moveTo>
                <a:lnTo>
                  <a:pt x="2391531" y="285992"/>
                </a:lnTo>
                <a:lnTo>
                  <a:pt x="2391531" y="0"/>
                </a:lnTo>
                <a:lnTo>
                  <a:pt x="0" y="0"/>
                </a:lnTo>
                <a:lnTo>
                  <a:pt x="0" y="285992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B5F2A-D840-4FCA-8F69-15931CE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879" y="1469660"/>
            <a:ext cx="2394338" cy="248009"/>
          </a:xfrm>
          <a:custGeom xmlns:a="http://schemas.openxmlformats.org/drawingml/2006/main">
            <a:pathLst>
              <a:path w="2394338" h="248009">
                <a:moveTo>
                  <a:pt x="0" y="248009"/>
                </a:moveTo>
                <a:lnTo>
                  <a:pt x="2394338" y="248009"/>
                </a:lnTo>
                <a:lnTo>
                  <a:pt x="2394338" y="0"/>
                </a:lnTo>
                <a:lnTo>
                  <a:pt x="0" y="0"/>
                </a:lnTo>
                <a:lnTo>
                  <a:pt x="0" y="248009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a0a7ad77a4ab7"/>
          <a:stretch xmlns:a="http://schemas.openxmlformats.org/drawingml/2006/main"/>
        </p:blipFill>
        <p:spPr>
          <a:xfrm xmlns:a="http://schemas.openxmlformats.org/drawingml/2006/main">
            <a:off x="12267197" y="875380"/>
            <a:ext cx="204922" cy="204922"/>
          </a:xfrm>
          <a:prstGeom xmlns:a="http://schemas.openxmlformats.org/drawingml/2006/main" prst="rect">
            <a:avLst/>
          </a:prstGeom>
        </p:spPr>
      </p:pic>
      <p:sp>
        <p:nvSpPr>
          <p:cNvPr id="66" name="Text ❄">
            <a:extLst xmlns:a="http://schemas.openxmlformats.org/drawingml/2006/main">
              <a:ext uri="{FF2B5EF4-FFF2-40B4-BE49-F238E27FC236}">
                <a16:creationId xmlns:a16="http://schemas.microsoft.com/office/drawing/2014/main" id="{A5D82FA4-E6AA-43C4-AFDB-43783FA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6941" y="875380"/>
            <a:ext cx="204922" cy="204922"/>
          </a:xfrm>
          <a:custGeom xmlns:a="http://schemas.openxmlformats.org/drawingml/2006/main">
            <a:pathLst>
              <a:path w="204922" h="204922">
                <a:moveTo>
                  <a:pt x="0" y="204922"/>
                </a:moveTo>
                <a:lnTo>
                  <a:pt x="0" y="204922"/>
                </a:lnTo>
                <a:moveTo>
                  <a:pt x="204922" y="0"/>
                </a:moveTo>
                <a:lnTo>
                  <a:pt x="20492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Freeze">
            <a:extLst xmlns:a="http://schemas.openxmlformats.org/drawingml/2006/main">
              <a:ext uri="{FF2B5EF4-FFF2-40B4-BE49-F238E27FC236}">
                <a16:creationId xmlns:a16="http://schemas.microsoft.com/office/drawing/2014/main" id="{8560EBBA-198C-4659-8A99-105E364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682" y="903001"/>
            <a:ext cx="494650" cy="122644"/>
          </a:xfrm>
          <a:custGeom xmlns:a="http://schemas.openxmlformats.org/drawingml/2006/main">
            <a:pathLst>
              <a:path w="494650" h="122644">
                <a:moveTo>
                  <a:pt x="20927" y="120929"/>
                </a:moveTo>
                <a:lnTo>
                  <a:pt x="0" y="120929"/>
                </a:lnTo>
                <a:lnTo>
                  <a:pt x="0" y="0"/>
                </a:lnTo>
                <a:lnTo>
                  <a:pt x="67411" y="0"/>
                </a:lnTo>
                <a:lnTo>
                  <a:pt x="67411" y="16740"/>
                </a:lnTo>
                <a:lnTo>
                  <a:pt x="20927" y="16740"/>
                </a:lnTo>
                <a:lnTo>
                  <a:pt x="20927" y="53346"/>
                </a:lnTo>
                <a:lnTo>
                  <a:pt x="65525" y="53346"/>
                </a:lnTo>
                <a:lnTo>
                  <a:pt x="65525" y="69572"/>
                </a:lnTo>
                <a:lnTo>
                  <a:pt x="20927" y="69572"/>
                </a:lnTo>
                <a:lnTo>
                  <a:pt x="20927" y="120929"/>
                </a:lnTo>
                <a:close/>
                <a:moveTo>
                  <a:pt x="126476" y="47616"/>
                </a:moveTo>
                <a:cubicBezTo>
                  <a:pt x="120055" y="47616"/>
                  <a:pt x="114923" y="50432"/>
                  <a:pt x="111081" y="56064"/>
                </a:cubicBezTo>
                <a:cubicBezTo>
                  <a:pt x="107240" y="61694"/>
                  <a:pt x="105319" y="69281"/>
                  <a:pt x="105319" y="78826"/>
                </a:cubicBezTo>
                <a:lnTo>
                  <a:pt x="105319" y="120929"/>
                </a:lnTo>
                <a:lnTo>
                  <a:pt x="85593" y="120929"/>
                </a:lnTo>
                <a:lnTo>
                  <a:pt x="85593" y="54654"/>
                </a:lnTo>
                <a:cubicBezTo>
                  <a:pt x="85593" y="45382"/>
                  <a:pt x="85364" y="38142"/>
                  <a:pt x="84907" y="32934"/>
                </a:cubicBezTo>
                <a:lnTo>
                  <a:pt x="103773" y="32934"/>
                </a:lnTo>
                <a:cubicBezTo>
                  <a:pt x="104346" y="39795"/>
                  <a:pt x="104633" y="46428"/>
                  <a:pt x="104633" y="52831"/>
                </a:cubicBezTo>
                <a:lnTo>
                  <a:pt x="104976" y="52831"/>
                </a:lnTo>
                <a:cubicBezTo>
                  <a:pt x="107729" y="44744"/>
                  <a:pt x="110912" y="39121"/>
                  <a:pt x="114523" y="35960"/>
                </a:cubicBezTo>
                <a:cubicBezTo>
                  <a:pt x="118136" y="32799"/>
                  <a:pt x="122895" y="31219"/>
                  <a:pt x="128800" y="31219"/>
                </a:cubicBezTo>
                <a:cubicBezTo>
                  <a:pt x="131494" y="31219"/>
                  <a:pt x="133731" y="31590"/>
                  <a:pt x="135508" y="32333"/>
                </a:cubicBezTo>
                <a:lnTo>
                  <a:pt x="135508" y="48543"/>
                </a:lnTo>
                <a:cubicBezTo>
                  <a:pt x="132583" y="47925"/>
                  <a:pt x="129573" y="47616"/>
                  <a:pt x="126476" y="47616"/>
                </a:cubicBezTo>
                <a:close/>
                <a:moveTo>
                  <a:pt x="166899" y="80721"/>
                </a:moveTo>
                <a:cubicBezTo>
                  <a:pt x="167185" y="89687"/>
                  <a:pt x="169165" y="96583"/>
                  <a:pt x="172841" y="101409"/>
                </a:cubicBezTo>
                <a:cubicBezTo>
                  <a:pt x="176518" y="106235"/>
                  <a:pt x="181549" y="108648"/>
                  <a:pt x="187935" y="108648"/>
                </a:cubicBezTo>
                <a:cubicBezTo>
                  <a:pt x="192266" y="108648"/>
                  <a:pt x="196128" y="107557"/>
                  <a:pt x="199519" y="105373"/>
                </a:cubicBezTo>
                <a:cubicBezTo>
                  <a:pt x="202912" y="103190"/>
                  <a:pt x="205976" y="99513"/>
                  <a:pt x="208712" y="94342"/>
                </a:cubicBezTo>
                <a:lnTo>
                  <a:pt x="224190" y="101825"/>
                </a:lnTo>
                <a:cubicBezTo>
                  <a:pt x="220820" y="107274"/>
                  <a:pt x="217450" y="111404"/>
                  <a:pt x="214080" y="114212"/>
                </a:cubicBezTo>
                <a:cubicBezTo>
                  <a:pt x="210710" y="117023"/>
                  <a:pt x="206784" y="119131"/>
                  <a:pt x="202301" y="120535"/>
                </a:cubicBezTo>
                <a:cubicBezTo>
                  <a:pt x="197818" y="121941"/>
                  <a:pt x="192493" y="122644"/>
                  <a:pt x="186325" y="122644"/>
                </a:cubicBezTo>
                <a:cubicBezTo>
                  <a:pt x="173472" y="122644"/>
                  <a:pt x="163562" y="118599"/>
                  <a:pt x="156594" y="110508"/>
                </a:cubicBezTo>
                <a:cubicBezTo>
                  <a:pt x="149627" y="102418"/>
                  <a:pt x="146144" y="91054"/>
                  <a:pt x="146144" y="76417"/>
                </a:cubicBezTo>
                <a:cubicBezTo>
                  <a:pt x="146144" y="61665"/>
                  <a:pt x="149803" y="50444"/>
                  <a:pt x="157122" y="42754"/>
                </a:cubicBezTo>
                <a:cubicBezTo>
                  <a:pt x="164440" y="35064"/>
                  <a:pt x="174418" y="31219"/>
                  <a:pt x="187054" y="31219"/>
                </a:cubicBezTo>
                <a:cubicBezTo>
                  <a:pt x="199575" y="31219"/>
                  <a:pt x="209152" y="35323"/>
                  <a:pt x="215785" y="43531"/>
                </a:cubicBezTo>
                <a:cubicBezTo>
                  <a:pt x="222417" y="51738"/>
                  <a:pt x="225734" y="63334"/>
                  <a:pt x="225734" y="78320"/>
                </a:cubicBezTo>
                <a:lnTo>
                  <a:pt x="225734" y="80721"/>
                </a:lnTo>
                <a:lnTo>
                  <a:pt x="166899" y="80721"/>
                </a:lnTo>
                <a:moveTo>
                  <a:pt x="186367" y="44871"/>
                </a:moveTo>
                <a:cubicBezTo>
                  <a:pt x="180618" y="44871"/>
                  <a:pt x="176035" y="46929"/>
                  <a:pt x="172618" y="51044"/>
                </a:cubicBezTo>
                <a:cubicBezTo>
                  <a:pt x="169204" y="55157"/>
                  <a:pt x="167354" y="60841"/>
                  <a:pt x="167070" y="68098"/>
                </a:cubicBezTo>
                <a:lnTo>
                  <a:pt x="205150" y="68098"/>
                </a:lnTo>
                <a:cubicBezTo>
                  <a:pt x="204580" y="60327"/>
                  <a:pt x="202815" y="54514"/>
                  <a:pt x="199854" y="50658"/>
                </a:cubicBezTo>
                <a:cubicBezTo>
                  <a:pt x="196895" y="46800"/>
                  <a:pt x="192400" y="44871"/>
                  <a:pt x="186367" y="44871"/>
                </a:cubicBezTo>
                <a:close/>
                <a:moveTo>
                  <a:pt x="260168" y="80721"/>
                </a:moveTo>
                <a:cubicBezTo>
                  <a:pt x="260454" y="89687"/>
                  <a:pt x="262434" y="96583"/>
                  <a:pt x="266110" y="101409"/>
                </a:cubicBezTo>
                <a:cubicBezTo>
                  <a:pt x="269787" y="106235"/>
                  <a:pt x="274819" y="108648"/>
                  <a:pt x="281204" y="108648"/>
                </a:cubicBezTo>
                <a:cubicBezTo>
                  <a:pt x="285536" y="108648"/>
                  <a:pt x="289397" y="107557"/>
                  <a:pt x="292788" y="105373"/>
                </a:cubicBezTo>
                <a:cubicBezTo>
                  <a:pt x="296181" y="103190"/>
                  <a:pt x="299246" y="99513"/>
                  <a:pt x="301981" y="94342"/>
                </a:cubicBezTo>
                <a:lnTo>
                  <a:pt x="317459" y="101825"/>
                </a:lnTo>
                <a:cubicBezTo>
                  <a:pt x="314089" y="107274"/>
                  <a:pt x="310719" y="111404"/>
                  <a:pt x="307349" y="114212"/>
                </a:cubicBezTo>
                <a:cubicBezTo>
                  <a:pt x="303980" y="117023"/>
                  <a:pt x="300053" y="119131"/>
                  <a:pt x="295570" y="120535"/>
                </a:cubicBezTo>
                <a:cubicBezTo>
                  <a:pt x="291087" y="121941"/>
                  <a:pt x="285762" y="122644"/>
                  <a:pt x="279594" y="122644"/>
                </a:cubicBezTo>
                <a:cubicBezTo>
                  <a:pt x="266741" y="122644"/>
                  <a:pt x="256831" y="118599"/>
                  <a:pt x="249863" y="110508"/>
                </a:cubicBezTo>
                <a:cubicBezTo>
                  <a:pt x="242896" y="102418"/>
                  <a:pt x="239413" y="91054"/>
                  <a:pt x="239413" y="76417"/>
                </a:cubicBezTo>
                <a:cubicBezTo>
                  <a:pt x="239413" y="61665"/>
                  <a:pt x="243072" y="50444"/>
                  <a:pt x="250391" y="42754"/>
                </a:cubicBezTo>
                <a:cubicBezTo>
                  <a:pt x="257709" y="35064"/>
                  <a:pt x="267687" y="31219"/>
                  <a:pt x="280323" y="31219"/>
                </a:cubicBezTo>
                <a:cubicBezTo>
                  <a:pt x="292844" y="31219"/>
                  <a:pt x="302421" y="35323"/>
                  <a:pt x="309054" y="43531"/>
                </a:cubicBezTo>
                <a:cubicBezTo>
                  <a:pt x="315687" y="51738"/>
                  <a:pt x="319003" y="63334"/>
                  <a:pt x="319003" y="78320"/>
                </a:cubicBezTo>
                <a:lnTo>
                  <a:pt x="319003" y="80721"/>
                </a:lnTo>
                <a:lnTo>
                  <a:pt x="260168" y="80721"/>
                </a:lnTo>
                <a:moveTo>
                  <a:pt x="279637" y="44871"/>
                </a:moveTo>
                <a:cubicBezTo>
                  <a:pt x="273887" y="44871"/>
                  <a:pt x="269304" y="46929"/>
                  <a:pt x="265887" y="51044"/>
                </a:cubicBezTo>
                <a:cubicBezTo>
                  <a:pt x="262473" y="55157"/>
                  <a:pt x="260623" y="60841"/>
                  <a:pt x="260339" y="68098"/>
                </a:cubicBezTo>
                <a:lnTo>
                  <a:pt x="298419" y="68098"/>
                </a:lnTo>
                <a:cubicBezTo>
                  <a:pt x="297849" y="60327"/>
                  <a:pt x="296084" y="54514"/>
                  <a:pt x="293123" y="50658"/>
                </a:cubicBezTo>
                <a:cubicBezTo>
                  <a:pt x="290164" y="46800"/>
                  <a:pt x="285669" y="44871"/>
                  <a:pt x="279637" y="44871"/>
                </a:cubicBezTo>
                <a:close/>
                <a:moveTo>
                  <a:pt x="329593" y="120929"/>
                </a:moveTo>
                <a:lnTo>
                  <a:pt x="329593" y="106504"/>
                </a:lnTo>
                <a:lnTo>
                  <a:pt x="377823" y="47514"/>
                </a:lnTo>
                <a:lnTo>
                  <a:pt x="333195" y="47514"/>
                </a:lnTo>
                <a:lnTo>
                  <a:pt x="333195" y="32934"/>
                </a:lnTo>
                <a:lnTo>
                  <a:pt x="399749" y="32934"/>
                </a:lnTo>
                <a:lnTo>
                  <a:pt x="399749" y="47257"/>
                </a:lnTo>
                <a:lnTo>
                  <a:pt x="351782" y="106247"/>
                </a:lnTo>
                <a:lnTo>
                  <a:pt x="403351" y="106247"/>
                </a:lnTo>
                <a:lnTo>
                  <a:pt x="403351" y="120929"/>
                </a:lnTo>
                <a:lnTo>
                  <a:pt x="329593" y="120929"/>
                </a:lnTo>
                <a:close/>
                <a:moveTo>
                  <a:pt x="435815" y="80721"/>
                </a:moveTo>
                <a:cubicBezTo>
                  <a:pt x="436101" y="89687"/>
                  <a:pt x="438081" y="96583"/>
                  <a:pt x="441757" y="101409"/>
                </a:cubicBezTo>
                <a:cubicBezTo>
                  <a:pt x="445434" y="106235"/>
                  <a:pt x="450466" y="108648"/>
                  <a:pt x="456852" y="108648"/>
                </a:cubicBezTo>
                <a:cubicBezTo>
                  <a:pt x="461183" y="108648"/>
                  <a:pt x="465044" y="107557"/>
                  <a:pt x="468435" y="105373"/>
                </a:cubicBezTo>
                <a:cubicBezTo>
                  <a:pt x="471828" y="103190"/>
                  <a:pt x="474893" y="99513"/>
                  <a:pt x="477628" y="94342"/>
                </a:cubicBezTo>
                <a:lnTo>
                  <a:pt x="493106" y="101825"/>
                </a:lnTo>
                <a:cubicBezTo>
                  <a:pt x="489736" y="107274"/>
                  <a:pt x="486366" y="111404"/>
                  <a:pt x="482997" y="114212"/>
                </a:cubicBezTo>
                <a:cubicBezTo>
                  <a:pt x="479627" y="117023"/>
                  <a:pt x="475700" y="119131"/>
                  <a:pt x="471217" y="120535"/>
                </a:cubicBezTo>
                <a:cubicBezTo>
                  <a:pt x="466734" y="121941"/>
                  <a:pt x="461409" y="122644"/>
                  <a:pt x="455241" y="122644"/>
                </a:cubicBezTo>
                <a:cubicBezTo>
                  <a:pt x="442388" y="122644"/>
                  <a:pt x="432478" y="118599"/>
                  <a:pt x="425510" y="110508"/>
                </a:cubicBezTo>
                <a:cubicBezTo>
                  <a:pt x="418543" y="102418"/>
                  <a:pt x="415060" y="91054"/>
                  <a:pt x="415060" y="76417"/>
                </a:cubicBezTo>
                <a:cubicBezTo>
                  <a:pt x="415060" y="61665"/>
                  <a:pt x="418719" y="50444"/>
                  <a:pt x="426038" y="42754"/>
                </a:cubicBezTo>
                <a:cubicBezTo>
                  <a:pt x="433356" y="35064"/>
                  <a:pt x="443334" y="31219"/>
                  <a:pt x="455970" y="31219"/>
                </a:cubicBezTo>
                <a:cubicBezTo>
                  <a:pt x="468491" y="31219"/>
                  <a:pt x="478069" y="35323"/>
                  <a:pt x="484701" y="43531"/>
                </a:cubicBezTo>
                <a:cubicBezTo>
                  <a:pt x="491334" y="51738"/>
                  <a:pt x="494650" y="63334"/>
                  <a:pt x="494650" y="78320"/>
                </a:cubicBezTo>
                <a:lnTo>
                  <a:pt x="494650" y="80721"/>
                </a:lnTo>
                <a:lnTo>
                  <a:pt x="435815" y="80721"/>
                </a:lnTo>
                <a:moveTo>
                  <a:pt x="455284" y="44871"/>
                </a:moveTo>
                <a:cubicBezTo>
                  <a:pt x="449534" y="44871"/>
                  <a:pt x="444951" y="46929"/>
                  <a:pt x="441534" y="51044"/>
                </a:cubicBezTo>
                <a:cubicBezTo>
                  <a:pt x="438120" y="55157"/>
                  <a:pt x="436271" y="60841"/>
                  <a:pt x="435986" y="68098"/>
                </a:cubicBezTo>
                <a:lnTo>
                  <a:pt x="474066" y="68098"/>
                </a:lnTo>
                <a:cubicBezTo>
                  <a:pt x="473496" y="60327"/>
                  <a:pt x="471731" y="54514"/>
                  <a:pt x="468770" y="50658"/>
                </a:cubicBezTo>
                <a:cubicBezTo>
                  <a:pt x="465811" y="46800"/>
                  <a:pt x="461316" y="44871"/>
                  <a:pt x="455284" y="44871"/>
                </a:cubicBez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AC47A-8A02-46AC-9012-E4F29826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309" y="2191117"/>
            <a:ext cx="782389" cy="548019"/>
          </a:xfrm>
          <a:custGeom xmlns:a="http://schemas.openxmlformats.org/drawingml/2006/main">
            <a:pathLst>
              <a:path w="782389" h="548019">
                <a:moveTo>
                  <a:pt x="343860" y="378020"/>
                </a:moveTo>
                <a:lnTo>
                  <a:pt x="331966" y="392564"/>
                </a:lnTo>
                <a:lnTo>
                  <a:pt x="311863" y="412546"/>
                </a:lnTo>
                <a:lnTo>
                  <a:pt x="288872" y="431570"/>
                </a:lnTo>
                <a:lnTo>
                  <a:pt x="282462" y="436041"/>
                </a:lnTo>
                <a:lnTo>
                  <a:pt x="295023" y="454049"/>
                </a:lnTo>
                <a:lnTo>
                  <a:pt x="302179" y="449059"/>
                </a:lnTo>
                <a:lnTo>
                  <a:pt x="326632" y="428823"/>
                </a:lnTo>
                <a:lnTo>
                  <a:pt x="348244" y="407340"/>
                </a:lnTo>
                <a:lnTo>
                  <a:pt x="360855" y="391920"/>
                </a:lnTo>
                <a:lnTo>
                  <a:pt x="343860" y="378020"/>
                </a:lnTo>
                <a:close/>
                <a:moveTo>
                  <a:pt x="205492" y="480753"/>
                </a:moveTo>
                <a:lnTo>
                  <a:pt x="173865" y="493851"/>
                </a:lnTo>
                <a:lnTo>
                  <a:pt x="148113" y="502520"/>
                </a:lnTo>
                <a:lnTo>
                  <a:pt x="155120" y="523329"/>
                </a:lnTo>
                <a:lnTo>
                  <a:pt x="181593" y="514415"/>
                </a:lnTo>
                <a:lnTo>
                  <a:pt x="214598" y="500745"/>
                </a:lnTo>
                <a:lnTo>
                  <a:pt x="237580" y="489313"/>
                </a:lnTo>
                <a:lnTo>
                  <a:pt x="227801" y="469655"/>
                </a:lnTo>
                <a:lnTo>
                  <a:pt x="205492" y="480753"/>
                </a:lnTo>
                <a:close/>
                <a:moveTo>
                  <a:pt x="71700" y="520556"/>
                </a:moveTo>
                <a:lnTo>
                  <a:pt x="36198" y="524656"/>
                </a:lnTo>
                <a:lnTo>
                  <a:pt x="0" y="526079"/>
                </a:lnTo>
                <a:lnTo>
                  <a:pt x="864" y="548019"/>
                </a:lnTo>
                <a:lnTo>
                  <a:pt x="37886" y="546563"/>
                </a:lnTo>
                <a:lnTo>
                  <a:pt x="75012" y="542275"/>
                </a:lnTo>
                <a:lnTo>
                  <a:pt x="89772" y="539480"/>
                </a:lnTo>
                <a:lnTo>
                  <a:pt x="85688" y="517907"/>
                </a:lnTo>
                <a:lnTo>
                  <a:pt x="71700" y="520556"/>
                </a:lnTo>
                <a:close/>
                <a:moveTo>
                  <a:pt x="782389" y="35333"/>
                </a:moveTo>
                <a:lnTo>
                  <a:pt x="690778" y="0"/>
                </a:lnTo>
                <a:lnTo>
                  <a:pt x="699156" y="87422"/>
                </a:lnTo>
                <a:lnTo>
                  <a:pt x="782389" y="35333"/>
                </a:lnTo>
                <a:close/>
                <a:moveTo>
                  <a:pt x="630690" y="48047"/>
                </a:moveTo>
                <a:lnTo>
                  <a:pt x="601228" y="57966"/>
                </a:lnTo>
                <a:lnTo>
                  <a:pt x="568223" y="71636"/>
                </a:lnTo>
                <a:lnTo>
                  <a:pt x="548064" y="81664"/>
                </a:lnTo>
                <a:lnTo>
                  <a:pt x="557843" y="101322"/>
                </a:lnTo>
                <a:lnTo>
                  <a:pt x="577322" y="91631"/>
                </a:lnTo>
                <a:lnTo>
                  <a:pt x="608956" y="78530"/>
                </a:lnTo>
                <a:lnTo>
                  <a:pt x="637697" y="68855"/>
                </a:lnTo>
                <a:lnTo>
                  <a:pt x="630690" y="48047"/>
                </a:lnTo>
                <a:close/>
                <a:moveTo>
                  <a:pt x="490385" y="116529"/>
                </a:moveTo>
                <a:lnTo>
                  <a:pt x="480644" y="123322"/>
                </a:lnTo>
                <a:lnTo>
                  <a:pt x="456189" y="143558"/>
                </a:lnTo>
                <a:lnTo>
                  <a:pt x="434577" y="165041"/>
                </a:lnTo>
                <a:lnTo>
                  <a:pt x="423962" y="178020"/>
                </a:lnTo>
                <a:lnTo>
                  <a:pt x="440958" y="191921"/>
                </a:lnTo>
                <a:lnTo>
                  <a:pt x="450863" y="179809"/>
                </a:lnTo>
                <a:lnTo>
                  <a:pt x="470951" y="159842"/>
                </a:lnTo>
                <a:lnTo>
                  <a:pt x="493949" y="140811"/>
                </a:lnTo>
                <a:lnTo>
                  <a:pt x="502945" y="134535"/>
                </a:lnTo>
                <a:lnTo>
                  <a:pt x="490385" y="116529"/>
                </a:lnTo>
                <a:close/>
                <a:moveTo>
                  <a:pt x="388998" y="238658"/>
                </a:moveTo>
                <a:lnTo>
                  <a:pt x="382818" y="260682"/>
                </a:lnTo>
                <a:lnTo>
                  <a:pt x="380482" y="285147"/>
                </a:lnTo>
                <a:lnTo>
                  <a:pt x="378334" y="307651"/>
                </a:lnTo>
                <a:lnTo>
                  <a:pt x="373536" y="324757"/>
                </a:lnTo>
                <a:lnTo>
                  <a:pt x="394675" y="330688"/>
                </a:lnTo>
                <a:lnTo>
                  <a:pt x="400003" y="311699"/>
                </a:lnTo>
                <a:lnTo>
                  <a:pt x="402339" y="287234"/>
                </a:lnTo>
                <a:lnTo>
                  <a:pt x="404489" y="264723"/>
                </a:lnTo>
                <a:lnTo>
                  <a:pt x="410139" y="244589"/>
                </a:lnTo>
                <a:lnTo>
                  <a:pt x="388998" y="238658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72fa46fb443ea"/>
          <a:stretch xmlns:a="http://schemas.openxmlformats.org/drawingml/2006/main"/>
        </p:blipFill>
        <p:spPr>
          <a:xfrm xmlns:a="http://schemas.openxmlformats.org/drawingml/2006/main">
            <a:off x="11813253" y="2614259"/>
            <a:ext cx="553901" cy="596509"/>
          </a:xfrm>
          <a:prstGeom xmlns:a="http://schemas.openxmlformats.org/drawingml/2006/main" prst="rect">
            <a:avLst/>
          </a:prstGeom>
        </p:spPr>
      </p:pic>
      <p:sp>
        <p:nvSpPr>
          <p:cNvPr id="70" name="Text GenGuard">
            <a:extLst xmlns:a="http://schemas.openxmlformats.org/drawingml/2006/main">
              <a:ext uri="{FF2B5EF4-FFF2-40B4-BE49-F238E27FC236}">
                <a16:creationId xmlns:a16="http://schemas.microsoft.com/office/drawing/2014/main" id="{DFC1CB4D-29BC-4628-BCAB-0A47F61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955" y="3196691"/>
            <a:ext cx="785268" cy="126418"/>
          </a:xfrm>
          <a:custGeom xmlns:a="http://schemas.openxmlformats.org/drawingml/2006/main">
            <a:pathLst>
              <a:path w="785268" h="126418">
                <a:moveTo>
                  <a:pt x="55147" y="126418"/>
                </a:moveTo>
                <a:cubicBezTo>
                  <a:pt x="37651" y="126418"/>
                  <a:pt x="24086" y="120915"/>
                  <a:pt x="14451" y="109908"/>
                </a:cubicBezTo>
                <a:cubicBezTo>
                  <a:pt x="4817" y="98902"/>
                  <a:pt x="0" y="83507"/>
                  <a:pt x="0" y="63724"/>
                </a:cubicBezTo>
                <a:cubicBezTo>
                  <a:pt x="0" y="43826"/>
                  <a:pt x="4717" y="28574"/>
                  <a:pt x="14151" y="17968"/>
                </a:cubicBezTo>
                <a:cubicBezTo>
                  <a:pt x="23585" y="7362"/>
                  <a:pt x="37051" y="2058"/>
                  <a:pt x="54547" y="2058"/>
                </a:cubicBezTo>
                <a:cubicBezTo>
                  <a:pt x="66611" y="2058"/>
                  <a:pt x="76531" y="4445"/>
                  <a:pt x="84307" y="9220"/>
                </a:cubicBezTo>
                <a:cubicBezTo>
                  <a:pt x="92083" y="13994"/>
                  <a:pt x="97772" y="21270"/>
                  <a:pt x="101374" y="31047"/>
                </a:cubicBezTo>
                <a:lnTo>
                  <a:pt x="82163" y="36879"/>
                </a:lnTo>
                <a:cubicBezTo>
                  <a:pt x="77703" y="24758"/>
                  <a:pt x="68412" y="18697"/>
                  <a:pt x="54289" y="18697"/>
                </a:cubicBezTo>
                <a:cubicBezTo>
                  <a:pt x="43426" y="18697"/>
                  <a:pt x="35178" y="22570"/>
                  <a:pt x="29546" y="30315"/>
                </a:cubicBezTo>
                <a:cubicBezTo>
                  <a:pt x="23914" y="38061"/>
                  <a:pt x="21098" y="49194"/>
                  <a:pt x="21098" y="63715"/>
                </a:cubicBezTo>
                <a:cubicBezTo>
                  <a:pt x="21098" y="78237"/>
                  <a:pt x="24114" y="89556"/>
                  <a:pt x="30146" y="97673"/>
                </a:cubicBezTo>
                <a:cubicBezTo>
                  <a:pt x="36179" y="105790"/>
                  <a:pt x="44569" y="109849"/>
                  <a:pt x="55319" y="109849"/>
                </a:cubicBezTo>
                <a:cubicBezTo>
                  <a:pt x="66468" y="109849"/>
                  <a:pt x="75759" y="106308"/>
                  <a:pt x="83192" y="99225"/>
                </a:cubicBezTo>
                <a:lnTo>
                  <a:pt x="83192" y="77977"/>
                </a:lnTo>
                <a:lnTo>
                  <a:pt x="54718" y="77977"/>
                </a:lnTo>
                <a:lnTo>
                  <a:pt x="54718" y="62609"/>
                </a:lnTo>
                <a:lnTo>
                  <a:pt x="102747" y="62609"/>
                </a:lnTo>
                <a:lnTo>
                  <a:pt x="102747" y="106692"/>
                </a:lnTo>
                <a:cubicBezTo>
                  <a:pt x="97429" y="112695"/>
                  <a:pt x="90539" y="117484"/>
                  <a:pt x="82077" y="121058"/>
                </a:cubicBezTo>
                <a:cubicBezTo>
                  <a:pt x="73615" y="124631"/>
                  <a:pt x="64638" y="126418"/>
                  <a:pt x="55147" y="126418"/>
                </a:cubicBezTo>
                <a:close/>
                <a:moveTo>
                  <a:pt x="141967" y="84495"/>
                </a:moveTo>
                <a:cubicBezTo>
                  <a:pt x="142253" y="93461"/>
                  <a:pt x="144234" y="100357"/>
                  <a:pt x="147909" y="105183"/>
                </a:cubicBezTo>
                <a:cubicBezTo>
                  <a:pt x="151586" y="110009"/>
                  <a:pt x="156618" y="112422"/>
                  <a:pt x="163004" y="112422"/>
                </a:cubicBezTo>
                <a:cubicBezTo>
                  <a:pt x="167335" y="112422"/>
                  <a:pt x="171196" y="111330"/>
                  <a:pt x="174587" y="109147"/>
                </a:cubicBezTo>
                <a:cubicBezTo>
                  <a:pt x="177980" y="106963"/>
                  <a:pt x="181045" y="103286"/>
                  <a:pt x="183780" y="98115"/>
                </a:cubicBezTo>
                <a:lnTo>
                  <a:pt x="199258" y="105598"/>
                </a:lnTo>
                <a:cubicBezTo>
                  <a:pt x="195888" y="111048"/>
                  <a:pt x="192519" y="115177"/>
                  <a:pt x="189149" y="117986"/>
                </a:cubicBezTo>
                <a:cubicBezTo>
                  <a:pt x="185779" y="120797"/>
                  <a:pt x="181852" y="122904"/>
                  <a:pt x="177369" y="124309"/>
                </a:cubicBezTo>
                <a:cubicBezTo>
                  <a:pt x="172886" y="125715"/>
                  <a:pt x="167561" y="126418"/>
                  <a:pt x="161393" y="126418"/>
                </a:cubicBezTo>
                <a:cubicBezTo>
                  <a:pt x="148541" y="126418"/>
                  <a:pt x="138630" y="122373"/>
                  <a:pt x="131662" y="114282"/>
                </a:cubicBezTo>
                <a:cubicBezTo>
                  <a:pt x="124695" y="106192"/>
                  <a:pt x="121212" y="94828"/>
                  <a:pt x="121212" y="80190"/>
                </a:cubicBezTo>
                <a:cubicBezTo>
                  <a:pt x="121212" y="65439"/>
                  <a:pt x="124871" y="54218"/>
                  <a:pt x="132190" y="46528"/>
                </a:cubicBezTo>
                <a:cubicBezTo>
                  <a:pt x="139509" y="38837"/>
                  <a:pt x="149486" y="34992"/>
                  <a:pt x="162122" y="34992"/>
                </a:cubicBezTo>
                <a:cubicBezTo>
                  <a:pt x="174644" y="34992"/>
                  <a:pt x="184221" y="39096"/>
                  <a:pt x="190853" y="47305"/>
                </a:cubicBezTo>
                <a:cubicBezTo>
                  <a:pt x="197486" y="55512"/>
                  <a:pt x="200802" y="67108"/>
                  <a:pt x="200802" y="82093"/>
                </a:cubicBezTo>
                <a:lnTo>
                  <a:pt x="200802" y="84495"/>
                </a:lnTo>
                <a:lnTo>
                  <a:pt x="141967" y="84495"/>
                </a:lnTo>
                <a:moveTo>
                  <a:pt x="161436" y="48645"/>
                </a:moveTo>
                <a:cubicBezTo>
                  <a:pt x="155686" y="48645"/>
                  <a:pt x="151103" y="50702"/>
                  <a:pt x="147687" y="54817"/>
                </a:cubicBezTo>
                <a:cubicBezTo>
                  <a:pt x="144272" y="58931"/>
                  <a:pt x="142423" y="64615"/>
                  <a:pt x="142139" y="71871"/>
                </a:cubicBezTo>
                <a:lnTo>
                  <a:pt x="180218" y="71871"/>
                </a:lnTo>
                <a:cubicBezTo>
                  <a:pt x="179648" y="64101"/>
                  <a:pt x="177883" y="58287"/>
                  <a:pt x="174922" y="54431"/>
                </a:cubicBezTo>
                <a:cubicBezTo>
                  <a:pt x="171963" y="50574"/>
                  <a:pt x="167468" y="48645"/>
                  <a:pt x="161436" y="48645"/>
                </a:cubicBezTo>
                <a:close/>
                <a:moveTo>
                  <a:pt x="277757" y="124703"/>
                </a:moveTo>
                <a:lnTo>
                  <a:pt x="277757" y="75570"/>
                </a:lnTo>
                <a:cubicBezTo>
                  <a:pt x="277757" y="66652"/>
                  <a:pt x="276371" y="60250"/>
                  <a:pt x="273598" y="56364"/>
                </a:cubicBezTo>
                <a:cubicBezTo>
                  <a:pt x="270824" y="52476"/>
                  <a:pt x="266436" y="50532"/>
                  <a:pt x="260433" y="50532"/>
                </a:cubicBezTo>
                <a:cubicBezTo>
                  <a:pt x="253972" y="50532"/>
                  <a:pt x="248897" y="53019"/>
                  <a:pt x="245209" y="57993"/>
                </a:cubicBezTo>
                <a:cubicBezTo>
                  <a:pt x="241521" y="62966"/>
                  <a:pt x="239677" y="69711"/>
                  <a:pt x="239677" y="78229"/>
                </a:cubicBezTo>
                <a:lnTo>
                  <a:pt x="239677" y="124703"/>
                </a:lnTo>
                <a:lnTo>
                  <a:pt x="219951" y="124703"/>
                </a:lnTo>
                <a:lnTo>
                  <a:pt x="219951" y="56967"/>
                </a:lnTo>
                <a:cubicBezTo>
                  <a:pt x="219951" y="50157"/>
                  <a:pt x="219694" y="43404"/>
                  <a:pt x="219180" y="36708"/>
                </a:cubicBezTo>
                <a:lnTo>
                  <a:pt x="237962" y="36708"/>
                </a:lnTo>
                <a:cubicBezTo>
                  <a:pt x="238591" y="45284"/>
                  <a:pt x="238906" y="50945"/>
                  <a:pt x="238906" y="53689"/>
                </a:cubicBezTo>
                <a:lnTo>
                  <a:pt x="239249" y="53689"/>
                </a:lnTo>
                <a:cubicBezTo>
                  <a:pt x="242627" y="47144"/>
                  <a:pt x="246549" y="42392"/>
                  <a:pt x="251014" y="39433"/>
                </a:cubicBezTo>
                <a:cubicBezTo>
                  <a:pt x="255481" y="36473"/>
                  <a:pt x="261237" y="34992"/>
                  <a:pt x="268280" y="34992"/>
                </a:cubicBezTo>
                <a:cubicBezTo>
                  <a:pt x="278072" y="34992"/>
                  <a:pt x="285415" y="37880"/>
                  <a:pt x="290311" y="43654"/>
                </a:cubicBezTo>
                <a:cubicBezTo>
                  <a:pt x="295207" y="49429"/>
                  <a:pt x="297655" y="58349"/>
                  <a:pt x="297655" y="70413"/>
                </a:cubicBezTo>
                <a:lnTo>
                  <a:pt x="297655" y="124703"/>
                </a:lnTo>
                <a:lnTo>
                  <a:pt x="277757" y="124703"/>
                </a:lnTo>
                <a:close/>
                <a:moveTo>
                  <a:pt x="373366" y="126418"/>
                </a:moveTo>
                <a:cubicBezTo>
                  <a:pt x="355870" y="126418"/>
                  <a:pt x="342305" y="120915"/>
                  <a:pt x="332670" y="109908"/>
                </a:cubicBezTo>
                <a:cubicBezTo>
                  <a:pt x="323036" y="98902"/>
                  <a:pt x="318219" y="83507"/>
                  <a:pt x="318219" y="63724"/>
                </a:cubicBezTo>
                <a:cubicBezTo>
                  <a:pt x="318219" y="43826"/>
                  <a:pt x="322936" y="28574"/>
                  <a:pt x="332370" y="17968"/>
                </a:cubicBezTo>
                <a:cubicBezTo>
                  <a:pt x="341804" y="7362"/>
                  <a:pt x="355269" y="2058"/>
                  <a:pt x="372766" y="2058"/>
                </a:cubicBezTo>
                <a:cubicBezTo>
                  <a:pt x="384830" y="2058"/>
                  <a:pt x="394750" y="4445"/>
                  <a:pt x="402526" y="9220"/>
                </a:cubicBezTo>
                <a:cubicBezTo>
                  <a:pt x="410302" y="13994"/>
                  <a:pt x="415991" y="21270"/>
                  <a:pt x="419593" y="31047"/>
                </a:cubicBezTo>
                <a:lnTo>
                  <a:pt x="400382" y="36879"/>
                </a:lnTo>
                <a:cubicBezTo>
                  <a:pt x="395922" y="24758"/>
                  <a:pt x="386631" y="18697"/>
                  <a:pt x="372508" y="18697"/>
                </a:cubicBezTo>
                <a:cubicBezTo>
                  <a:pt x="361645" y="18697"/>
                  <a:pt x="353397" y="22570"/>
                  <a:pt x="347765" y="30315"/>
                </a:cubicBezTo>
                <a:cubicBezTo>
                  <a:pt x="342133" y="38061"/>
                  <a:pt x="339317" y="49194"/>
                  <a:pt x="339317" y="63715"/>
                </a:cubicBezTo>
                <a:cubicBezTo>
                  <a:pt x="339317" y="78237"/>
                  <a:pt x="342333" y="89556"/>
                  <a:pt x="348365" y="97673"/>
                </a:cubicBezTo>
                <a:cubicBezTo>
                  <a:pt x="354398" y="105790"/>
                  <a:pt x="362788" y="109849"/>
                  <a:pt x="373537" y="109849"/>
                </a:cubicBezTo>
                <a:cubicBezTo>
                  <a:pt x="384687" y="109849"/>
                  <a:pt x="393978" y="106308"/>
                  <a:pt x="401411" y="99225"/>
                </a:cubicBezTo>
                <a:lnTo>
                  <a:pt x="401411" y="77977"/>
                </a:lnTo>
                <a:lnTo>
                  <a:pt x="372937" y="77977"/>
                </a:lnTo>
                <a:lnTo>
                  <a:pt x="372937" y="62609"/>
                </a:lnTo>
                <a:lnTo>
                  <a:pt x="420966" y="62609"/>
                </a:lnTo>
                <a:lnTo>
                  <a:pt x="420966" y="106692"/>
                </a:lnTo>
                <a:cubicBezTo>
                  <a:pt x="415648" y="112695"/>
                  <a:pt x="408758" y="117484"/>
                  <a:pt x="400296" y="121058"/>
                </a:cubicBezTo>
                <a:cubicBezTo>
                  <a:pt x="391834" y="124631"/>
                  <a:pt x="382857" y="126418"/>
                  <a:pt x="373366" y="126418"/>
                </a:cubicBezTo>
                <a:close/>
                <a:moveTo>
                  <a:pt x="463446" y="36708"/>
                </a:moveTo>
                <a:lnTo>
                  <a:pt x="463446" y="85907"/>
                </a:lnTo>
                <a:cubicBezTo>
                  <a:pt x="463446" y="94838"/>
                  <a:pt x="464849" y="101249"/>
                  <a:pt x="467656" y="105143"/>
                </a:cubicBezTo>
                <a:cubicBezTo>
                  <a:pt x="470465" y="109034"/>
                  <a:pt x="474849" y="110980"/>
                  <a:pt x="480808" y="110980"/>
                </a:cubicBezTo>
                <a:cubicBezTo>
                  <a:pt x="487228" y="110980"/>
                  <a:pt x="492328" y="108533"/>
                  <a:pt x="496109" y="103639"/>
                </a:cubicBezTo>
                <a:cubicBezTo>
                  <a:pt x="499891" y="98745"/>
                  <a:pt x="501783" y="91919"/>
                  <a:pt x="501783" y="83160"/>
                </a:cubicBezTo>
                <a:lnTo>
                  <a:pt x="501783" y="36708"/>
                </a:lnTo>
                <a:lnTo>
                  <a:pt x="521509" y="36708"/>
                </a:lnTo>
                <a:lnTo>
                  <a:pt x="521509" y="104357"/>
                </a:lnTo>
                <a:cubicBezTo>
                  <a:pt x="521509" y="111224"/>
                  <a:pt x="521766" y="118006"/>
                  <a:pt x="522281" y="124703"/>
                </a:cubicBezTo>
                <a:lnTo>
                  <a:pt x="503498" y="124703"/>
                </a:lnTo>
                <a:cubicBezTo>
                  <a:pt x="502869" y="116012"/>
                  <a:pt x="502555" y="110351"/>
                  <a:pt x="502555" y="107721"/>
                </a:cubicBezTo>
                <a:lnTo>
                  <a:pt x="502212" y="107721"/>
                </a:lnTo>
                <a:cubicBezTo>
                  <a:pt x="498776" y="114468"/>
                  <a:pt x="494810" y="119271"/>
                  <a:pt x="490314" y="122130"/>
                </a:cubicBezTo>
                <a:cubicBezTo>
                  <a:pt x="485821" y="124988"/>
                  <a:pt x="480052" y="126418"/>
                  <a:pt x="473008" y="126418"/>
                </a:cubicBezTo>
                <a:cubicBezTo>
                  <a:pt x="463274" y="126418"/>
                  <a:pt x="455959" y="123513"/>
                  <a:pt x="451063" y="117705"/>
                </a:cubicBezTo>
                <a:cubicBezTo>
                  <a:pt x="446168" y="111896"/>
                  <a:pt x="443720" y="102982"/>
                  <a:pt x="443720" y="90962"/>
                </a:cubicBezTo>
                <a:lnTo>
                  <a:pt x="443720" y="36708"/>
                </a:lnTo>
                <a:lnTo>
                  <a:pt x="463446" y="36708"/>
                </a:lnTo>
                <a:close/>
                <a:moveTo>
                  <a:pt x="574750" y="112524"/>
                </a:moveTo>
                <a:cubicBezTo>
                  <a:pt x="580868" y="112524"/>
                  <a:pt x="585699" y="110389"/>
                  <a:pt x="589244" y="106118"/>
                </a:cubicBezTo>
                <a:cubicBezTo>
                  <a:pt x="592789" y="101846"/>
                  <a:pt x="594562" y="96355"/>
                  <a:pt x="594562" y="89646"/>
                </a:cubicBezTo>
                <a:lnTo>
                  <a:pt x="594562" y="81648"/>
                </a:lnTo>
                <a:lnTo>
                  <a:pt x="585213" y="81992"/>
                </a:lnTo>
                <a:cubicBezTo>
                  <a:pt x="576808" y="82394"/>
                  <a:pt x="570762" y="83885"/>
                  <a:pt x="567074" y="86465"/>
                </a:cubicBezTo>
                <a:cubicBezTo>
                  <a:pt x="563386" y="89045"/>
                  <a:pt x="561542" y="93087"/>
                  <a:pt x="561542" y="98592"/>
                </a:cubicBezTo>
                <a:cubicBezTo>
                  <a:pt x="561542" y="107880"/>
                  <a:pt x="565945" y="112524"/>
                  <a:pt x="574750" y="112524"/>
                </a:cubicBezTo>
                <a:moveTo>
                  <a:pt x="614202" y="124703"/>
                </a:moveTo>
                <a:lnTo>
                  <a:pt x="595162" y="124703"/>
                </a:lnTo>
                <a:lnTo>
                  <a:pt x="594476" y="110809"/>
                </a:lnTo>
                <a:cubicBezTo>
                  <a:pt x="591554" y="116526"/>
                  <a:pt x="588032" y="120557"/>
                  <a:pt x="583908" y="122902"/>
                </a:cubicBezTo>
                <a:cubicBezTo>
                  <a:pt x="579786" y="125246"/>
                  <a:pt x="574718" y="126418"/>
                  <a:pt x="568706" y="126418"/>
                </a:cubicBezTo>
                <a:cubicBezTo>
                  <a:pt x="559658" y="126418"/>
                  <a:pt x="552742" y="124070"/>
                  <a:pt x="547959" y="119374"/>
                </a:cubicBezTo>
                <a:cubicBezTo>
                  <a:pt x="543177" y="114679"/>
                  <a:pt x="540787" y="108151"/>
                  <a:pt x="540787" y="99790"/>
                </a:cubicBezTo>
                <a:cubicBezTo>
                  <a:pt x="540787" y="90628"/>
                  <a:pt x="544051" y="83613"/>
                  <a:pt x="550580" y="78746"/>
                </a:cubicBezTo>
                <a:cubicBezTo>
                  <a:pt x="557109" y="73879"/>
                  <a:pt x="566730" y="71244"/>
                  <a:pt x="579443" y="70842"/>
                </a:cubicBezTo>
                <a:lnTo>
                  <a:pt x="594476" y="70327"/>
                </a:lnTo>
                <a:lnTo>
                  <a:pt x="594476" y="67596"/>
                </a:lnTo>
                <a:cubicBezTo>
                  <a:pt x="594476" y="60823"/>
                  <a:pt x="593373" y="55914"/>
                  <a:pt x="591168" y="52869"/>
                </a:cubicBezTo>
                <a:cubicBezTo>
                  <a:pt x="588964" y="49824"/>
                  <a:pt x="585226" y="48302"/>
                  <a:pt x="579955" y="48302"/>
                </a:cubicBezTo>
                <a:cubicBezTo>
                  <a:pt x="575316" y="48302"/>
                  <a:pt x="571894" y="49173"/>
                  <a:pt x="569687" y="50915"/>
                </a:cubicBezTo>
                <a:cubicBezTo>
                  <a:pt x="567482" y="52655"/>
                  <a:pt x="565979" y="55352"/>
                  <a:pt x="565179" y="59006"/>
                </a:cubicBezTo>
                <a:lnTo>
                  <a:pt x="546104" y="56005"/>
                </a:lnTo>
                <a:cubicBezTo>
                  <a:pt x="547821" y="48515"/>
                  <a:pt x="551414" y="43140"/>
                  <a:pt x="556881" y="39881"/>
                </a:cubicBezTo>
                <a:cubicBezTo>
                  <a:pt x="562349" y="36622"/>
                  <a:pt x="570120" y="34992"/>
                  <a:pt x="580196" y="34992"/>
                </a:cubicBezTo>
                <a:cubicBezTo>
                  <a:pt x="591931" y="34992"/>
                  <a:pt x="600533" y="37765"/>
                  <a:pt x="606000" y="43311"/>
                </a:cubicBezTo>
                <a:cubicBezTo>
                  <a:pt x="611468" y="48858"/>
                  <a:pt x="614202" y="57463"/>
                  <a:pt x="614202" y="69127"/>
                </a:cubicBezTo>
                <a:lnTo>
                  <a:pt x="614202" y="124703"/>
                </a:lnTo>
                <a:close/>
                <a:moveTo>
                  <a:pt x="679511" y="51389"/>
                </a:moveTo>
                <a:cubicBezTo>
                  <a:pt x="673089" y="51389"/>
                  <a:pt x="667958" y="54205"/>
                  <a:pt x="664116" y="59837"/>
                </a:cubicBezTo>
                <a:cubicBezTo>
                  <a:pt x="660275" y="65467"/>
                  <a:pt x="658354" y="73055"/>
                  <a:pt x="658354" y="82600"/>
                </a:cubicBezTo>
                <a:lnTo>
                  <a:pt x="658354" y="124703"/>
                </a:lnTo>
                <a:lnTo>
                  <a:pt x="638628" y="124703"/>
                </a:lnTo>
                <a:lnTo>
                  <a:pt x="638628" y="58428"/>
                </a:lnTo>
                <a:cubicBezTo>
                  <a:pt x="638628" y="49156"/>
                  <a:pt x="638399" y="41916"/>
                  <a:pt x="637942" y="36708"/>
                </a:cubicBezTo>
                <a:lnTo>
                  <a:pt x="656807" y="36708"/>
                </a:lnTo>
                <a:cubicBezTo>
                  <a:pt x="657381" y="43569"/>
                  <a:pt x="657668" y="50201"/>
                  <a:pt x="657668" y="56605"/>
                </a:cubicBezTo>
                <a:lnTo>
                  <a:pt x="658011" y="56605"/>
                </a:lnTo>
                <a:cubicBezTo>
                  <a:pt x="660764" y="48518"/>
                  <a:pt x="663947" y="42894"/>
                  <a:pt x="667558" y="39733"/>
                </a:cubicBezTo>
                <a:cubicBezTo>
                  <a:pt x="671170" y="36573"/>
                  <a:pt x="675930" y="34992"/>
                  <a:pt x="681835" y="34992"/>
                </a:cubicBezTo>
                <a:cubicBezTo>
                  <a:pt x="684529" y="34992"/>
                  <a:pt x="686765" y="35364"/>
                  <a:pt x="688543" y="36107"/>
                </a:cubicBezTo>
                <a:lnTo>
                  <a:pt x="688543" y="52317"/>
                </a:lnTo>
                <a:cubicBezTo>
                  <a:pt x="685618" y="51699"/>
                  <a:pt x="682608" y="51389"/>
                  <a:pt x="679511" y="51389"/>
                </a:cubicBezTo>
                <a:close/>
                <a:moveTo>
                  <a:pt x="719572" y="80534"/>
                </a:moveTo>
                <a:cubicBezTo>
                  <a:pt x="719572" y="101449"/>
                  <a:pt x="726862" y="111907"/>
                  <a:pt x="741442" y="111907"/>
                </a:cubicBezTo>
                <a:cubicBezTo>
                  <a:pt x="749161" y="111907"/>
                  <a:pt x="755022" y="109236"/>
                  <a:pt x="759024" y="103894"/>
                </a:cubicBezTo>
                <a:cubicBezTo>
                  <a:pt x="763027" y="98550"/>
                  <a:pt x="765028" y="90791"/>
                  <a:pt x="765028" y="80619"/>
                </a:cubicBezTo>
                <a:cubicBezTo>
                  <a:pt x="765028" y="70447"/>
                  <a:pt x="763055" y="62718"/>
                  <a:pt x="759110" y="57433"/>
                </a:cubicBezTo>
                <a:cubicBezTo>
                  <a:pt x="755165" y="52146"/>
                  <a:pt x="749361" y="49503"/>
                  <a:pt x="741700" y="49503"/>
                </a:cubicBezTo>
                <a:cubicBezTo>
                  <a:pt x="726948" y="49503"/>
                  <a:pt x="719572" y="59846"/>
                  <a:pt x="719572" y="80534"/>
                </a:cubicBezTo>
                <a:moveTo>
                  <a:pt x="698989" y="80791"/>
                </a:moveTo>
                <a:cubicBezTo>
                  <a:pt x="698989" y="66554"/>
                  <a:pt x="702309" y="55361"/>
                  <a:pt x="708951" y="47214"/>
                </a:cubicBezTo>
                <a:cubicBezTo>
                  <a:pt x="715592" y="39066"/>
                  <a:pt x="724924" y="34992"/>
                  <a:pt x="736945" y="34992"/>
                </a:cubicBezTo>
                <a:cubicBezTo>
                  <a:pt x="743472" y="34992"/>
                  <a:pt x="748968" y="36193"/>
                  <a:pt x="753433" y="38594"/>
                </a:cubicBezTo>
                <a:cubicBezTo>
                  <a:pt x="757900" y="40996"/>
                  <a:pt x="761679" y="44941"/>
                  <a:pt x="764771" y="50430"/>
                </a:cubicBezTo>
                <a:lnTo>
                  <a:pt x="765114" y="50430"/>
                </a:lnTo>
                <a:cubicBezTo>
                  <a:pt x="764999" y="48143"/>
                  <a:pt x="764899" y="45870"/>
                  <a:pt x="764813" y="43612"/>
                </a:cubicBezTo>
                <a:cubicBezTo>
                  <a:pt x="764728" y="41353"/>
                  <a:pt x="764685" y="39080"/>
                  <a:pt x="764685" y="36793"/>
                </a:cubicBezTo>
                <a:lnTo>
                  <a:pt x="764685" y="0"/>
                </a:lnTo>
                <a:lnTo>
                  <a:pt x="784582" y="0"/>
                </a:lnTo>
                <a:lnTo>
                  <a:pt x="784582" y="105062"/>
                </a:lnTo>
                <a:cubicBezTo>
                  <a:pt x="784582" y="111066"/>
                  <a:pt x="784811" y="117613"/>
                  <a:pt x="785268" y="124703"/>
                </a:cubicBezTo>
                <a:lnTo>
                  <a:pt x="765891" y="124703"/>
                </a:lnTo>
                <a:cubicBezTo>
                  <a:pt x="765660" y="123840"/>
                  <a:pt x="765430" y="121511"/>
                  <a:pt x="765199" y="117715"/>
                </a:cubicBezTo>
                <a:cubicBezTo>
                  <a:pt x="764971" y="113920"/>
                  <a:pt x="764856" y="111275"/>
                  <a:pt x="764856" y="109779"/>
                </a:cubicBezTo>
                <a:lnTo>
                  <a:pt x="764513" y="109779"/>
                </a:lnTo>
                <a:cubicBezTo>
                  <a:pt x="758731" y="120757"/>
                  <a:pt x="749370" y="126246"/>
                  <a:pt x="736431" y="126246"/>
                </a:cubicBezTo>
                <a:cubicBezTo>
                  <a:pt x="724464" y="126246"/>
                  <a:pt x="715232" y="122358"/>
                  <a:pt x="708734" y="114582"/>
                </a:cubicBezTo>
                <a:cubicBezTo>
                  <a:pt x="702237" y="106806"/>
                  <a:pt x="698989" y="95542"/>
                  <a:pt x="698989" y="807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6C57D-68E1-46D1-9E51-4C5A880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85" y="3562012"/>
            <a:ext cx="12107276" cy="10"/>
          </a:xfrm>
          <a:custGeom xmlns:a="http://schemas.openxmlformats.org/drawingml/2006/main">
            <a:pathLst>
              <a:path w="12107276" h="1" fill="none">
                <a:moveTo>
                  <a:pt x="0" y="0"/>
                </a:moveTo>
                <a:lnTo>
                  <a:pt x="12107276" y="1"/>
                </a:lnTo>
              </a:path>
            </a:pathLst>
          </a:custGeom>
          <a:noFill xmlns:a="http://schemas.openxmlformats.org/drawingml/2006/main"/>
          <a:ln xmlns:a="http://schemas.openxmlformats.org/drawingml/2006/main" w="43912" cap="flat">
            <a:solidFill>
              <a:srgbClr val="D0CECE"/>
            </a:solidFill>
            <a:custDash>
              <a:ds d="400000" sp="300000"/>
            </a:custDash>
            <a:miter/>
          </a:ln>
        </p:spPr>
      </p:sp>
      <p:sp>
        <p:nvSpPr>
          <p:cNvPr id="72" name="Text 7">
            <a:extLst xmlns:a="http://schemas.openxmlformats.org/drawingml/2006/main">
              <a:ext uri="{FF2B5EF4-FFF2-40B4-BE49-F238E27FC236}">
                <a16:creationId xmlns:a16="http://schemas.microsoft.com/office/drawing/2014/main" id="{5D54220F-B428-4861-85AD-68C9F0D2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193" y="1542735"/>
            <a:ext cx="64774" cy="99638"/>
          </a:xfrm>
          <a:custGeom xmlns:a="http://schemas.openxmlformats.org/drawingml/2006/main">
            <a:pathLst>
              <a:path w="64774" h="99638">
                <a:moveTo>
                  <a:pt x="64774" y="4374"/>
                </a:moveTo>
                <a:lnTo>
                  <a:pt x="25794" y="99638"/>
                </a:lnTo>
                <a:lnTo>
                  <a:pt x="12736" y="99638"/>
                </a:lnTo>
                <a:lnTo>
                  <a:pt x="49787" y="11128"/>
                </a:lnTo>
                <a:lnTo>
                  <a:pt x="0" y="11128"/>
                </a:lnTo>
                <a:lnTo>
                  <a:pt x="0" y="0"/>
                </a:lnTo>
                <a:lnTo>
                  <a:pt x="64774" y="0"/>
                </a:lnTo>
                <a:lnTo>
                  <a:pt x="64774" y="4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returnstr1.replace(&quot;&quot;,&quot;&quot;)">
            <a:extLst xmlns:a="http://schemas.openxmlformats.org/drawingml/2006/main">
              <a:ext uri="{FF2B5EF4-FFF2-40B4-BE49-F238E27FC236}">
                <a16:creationId xmlns:a16="http://schemas.microsoft.com/office/drawing/2014/main" id="{68983899-C4C5-4614-8634-8551FDB1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615" y="1537074"/>
            <a:ext cx="1549192" cy="138039"/>
          </a:xfrm>
          <a:custGeom xmlns:a="http://schemas.openxmlformats.org/drawingml/2006/main">
            <a:pathLst>
              <a:path w="1549192" h="138039">
                <a:moveTo>
                  <a:pt x="38144" y="46635"/>
                </a:moveTo>
                <a:cubicBezTo>
                  <a:pt x="36043" y="45134"/>
                  <a:pt x="33148" y="44383"/>
                  <a:pt x="29460" y="44383"/>
                </a:cubicBezTo>
                <a:cubicBezTo>
                  <a:pt x="24572" y="44383"/>
                  <a:pt x="20541" y="46667"/>
                  <a:pt x="17367" y="51234"/>
                </a:cubicBezTo>
                <a:cubicBezTo>
                  <a:pt x="14194" y="55801"/>
                  <a:pt x="12607" y="61815"/>
                  <a:pt x="12607" y="69277"/>
                </a:cubicBezTo>
                <a:lnTo>
                  <a:pt x="12607" y="105298"/>
                </a:lnTo>
                <a:lnTo>
                  <a:pt x="0" y="105298"/>
                </a:lnTo>
                <a:lnTo>
                  <a:pt x="0" y="34156"/>
                </a:lnTo>
                <a:lnTo>
                  <a:pt x="12607" y="34156"/>
                </a:lnTo>
                <a:lnTo>
                  <a:pt x="12607" y="48629"/>
                </a:lnTo>
                <a:lnTo>
                  <a:pt x="12865" y="48629"/>
                </a:lnTo>
                <a:cubicBezTo>
                  <a:pt x="16467" y="38166"/>
                  <a:pt x="22685" y="32934"/>
                  <a:pt x="31519" y="32934"/>
                </a:cubicBezTo>
                <a:cubicBezTo>
                  <a:pt x="34392" y="32934"/>
                  <a:pt x="36600" y="33255"/>
                  <a:pt x="38144" y="33899"/>
                </a:cubicBezTo>
                <a:lnTo>
                  <a:pt x="38144" y="46635"/>
                </a:lnTo>
                <a:close/>
                <a:moveTo>
                  <a:pt x="107396" y="72943"/>
                </a:moveTo>
                <a:lnTo>
                  <a:pt x="57609" y="72943"/>
                </a:lnTo>
                <a:cubicBezTo>
                  <a:pt x="57824" y="80534"/>
                  <a:pt x="59904" y="86398"/>
                  <a:pt x="63849" y="90536"/>
                </a:cubicBezTo>
                <a:cubicBezTo>
                  <a:pt x="67794" y="94674"/>
                  <a:pt x="73304" y="96743"/>
                  <a:pt x="80380" y="96743"/>
                </a:cubicBezTo>
                <a:cubicBezTo>
                  <a:pt x="88356" y="96743"/>
                  <a:pt x="95668" y="94192"/>
                  <a:pt x="102314" y="89089"/>
                </a:cubicBezTo>
                <a:lnTo>
                  <a:pt x="102314" y="100345"/>
                </a:lnTo>
                <a:cubicBezTo>
                  <a:pt x="96054" y="104762"/>
                  <a:pt x="87756" y="106971"/>
                  <a:pt x="77421" y="106971"/>
                </a:cubicBezTo>
                <a:cubicBezTo>
                  <a:pt x="67129" y="106971"/>
                  <a:pt x="59099" y="103712"/>
                  <a:pt x="53332" y="97193"/>
                </a:cubicBezTo>
                <a:cubicBezTo>
                  <a:pt x="47564" y="90675"/>
                  <a:pt x="44680" y="81627"/>
                  <a:pt x="44680" y="70049"/>
                </a:cubicBezTo>
                <a:cubicBezTo>
                  <a:pt x="44680" y="59157"/>
                  <a:pt x="47843" y="50173"/>
                  <a:pt x="54168" y="43097"/>
                </a:cubicBezTo>
                <a:cubicBezTo>
                  <a:pt x="60493" y="36021"/>
                  <a:pt x="68351" y="32484"/>
                  <a:pt x="77743" y="32484"/>
                </a:cubicBezTo>
                <a:cubicBezTo>
                  <a:pt x="87048" y="32484"/>
                  <a:pt x="94317" y="35475"/>
                  <a:pt x="99548" y="41457"/>
                </a:cubicBezTo>
                <a:cubicBezTo>
                  <a:pt x="104780" y="47439"/>
                  <a:pt x="107396" y="55812"/>
                  <a:pt x="107396" y="66575"/>
                </a:cubicBezTo>
                <a:lnTo>
                  <a:pt x="107396" y="72943"/>
                </a:lnTo>
                <a:moveTo>
                  <a:pt x="94789" y="62844"/>
                </a:moveTo>
                <a:cubicBezTo>
                  <a:pt x="94746" y="56412"/>
                  <a:pt x="93223" y="51438"/>
                  <a:pt x="90222" y="47921"/>
                </a:cubicBezTo>
                <a:cubicBezTo>
                  <a:pt x="87220" y="44405"/>
                  <a:pt x="82996" y="42647"/>
                  <a:pt x="77550" y="42647"/>
                </a:cubicBezTo>
                <a:cubicBezTo>
                  <a:pt x="72532" y="42647"/>
                  <a:pt x="68191" y="44512"/>
                  <a:pt x="64524" y="48243"/>
                </a:cubicBezTo>
                <a:cubicBezTo>
                  <a:pt x="60858" y="51974"/>
                  <a:pt x="58553" y="56841"/>
                  <a:pt x="57609" y="62844"/>
                </a:cubicBezTo>
                <a:lnTo>
                  <a:pt x="94789" y="62844"/>
                </a:lnTo>
                <a:close/>
                <a:moveTo>
                  <a:pt x="158592" y="104591"/>
                </a:moveTo>
                <a:cubicBezTo>
                  <a:pt x="155848" y="106092"/>
                  <a:pt x="152139" y="106842"/>
                  <a:pt x="147464" y="106842"/>
                </a:cubicBezTo>
                <a:cubicBezTo>
                  <a:pt x="134728" y="106842"/>
                  <a:pt x="128360" y="99788"/>
                  <a:pt x="128360" y="85679"/>
                </a:cubicBezTo>
                <a:lnTo>
                  <a:pt x="128360" y="44576"/>
                </a:lnTo>
                <a:lnTo>
                  <a:pt x="116139" y="44576"/>
                </a:lnTo>
                <a:lnTo>
                  <a:pt x="116139" y="34156"/>
                </a:lnTo>
                <a:lnTo>
                  <a:pt x="128360" y="34156"/>
                </a:lnTo>
                <a:lnTo>
                  <a:pt x="128360" y="17046"/>
                </a:lnTo>
                <a:lnTo>
                  <a:pt x="140903" y="13058"/>
                </a:lnTo>
                <a:lnTo>
                  <a:pt x="140903" y="34156"/>
                </a:lnTo>
                <a:lnTo>
                  <a:pt x="158592" y="34156"/>
                </a:lnTo>
                <a:lnTo>
                  <a:pt x="158592" y="44576"/>
                </a:lnTo>
                <a:lnTo>
                  <a:pt x="140903" y="44576"/>
                </a:lnTo>
                <a:lnTo>
                  <a:pt x="140903" y="83428"/>
                </a:lnTo>
                <a:cubicBezTo>
                  <a:pt x="140903" y="88102"/>
                  <a:pt x="141697" y="91447"/>
                  <a:pt x="143283" y="93463"/>
                </a:cubicBezTo>
                <a:cubicBezTo>
                  <a:pt x="144870" y="95478"/>
                  <a:pt x="147507" y="96486"/>
                  <a:pt x="151195" y="96486"/>
                </a:cubicBezTo>
                <a:cubicBezTo>
                  <a:pt x="154025" y="96486"/>
                  <a:pt x="156491" y="95693"/>
                  <a:pt x="158592" y="94106"/>
                </a:cubicBezTo>
                <a:lnTo>
                  <a:pt x="158592" y="104591"/>
                </a:lnTo>
                <a:close/>
                <a:moveTo>
                  <a:pt x="232605" y="105298"/>
                </a:moveTo>
                <a:lnTo>
                  <a:pt x="219933" y="105298"/>
                </a:lnTo>
                <a:lnTo>
                  <a:pt x="219933" y="94106"/>
                </a:lnTo>
                <a:lnTo>
                  <a:pt x="219675" y="94106"/>
                </a:lnTo>
                <a:cubicBezTo>
                  <a:pt x="214916" y="102682"/>
                  <a:pt x="207604" y="106971"/>
                  <a:pt x="197741" y="106971"/>
                </a:cubicBezTo>
                <a:cubicBezTo>
                  <a:pt x="180888" y="106971"/>
                  <a:pt x="172462" y="96893"/>
                  <a:pt x="172462" y="76738"/>
                </a:cubicBezTo>
                <a:lnTo>
                  <a:pt x="172462" y="34156"/>
                </a:lnTo>
                <a:lnTo>
                  <a:pt x="184941" y="34156"/>
                </a:lnTo>
                <a:lnTo>
                  <a:pt x="184941" y="74873"/>
                </a:lnTo>
                <a:cubicBezTo>
                  <a:pt x="184941" y="89324"/>
                  <a:pt x="190472" y="96550"/>
                  <a:pt x="201536" y="96550"/>
                </a:cubicBezTo>
                <a:cubicBezTo>
                  <a:pt x="207025" y="96550"/>
                  <a:pt x="211463" y="94524"/>
                  <a:pt x="214851" y="90472"/>
                </a:cubicBezTo>
                <a:cubicBezTo>
                  <a:pt x="218239" y="86419"/>
                  <a:pt x="219933" y="81305"/>
                  <a:pt x="219933" y="75130"/>
                </a:cubicBezTo>
                <a:lnTo>
                  <a:pt x="219933" y="34156"/>
                </a:lnTo>
                <a:lnTo>
                  <a:pt x="232605" y="34156"/>
                </a:lnTo>
                <a:lnTo>
                  <a:pt x="232605" y="105298"/>
                </a:lnTo>
                <a:close/>
                <a:moveTo>
                  <a:pt x="292551" y="46635"/>
                </a:moveTo>
                <a:cubicBezTo>
                  <a:pt x="290450" y="45134"/>
                  <a:pt x="287555" y="44383"/>
                  <a:pt x="283867" y="44383"/>
                </a:cubicBezTo>
                <a:cubicBezTo>
                  <a:pt x="278979" y="44383"/>
                  <a:pt x="274948" y="46667"/>
                  <a:pt x="271774" y="51234"/>
                </a:cubicBezTo>
                <a:cubicBezTo>
                  <a:pt x="268601" y="55801"/>
                  <a:pt x="267014" y="61815"/>
                  <a:pt x="267014" y="69277"/>
                </a:cubicBezTo>
                <a:lnTo>
                  <a:pt x="267014" y="105298"/>
                </a:lnTo>
                <a:lnTo>
                  <a:pt x="254407" y="105298"/>
                </a:lnTo>
                <a:lnTo>
                  <a:pt x="254407" y="34156"/>
                </a:lnTo>
                <a:lnTo>
                  <a:pt x="267014" y="34156"/>
                </a:lnTo>
                <a:lnTo>
                  <a:pt x="267014" y="48629"/>
                </a:lnTo>
                <a:lnTo>
                  <a:pt x="267272" y="48629"/>
                </a:lnTo>
                <a:cubicBezTo>
                  <a:pt x="270874" y="38166"/>
                  <a:pt x="277092" y="32934"/>
                  <a:pt x="285926" y="32934"/>
                </a:cubicBezTo>
                <a:cubicBezTo>
                  <a:pt x="288799" y="32934"/>
                  <a:pt x="291007" y="33255"/>
                  <a:pt x="292551" y="33899"/>
                </a:cubicBezTo>
                <a:lnTo>
                  <a:pt x="292551" y="46635"/>
                </a:lnTo>
                <a:close/>
                <a:moveTo>
                  <a:pt x="363990" y="105298"/>
                </a:moveTo>
                <a:lnTo>
                  <a:pt x="351447" y="105298"/>
                </a:lnTo>
                <a:lnTo>
                  <a:pt x="351447" y="64838"/>
                </a:lnTo>
                <a:cubicBezTo>
                  <a:pt x="351447" y="50216"/>
                  <a:pt x="346108" y="42904"/>
                  <a:pt x="335430" y="42904"/>
                </a:cubicBezTo>
                <a:cubicBezTo>
                  <a:pt x="329899" y="42904"/>
                  <a:pt x="325353" y="44962"/>
                  <a:pt x="321794" y="49079"/>
                </a:cubicBezTo>
                <a:cubicBezTo>
                  <a:pt x="318235" y="53196"/>
                  <a:pt x="316455" y="58406"/>
                  <a:pt x="316455" y="64710"/>
                </a:cubicBezTo>
                <a:lnTo>
                  <a:pt x="316455" y="105298"/>
                </a:lnTo>
                <a:lnTo>
                  <a:pt x="303847" y="105298"/>
                </a:lnTo>
                <a:lnTo>
                  <a:pt x="303847" y="34156"/>
                </a:lnTo>
                <a:lnTo>
                  <a:pt x="316455" y="34156"/>
                </a:lnTo>
                <a:lnTo>
                  <a:pt x="316455" y="45927"/>
                </a:lnTo>
                <a:lnTo>
                  <a:pt x="316712" y="45927"/>
                </a:lnTo>
                <a:cubicBezTo>
                  <a:pt x="322073" y="36965"/>
                  <a:pt x="329856" y="32484"/>
                  <a:pt x="340062" y="32484"/>
                </a:cubicBezTo>
                <a:cubicBezTo>
                  <a:pt x="347866" y="32484"/>
                  <a:pt x="353806" y="34981"/>
                  <a:pt x="357879" y="39977"/>
                </a:cubicBezTo>
                <a:cubicBezTo>
                  <a:pt x="361953" y="44973"/>
                  <a:pt x="363990" y="52252"/>
                  <a:pt x="363990" y="61815"/>
                </a:cubicBezTo>
                <a:lnTo>
                  <a:pt x="363990" y="105298"/>
                </a:lnTo>
                <a:close/>
                <a:moveTo>
                  <a:pt x="418763" y="89925"/>
                </a:moveTo>
                <a:cubicBezTo>
                  <a:pt x="425110" y="94513"/>
                  <a:pt x="431950" y="96807"/>
                  <a:pt x="439283" y="96807"/>
                </a:cubicBezTo>
                <a:cubicBezTo>
                  <a:pt x="449103" y="96807"/>
                  <a:pt x="454013" y="93591"/>
                  <a:pt x="454013" y="87159"/>
                </a:cubicBezTo>
                <a:cubicBezTo>
                  <a:pt x="454013" y="84414"/>
                  <a:pt x="452941" y="82152"/>
                  <a:pt x="450797" y="80373"/>
                </a:cubicBezTo>
                <a:cubicBezTo>
                  <a:pt x="448652" y="78593"/>
                  <a:pt x="444300" y="76481"/>
                  <a:pt x="437739" y="74037"/>
                </a:cubicBezTo>
                <a:cubicBezTo>
                  <a:pt x="429848" y="70863"/>
                  <a:pt x="424724" y="67722"/>
                  <a:pt x="422365" y="64613"/>
                </a:cubicBezTo>
                <a:cubicBezTo>
                  <a:pt x="420007" y="61504"/>
                  <a:pt x="418828" y="57741"/>
                  <a:pt x="418828" y="53325"/>
                </a:cubicBezTo>
                <a:cubicBezTo>
                  <a:pt x="418828" y="47021"/>
                  <a:pt x="421497" y="41971"/>
                  <a:pt x="426836" y="38176"/>
                </a:cubicBezTo>
                <a:cubicBezTo>
                  <a:pt x="432175" y="34381"/>
                  <a:pt x="438747" y="32484"/>
                  <a:pt x="446551" y="32484"/>
                </a:cubicBezTo>
                <a:cubicBezTo>
                  <a:pt x="452598" y="32484"/>
                  <a:pt x="458215" y="33534"/>
                  <a:pt x="463404" y="35635"/>
                </a:cubicBezTo>
                <a:lnTo>
                  <a:pt x="463404" y="47793"/>
                </a:lnTo>
                <a:cubicBezTo>
                  <a:pt x="458087" y="44362"/>
                  <a:pt x="452062" y="42647"/>
                  <a:pt x="445329" y="42647"/>
                </a:cubicBezTo>
                <a:cubicBezTo>
                  <a:pt x="441298" y="42647"/>
                  <a:pt x="438018" y="43526"/>
                  <a:pt x="435488" y="45284"/>
                </a:cubicBezTo>
                <a:cubicBezTo>
                  <a:pt x="432957" y="47042"/>
                  <a:pt x="431692" y="49358"/>
                  <a:pt x="431692" y="52231"/>
                </a:cubicBezTo>
                <a:cubicBezTo>
                  <a:pt x="431692" y="55061"/>
                  <a:pt x="432604" y="57270"/>
                  <a:pt x="434426" y="58856"/>
                </a:cubicBezTo>
                <a:cubicBezTo>
                  <a:pt x="436249" y="60443"/>
                  <a:pt x="440290" y="62480"/>
                  <a:pt x="446551" y="64967"/>
                </a:cubicBezTo>
                <a:cubicBezTo>
                  <a:pt x="454485" y="67926"/>
                  <a:pt x="459845" y="70992"/>
                  <a:pt x="462632" y="74165"/>
                </a:cubicBezTo>
                <a:cubicBezTo>
                  <a:pt x="465420" y="77339"/>
                  <a:pt x="466813" y="81263"/>
                  <a:pt x="466813" y="85937"/>
                </a:cubicBezTo>
                <a:cubicBezTo>
                  <a:pt x="466813" y="92455"/>
                  <a:pt x="464144" y="97590"/>
                  <a:pt x="458805" y="101342"/>
                </a:cubicBezTo>
                <a:cubicBezTo>
                  <a:pt x="453466" y="105095"/>
                  <a:pt x="446551" y="106971"/>
                  <a:pt x="438060" y="106971"/>
                </a:cubicBezTo>
                <a:cubicBezTo>
                  <a:pt x="430685" y="106971"/>
                  <a:pt x="424252" y="105577"/>
                  <a:pt x="418763" y="102790"/>
                </a:cubicBezTo>
                <a:lnTo>
                  <a:pt x="418763" y="89925"/>
                </a:lnTo>
                <a:close/>
                <a:moveTo>
                  <a:pt x="517282" y="104591"/>
                </a:moveTo>
                <a:cubicBezTo>
                  <a:pt x="514537" y="106092"/>
                  <a:pt x="510828" y="106842"/>
                  <a:pt x="506153" y="106842"/>
                </a:cubicBezTo>
                <a:cubicBezTo>
                  <a:pt x="493417" y="106842"/>
                  <a:pt x="487049" y="99788"/>
                  <a:pt x="487049" y="85679"/>
                </a:cubicBezTo>
                <a:lnTo>
                  <a:pt x="487049" y="44576"/>
                </a:lnTo>
                <a:lnTo>
                  <a:pt x="474828" y="44576"/>
                </a:lnTo>
                <a:lnTo>
                  <a:pt x="474828" y="34156"/>
                </a:lnTo>
                <a:lnTo>
                  <a:pt x="487049" y="34156"/>
                </a:lnTo>
                <a:lnTo>
                  <a:pt x="487049" y="17046"/>
                </a:lnTo>
                <a:lnTo>
                  <a:pt x="499592" y="13058"/>
                </a:lnTo>
                <a:lnTo>
                  <a:pt x="499592" y="34156"/>
                </a:lnTo>
                <a:lnTo>
                  <a:pt x="517282" y="34156"/>
                </a:lnTo>
                <a:lnTo>
                  <a:pt x="517282" y="44576"/>
                </a:lnTo>
                <a:lnTo>
                  <a:pt x="499592" y="44576"/>
                </a:lnTo>
                <a:lnTo>
                  <a:pt x="499592" y="83428"/>
                </a:lnTo>
                <a:cubicBezTo>
                  <a:pt x="499592" y="88102"/>
                  <a:pt x="500386" y="91447"/>
                  <a:pt x="501972" y="93463"/>
                </a:cubicBezTo>
                <a:cubicBezTo>
                  <a:pt x="503559" y="95478"/>
                  <a:pt x="506196" y="96486"/>
                  <a:pt x="509884" y="96486"/>
                </a:cubicBezTo>
                <a:cubicBezTo>
                  <a:pt x="512715" y="96486"/>
                  <a:pt x="515180" y="95693"/>
                  <a:pt x="517282" y="94106"/>
                </a:cubicBezTo>
                <a:lnTo>
                  <a:pt x="517282" y="104591"/>
                </a:lnTo>
                <a:close/>
                <a:moveTo>
                  <a:pt x="570710" y="46635"/>
                </a:moveTo>
                <a:cubicBezTo>
                  <a:pt x="568609" y="45134"/>
                  <a:pt x="565714" y="44383"/>
                  <a:pt x="562026" y="44383"/>
                </a:cubicBezTo>
                <a:cubicBezTo>
                  <a:pt x="557138" y="44383"/>
                  <a:pt x="553107" y="46667"/>
                  <a:pt x="549933" y="51234"/>
                </a:cubicBezTo>
                <a:cubicBezTo>
                  <a:pt x="546760" y="55801"/>
                  <a:pt x="545173" y="61815"/>
                  <a:pt x="545173" y="69277"/>
                </a:cubicBezTo>
                <a:lnTo>
                  <a:pt x="545173" y="105298"/>
                </a:lnTo>
                <a:lnTo>
                  <a:pt x="532566" y="105298"/>
                </a:lnTo>
                <a:lnTo>
                  <a:pt x="532566" y="34156"/>
                </a:lnTo>
                <a:lnTo>
                  <a:pt x="545173" y="34156"/>
                </a:lnTo>
                <a:lnTo>
                  <a:pt x="545173" y="48629"/>
                </a:lnTo>
                <a:lnTo>
                  <a:pt x="545431" y="48629"/>
                </a:lnTo>
                <a:cubicBezTo>
                  <a:pt x="549033" y="38166"/>
                  <a:pt x="555251" y="32934"/>
                  <a:pt x="564085" y="32934"/>
                </a:cubicBezTo>
                <a:cubicBezTo>
                  <a:pt x="566958" y="32934"/>
                  <a:pt x="569166" y="33255"/>
                  <a:pt x="570710" y="33899"/>
                </a:cubicBezTo>
                <a:lnTo>
                  <a:pt x="570710" y="46635"/>
                </a:lnTo>
                <a:close/>
                <a:moveTo>
                  <a:pt x="640026" y="105298"/>
                </a:moveTo>
                <a:lnTo>
                  <a:pt x="582906" y="105298"/>
                </a:lnTo>
                <a:lnTo>
                  <a:pt x="582906" y="94427"/>
                </a:lnTo>
                <a:lnTo>
                  <a:pt x="605227" y="94427"/>
                </a:lnTo>
                <a:lnTo>
                  <a:pt x="605227" y="18783"/>
                </a:lnTo>
                <a:lnTo>
                  <a:pt x="582327" y="25408"/>
                </a:lnTo>
                <a:lnTo>
                  <a:pt x="582327" y="13830"/>
                </a:lnTo>
                <a:lnTo>
                  <a:pt x="617770" y="3538"/>
                </a:lnTo>
                <a:lnTo>
                  <a:pt x="617770" y="94427"/>
                </a:lnTo>
                <a:lnTo>
                  <a:pt x="640026" y="94427"/>
                </a:lnTo>
                <a:lnTo>
                  <a:pt x="640026" y="105298"/>
                </a:lnTo>
                <a:close/>
                <a:moveTo>
                  <a:pt x="655246" y="98673"/>
                </a:moveTo>
                <a:cubicBezTo>
                  <a:pt x="655246" y="96357"/>
                  <a:pt x="656039" y="94406"/>
                  <a:pt x="657626" y="92819"/>
                </a:cubicBezTo>
                <a:cubicBezTo>
                  <a:pt x="659212" y="91233"/>
                  <a:pt x="661185" y="90439"/>
                  <a:pt x="663543" y="90439"/>
                </a:cubicBezTo>
                <a:cubicBezTo>
                  <a:pt x="665945" y="90439"/>
                  <a:pt x="667939" y="91243"/>
                  <a:pt x="669526" y="92852"/>
                </a:cubicBezTo>
                <a:cubicBezTo>
                  <a:pt x="671112" y="94460"/>
                  <a:pt x="671906" y="96400"/>
                  <a:pt x="671906" y="98673"/>
                </a:cubicBezTo>
                <a:cubicBezTo>
                  <a:pt x="671906" y="100903"/>
                  <a:pt x="671112" y="102822"/>
                  <a:pt x="669526" y="104430"/>
                </a:cubicBezTo>
                <a:cubicBezTo>
                  <a:pt x="667939" y="106038"/>
                  <a:pt x="665923" y="106842"/>
                  <a:pt x="663479" y="106842"/>
                </a:cubicBezTo>
                <a:cubicBezTo>
                  <a:pt x="661121" y="106842"/>
                  <a:pt x="659159" y="106038"/>
                  <a:pt x="657593" y="104430"/>
                </a:cubicBezTo>
                <a:cubicBezTo>
                  <a:pt x="656028" y="102822"/>
                  <a:pt x="655246" y="100903"/>
                  <a:pt x="655246" y="98673"/>
                </a:cubicBezTo>
                <a:close/>
                <a:moveTo>
                  <a:pt x="728120" y="46635"/>
                </a:moveTo>
                <a:cubicBezTo>
                  <a:pt x="726019" y="45134"/>
                  <a:pt x="723124" y="44383"/>
                  <a:pt x="719437" y="44383"/>
                </a:cubicBezTo>
                <a:cubicBezTo>
                  <a:pt x="714548" y="44383"/>
                  <a:pt x="710517" y="46667"/>
                  <a:pt x="707344" y="51234"/>
                </a:cubicBezTo>
                <a:cubicBezTo>
                  <a:pt x="704170" y="55801"/>
                  <a:pt x="702584" y="61815"/>
                  <a:pt x="702584" y="69277"/>
                </a:cubicBezTo>
                <a:lnTo>
                  <a:pt x="702584" y="105298"/>
                </a:lnTo>
                <a:lnTo>
                  <a:pt x="689976" y="105298"/>
                </a:lnTo>
                <a:lnTo>
                  <a:pt x="689976" y="34156"/>
                </a:lnTo>
                <a:lnTo>
                  <a:pt x="702584" y="34156"/>
                </a:lnTo>
                <a:lnTo>
                  <a:pt x="702584" y="48629"/>
                </a:lnTo>
                <a:lnTo>
                  <a:pt x="702841" y="48629"/>
                </a:lnTo>
                <a:cubicBezTo>
                  <a:pt x="706443" y="38166"/>
                  <a:pt x="712661" y="32934"/>
                  <a:pt x="721495" y="32934"/>
                </a:cubicBezTo>
                <a:cubicBezTo>
                  <a:pt x="724368" y="32934"/>
                  <a:pt x="726577" y="33255"/>
                  <a:pt x="728120" y="33899"/>
                </a:cubicBezTo>
                <a:lnTo>
                  <a:pt x="728120" y="46635"/>
                </a:lnTo>
                <a:close/>
                <a:moveTo>
                  <a:pt x="797373" y="72943"/>
                </a:moveTo>
                <a:lnTo>
                  <a:pt x="747586" y="72943"/>
                </a:lnTo>
                <a:cubicBezTo>
                  <a:pt x="747800" y="80534"/>
                  <a:pt x="749880" y="86398"/>
                  <a:pt x="753825" y="90536"/>
                </a:cubicBezTo>
                <a:cubicBezTo>
                  <a:pt x="757770" y="94674"/>
                  <a:pt x="763281" y="96743"/>
                  <a:pt x="770356" y="96743"/>
                </a:cubicBezTo>
                <a:cubicBezTo>
                  <a:pt x="778333" y="96743"/>
                  <a:pt x="785644" y="94192"/>
                  <a:pt x="792291" y="89089"/>
                </a:cubicBezTo>
                <a:lnTo>
                  <a:pt x="792291" y="100345"/>
                </a:lnTo>
                <a:cubicBezTo>
                  <a:pt x="786030" y="104762"/>
                  <a:pt x="777732" y="106971"/>
                  <a:pt x="767398" y="106971"/>
                </a:cubicBezTo>
                <a:cubicBezTo>
                  <a:pt x="757106" y="106971"/>
                  <a:pt x="749076" y="103712"/>
                  <a:pt x="743308" y="97193"/>
                </a:cubicBezTo>
                <a:cubicBezTo>
                  <a:pt x="737541" y="90675"/>
                  <a:pt x="734657" y="81627"/>
                  <a:pt x="734657" y="70049"/>
                </a:cubicBezTo>
                <a:cubicBezTo>
                  <a:pt x="734657" y="59157"/>
                  <a:pt x="737819" y="50173"/>
                  <a:pt x="744145" y="43097"/>
                </a:cubicBezTo>
                <a:cubicBezTo>
                  <a:pt x="750470" y="36021"/>
                  <a:pt x="758328" y="32484"/>
                  <a:pt x="767719" y="32484"/>
                </a:cubicBezTo>
                <a:cubicBezTo>
                  <a:pt x="777025" y="32484"/>
                  <a:pt x="784293" y="35475"/>
                  <a:pt x="789525" y="41457"/>
                </a:cubicBezTo>
                <a:cubicBezTo>
                  <a:pt x="794757" y="47439"/>
                  <a:pt x="797373" y="55812"/>
                  <a:pt x="797373" y="66575"/>
                </a:cubicBezTo>
                <a:lnTo>
                  <a:pt x="797373" y="72943"/>
                </a:lnTo>
                <a:moveTo>
                  <a:pt x="784765" y="62844"/>
                </a:moveTo>
                <a:cubicBezTo>
                  <a:pt x="784722" y="56412"/>
                  <a:pt x="783200" y="51438"/>
                  <a:pt x="780198" y="47921"/>
                </a:cubicBezTo>
                <a:cubicBezTo>
                  <a:pt x="777196" y="44405"/>
                  <a:pt x="772972" y="42647"/>
                  <a:pt x="767526" y="42647"/>
                </a:cubicBezTo>
                <a:cubicBezTo>
                  <a:pt x="762509" y="42647"/>
                  <a:pt x="758167" y="44512"/>
                  <a:pt x="754501" y="48243"/>
                </a:cubicBezTo>
                <a:cubicBezTo>
                  <a:pt x="750834" y="51974"/>
                  <a:pt x="748529" y="56841"/>
                  <a:pt x="747586" y="62844"/>
                </a:cubicBezTo>
                <a:lnTo>
                  <a:pt x="784765" y="62844"/>
                </a:lnTo>
                <a:close/>
                <a:moveTo>
                  <a:pt x="827021" y="95264"/>
                </a:moveTo>
                <a:lnTo>
                  <a:pt x="827021" y="138039"/>
                </a:lnTo>
                <a:lnTo>
                  <a:pt x="814414" y="138039"/>
                </a:lnTo>
                <a:lnTo>
                  <a:pt x="814414" y="34156"/>
                </a:lnTo>
                <a:lnTo>
                  <a:pt x="827021" y="34156"/>
                </a:lnTo>
                <a:lnTo>
                  <a:pt x="827021" y="46442"/>
                </a:lnTo>
                <a:lnTo>
                  <a:pt x="827278" y="46442"/>
                </a:lnTo>
                <a:cubicBezTo>
                  <a:pt x="832853" y="37136"/>
                  <a:pt x="841001" y="32484"/>
                  <a:pt x="851721" y="32484"/>
                </a:cubicBezTo>
                <a:cubicBezTo>
                  <a:pt x="860812" y="32484"/>
                  <a:pt x="867942" y="35668"/>
                  <a:pt x="873109" y="42036"/>
                </a:cubicBezTo>
                <a:cubicBezTo>
                  <a:pt x="878276" y="48404"/>
                  <a:pt x="880860" y="56948"/>
                  <a:pt x="880860" y="67669"/>
                </a:cubicBezTo>
                <a:cubicBezTo>
                  <a:pt x="880860" y="79504"/>
                  <a:pt x="877933" y="89014"/>
                  <a:pt x="872080" y="96196"/>
                </a:cubicBezTo>
                <a:cubicBezTo>
                  <a:pt x="866226" y="103379"/>
                  <a:pt x="858347" y="106971"/>
                  <a:pt x="848441" y="106971"/>
                </a:cubicBezTo>
                <a:cubicBezTo>
                  <a:pt x="839307" y="106971"/>
                  <a:pt x="832253" y="103068"/>
                  <a:pt x="827278" y="95264"/>
                </a:cubicBezTo>
                <a:lnTo>
                  <a:pt x="827021" y="95264"/>
                </a:lnTo>
                <a:moveTo>
                  <a:pt x="826957" y="75967"/>
                </a:moveTo>
                <a:cubicBezTo>
                  <a:pt x="826957" y="81756"/>
                  <a:pt x="828822" y="86634"/>
                  <a:pt x="832553" y="90600"/>
                </a:cubicBezTo>
                <a:cubicBezTo>
                  <a:pt x="836284" y="94567"/>
                  <a:pt x="840958" y="96550"/>
                  <a:pt x="846575" y="96550"/>
                </a:cubicBezTo>
                <a:cubicBezTo>
                  <a:pt x="853265" y="96550"/>
                  <a:pt x="858497" y="93977"/>
                  <a:pt x="862270" y="88831"/>
                </a:cubicBezTo>
                <a:cubicBezTo>
                  <a:pt x="866044" y="83685"/>
                  <a:pt x="867931" y="76567"/>
                  <a:pt x="867931" y="67476"/>
                </a:cubicBezTo>
                <a:cubicBezTo>
                  <a:pt x="867931" y="59800"/>
                  <a:pt x="866173" y="53785"/>
                  <a:pt x="862656" y="49433"/>
                </a:cubicBezTo>
                <a:cubicBezTo>
                  <a:pt x="859140" y="45080"/>
                  <a:pt x="854337" y="42904"/>
                  <a:pt x="848248" y="42904"/>
                </a:cubicBezTo>
                <a:cubicBezTo>
                  <a:pt x="842030" y="42904"/>
                  <a:pt x="836927" y="45112"/>
                  <a:pt x="832939" y="49529"/>
                </a:cubicBezTo>
                <a:cubicBezTo>
                  <a:pt x="828951" y="53946"/>
                  <a:pt x="826957" y="59607"/>
                  <a:pt x="826957" y="66511"/>
                </a:cubicBezTo>
                <a:lnTo>
                  <a:pt x="826957" y="75967"/>
                </a:lnTo>
                <a:close/>
                <a:moveTo>
                  <a:pt x="898568" y="105298"/>
                </a:moveTo>
                <a:lnTo>
                  <a:pt x="898568" y="0"/>
                </a:lnTo>
                <a:lnTo>
                  <a:pt x="911176" y="0"/>
                </a:lnTo>
                <a:lnTo>
                  <a:pt x="911176" y="105298"/>
                </a:lnTo>
                <a:lnTo>
                  <a:pt x="898568" y="105298"/>
                </a:lnTo>
                <a:close/>
                <a:moveTo>
                  <a:pt x="935122" y="39109"/>
                </a:moveTo>
                <a:cubicBezTo>
                  <a:pt x="942198" y="34692"/>
                  <a:pt x="950367" y="32484"/>
                  <a:pt x="959629" y="32484"/>
                </a:cubicBezTo>
                <a:cubicBezTo>
                  <a:pt x="976782" y="32484"/>
                  <a:pt x="985359" y="41489"/>
                  <a:pt x="985359" y="59500"/>
                </a:cubicBezTo>
                <a:lnTo>
                  <a:pt x="985359" y="105298"/>
                </a:lnTo>
                <a:lnTo>
                  <a:pt x="972880" y="105298"/>
                </a:lnTo>
                <a:lnTo>
                  <a:pt x="972880" y="94299"/>
                </a:lnTo>
                <a:lnTo>
                  <a:pt x="972558" y="94299"/>
                </a:lnTo>
                <a:cubicBezTo>
                  <a:pt x="967627" y="102747"/>
                  <a:pt x="960358" y="106971"/>
                  <a:pt x="950753" y="106971"/>
                </a:cubicBezTo>
                <a:cubicBezTo>
                  <a:pt x="943849" y="106971"/>
                  <a:pt x="938360" y="105105"/>
                  <a:pt x="934286" y="101374"/>
                </a:cubicBezTo>
                <a:cubicBezTo>
                  <a:pt x="930212" y="97644"/>
                  <a:pt x="928175" y="92605"/>
                  <a:pt x="928175" y="86258"/>
                </a:cubicBezTo>
                <a:cubicBezTo>
                  <a:pt x="928175" y="72965"/>
                  <a:pt x="936044" y="65224"/>
                  <a:pt x="951782" y="63037"/>
                </a:cubicBezTo>
                <a:lnTo>
                  <a:pt x="972880" y="60079"/>
                </a:lnTo>
                <a:cubicBezTo>
                  <a:pt x="972880" y="48457"/>
                  <a:pt x="968077" y="42647"/>
                  <a:pt x="958472" y="42647"/>
                </a:cubicBezTo>
                <a:cubicBezTo>
                  <a:pt x="949938" y="42647"/>
                  <a:pt x="942155" y="45520"/>
                  <a:pt x="935122" y="51266"/>
                </a:cubicBezTo>
                <a:lnTo>
                  <a:pt x="935122" y="39109"/>
                </a:lnTo>
                <a:moveTo>
                  <a:pt x="956220" y="71850"/>
                </a:moveTo>
                <a:cubicBezTo>
                  <a:pt x="950388" y="72622"/>
                  <a:pt x="946368" y="74080"/>
                  <a:pt x="944159" y="76224"/>
                </a:cubicBezTo>
                <a:cubicBezTo>
                  <a:pt x="941951" y="78368"/>
                  <a:pt x="940847" y="81370"/>
                  <a:pt x="940847" y="85229"/>
                </a:cubicBezTo>
                <a:cubicBezTo>
                  <a:pt x="940847" y="88617"/>
                  <a:pt x="942047" y="91383"/>
                  <a:pt x="944449" y="93527"/>
                </a:cubicBezTo>
                <a:cubicBezTo>
                  <a:pt x="946850" y="95671"/>
                  <a:pt x="950024" y="96743"/>
                  <a:pt x="953969" y="96743"/>
                </a:cubicBezTo>
                <a:cubicBezTo>
                  <a:pt x="959458" y="96743"/>
                  <a:pt x="963982" y="94813"/>
                  <a:pt x="967541" y="90954"/>
                </a:cubicBezTo>
                <a:cubicBezTo>
                  <a:pt x="971100" y="87095"/>
                  <a:pt x="972880" y="82249"/>
                  <a:pt x="972880" y="76417"/>
                </a:cubicBezTo>
                <a:lnTo>
                  <a:pt x="972880" y="69598"/>
                </a:lnTo>
                <a:lnTo>
                  <a:pt x="956220" y="71850"/>
                </a:lnTo>
                <a:close/>
                <a:moveTo>
                  <a:pt x="1055746" y="102082"/>
                </a:moveTo>
                <a:cubicBezTo>
                  <a:pt x="1050300" y="105341"/>
                  <a:pt x="1043739" y="106971"/>
                  <a:pt x="1036063" y="106971"/>
                </a:cubicBezTo>
                <a:cubicBezTo>
                  <a:pt x="1025771" y="106971"/>
                  <a:pt x="1017495" y="103669"/>
                  <a:pt x="1011234" y="97065"/>
                </a:cubicBezTo>
                <a:cubicBezTo>
                  <a:pt x="1004973" y="90461"/>
                  <a:pt x="1001842" y="81906"/>
                  <a:pt x="1001842" y="71400"/>
                </a:cubicBezTo>
                <a:cubicBezTo>
                  <a:pt x="1001842" y="59735"/>
                  <a:pt x="1005219" y="50333"/>
                  <a:pt x="1011973" y="43193"/>
                </a:cubicBezTo>
                <a:cubicBezTo>
                  <a:pt x="1018727" y="36054"/>
                  <a:pt x="1027765" y="32484"/>
                  <a:pt x="1039086" y="32484"/>
                </a:cubicBezTo>
                <a:cubicBezTo>
                  <a:pt x="1045604" y="32484"/>
                  <a:pt x="1051179" y="33641"/>
                  <a:pt x="1055810" y="35957"/>
                </a:cubicBezTo>
                <a:lnTo>
                  <a:pt x="1055810" y="48436"/>
                </a:lnTo>
                <a:cubicBezTo>
                  <a:pt x="1050793" y="44748"/>
                  <a:pt x="1045218" y="42904"/>
                  <a:pt x="1039086" y="42904"/>
                </a:cubicBezTo>
                <a:cubicBezTo>
                  <a:pt x="1031882" y="42904"/>
                  <a:pt x="1026017" y="45402"/>
                  <a:pt x="1021493" y="50398"/>
                </a:cubicBezTo>
                <a:cubicBezTo>
                  <a:pt x="1016969" y="55394"/>
                  <a:pt x="1014707" y="62051"/>
                  <a:pt x="1014707" y="70370"/>
                </a:cubicBezTo>
                <a:cubicBezTo>
                  <a:pt x="1014707" y="78561"/>
                  <a:pt x="1016841" y="84972"/>
                  <a:pt x="1021107" y="89603"/>
                </a:cubicBezTo>
                <a:cubicBezTo>
                  <a:pt x="1025374" y="94234"/>
                  <a:pt x="1031131" y="96550"/>
                  <a:pt x="1038378" y="96550"/>
                </a:cubicBezTo>
                <a:cubicBezTo>
                  <a:pt x="1044511" y="96550"/>
                  <a:pt x="1050300" y="94535"/>
                  <a:pt x="1055746" y="90504"/>
                </a:cubicBezTo>
                <a:lnTo>
                  <a:pt x="1055746" y="102082"/>
                </a:lnTo>
                <a:close/>
                <a:moveTo>
                  <a:pt x="1130465" y="72943"/>
                </a:moveTo>
                <a:lnTo>
                  <a:pt x="1080679" y="72943"/>
                </a:lnTo>
                <a:cubicBezTo>
                  <a:pt x="1080893" y="80534"/>
                  <a:pt x="1082973" y="86398"/>
                  <a:pt x="1086918" y="90536"/>
                </a:cubicBezTo>
                <a:cubicBezTo>
                  <a:pt x="1090863" y="94674"/>
                  <a:pt x="1096374" y="96743"/>
                  <a:pt x="1103449" y="96743"/>
                </a:cubicBezTo>
                <a:cubicBezTo>
                  <a:pt x="1111425" y="96743"/>
                  <a:pt x="1118737" y="94192"/>
                  <a:pt x="1125384" y="89089"/>
                </a:cubicBezTo>
                <a:lnTo>
                  <a:pt x="1125384" y="100345"/>
                </a:lnTo>
                <a:cubicBezTo>
                  <a:pt x="1119123" y="104762"/>
                  <a:pt x="1110825" y="106971"/>
                  <a:pt x="1100490" y="106971"/>
                </a:cubicBezTo>
                <a:cubicBezTo>
                  <a:pt x="1090199" y="106971"/>
                  <a:pt x="1082169" y="103712"/>
                  <a:pt x="1076401" y="97193"/>
                </a:cubicBezTo>
                <a:cubicBezTo>
                  <a:pt x="1070633" y="90675"/>
                  <a:pt x="1067750" y="81627"/>
                  <a:pt x="1067750" y="70049"/>
                </a:cubicBezTo>
                <a:cubicBezTo>
                  <a:pt x="1067750" y="59157"/>
                  <a:pt x="1070912" y="50173"/>
                  <a:pt x="1077237" y="43097"/>
                </a:cubicBezTo>
                <a:cubicBezTo>
                  <a:pt x="1083562" y="36021"/>
                  <a:pt x="1091421" y="32484"/>
                  <a:pt x="1100812" y="32484"/>
                </a:cubicBezTo>
                <a:cubicBezTo>
                  <a:pt x="1110118" y="32484"/>
                  <a:pt x="1117386" y="35475"/>
                  <a:pt x="1122618" y="41457"/>
                </a:cubicBezTo>
                <a:cubicBezTo>
                  <a:pt x="1127849" y="47439"/>
                  <a:pt x="1130465" y="55812"/>
                  <a:pt x="1130465" y="66575"/>
                </a:cubicBezTo>
                <a:lnTo>
                  <a:pt x="1130465" y="72943"/>
                </a:lnTo>
                <a:moveTo>
                  <a:pt x="1117858" y="62844"/>
                </a:moveTo>
                <a:cubicBezTo>
                  <a:pt x="1117815" y="56412"/>
                  <a:pt x="1116293" y="51438"/>
                  <a:pt x="1113291" y="47921"/>
                </a:cubicBezTo>
                <a:cubicBezTo>
                  <a:pt x="1110289" y="44405"/>
                  <a:pt x="1106065" y="42647"/>
                  <a:pt x="1100619" y="42647"/>
                </a:cubicBezTo>
                <a:cubicBezTo>
                  <a:pt x="1095602" y="42647"/>
                  <a:pt x="1091260" y="44512"/>
                  <a:pt x="1087593" y="48243"/>
                </a:cubicBezTo>
                <a:cubicBezTo>
                  <a:pt x="1083927" y="51974"/>
                  <a:pt x="1081622" y="56841"/>
                  <a:pt x="1080679" y="62844"/>
                </a:cubicBezTo>
                <a:lnTo>
                  <a:pt x="1117858" y="62844"/>
                </a:lnTo>
                <a:close/>
                <a:moveTo>
                  <a:pt x="1167769" y="127940"/>
                </a:moveTo>
                <a:cubicBezTo>
                  <a:pt x="1153317" y="111473"/>
                  <a:pt x="1146091" y="91254"/>
                  <a:pt x="1146091" y="67283"/>
                </a:cubicBezTo>
                <a:cubicBezTo>
                  <a:pt x="1146091" y="43311"/>
                  <a:pt x="1153317" y="22771"/>
                  <a:pt x="1167769" y="5660"/>
                </a:cubicBezTo>
                <a:lnTo>
                  <a:pt x="1178897" y="5660"/>
                </a:lnTo>
                <a:cubicBezTo>
                  <a:pt x="1164402" y="23457"/>
                  <a:pt x="1157155" y="43955"/>
                  <a:pt x="1157155" y="67154"/>
                </a:cubicBezTo>
                <a:cubicBezTo>
                  <a:pt x="1157155" y="90311"/>
                  <a:pt x="1164359" y="110573"/>
                  <a:pt x="1178768" y="127940"/>
                </a:cubicBezTo>
                <a:lnTo>
                  <a:pt x="1167769" y="127940"/>
                </a:lnTo>
                <a:close/>
                <a:moveTo>
                  <a:pt x="1206594" y="5532"/>
                </a:moveTo>
                <a:lnTo>
                  <a:pt x="1204471" y="36536"/>
                </a:lnTo>
                <a:lnTo>
                  <a:pt x="1195852" y="36536"/>
                </a:lnTo>
                <a:lnTo>
                  <a:pt x="1193793" y="5532"/>
                </a:lnTo>
                <a:lnTo>
                  <a:pt x="1206594" y="5532"/>
                </a:lnTo>
                <a:moveTo>
                  <a:pt x="1223961" y="5532"/>
                </a:moveTo>
                <a:lnTo>
                  <a:pt x="1221903" y="36536"/>
                </a:lnTo>
                <a:lnTo>
                  <a:pt x="1213219" y="36536"/>
                </a:lnTo>
                <a:lnTo>
                  <a:pt x="1211096" y="5532"/>
                </a:lnTo>
                <a:lnTo>
                  <a:pt x="1223961" y="5532"/>
                </a:lnTo>
                <a:close/>
                <a:moveTo>
                  <a:pt x="1301654" y="5532"/>
                </a:moveTo>
                <a:lnTo>
                  <a:pt x="1299531" y="36536"/>
                </a:lnTo>
                <a:lnTo>
                  <a:pt x="1290912" y="36536"/>
                </a:lnTo>
                <a:lnTo>
                  <a:pt x="1288854" y="5532"/>
                </a:lnTo>
                <a:lnTo>
                  <a:pt x="1301654" y="5532"/>
                </a:lnTo>
                <a:moveTo>
                  <a:pt x="1319022" y="5532"/>
                </a:moveTo>
                <a:lnTo>
                  <a:pt x="1316963" y="36536"/>
                </a:lnTo>
                <a:lnTo>
                  <a:pt x="1308279" y="36536"/>
                </a:lnTo>
                <a:lnTo>
                  <a:pt x="1306157" y="5532"/>
                </a:lnTo>
                <a:lnTo>
                  <a:pt x="1319022" y="5532"/>
                </a:lnTo>
                <a:close/>
                <a:moveTo>
                  <a:pt x="1354738" y="89282"/>
                </a:moveTo>
                <a:lnTo>
                  <a:pt x="1343739" y="123566"/>
                </a:lnTo>
                <a:lnTo>
                  <a:pt x="1334605" y="123566"/>
                </a:lnTo>
                <a:lnTo>
                  <a:pt x="1342581" y="89282"/>
                </a:lnTo>
                <a:lnTo>
                  <a:pt x="1354738" y="89282"/>
                </a:lnTo>
                <a:close/>
                <a:moveTo>
                  <a:pt x="1427844" y="5532"/>
                </a:moveTo>
                <a:lnTo>
                  <a:pt x="1425721" y="36536"/>
                </a:lnTo>
                <a:lnTo>
                  <a:pt x="1417102" y="36536"/>
                </a:lnTo>
                <a:lnTo>
                  <a:pt x="1415043" y="5532"/>
                </a:lnTo>
                <a:lnTo>
                  <a:pt x="1427844" y="5532"/>
                </a:lnTo>
                <a:moveTo>
                  <a:pt x="1445211" y="5532"/>
                </a:moveTo>
                <a:lnTo>
                  <a:pt x="1443153" y="36536"/>
                </a:lnTo>
                <a:lnTo>
                  <a:pt x="1434469" y="36536"/>
                </a:lnTo>
                <a:lnTo>
                  <a:pt x="1432347" y="5532"/>
                </a:lnTo>
                <a:lnTo>
                  <a:pt x="1445211" y="5532"/>
                </a:lnTo>
                <a:close/>
                <a:moveTo>
                  <a:pt x="1484530" y="5532"/>
                </a:moveTo>
                <a:lnTo>
                  <a:pt x="1482407" y="36536"/>
                </a:lnTo>
                <a:lnTo>
                  <a:pt x="1473788" y="36536"/>
                </a:lnTo>
                <a:lnTo>
                  <a:pt x="1471729" y="5532"/>
                </a:lnTo>
                <a:lnTo>
                  <a:pt x="1484530" y="5532"/>
                </a:lnTo>
                <a:moveTo>
                  <a:pt x="1501897" y="5532"/>
                </a:moveTo>
                <a:lnTo>
                  <a:pt x="1499839" y="36536"/>
                </a:lnTo>
                <a:lnTo>
                  <a:pt x="1491155" y="36536"/>
                </a:lnTo>
                <a:lnTo>
                  <a:pt x="1489032" y="5532"/>
                </a:lnTo>
                <a:lnTo>
                  <a:pt x="1501897" y="5532"/>
                </a:lnTo>
                <a:close/>
                <a:moveTo>
                  <a:pt x="1516386" y="127940"/>
                </a:moveTo>
                <a:cubicBezTo>
                  <a:pt x="1530838" y="110616"/>
                  <a:pt x="1538064" y="90354"/>
                  <a:pt x="1538064" y="67154"/>
                </a:cubicBezTo>
                <a:cubicBezTo>
                  <a:pt x="1538064" y="43912"/>
                  <a:pt x="1530795" y="23414"/>
                  <a:pt x="1516258" y="5660"/>
                </a:cubicBezTo>
                <a:lnTo>
                  <a:pt x="1527450" y="5660"/>
                </a:lnTo>
                <a:cubicBezTo>
                  <a:pt x="1541944" y="22642"/>
                  <a:pt x="1549192" y="43183"/>
                  <a:pt x="1549192" y="67283"/>
                </a:cubicBezTo>
                <a:cubicBezTo>
                  <a:pt x="1549192" y="91383"/>
                  <a:pt x="1541944" y="111602"/>
                  <a:pt x="1527450" y="127940"/>
                </a:cubicBezTo>
                <a:lnTo>
                  <a:pt x="1516386" y="127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8B4B3-77EB-43A2-B61B-43A45D9C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6" y="4093494"/>
            <a:ext cx="2464509" cy="1025491"/>
          </a:xfrm>
          <a:custGeom xmlns:a="http://schemas.openxmlformats.org/drawingml/2006/main">
            <a:pathLst>
              <a:path w="2464509" h="1025491">
                <a:moveTo>
                  <a:pt x="0" y="1025491"/>
                </a:moveTo>
                <a:lnTo>
                  <a:pt x="2464509" y="1025491"/>
                </a:lnTo>
                <a:lnTo>
                  <a:pt x="2464509" y="0"/>
                </a:lnTo>
                <a:lnTo>
                  <a:pt x="0" y="0"/>
                </a:lnTo>
                <a:lnTo>
                  <a:pt x="0" y="1025491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1defclosest_num(N):">
            <a:extLst xmlns:a="http://schemas.openxmlformats.org/drawingml/2006/main">
              <a:ext uri="{FF2B5EF4-FFF2-40B4-BE49-F238E27FC236}">
                <a16:creationId xmlns:a16="http://schemas.microsoft.com/office/drawing/2014/main" id="{4C7C76F0-4E05-4B72-8108-600EF667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28" y="4146979"/>
            <a:ext cx="1297415" cy="115097"/>
          </a:xfrm>
          <a:custGeom xmlns:a="http://schemas.openxmlformats.org/drawingml/2006/main">
            <a:pathLst>
              <a:path w="1297415" h="115097">
                <a:moveTo>
                  <a:pt x="51288" y="94971"/>
                </a:moveTo>
                <a:lnTo>
                  <a:pt x="515" y="94971"/>
                </a:lnTo>
                <a:lnTo>
                  <a:pt x="515" y="85308"/>
                </a:lnTo>
                <a:lnTo>
                  <a:pt x="20355" y="85308"/>
                </a:lnTo>
                <a:lnTo>
                  <a:pt x="20355" y="18068"/>
                </a:lnTo>
                <a:lnTo>
                  <a:pt x="0" y="23957"/>
                </a:lnTo>
                <a:lnTo>
                  <a:pt x="0" y="13665"/>
                </a:lnTo>
                <a:lnTo>
                  <a:pt x="31504" y="4517"/>
                </a:lnTo>
                <a:lnTo>
                  <a:pt x="31504" y="85308"/>
                </a:lnTo>
                <a:lnTo>
                  <a:pt x="51288" y="85308"/>
                </a:lnTo>
                <a:lnTo>
                  <a:pt x="51288" y="94971"/>
                </a:lnTo>
                <a:close/>
                <a:moveTo>
                  <a:pt x="263185" y="94971"/>
                </a:moveTo>
                <a:lnTo>
                  <a:pt x="251978" y="94971"/>
                </a:lnTo>
                <a:lnTo>
                  <a:pt x="251978" y="84450"/>
                </a:lnTo>
                <a:lnTo>
                  <a:pt x="251749" y="84450"/>
                </a:lnTo>
                <a:cubicBezTo>
                  <a:pt x="247137" y="92455"/>
                  <a:pt x="239971" y="96457"/>
                  <a:pt x="230251" y="96457"/>
                </a:cubicBezTo>
                <a:cubicBezTo>
                  <a:pt x="222246" y="96457"/>
                  <a:pt x="215880" y="93608"/>
                  <a:pt x="211154" y="87909"/>
                </a:cubicBezTo>
                <a:cubicBezTo>
                  <a:pt x="206427" y="82211"/>
                  <a:pt x="204064" y="74520"/>
                  <a:pt x="204064" y="64838"/>
                </a:cubicBezTo>
                <a:cubicBezTo>
                  <a:pt x="204064" y="54394"/>
                  <a:pt x="206732" y="46018"/>
                  <a:pt x="212069" y="39709"/>
                </a:cubicBezTo>
                <a:cubicBezTo>
                  <a:pt x="217405" y="33401"/>
                  <a:pt x="224381" y="30247"/>
                  <a:pt x="232995" y="30247"/>
                </a:cubicBezTo>
                <a:cubicBezTo>
                  <a:pt x="241610" y="30247"/>
                  <a:pt x="247861" y="33601"/>
                  <a:pt x="251749" y="40310"/>
                </a:cubicBezTo>
                <a:lnTo>
                  <a:pt x="251978" y="40310"/>
                </a:lnTo>
                <a:lnTo>
                  <a:pt x="251978" y="1372"/>
                </a:lnTo>
                <a:lnTo>
                  <a:pt x="263185" y="1372"/>
                </a:lnTo>
                <a:lnTo>
                  <a:pt x="263185" y="94971"/>
                </a:lnTo>
                <a:moveTo>
                  <a:pt x="252035" y="57348"/>
                </a:moveTo>
                <a:cubicBezTo>
                  <a:pt x="252035" y="52279"/>
                  <a:pt x="250368" y="48038"/>
                  <a:pt x="247032" y="44626"/>
                </a:cubicBezTo>
                <a:cubicBezTo>
                  <a:pt x="243697" y="41215"/>
                  <a:pt x="239590" y="39509"/>
                  <a:pt x="234711" y="39509"/>
                </a:cubicBezTo>
                <a:cubicBezTo>
                  <a:pt x="228764" y="39509"/>
                  <a:pt x="224076" y="41730"/>
                  <a:pt x="220645" y="46170"/>
                </a:cubicBezTo>
                <a:cubicBezTo>
                  <a:pt x="217215" y="50611"/>
                  <a:pt x="215499" y="56662"/>
                  <a:pt x="215499" y="64324"/>
                </a:cubicBezTo>
                <a:cubicBezTo>
                  <a:pt x="215499" y="71376"/>
                  <a:pt x="217148" y="76950"/>
                  <a:pt x="220445" y="81048"/>
                </a:cubicBezTo>
                <a:cubicBezTo>
                  <a:pt x="223742" y="85146"/>
                  <a:pt x="228135" y="87195"/>
                  <a:pt x="233624" y="87195"/>
                </a:cubicBezTo>
                <a:cubicBezTo>
                  <a:pt x="239037" y="87195"/>
                  <a:pt x="243459" y="85184"/>
                  <a:pt x="246889" y="81162"/>
                </a:cubicBezTo>
                <a:cubicBezTo>
                  <a:pt x="250320" y="77141"/>
                  <a:pt x="252035" y="72138"/>
                  <a:pt x="252035" y="66154"/>
                </a:cubicBezTo>
                <a:lnTo>
                  <a:pt x="252035" y="57348"/>
                </a:lnTo>
                <a:close/>
                <a:moveTo>
                  <a:pt x="334824" y="66211"/>
                </a:moveTo>
                <a:lnTo>
                  <a:pt x="290569" y="66211"/>
                </a:lnTo>
                <a:cubicBezTo>
                  <a:pt x="290760" y="72958"/>
                  <a:pt x="292609" y="78170"/>
                  <a:pt x="296116" y="81849"/>
                </a:cubicBezTo>
                <a:cubicBezTo>
                  <a:pt x="299622" y="85527"/>
                  <a:pt x="304521" y="87366"/>
                  <a:pt x="310810" y="87366"/>
                </a:cubicBezTo>
                <a:cubicBezTo>
                  <a:pt x="317900" y="87366"/>
                  <a:pt x="324399" y="85098"/>
                  <a:pt x="330307" y="80562"/>
                </a:cubicBezTo>
                <a:lnTo>
                  <a:pt x="330307" y="90568"/>
                </a:lnTo>
                <a:cubicBezTo>
                  <a:pt x="324742" y="94494"/>
                  <a:pt x="317366" y="96457"/>
                  <a:pt x="308180" y="96457"/>
                </a:cubicBezTo>
                <a:cubicBezTo>
                  <a:pt x="299032" y="96457"/>
                  <a:pt x="291894" y="93560"/>
                  <a:pt x="286767" y="87766"/>
                </a:cubicBezTo>
                <a:cubicBezTo>
                  <a:pt x="281640" y="81972"/>
                  <a:pt x="279077" y="73930"/>
                  <a:pt x="279077" y="63638"/>
                </a:cubicBezTo>
                <a:cubicBezTo>
                  <a:pt x="279077" y="53956"/>
                  <a:pt x="281888" y="45970"/>
                  <a:pt x="287511" y="39681"/>
                </a:cubicBezTo>
                <a:cubicBezTo>
                  <a:pt x="293133" y="33391"/>
                  <a:pt x="300118" y="30247"/>
                  <a:pt x="308466" y="30247"/>
                </a:cubicBezTo>
                <a:cubicBezTo>
                  <a:pt x="316737" y="30247"/>
                  <a:pt x="323198" y="32905"/>
                  <a:pt x="327849" y="38223"/>
                </a:cubicBezTo>
                <a:cubicBezTo>
                  <a:pt x="332499" y="43540"/>
                  <a:pt x="334824" y="50983"/>
                  <a:pt x="334824" y="60550"/>
                </a:cubicBezTo>
                <a:lnTo>
                  <a:pt x="334824" y="66211"/>
                </a:lnTo>
                <a:moveTo>
                  <a:pt x="323618" y="57234"/>
                </a:moveTo>
                <a:cubicBezTo>
                  <a:pt x="323580" y="51516"/>
                  <a:pt x="322226" y="47095"/>
                  <a:pt x="319558" y="43969"/>
                </a:cubicBezTo>
                <a:cubicBezTo>
                  <a:pt x="316890" y="40843"/>
                  <a:pt x="313135" y="39280"/>
                  <a:pt x="308294" y="39280"/>
                </a:cubicBezTo>
                <a:cubicBezTo>
                  <a:pt x="303834" y="39280"/>
                  <a:pt x="299975" y="40939"/>
                  <a:pt x="296716" y="44255"/>
                </a:cubicBezTo>
                <a:cubicBezTo>
                  <a:pt x="293457" y="47571"/>
                  <a:pt x="291408" y="51897"/>
                  <a:pt x="290569" y="57234"/>
                </a:cubicBezTo>
                <a:lnTo>
                  <a:pt x="323618" y="57234"/>
                </a:lnTo>
                <a:close/>
                <a:moveTo>
                  <a:pt x="381607" y="10921"/>
                </a:moveTo>
                <a:cubicBezTo>
                  <a:pt x="379510" y="9815"/>
                  <a:pt x="377242" y="9263"/>
                  <a:pt x="374803" y="9263"/>
                </a:cubicBezTo>
                <a:cubicBezTo>
                  <a:pt x="367789" y="9263"/>
                  <a:pt x="364282" y="13608"/>
                  <a:pt x="364282" y="22299"/>
                </a:cubicBezTo>
                <a:lnTo>
                  <a:pt x="364282" y="31733"/>
                </a:lnTo>
                <a:lnTo>
                  <a:pt x="379091" y="31733"/>
                </a:lnTo>
                <a:lnTo>
                  <a:pt x="379091" y="40996"/>
                </a:lnTo>
                <a:lnTo>
                  <a:pt x="364282" y="40996"/>
                </a:lnTo>
                <a:lnTo>
                  <a:pt x="364282" y="94971"/>
                </a:lnTo>
                <a:lnTo>
                  <a:pt x="353190" y="94971"/>
                </a:lnTo>
                <a:lnTo>
                  <a:pt x="353190" y="40996"/>
                </a:lnTo>
                <a:lnTo>
                  <a:pt x="342383" y="40996"/>
                </a:lnTo>
                <a:lnTo>
                  <a:pt x="342383" y="31733"/>
                </a:lnTo>
                <a:lnTo>
                  <a:pt x="353190" y="31733"/>
                </a:lnTo>
                <a:lnTo>
                  <a:pt x="353190" y="21784"/>
                </a:lnTo>
                <a:cubicBezTo>
                  <a:pt x="353190" y="14999"/>
                  <a:pt x="355143" y="9672"/>
                  <a:pt x="359050" y="5803"/>
                </a:cubicBezTo>
                <a:cubicBezTo>
                  <a:pt x="362958" y="1934"/>
                  <a:pt x="367922" y="0"/>
                  <a:pt x="373945" y="0"/>
                </a:cubicBezTo>
                <a:cubicBezTo>
                  <a:pt x="377147" y="0"/>
                  <a:pt x="379701" y="362"/>
                  <a:pt x="381607" y="1086"/>
                </a:cubicBezTo>
                <a:lnTo>
                  <a:pt x="381607" y="10921"/>
                </a:lnTo>
                <a:close/>
                <a:moveTo>
                  <a:pt x="467837" y="92112"/>
                </a:moveTo>
                <a:cubicBezTo>
                  <a:pt x="462996" y="95009"/>
                  <a:pt x="457164" y="96457"/>
                  <a:pt x="450341" y="96457"/>
                </a:cubicBezTo>
                <a:cubicBezTo>
                  <a:pt x="441192" y="96457"/>
                  <a:pt x="433836" y="93522"/>
                  <a:pt x="428270" y="87652"/>
                </a:cubicBezTo>
                <a:cubicBezTo>
                  <a:pt x="422705" y="81782"/>
                  <a:pt x="419922" y="74177"/>
                  <a:pt x="419922" y="64838"/>
                </a:cubicBezTo>
                <a:cubicBezTo>
                  <a:pt x="419922" y="54470"/>
                  <a:pt x="422924" y="46113"/>
                  <a:pt x="428928" y="39766"/>
                </a:cubicBezTo>
                <a:cubicBezTo>
                  <a:pt x="434931" y="33420"/>
                  <a:pt x="442965" y="30247"/>
                  <a:pt x="453028" y="30247"/>
                </a:cubicBezTo>
                <a:cubicBezTo>
                  <a:pt x="458822" y="30247"/>
                  <a:pt x="463777" y="31276"/>
                  <a:pt x="467894" y="33334"/>
                </a:cubicBezTo>
                <a:lnTo>
                  <a:pt x="467894" y="44426"/>
                </a:lnTo>
                <a:cubicBezTo>
                  <a:pt x="463434" y="41148"/>
                  <a:pt x="458479" y="39509"/>
                  <a:pt x="453028" y="39509"/>
                </a:cubicBezTo>
                <a:cubicBezTo>
                  <a:pt x="446624" y="39509"/>
                  <a:pt x="441411" y="41730"/>
                  <a:pt x="437390" y="46170"/>
                </a:cubicBezTo>
                <a:cubicBezTo>
                  <a:pt x="433369" y="50611"/>
                  <a:pt x="431358" y="56529"/>
                  <a:pt x="431358" y="63924"/>
                </a:cubicBezTo>
                <a:cubicBezTo>
                  <a:pt x="431358" y="71204"/>
                  <a:pt x="433254" y="76903"/>
                  <a:pt x="437047" y="81020"/>
                </a:cubicBezTo>
                <a:cubicBezTo>
                  <a:pt x="440840" y="85136"/>
                  <a:pt x="445957" y="87195"/>
                  <a:pt x="452399" y="87195"/>
                </a:cubicBezTo>
                <a:cubicBezTo>
                  <a:pt x="457850" y="87195"/>
                  <a:pt x="462996" y="85403"/>
                  <a:pt x="467837" y="81820"/>
                </a:cubicBezTo>
                <a:lnTo>
                  <a:pt x="467837" y="92112"/>
                </a:lnTo>
                <a:close/>
                <a:moveTo>
                  <a:pt x="482599" y="94971"/>
                </a:moveTo>
                <a:lnTo>
                  <a:pt x="482599" y="1372"/>
                </a:lnTo>
                <a:lnTo>
                  <a:pt x="493805" y="1372"/>
                </a:lnTo>
                <a:lnTo>
                  <a:pt x="493805" y="94971"/>
                </a:lnTo>
                <a:lnTo>
                  <a:pt x="482599" y="94971"/>
                </a:lnTo>
                <a:close/>
                <a:moveTo>
                  <a:pt x="509526" y="64038"/>
                </a:moveTo>
                <a:cubicBezTo>
                  <a:pt x="509526" y="53594"/>
                  <a:pt x="512442" y="45351"/>
                  <a:pt x="518274" y="39309"/>
                </a:cubicBezTo>
                <a:cubicBezTo>
                  <a:pt x="524106" y="33267"/>
                  <a:pt x="532016" y="30247"/>
                  <a:pt x="542002" y="30247"/>
                </a:cubicBezTo>
                <a:cubicBezTo>
                  <a:pt x="551494" y="30247"/>
                  <a:pt x="558936" y="33153"/>
                  <a:pt x="564330" y="38966"/>
                </a:cubicBezTo>
                <a:cubicBezTo>
                  <a:pt x="569724" y="44779"/>
                  <a:pt x="572420" y="52812"/>
                  <a:pt x="572420" y="63066"/>
                </a:cubicBezTo>
                <a:cubicBezTo>
                  <a:pt x="572420" y="73053"/>
                  <a:pt x="569543" y="81115"/>
                  <a:pt x="563787" y="87252"/>
                </a:cubicBezTo>
                <a:cubicBezTo>
                  <a:pt x="558031" y="93389"/>
                  <a:pt x="550312" y="96457"/>
                  <a:pt x="540630" y="96457"/>
                </a:cubicBezTo>
                <a:cubicBezTo>
                  <a:pt x="531177" y="96457"/>
                  <a:pt x="523630" y="93484"/>
                  <a:pt x="517988" y="87538"/>
                </a:cubicBezTo>
                <a:cubicBezTo>
                  <a:pt x="512347" y="81591"/>
                  <a:pt x="509526" y="73758"/>
                  <a:pt x="509526" y="64038"/>
                </a:cubicBezTo>
                <a:moveTo>
                  <a:pt x="520961" y="63695"/>
                </a:moveTo>
                <a:cubicBezTo>
                  <a:pt x="520961" y="70975"/>
                  <a:pt x="522801" y="76712"/>
                  <a:pt x="526479" y="80905"/>
                </a:cubicBezTo>
                <a:cubicBezTo>
                  <a:pt x="530157" y="85098"/>
                  <a:pt x="535103" y="87195"/>
                  <a:pt x="541316" y="87195"/>
                </a:cubicBezTo>
                <a:cubicBezTo>
                  <a:pt x="547720" y="87195"/>
                  <a:pt x="552599" y="85146"/>
                  <a:pt x="555954" y="81048"/>
                </a:cubicBezTo>
                <a:cubicBezTo>
                  <a:pt x="559308" y="76950"/>
                  <a:pt x="560985" y="71071"/>
                  <a:pt x="560985" y="63409"/>
                </a:cubicBezTo>
                <a:cubicBezTo>
                  <a:pt x="560985" y="55709"/>
                  <a:pt x="559308" y="49801"/>
                  <a:pt x="555954" y="45684"/>
                </a:cubicBezTo>
                <a:cubicBezTo>
                  <a:pt x="552599" y="41568"/>
                  <a:pt x="547720" y="39509"/>
                  <a:pt x="541316" y="39509"/>
                </a:cubicBezTo>
                <a:cubicBezTo>
                  <a:pt x="535027" y="39509"/>
                  <a:pt x="530062" y="41663"/>
                  <a:pt x="526422" y="45970"/>
                </a:cubicBezTo>
                <a:cubicBezTo>
                  <a:pt x="522781" y="50277"/>
                  <a:pt x="520961" y="56186"/>
                  <a:pt x="520961" y="63695"/>
                </a:cubicBezTo>
                <a:close/>
                <a:moveTo>
                  <a:pt x="585225" y="81305"/>
                </a:moveTo>
                <a:cubicBezTo>
                  <a:pt x="590867" y="85384"/>
                  <a:pt x="596946" y="87423"/>
                  <a:pt x="603464" y="87423"/>
                </a:cubicBezTo>
                <a:cubicBezTo>
                  <a:pt x="612193" y="87423"/>
                  <a:pt x="616558" y="84564"/>
                  <a:pt x="616558" y="78847"/>
                </a:cubicBezTo>
                <a:cubicBezTo>
                  <a:pt x="616558" y="76407"/>
                  <a:pt x="615605" y="74397"/>
                  <a:pt x="613699" y="72815"/>
                </a:cubicBezTo>
                <a:cubicBezTo>
                  <a:pt x="611793" y="71233"/>
                  <a:pt x="607924" y="69355"/>
                  <a:pt x="602092" y="67183"/>
                </a:cubicBezTo>
                <a:cubicBezTo>
                  <a:pt x="595079" y="64362"/>
                  <a:pt x="590523" y="61570"/>
                  <a:pt x="588427" y="58806"/>
                </a:cubicBezTo>
                <a:cubicBezTo>
                  <a:pt x="586330" y="56043"/>
                  <a:pt x="585282" y="52698"/>
                  <a:pt x="585282" y="48772"/>
                </a:cubicBezTo>
                <a:cubicBezTo>
                  <a:pt x="585282" y="43168"/>
                  <a:pt x="587655" y="38680"/>
                  <a:pt x="592401" y="35307"/>
                </a:cubicBezTo>
                <a:cubicBezTo>
                  <a:pt x="597146" y="31933"/>
                  <a:pt x="602988" y="30247"/>
                  <a:pt x="609925" y="30247"/>
                </a:cubicBezTo>
                <a:cubicBezTo>
                  <a:pt x="615300" y="30247"/>
                  <a:pt x="620293" y="31180"/>
                  <a:pt x="624906" y="33048"/>
                </a:cubicBezTo>
                <a:lnTo>
                  <a:pt x="624906" y="43855"/>
                </a:lnTo>
                <a:cubicBezTo>
                  <a:pt x="620179" y="40805"/>
                  <a:pt x="614824" y="39280"/>
                  <a:pt x="608839" y="39280"/>
                </a:cubicBezTo>
                <a:cubicBezTo>
                  <a:pt x="605256" y="39280"/>
                  <a:pt x="602340" y="40062"/>
                  <a:pt x="600091" y="41625"/>
                </a:cubicBezTo>
                <a:cubicBezTo>
                  <a:pt x="597842" y="43188"/>
                  <a:pt x="596718" y="45246"/>
                  <a:pt x="596718" y="47800"/>
                </a:cubicBezTo>
                <a:cubicBezTo>
                  <a:pt x="596718" y="50316"/>
                  <a:pt x="597528" y="52279"/>
                  <a:pt x="599148" y="53689"/>
                </a:cubicBezTo>
                <a:cubicBezTo>
                  <a:pt x="600768" y="55099"/>
                  <a:pt x="604360" y="56910"/>
                  <a:pt x="609925" y="59121"/>
                </a:cubicBezTo>
                <a:cubicBezTo>
                  <a:pt x="616977" y="61751"/>
                  <a:pt x="621742" y="64476"/>
                  <a:pt x="624220" y="67297"/>
                </a:cubicBezTo>
                <a:cubicBezTo>
                  <a:pt x="626697" y="70118"/>
                  <a:pt x="627936" y="73606"/>
                  <a:pt x="627936" y="77760"/>
                </a:cubicBezTo>
                <a:cubicBezTo>
                  <a:pt x="627936" y="83554"/>
                  <a:pt x="625563" y="88119"/>
                  <a:pt x="620818" y="91454"/>
                </a:cubicBezTo>
                <a:cubicBezTo>
                  <a:pt x="616072" y="94790"/>
                  <a:pt x="609925" y="96457"/>
                  <a:pt x="602378" y="96457"/>
                </a:cubicBezTo>
                <a:cubicBezTo>
                  <a:pt x="595822" y="96457"/>
                  <a:pt x="590104" y="95218"/>
                  <a:pt x="585225" y="92741"/>
                </a:cubicBezTo>
                <a:lnTo>
                  <a:pt x="585225" y="81305"/>
                </a:lnTo>
                <a:close/>
                <a:moveTo>
                  <a:pt x="695158" y="66211"/>
                </a:moveTo>
                <a:lnTo>
                  <a:pt x="650904" y="66211"/>
                </a:lnTo>
                <a:cubicBezTo>
                  <a:pt x="651094" y="72958"/>
                  <a:pt x="652943" y="78170"/>
                  <a:pt x="656450" y="81849"/>
                </a:cubicBezTo>
                <a:cubicBezTo>
                  <a:pt x="659957" y="85527"/>
                  <a:pt x="664855" y="87366"/>
                  <a:pt x="671144" y="87366"/>
                </a:cubicBezTo>
                <a:cubicBezTo>
                  <a:pt x="678234" y="87366"/>
                  <a:pt x="684733" y="85098"/>
                  <a:pt x="690641" y="80562"/>
                </a:cubicBezTo>
                <a:lnTo>
                  <a:pt x="690641" y="90568"/>
                </a:lnTo>
                <a:cubicBezTo>
                  <a:pt x="685076" y="94494"/>
                  <a:pt x="677700" y="96457"/>
                  <a:pt x="668514" y="96457"/>
                </a:cubicBezTo>
                <a:cubicBezTo>
                  <a:pt x="659366" y="96457"/>
                  <a:pt x="652228" y="93560"/>
                  <a:pt x="647101" y="87766"/>
                </a:cubicBezTo>
                <a:cubicBezTo>
                  <a:pt x="641975" y="81972"/>
                  <a:pt x="639411" y="73930"/>
                  <a:pt x="639411" y="63638"/>
                </a:cubicBezTo>
                <a:cubicBezTo>
                  <a:pt x="639411" y="53956"/>
                  <a:pt x="642222" y="45970"/>
                  <a:pt x="647845" y="39681"/>
                </a:cubicBezTo>
                <a:cubicBezTo>
                  <a:pt x="653467" y="33391"/>
                  <a:pt x="660452" y="30247"/>
                  <a:pt x="668800" y="30247"/>
                </a:cubicBezTo>
                <a:cubicBezTo>
                  <a:pt x="677072" y="30247"/>
                  <a:pt x="683533" y="32905"/>
                  <a:pt x="688183" y="38223"/>
                </a:cubicBezTo>
                <a:cubicBezTo>
                  <a:pt x="692833" y="43540"/>
                  <a:pt x="695158" y="50983"/>
                  <a:pt x="695158" y="60550"/>
                </a:cubicBezTo>
                <a:lnTo>
                  <a:pt x="695158" y="66211"/>
                </a:lnTo>
                <a:moveTo>
                  <a:pt x="683952" y="57234"/>
                </a:moveTo>
                <a:cubicBezTo>
                  <a:pt x="683914" y="51516"/>
                  <a:pt x="682561" y="47095"/>
                  <a:pt x="679892" y="43969"/>
                </a:cubicBezTo>
                <a:cubicBezTo>
                  <a:pt x="677224" y="40843"/>
                  <a:pt x="673469" y="39280"/>
                  <a:pt x="668628" y="39280"/>
                </a:cubicBezTo>
                <a:cubicBezTo>
                  <a:pt x="664169" y="39280"/>
                  <a:pt x="660309" y="40939"/>
                  <a:pt x="657050" y="44255"/>
                </a:cubicBezTo>
                <a:cubicBezTo>
                  <a:pt x="653791" y="47571"/>
                  <a:pt x="651742" y="51897"/>
                  <a:pt x="650904" y="57234"/>
                </a:cubicBezTo>
                <a:lnTo>
                  <a:pt x="683952" y="57234"/>
                </a:lnTo>
                <a:close/>
                <a:moveTo>
                  <a:pt x="705977" y="81305"/>
                </a:moveTo>
                <a:cubicBezTo>
                  <a:pt x="711618" y="85384"/>
                  <a:pt x="717698" y="87423"/>
                  <a:pt x="724216" y="87423"/>
                </a:cubicBezTo>
                <a:cubicBezTo>
                  <a:pt x="732945" y="87423"/>
                  <a:pt x="737309" y="84564"/>
                  <a:pt x="737309" y="78847"/>
                </a:cubicBezTo>
                <a:cubicBezTo>
                  <a:pt x="737309" y="76407"/>
                  <a:pt x="736356" y="74397"/>
                  <a:pt x="734451" y="72815"/>
                </a:cubicBezTo>
                <a:cubicBezTo>
                  <a:pt x="732545" y="71233"/>
                  <a:pt x="728676" y="69355"/>
                  <a:pt x="722844" y="67183"/>
                </a:cubicBezTo>
                <a:cubicBezTo>
                  <a:pt x="715830" y="64362"/>
                  <a:pt x="711275" y="61570"/>
                  <a:pt x="709178" y="58806"/>
                </a:cubicBezTo>
                <a:cubicBezTo>
                  <a:pt x="707082" y="56043"/>
                  <a:pt x="706034" y="52698"/>
                  <a:pt x="706034" y="48772"/>
                </a:cubicBezTo>
                <a:cubicBezTo>
                  <a:pt x="706034" y="43168"/>
                  <a:pt x="708407" y="38680"/>
                  <a:pt x="713152" y="35307"/>
                </a:cubicBezTo>
                <a:cubicBezTo>
                  <a:pt x="717898" y="31933"/>
                  <a:pt x="723739" y="30247"/>
                  <a:pt x="730677" y="30247"/>
                </a:cubicBezTo>
                <a:cubicBezTo>
                  <a:pt x="736052" y="30247"/>
                  <a:pt x="741045" y="31180"/>
                  <a:pt x="745657" y="33048"/>
                </a:cubicBezTo>
                <a:lnTo>
                  <a:pt x="745657" y="43855"/>
                </a:lnTo>
                <a:cubicBezTo>
                  <a:pt x="740931" y="40805"/>
                  <a:pt x="735575" y="39280"/>
                  <a:pt x="729591" y="39280"/>
                </a:cubicBezTo>
                <a:cubicBezTo>
                  <a:pt x="726007" y="39280"/>
                  <a:pt x="723091" y="40062"/>
                  <a:pt x="720843" y="41625"/>
                </a:cubicBezTo>
                <a:cubicBezTo>
                  <a:pt x="718594" y="43188"/>
                  <a:pt x="717469" y="45246"/>
                  <a:pt x="717469" y="47800"/>
                </a:cubicBezTo>
                <a:cubicBezTo>
                  <a:pt x="717469" y="50316"/>
                  <a:pt x="718279" y="52279"/>
                  <a:pt x="719899" y="53689"/>
                </a:cubicBezTo>
                <a:cubicBezTo>
                  <a:pt x="721519" y="55099"/>
                  <a:pt x="725112" y="56910"/>
                  <a:pt x="730677" y="59121"/>
                </a:cubicBezTo>
                <a:cubicBezTo>
                  <a:pt x="737729" y="61751"/>
                  <a:pt x="742493" y="64476"/>
                  <a:pt x="744971" y="67297"/>
                </a:cubicBezTo>
                <a:cubicBezTo>
                  <a:pt x="747449" y="70118"/>
                  <a:pt x="748688" y="73606"/>
                  <a:pt x="748688" y="77760"/>
                </a:cubicBezTo>
                <a:cubicBezTo>
                  <a:pt x="748688" y="83554"/>
                  <a:pt x="746315" y="88119"/>
                  <a:pt x="741569" y="91454"/>
                </a:cubicBezTo>
                <a:cubicBezTo>
                  <a:pt x="736823" y="94790"/>
                  <a:pt x="730677" y="96457"/>
                  <a:pt x="723130" y="96457"/>
                </a:cubicBezTo>
                <a:cubicBezTo>
                  <a:pt x="716573" y="96457"/>
                  <a:pt x="710856" y="95218"/>
                  <a:pt x="705977" y="92741"/>
                </a:cubicBezTo>
                <a:lnTo>
                  <a:pt x="705977" y="81305"/>
                </a:lnTo>
                <a:close/>
                <a:moveTo>
                  <a:pt x="794755" y="94342"/>
                </a:moveTo>
                <a:cubicBezTo>
                  <a:pt x="792315" y="95676"/>
                  <a:pt x="789018" y="96343"/>
                  <a:pt x="784863" y="96343"/>
                </a:cubicBezTo>
                <a:cubicBezTo>
                  <a:pt x="773542" y="96343"/>
                  <a:pt x="767881" y="90072"/>
                  <a:pt x="767881" y="77532"/>
                </a:cubicBezTo>
                <a:lnTo>
                  <a:pt x="767881" y="40996"/>
                </a:lnTo>
                <a:lnTo>
                  <a:pt x="757018" y="40996"/>
                </a:lnTo>
                <a:lnTo>
                  <a:pt x="757018" y="31733"/>
                </a:lnTo>
                <a:lnTo>
                  <a:pt x="767881" y="31733"/>
                </a:lnTo>
                <a:lnTo>
                  <a:pt x="767881" y="16524"/>
                </a:lnTo>
                <a:lnTo>
                  <a:pt x="779031" y="12979"/>
                </a:lnTo>
                <a:lnTo>
                  <a:pt x="779031" y="31733"/>
                </a:lnTo>
                <a:lnTo>
                  <a:pt x="794755" y="31733"/>
                </a:lnTo>
                <a:lnTo>
                  <a:pt x="794755" y="40996"/>
                </a:lnTo>
                <a:lnTo>
                  <a:pt x="779031" y="40996"/>
                </a:lnTo>
                <a:lnTo>
                  <a:pt x="779031" y="75531"/>
                </a:lnTo>
                <a:cubicBezTo>
                  <a:pt x="779031" y="79685"/>
                  <a:pt x="779736" y="82659"/>
                  <a:pt x="781146" y="84450"/>
                </a:cubicBezTo>
                <a:cubicBezTo>
                  <a:pt x="782557" y="86242"/>
                  <a:pt x="784901" y="87137"/>
                  <a:pt x="788179" y="87137"/>
                </a:cubicBezTo>
                <a:cubicBezTo>
                  <a:pt x="790695" y="87137"/>
                  <a:pt x="792887" y="86432"/>
                  <a:pt x="794755" y="85022"/>
                </a:cubicBezTo>
                <a:lnTo>
                  <a:pt x="794755" y="94342"/>
                </a:lnTo>
                <a:close/>
                <a:moveTo>
                  <a:pt x="850741" y="113324"/>
                </a:moveTo>
                <a:lnTo>
                  <a:pt x="798253" y="113324"/>
                </a:lnTo>
                <a:lnTo>
                  <a:pt x="798253" y="105949"/>
                </a:lnTo>
                <a:lnTo>
                  <a:pt x="850741" y="105949"/>
                </a:lnTo>
                <a:lnTo>
                  <a:pt x="850741" y="113324"/>
                </a:lnTo>
                <a:close/>
                <a:moveTo>
                  <a:pt x="914835" y="94971"/>
                </a:moveTo>
                <a:lnTo>
                  <a:pt x="903685" y="94971"/>
                </a:lnTo>
                <a:lnTo>
                  <a:pt x="903685" y="59006"/>
                </a:lnTo>
                <a:cubicBezTo>
                  <a:pt x="903685" y="46008"/>
                  <a:pt x="898940" y="39509"/>
                  <a:pt x="889448" y="39509"/>
                </a:cubicBezTo>
                <a:cubicBezTo>
                  <a:pt x="884531" y="39509"/>
                  <a:pt x="880490" y="41339"/>
                  <a:pt x="877327" y="44998"/>
                </a:cubicBezTo>
                <a:cubicBezTo>
                  <a:pt x="874163" y="48657"/>
                  <a:pt x="872581" y="53289"/>
                  <a:pt x="872581" y="58892"/>
                </a:cubicBezTo>
                <a:lnTo>
                  <a:pt x="872581" y="94971"/>
                </a:lnTo>
                <a:lnTo>
                  <a:pt x="861374" y="94971"/>
                </a:lnTo>
                <a:lnTo>
                  <a:pt x="861374" y="31733"/>
                </a:lnTo>
                <a:lnTo>
                  <a:pt x="872581" y="31733"/>
                </a:lnTo>
                <a:lnTo>
                  <a:pt x="872581" y="42196"/>
                </a:lnTo>
                <a:lnTo>
                  <a:pt x="872810" y="42196"/>
                </a:lnTo>
                <a:cubicBezTo>
                  <a:pt x="877574" y="34230"/>
                  <a:pt x="884493" y="30247"/>
                  <a:pt x="893565" y="30247"/>
                </a:cubicBezTo>
                <a:cubicBezTo>
                  <a:pt x="900502" y="30247"/>
                  <a:pt x="905782" y="32467"/>
                  <a:pt x="909403" y="36908"/>
                </a:cubicBezTo>
                <a:cubicBezTo>
                  <a:pt x="913024" y="41348"/>
                  <a:pt x="914835" y="47819"/>
                  <a:pt x="914835" y="56319"/>
                </a:cubicBezTo>
                <a:lnTo>
                  <a:pt x="914835" y="94971"/>
                </a:lnTo>
                <a:close/>
                <a:moveTo>
                  <a:pt x="984960" y="94971"/>
                </a:moveTo>
                <a:lnTo>
                  <a:pt x="973696" y="94971"/>
                </a:lnTo>
                <a:lnTo>
                  <a:pt x="973696" y="85022"/>
                </a:lnTo>
                <a:lnTo>
                  <a:pt x="973467" y="85022"/>
                </a:lnTo>
                <a:cubicBezTo>
                  <a:pt x="969236" y="92645"/>
                  <a:pt x="962737" y="96457"/>
                  <a:pt x="953970" y="96457"/>
                </a:cubicBezTo>
                <a:cubicBezTo>
                  <a:pt x="938990" y="96457"/>
                  <a:pt x="931499" y="87500"/>
                  <a:pt x="931499" y="69584"/>
                </a:cubicBezTo>
                <a:lnTo>
                  <a:pt x="931499" y="31733"/>
                </a:lnTo>
                <a:lnTo>
                  <a:pt x="942592" y="31733"/>
                </a:lnTo>
                <a:lnTo>
                  <a:pt x="942592" y="67926"/>
                </a:lnTo>
                <a:cubicBezTo>
                  <a:pt x="942592" y="80772"/>
                  <a:pt x="947509" y="87195"/>
                  <a:pt x="957343" y="87195"/>
                </a:cubicBezTo>
                <a:cubicBezTo>
                  <a:pt x="962222" y="87195"/>
                  <a:pt x="966168" y="85394"/>
                  <a:pt x="969179" y="81791"/>
                </a:cubicBezTo>
                <a:cubicBezTo>
                  <a:pt x="972190" y="78189"/>
                  <a:pt x="973696" y="73644"/>
                  <a:pt x="973696" y="68155"/>
                </a:cubicBezTo>
                <a:lnTo>
                  <a:pt x="973696" y="31733"/>
                </a:lnTo>
                <a:lnTo>
                  <a:pt x="984960" y="31733"/>
                </a:lnTo>
                <a:lnTo>
                  <a:pt x="984960" y="94971"/>
                </a:lnTo>
                <a:close/>
                <a:moveTo>
                  <a:pt x="1095166" y="94971"/>
                </a:moveTo>
                <a:lnTo>
                  <a:pt x="1083959" y="94971"/>
                </a:lnTo>
                <a:lnTo>
                  <a:pt x="1083959" y="58663"/>
                </a:lnTo>
                <a:cubicBezTo>
                  <a:pt x="1083959" y="51802"/>
                  <a:pt x="1082892" y="46894"/>
                  <a:pt x="1080757" y="43940"/>
                </a:cubicBezTo>
                <a:cubicBezTo>
                  <a:pt x="1078623" y="40986"/>
                  <a:pt x="1075116" y="39509"/>
                  <a:pt x="1070237" y="39509"/>
                </a:cubicBezTo>
                <a:cubicBezTo>
                  <a:pt x="1066120" y="39509"/>
                  <a:pt x="1062594" y="41434"/>
                  <a:pt x="1059659" y="45284"/>
                </a:cubicBezTo>
                <a:cubicBezTo>
                  <a:pt x="1056724" y="49134"/>
                  <a:pt x="1055256" y="53689"/>
                  <a:pt x="1055256" y="58949"/>
                </a:cubicBezTo>
                <a:lnTo>
                  <a:pt x="1055256" y="94971"/>
                </a:lnTo>
                <a:lnTo>
                  <a:pt x="1044050" y="94971"/>
                </a:lnTo>
                <a:lnTo>
                  <a:pt x="1044050" y="57520"/>
                </a:lnTo>
                <a:cubicBezTo>
                  <a:pt x="1044050" y="45513"/>
                  <a:pt x="1039418" y="39509"/>
                  <a:pt x="1030156" y="39509"/>
                </a:cubicBezTo>
                <a:cubicBezTo>
                  <a:pt x="1025887" y="39509"/>
                  <a:pt x="1022351" y="41339"/>
                  <a:pt x="1019550" y="44998"/>
                </a:cubicBezTo>
                <a:cubicBezTo>
                  <a:pt x="1016748" y="48657"/>
                  <a:pt x="1015347" y="53327"/>
                  <a:pt x="1015347" y="59006"/>
                </a:cubicBezTo>
                <a:lnTo>
                  <a:pt x="1015347" y="94971"/>
                </a:lnTo>
                <a:lnTo>
                  <a:pt x="1004140" y="94971"/>
                </a:lnTo>
                <a:lnTo>
                  <a:pt x="1004140" y="31733"/>
                </a:lnTo>
                <a:lnTo>
                  <a:pt x="1015347" y="31733"/>
                </a:lnTo>
                <a:lnTo>
                  <a:pt x="1015347" y="41739"/>
                </a:lnTo>
                <a:lnTo>
                  <a:pt x="1015576" y="41739"/>
                </a:lnTo>
                <a:cubicBezTo>
                  <a:pt x="1020074" y="34077"/>
                  <a:pt x="1026649" y="30247"/>
                  <a:pt x="1035302" y="30247"/>
                </a:cubicBezTo>
                <a:cubicBezTo>
                  <a:pt x="1039533" y="30247"/>
                  <a:pt x="1043268" y="31409"/>
                  <a:pt x="1046508" y="33734"/>
                </a:cubicBezTo>
                <a:cubicBezTo>
                  <a:pt x="1049748" y="36059"/>
                  <a:pt x="1051997" y="39204"/>
                  <a:pt x="1053255" y="43168"/>
                </a:cubicBezTo>
                <a:cubicBezTo>
                  <a:pt x="1057944" y="34554"/>
                  <a:pt x="1064957" y="30247"/>
                  <a:pt x="1074296" y="30247"/>
                </a:cubicBezTo>
                <a:cubicBezTo>
                  <a:pt x="1088209" y="30247"/>
                  <a:pt x="1095166" y="38823"/>
                  <a:pt x="1095166" y="55976"/>
                </a:cubicBezTo>
                <a:lnTo>
                  <a:pt x="1095166" y="94971"/>
                </a:lnTo>
                <a:close/>
                <a:moveTo>
                  <a:pt x="1131942" y="115097"/>
                </a:moveTo>
                <a:cubicBezTo>
                  <a:pt x="1119096" y="100460"/>
                  <a:pt x="1112673" y="82487"/>
                  <a:pt x="1112673" y="61179"/>
                </a:cubicBezTo>
                <a:cubicBezTo>
                  <a:pt x="1112673" y="39871"/>
                  <a:pt x="1119096" y="21613"/>
                  <a:pt x="1131942" y="6404"/>
                </a:cubicBezTo>
                <a:lnTo>
                  <a:pt x="1141834" y="6404"/>
                </a:lnTo>
                <a:cubicBezTo>
                  <a:pt x="1128950" y="22223"/>
                  <a:pt x="1122508" y="40443"/>
                  <a:pt x="1122508" y="61065"/>
                </a:cubicBezTo>
                <a:cubicBezTo>
                  <a:pt x="1122508" y="81648"/>
                  <a:pt x="1128912" y="99659"/>
                  <a:pt x="1141719" y="115097"/>
                </a:cubicBezTo>
                <a:lnTo>
                  <a:pt x="1131942" y="115097"/>
                </a:lnTo>
                <a:close/>
                <a:moveTo>
                  <a:pt x="1226051" y="94971"/>
                </a:moveTo>
                <a:lnTo>
                  <a:pt x="1212500" y="94971"/>
                </a:lnTo>
                <a:lnTo>
                  <a:pt x="1167959" y="26073"/>
                </a:lnTo>
                <a:cubicBezTo>
                  <a:pt x="1166701" y="24129"/>
                  <a:pt x="1165691" y="22204"/>
                  <a:pt x="1164929" y="20298"/>
                </a:cubicBezTo>
                <a:lnTo>
                  <a:pt x="1164586" y="20298"/>
                </a:lnTo>
                <a:cubicBezTo>
                  <a:pt x="1164891" y="22280"/>
                  <a:pt x="1165043" y="26416"/>
                  <a:pt x="1165043" y="32705"/>
                </a:cubicBezTo>
                <a:lnTo>
                  <a:pt x="1165043" y="94971"/>
                </a:lnTo>
                <a:lnTo>
                  <a:pt x="1153722" y="94971"/>
                </a:lnTo>
                <a:lnTo>
                  <a:pt x="1153722" y="6404"/>
                </a:lnTo>
                <a:lnTo>
                  <a:pt x="1168074" y="6404"/>
                </a:lnTo>
                <a:lnTo>
                  <a:pt x="1211414" y="74101"/>
                </a:lnTo>
                <a:cubicBezTo>
                  <a:pt x="1213472" y="77303"/>
                  <a:pt x="1214692" y="79342"/>
                  <a:pt x="1215073" y="80219"/>
                </a:cubicBezTo>
                <a:lnTo>
                  <a:pt x="1215302" y="80219"/>
                </a:lnTo>
                <a:cubicBezTo>
                  <a:pt x="1214920" y="77703"/>
                  <a:pt x="1214730" y="73396"/>
                  <a:pt x="1214730" y="67297"/>
                </a:cubicBezTo>
                <a:lnTo>
                  <a:pt x="1214730" y="6404"/>
                </a:lnTo>
                <a:lnTo>
                  <a:pt x="1226051" y="6404"/>
                </a:lnTo>
                <a:lnTo>
                  <a:pt x="1226051" y="94971"/>
                </a:lnTo>
                <a:close/>
                <a:moveTo>
                  <a:pt x="1238870" y="115097"/>
                </a:moveTo>
                <a:cubicBezTo>
                  <a:pt x="1251716" y="99697"/>
                  <a:pt x="1258139" y="81687"/>
                  <a:pt x="1258139" y="61065"/>
                </a:cubicBezTo>
                <a:cubicBezTo>
                  <a:pt x="1258139" y="40405"/>
                  <a:pt x="1251678" y="22185"/>
                  <a:pt x="1238756" y="6404"/>
                </a:cubicBezTo>
                <a:lnTo>
                  <a:pt x="1248705" y="6404"/>
                </a:lnTo>
                <a:cubicBezTo>
                  <a:pt x="1261588" y="21498"/>
                  <a:pt x="1268030" y="39757"/>
                  <a:pt x="1268030" y="61179"/>
                </a:cubicBezTo>
                <a:cubicBezTo>
                  <a:pt x="1268030" y="82601"/>
                  <a:pt x="1261588" y="100574"/>
                  <a:pt x="1248705" y="115097"/>
                </a:cubicBezTo>
                <a:lnTo>
                  <a:pt x="1238870" y="115097"/>
                </a:lnTo>
                <a:close/>
                <a:moveTo>
                  <a:pt x="1282606" y="37622"/>
                </a:moveTo>
                <a:cubicBezTo>
                  <a:pt x="1282606" y="35564"/>
                  <a:pt x="1283330" y="33849"/>
                  <a:pt x="1284779" y="32476"/>
                </a:cubicBezTo>
                <a:cubicBezTo>
                  <a:pt x="1286227" y="31104"/>
                  <a:pt x="1287961" y="30418"/>
                  <a:pt x="1289982" y="30418"/>
                </a:cubicBezTo>
                <a:cubicBezTo>
                  <a:pt x="1292040" y="30418"/>
                  <a:pt x="1293793" y="31114"/>
                  <a:pt x="1295242" y="32505"/>
                </a:cubicBezTo>
                <a:cubicBezTo>
                  <a:pt x="1296690" y="33896"/>
                  <a:pt x="1297415" y="35602"/>
                  <a:pt x="1297415" y="37622"/>
                </a:cubicBezTo>
                <a:cubicBezTo>
                  <a:pt x="1297415" y="39643"/>
                  <a:pt x="1296709" y="41358"/>
                  <a:pt x="1295299" y="42768"/>
                </a:cubicBezTo>
                <a:cubicBezTo>
                  <a:pt x="1293889" y="44179"/>
                  <a:pt x="1292097" y="44884"/>
                  <a:pt x="1289924" y="44884"/>
                </a:cubicBezTo>
                <a:cubicBezTo>
                  <a:pt x="1287866" y="44884"/>
                  <a:pt x="1286132" y="44179"/>
                  <a:pt x="1284721" y="42768"/>
                </a:cubicBezTo>
                <a:cubicBezTo>
                  <a:pt x="1283311" y="41358"/>
                  <a:pt x="1282606" y="39643"/>
                  <a:pt x="1282606" y="37622"/>
                </a:cubicBezTo>
                <a:moveTo>
                  <a:pt x="1282606" y="89081"/>
                </a:moveTo>
                <a:cubicBezTo>
                  <a:pt x="1282606" y="87023"/>
                  <a:pt x="1283311" y="85289"/>
                  <a:pt x="1284721" y="83878"/>
                </a:cubicBezTo>
                <a:cubicBezTo>
                  <a:pt x="1286132" y="82468"/>
                  <a:pt x="1287885" y="81763"/>
                  <a:pt x="1289982" y="81763"/>
                </a:cubicBezTo>
                <a:cubicBezTo>
                  <a:pt x="1292116" y="81763"/>
                  <a:pt x="1293889" y="82478"/>
                  <a:pt x="1295299" y="83907"/>
                </a:cubicBezTo>
                <a:cubicBezTo>
                  <a:pt x="1296709" y="85336"/>
                  <a:pt x="1297415" y="87061"/>
                  <a:pt x="1297415" y="89081"/>
                </a:cubicBezTo>
                <a:cubicBezTo>
                  <a:pt x="1297415" y="91064"/>
                  <a:pt x="1296709" y="92769"/>
                  <a:pt x="1295299" y="94199"/>
                </a:cubicBezTo>
                <a:cubicBezTo>
                  <a:pt x="1293889" y="95628"/>
                  <a:pt x="1292097" y="96343"/>
                  <a:pt x="1289924" y="96343"/>
                </a:cubicBezTo>
                <a:cubicBezTo>
                  <a:pt x="1287828" y="96343"/>
                  <a:pt x="1286084" y="95628"/>
                  <a:pt x="1284693" y="94199"/>
                </a:cubicBezTo>
                <a:cubicBezTo>
                  <a:pt x="1283301" y="92769"/>
                  <a:pt x="1282606" y="91064"/>
                  <a:pt x="1282606" y="890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2">
            <a:extLst xmlns:a="http://schemas.openxmlformats.org/drawingml/2006/main">
              <a:ext uri="{FF2B5EF4-FFF2-40B4-BE49-F238E27FC236}">
                <a16:creationId xmlns:a16="http://schemas.microsoft.com/office/drawing/2014/main" id="{DA33A830-E284-4E35-B159-44F97F8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97" y="4285388"/>
            <a:ext cx="54661" cy="90053"/>
          </a:xfrm>
          <a:custGeom xmlns:a="http://schemas.openxmlformats.org/drawingml/2006/main">
            <a:pathLst>
              <a:path w="54661" h="90053">
                <a:moveTo>
                  <a:pt x="53861" y="90053"/>
                </a:moveTo>
                <a:lnTo>
                  <a:pt x="0" y="90053"/>
                </a:lnTo>
                <a:lnTo>
                  <a:pt x="0" y="80333"/>
                </a:lnTo>
                <a:lnTo>
                  <a:pt x="25730" y="54661"/>
                </a:lnTo>
                <a:cubicBezTo>
                  <a:pt x="32819" y="47571"/>
                  <a:pt x="37565" y="41958"/>
                  <a:pt x="39967" y="37822"/>
                </a:cubicBezTo>
                <a:cubicBezTo>
                  <a:pt x="42368" y="33687"/>
                  <a:pt x="43569" y="29408"/>
                  <a:pt x="43569" y="24986"/>
                </a:cubicBezTo>
                <a:cubicBezTo>
                  <a:pt x="43569" y="19955"/>
                  <a:pt x="42158" y="16095"/>
                  <a:pt x="39338" y="13408"/>
                </a:cubicBezTo>
                <a:cubicBezTo>
                  <a:pt x="36517" y="10721"/>
                  <a:pt x="32438" y="9377"/>
                  <a:pt x="27102" y="9377"/>
                </a:cubicBezTo>
                <a:cubicBezTo>
                  <a:pt x="19211" y="9377"/>
                  <a:pt x="11683" y="12731"/>
                  <a:pt x="4517" y="19440"/>
                </a:cubicBezTo>
                <a:lnTo>
                  <a:pt x="4517" y="8062"/>
                </a:lnTo>
                <a:cubicBezTo>
                  <a:pt x="11493" y="2687"/>
                  <a:pt x="19612" y="0"/>
                  <a:pt x="28874" y="0"/>
                </a:cubicBezTo>
                <a:cubicBezTo>
                  <a:pt x="36841" y="0"/>
                  <a:pt x="43130" y="2154"/>
                  <a:pt x="47743" y="6461"/>
                </a:cubicBezTo>
                <a:cubicBezTo>
                  <a:pt x="52355" y="10768"/>
                  <a:pt x="54661" y="16562"/>
                  <a:pt x="54661" y="23843"/>
                </a:cubicBezTo>
                <a:cubicBezTo>
                  <a:pt x="54661" y="29332"/>
                  <a:pt x="53184" y="34716"/>
                  <a:pt x="50230" y="39995"/>
                </a:cubicBezTo>
                <a:cubicBezTo>
                  <a:pt x="47276" y="45274"/>
                  <a:pt x="41682" y="51993"/>
                  <a:pt x="33448" y="60150"/>
                </a:cubicBezTo>
                <a:lnTo>
                  <a:pt x="13265" y="79876"/>
                </a:lnTo>
                <a:lnTo>
                  <a:pt x="13265" y="80105"/>
                </a:lnTo>
                <a:lnTo>
                  <a:pt x="53861" y="80105"/>
                </a:lnTo>
                <a:lnTo>
                  <a:pt x="53861" y="90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D09EF7BB-CB76-47CE-AFE5-1371150F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619" y="4286760"/>
            <a:ext cx="129277" cy="27559"/>
          </a:xfrm>
          <a:custGeom xmlns:a="http://schemas.openxmlformats.org/drawingml/2006/main">
            <a:pathLst>
              <a:path w="129277" h="27559">
                <a:moveTo>
                  <a:pt x="11378" y="0"/>
                </a:moveTo>
                <a:lnTo>
                  <a:pt x="9491" y="27559"/>
                </a:lnTo>
                <a:lnTo>
                  <a:pt x="1830" y="27559"/>
                </a:lnTo>
                <a:lnTo>
                  <a:pt x="0" y="0"/>
                </a:lnTo>
                <a:lnTo>
                  <a:pt x="11378" y="0"/>
                </a:lnTo>
                <a:moveTo>
                  <a:pt x="26816" y="0"/>
                </a:moveTo>
                <a:lnTo>
                  <a:pt x="24986" y="27559"/>
                </a:lnTo>
                <a:lnTo>
                  <a:pt x="17267" y="27559"/>
                </a:lnTo>
                <a:lnTo>
                  <a:pt x="15381" y="0"/>
                </a:lnTo>
                <a:lnTo>
                  <a:pt x="26816" y="0"/>
                </a:lnTo>
                <a:close/>
                <a:moveTo>
                  <a:pt x="62609" y="0"/>
                </a:moveTo>
                <a:lnTo>
                  <a:pt x="60722" y="27559"/>
                </a:lnTo>
                <a:lnTo>
                  <a:pt x="53060" y="27559"/>
                </a:lnTo>
                <a:lnTo>
                  <a:pt x="51230" y="0"/>
                </a:lnTo>
                <a:lnTo>
                  <a:pt x="62609" y="0"/>
                </a:lnTo>
                <a:moveTo>
                  <a:pt x="78046" y="0"/>
                </a:moveTo>
                <a:lnTo>
                  <a:pt x="76217" y="27559"/>
                </a:lnTo>
                <a:lnTo>
                  <a:pt x="68498" y="27559"/>
                </a:lnTo>
                <a:lnTo>
                  <a:pt x="66611" y="0"/>
                </a:lnTo>
                <a:lnTo>
                  <a:pt x="78046" y="0"/>
                </a:lnTo>
                <a:close/>
                <a:moveTo>
                  <a:pt x="113839" y="0"/>
                </a:moveTo>
                <a:lnTo>
                  <a:pt x="111952" y="27559"/>
                </a:lnTo>
                <a:lnTo>
                  <a:pt x="104290" y="27559"/>
                </a:lnTo>
                <a:lnTo>
                  <a:pt x="102461" y="0"/>
                </a:lnTo>
                <a:lnTo>
                  <a:pt x="113839" y="0"/>
                </a:lnTo>
                <a:moveTo>
                  <a:pt x="129277" y="0"/>
                </a:moveTo>
                <a:lnTo>
                  <a:pt x="127447" y="27559"/>
                </a:lnTo>
                <a:lnTo>
                  <a:pt x="119728" y="27559"/>
                </a:lnTo>
                <a:lnTo>
                  <a:pt x="117841" y="0"/>
                </a:lnTo>
                <a:lnTo>
                  <a:pt x="12927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3">
            <a:extLst xmlns:a="http://schemas.openxmlformats.org/drawingml/2006/main">
              <a:ext uri="{FF2B5EF4-FFF2-40B4-BE49-F238E27FC236}">
                <a16:creationId xmlns:a16="http://schemas.microsoft.com/office/drawing/2014/main" id="{D209D0B9-7F32-4F8E-AF7E-7A902351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2" y="4432931"/>
            <a:ext cx="51802" cy="91540"/>
          </a:xfrm>
          <a:custGeom xmlns:a="http://schemas.openxmlformats.org/drawingml/2006/main">
            <a:pathLst>
              <a:path w="51802" h="91540">
                <a:moveTo>
                  <a:pt x="0" y="75245"/>
                </a:moveTo>
                <a:cubicBezTo>
                  <a:pt x="6061" y="79933"/>
                  <a:pt x="12903" y="82277"/>
                  <a:pt x="20526" y="82277"/>
                </a:cubicBezTo>
                <a:cubicBezTo>
                  <a:pt x="26625" y="82277"/>
                  <a:pt x="31457" y="80781"/>
                  <a:pt x="35021" y="77789"/>
                </a:cubicBezTo>
                <a:cubicBezTo>
                  <a:pt x="38585" y="74797"/>
                  <a:pt x="40367" y="70785"/>
                  <a:pt x="40367" y="65753"/>
                </a:cubicBezTo>
                <a:cubicBezTo>
                  <a:pt x="40367" y="54547"/>
                  <a:pt x="32343" y="48943"/>
                  <a:pt x="16295" y="48943"/>
                </a:cubicBezTo>
                <a:lnTo>
                  <a:pt x="8920" y="48943"/>
                </a:lnTo>
                <a:lnTo>
                  <a:pt x="8920" y="39681"/>
                </a:lnTo>
                <a:lnTo>
                  <a:pt x="15952" y="39681"/>
                </a:lnTo>
                <a:cubicBezTo>
                  <a:pt x="30170" y="39681"/>
                  <a:pt x="37279" y="34420"/>
                  <a:pt x="37279" y="23900"/>
                </a:cubicBezTo>
                <a:cubicBezTo>
                  <a:pt x="37279" y="14180"/>
                  <a:pt x="31847" y="9320"/>
                  <a:pt x="20984" y="9320"/>
                </a:cubicBezTo>
                <a:cubicBezTo>
                  <a:pt x="14771" y="9320"/>
                  <a:pt x="8920" y="11416"/>
                  <a:pt x="3431" y="15609"/>
                </a:cubicBezTo>
                <a:lnTo>
                  <a:pt x="3431" y="5032"/>
                </a:lnTo>
                <a:cubicBezTo>
                  <a:pt x="9225" y="1677"/>
                  <a:pt x="15990" y="0"/>
                  <a:pt x="23728" y="0"/>
                </a:cubicBezTo>
                <a:cubicBezTo>
                  <a:pt x="31276" y="0"/>
                  <a:pt x="37336" y="1973"/>
                  <a:pt x="41911" y="5918"/>
                </a:cubicBezTo>
                <a:cubicBezTo>
                  <a:pt x="46485" y="9863"/>
                  <a:pt x="48772" y="14980"/>
                  <a:pt x="48772" y="21270"/>
                </a:cubicBezTo>
                <a:cubicBezTo>
                  <a:pt x="48772" y="32858"/>
                  <a:pt x="42864" y="40310"/>
                  <a:pt x="31047" y="43626"/>
                </a:cubicBezTo>
                <a:lnTo>
                  <a:pt x="31047" y="43855"/>
                </a:lnTo>
                <a:cubicBezTo>
                  <a:pt x="37451" y="44541"/>
                  <a:pt x="42511" y="46799"/>
                  <a:pt x="46227" y="50630"/>
                </a:cubicBezTo>
                <a:cubicBezTo>
                  <a:pt x="49944" y="54461"/>
                  <a:pt x="51802" y="59235"/>
                  <a:pt x="51802" y="64953"/>
                </a:cubicBezTo>
                <a:cubicBezTo>
                  <a:pt x="51802" y="72919"/>
                  <a:pt x="48934" y="79342"/>
                  <a:pt x="43197" y="84221"/>
                </a:cubicBezTo>
                <a:cubicBezTo>
                  <a:pt x="37460" y="89100"/>
                  <a:pt x="29827" y="91540"/>
                  <a:pt x="20298" y="91540"/>
                </a:cubicBezTo>
                <a:cubicBezTo>
                  <a:pt x="11912" y="91540"/>
                  <a:pt x="5146" y="89977"/>
                  <a:pt x="0" y="86852"/>
                </a:cubicBezTo>
                <a:lnTo>
                  <a:pt x="0" y="75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Writeafunctiontofindtheclosest">
            <a:extLst xmlns:a="http://schemas.openxmlformats.org/drawingml/2006/main">
              <a:ext uri="{FF2B5EF4-FFF2-40B4-BE49-F238E27FC236}">
                <a16:creationId xmlns:a16="http://schemas.microsoft.com/office/drawing/2014/main" id="{9917D0BC-9B0A-4F4F-AFD8-C6D16B2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960" y="4428014"/>
            <a:ext cx="1936514" cy="96457"/>
          </a:xfrm>
          <a:custGeom xmlns:a="http://schemas.openxmlformats.org/drawingml/2006/main">
            <a:pathLst>
              <a:path w="1936514" h="96457">
                <a:moveTo>
                  <a:pt x="116126" y="6404"/>
                </a:moveTo>
                <a:lnTo>
                  <a:pt x="91311" y="94971"/>
                </a:lnTo>
                <a:lnTo>
                  <a:pt x="77989" y="94971"/>
                </a:lnTo>
                <a:lnTo>
                  <a:pt x="60150" y="31161"/>
                </a:lnTo>
                <a:cubicBezTo>
                  <a:pt x="59350" y="28264"/>
                  <a:pt x="58873" y="25215"/>
                  <a:pt x="58721" y="22013"/>
                </a:cubicBezTo>
                <a:lnTo>
                  <a:pt x="58492" y="22013"/>
                </a:lnTo>
                <a:cubicBezTo>
                  <a:pt x="58263" y="25177"/>
                  <a:pt x="57729" y="28188"/>
                  <a:pt x="56891" y="31047"/>
                </a:cubicBezTo>
                <a:lnTo>
                  <a:pt x="38880" y="94971"/>
                </a:lnTo>
                <a:lnTo>
                  <a:pt x="25672" y="94971"/>
                </a:lnTo>
                <a:lnTo>
                  <a:pt x="0" y="6404"/>
                </a:lnTo>
                <a:lnTo>
                  <a:pt x="12636" y="6404"/>
                </a:lnTo>
                <a:lnTo>
                  <a:pt x="30704" y="73301"/>
                </a:lnTo>
                <a:cubicBezTo>
                  <a:pt x="31504" y="76312"/>
                  <a:pt x="31981" y="79342"/>
                  <a:pt x="32133" y="82392"/>
                </a:cubicBezTo>
                <a:lnTo>
                  <a:pt x="32476" y="82392"/>
                </a:lnTo>
                <a:cubicBezTo>
                  <a:pt x="32667" y="80105"/>
                  <a:pt x="33296" y="77074"/>
                  <a:pt x="34363" y="73301"/>
                </a:cubicBezTo>
                <a:lnTo>
                  <a:pt x="53517" y="6404"/>
                </a:lnTo>
                <a:lnTo>
                  <a:pt x="64781" y="6404"/>
                </a:lnTo>
                <a:lnTo>
                  <a:pt x="83078" y="73815"/>
                </a:lnTo>
                <a:cubicBezTo>
                  <a:pt x="83688" y="76026"/>
                  <a:pt x="84183" y="78847"/>
                  <a:pt x="84564" y="82277"/>
                </a:cubicBezTo>
                <a:lnTo>
                  <a:pt x="84793" y="82277"/>
                </a:lnTo>
                <a:cubicBezTo>
                  <a:pt x="84984" y="79800"/>
                  <a:pt x="85536" y="76903"/>
                  <a:pt x="86451" y="73587"/>
                </a:cubicBezTo>
                <a:lnTo>
                  <a:pt x="103833" y="6404"/>
                </a:lnTo>
                <a:lnTo>
                  <a:pt x="116126" y="6404"/>
                </a:lnTo>
                <a:close/>
                <a:moveTo>
                  <a:pt x="161316" y="42825"/>
                </a:moveTo>
                <a:cubicBezTo>
                  <a:pt x="159449" y="41491"/>
                  <a:pt x="156876" y="40824"/>
                  <a:pt x="153597" y="40824"/>
                </a:cubicBezTo>
                <a:cubicBezTo>
                  <a:pt x="149252" y="40824"/>
                  <a:pt x="145669" y="42854"/>
                  <a:pt x="142848" y="46914"/>
                </a:cubicBezTo>
                <a:cubicBezTo>
                  <a:pt x="140027" y="50973"/>
                  <a:pt x="138617" y="56319"/>
                  <a:pt x="138617" y="62952"/>
                </a:cubicBezTo>
                <a:lnTo>
                  <a:pt x="138617" y="94971"/>
                </a:lnTo>
                <a:lnTo>
                  <a:pt x="127410" y="94971"/>
                </a:lnTo>
                <a:lnTo>
                  <a:pt x="127410" y="31733"/>
                </a:lnTo>
                <a:lnTo>
                  <a:pt x="138617" y="31733"/>
                </a:lnTo>
                <a:lnTo>
                  <a:pt x="138617" y="44598"/>
                </a:lnTo>
                <a:lnTo>
                  <a:pt x="138846" y="44598"/>
                </a:lnTo>
                <a:cubicBezTo>
                  <a:pt x="142048" y="35297"/>
                  <a:pt x="147575" y="30647"/>
                  <a:pt x="155427" y="30647"/>
                </a:cubicBezTo>
                <a:cubicBezTo>
                  <a:pt x="157981" y="30647"/>
                  <a:pt x="159944" y="30933"/>
                  <a:pt x="161316" y="31504"/>
                </a:cubicBezTo>
                <a:lnTo>
                  <a:pt x="161316" y="42825"/>
                </a:lnTo>
                <a:close/>
                <a:moveTo>
                  <a:pt x="169927" y="9434"/>
                </a:moveTo>
                <a:cubicBezTo>
                  <a:pt x="169927" y="7452"/>
                  <a:pt x="170603" y="5784"/>
                  <a:pt x="171956" y="4431"/>
                </a:cubicBezTo>
                <a:cubicBezTo>
                  <a:pt x="173309" y="3078"/>
                  <a:pt x="174977" y="2401"/>
                  <a:pt x="176959" y="2401"/>
                </a:cubicBezTo>
                <a:cubicBezTo>
                  <a:pt x="178979" y="2401"/>
                  <a:pt x="180685" y="3068"/>
                  <a:pt x="182077" y="4403"/>
                </a:cubicBezTo>
                <a:cubicBezTo>
                  <a:pt x="183468" y="5737"/>
                  <a:pt x="184164" y="7414"/>
                  <a:pt x="184164" y="9434"/>
                </a:cubicBezTo>
                <a:cubicBezTo>
                  <a:pt x="184164" y="11416"/>
                  <a:pt x="183468" y="13065"/>
                  <a:pt x="182077" y="14380"/>
                </a:cubicBezTo>
                <a:cubicBezTo>
                  <a:pt x="180685" y="15695"/>
                  <a:pt x="178979" y="16353"/>
                  <a:pt x="176959" y="16353"/>
                </a:cubicBezTo>
                <a:cubicBezTo>
                  <a:pt x="174939" y="16353"/>
                  <a:pt x="173262" y="15695"/>
                  <a:pt x="171928" y="14380"/>
                </a:cubicBezTo>
                <a:cubicBezTo>
                  <a:pt x="170594" y="13065"/>
                  <a:pt x="169927" y="11416"/>
                  <a:pt x="169927" y="9434"/>
                </a:cubicBezTo>
                <a:moveTo>
                  <a:pt x="171242" y="94971"/>
                </a:moveTo>
                <a:lnTo>
                  <a:pt x="171242" y="31733"/>
                </a:lnTo>
                <a:lnTo>
                  <a:pt x="182448" y="31733"/>
                </a:lnTo>
                <a:lnTo>
                  <a:pt x="182448" y="94971"/>
                </a:lnTo>
                <a:lnTo>
                  <a:pt x="171242" y="94971"/>
                </a:lnTo>
                <a:close/>
                <a:moveTo>
                  <a:pt x="232784" y="94342"/>
                </a:moveTo>
                <a:cubicBezTo>
                  <a:pt x="230345" y="95676"/>
                  <a:pt x="227048" y="96343"/>
                  <a:pt x="222893" y="96343"/>
                </a:cubicBezTo>
                <a:cubicBezTo>
                  <a:pt x="211572" y="96343"/>
                  <a:pt x="205911" y="90072"/>
                  <a:pt x="205911" y="77532"/>
                </a:cubicBezTo>
                <a:lnTo>
                  <a:pt x="205911" y="40996"/>
                </a:lnTo>
                <a:lnTo>
                  <a:pt x="195048" y="40996"/>
                </a:lnTo>
                <a:lnTo>
                  <a:pt x="195048" y="31733"/>
                </a:lnTo>
                <a:lnTo>
                  <a:pt x="205911" y="31733"/>
                </a:lnTo>
                <a:lnTo>
                  <a:pt x="205911" y="16524"/>
                </a:lnTo>
                <a:lnTo>
                  <a:pt x="217061" y="12979"/>
                </a:lnTo>
                <a:lnTo>
                  <a:pt x="217061" y="31733"/>
                </a:lnTo>
                <a:lnTo>
                  <a:pt x="232784" y="31733"/>
                </a:lnTo>
                <a:lnTo>
                  <a:pt x="232784" y="40996"/>
                </a:lnTo>
                <a:lnTo>
                  <a:pt x="217061" y="40996"/>
                </a:lnTo>
                <a:lnTo>
                  <a:pt x="217061" y="75531"/>
                </a:lnTo>
                <a:cubicBezTo>
                  <a:pt x="217061" y="79685"/>
                  <a:pt x="217766" y="82659"/>
                  <a:pt x="219176" y="84450"/>
                </a:cubicBezTo>
                <a:cubicBezTo>
                  <a:pt x="220587" y="86242"/>
                  <a:pt x="222931" y="87137"/>
                  <a:pt x="226209" y="87137"/>
                </a:cubicBezTo>
                <a:cubicBezTo>
                  <a:pt x="228725" y="87137"/>
                  <a:pt x="230917" y="86432"/>
                  <a:pt x="232784" y="85022"/>
                </a:cubicBezTo>
                <a:lnTo>
                  <a:pt x="232784" y="94342"/>
                </a:lnTo>
                <a:close/>
                <a:moveTo>
                  <a:pt x="297828" y="66211"/>
                </a:moveTo>
                <a:lnTo>
                  <a:pt x="253573" y="66211"/>
                </a:lnTo>
                <a:cubicBezTo>
                  <a:pt x="253764" y="72958"/>
                  <a:pt x="255613" y="78170"/>
                  <a:pt x="259119" y="81849"/>
                </a:cubicBezTo>
                <a:cubicBezTo>
                  <a:pt x="262626" y="85527"/>
                  <a:pt x="267524" y="87366"/>
                  <a:pt x="273814" y="87366"/>
                </a:cubicBezTo>
                <a:cubicBezTo>
                  <a:pt x="280904" y="87366"/>
                  <a:pt x="287403" y="85098"/>
                  <a:pt x="293311" y="80562"/>
                </a:cubicBezTo>
                <a:lnTo>
                  <a:pt x="293311" y="90568"/>
                </a:lnTo>
                <a:cubicBezTo>
                  <a:pt x="287746" y="94494"/>
                  <a:pt x="280370" y="96457"/>
                  <a:pt x="271184" y="96457"/>
                </a:cubicBezTo>
                <a:cubicBezTo>
                  <a:pt x="262035" y="96457"/>
                  <a:pt x="254898" y="93560"/>
                  <a:pt x="249771" y="87766"/>
                </a:cubicBezTo>
                <a:cubicBezTo>
                  <a:pt x="244644" y="81972"/>
                  <a:pt x="242081" y="73930"/>
                  <a:pt x="242081" y="63638"/>
                </a:cubicBezTo>
                <a:cubicBezTo>
                  <a:pt x="242081" y="53956"/>
                  <a:pt x="244892" y="45970"/>
                  <a:pt x="250514" y="39681"/>
                </a:cubicBezTo>
                <a:cubicBezTo>
                  <a:pt x="256137" y="33391"/>
                  <a:pt x="263122" y="30247"/>
                  <a:pt x="271470" y="30247"/>
                </a:cubicBezTo>
                <a:cubicBezTo>
                  <a:pt x="279741" y="30247"/>
                  <a:pt x="286202" y="32905"/>
                  <a:pt x="290853" y="38223"/>
                </a:cubicBezTo>
                <a:cubicBezTo>
                  <a:pt x="295503" y="43540"/>
                  <a:pt x="297828" y="50983"/>
                  <a:pt x="297828" y="60550"/>
                </a:cubicBezTo>
                <a:lnTo>
                  <a:pt x="297828" y="66211"/>
                </a:lnTo>
                <a:moveTo>
                  <a:pt x="286621" y="57234"/>
                </a:moveTo>
                <a:cubicBezTo>
                  <a:pt x="286583" y="51516"/>
                  <a:pt x="285230" y="47095"/>
                  <a:pt x="282562" y="43969"/>
                </a:cubicBezTo>
                <a:cubicBezTo>
                  <a:pt x="279894" y="40843"/>
                  <a:pt x="276139" y="39280"/>
                  <a:pt x="271298" y="39280"/>
                </a:cubicBezTo>
                <a:cubicBezTo>
                  <a:pt x="266838" y="39280"/>
                  <a:pt x="262979" y="40939"/>
                  <a:pt x="259720" y="44255"/>
                </a:cubicBezTo>
                <a:cubicBezTo>
                  <a:pt x="256461" y="47571"/>
                  <a:pt x="254412" y="51897"/>
                  <a:pt x="253573" y="57234"/>
                </a:cubicBezTo>
                <a:lnTo>
                  <a:pt x="286621" y="57234"/>
                </a:lnTo>
                <a:close/>
                <a:moveTo>
                  <a:pt x="348456" y="36136"/>
                </a:moveTo>
                <a:cubicBezTo>
                  <a:pt x="354745" y="32210"/>
                  <a:pt x="362007" y="30247"/>
                  <a:pt x="370240" y="30247"/>
                </a:cubicBezTo>
                <a:cubicBezTo>
                  <a:pt x="385487" y="30247"/>
                  <a:pt x="393111" y="38251"/>
                  <a:pt x="393111" y="54261"/>
                </a:cubicBezTo>
                <a:lnTo>
                  <a:pt x="393111" y="94971"/>
                </a:lnTo>
                <a:lnTo>
                  <a:pt x="382019" y="94971"/>
                </a:lnTo>
                <a:lnTo>
                  <a:pt x="382019" y="85193"/>
                </a:lnTo>
                <a:lnTo>
                  <a:pt x="381733" y="85193"/>
                </a:lnTo>
                <a:cubicBezTo>
                  <a:pt x="377349" y="92703"/>
                  <a:pt x="370888" y="96457"/>
                  <a:pt x="362350" y="96457"/>
                </a:cubicBezTo>
                <a:cubicBezTo>
                  <a:pt x="356213" y="96457"/>
                  <a:pt x="351334" y="94799"/>
                  <a:pt x="347713" y="91483"/>
                </a:cubicBezTo>
                <a:cubicBezTo>
                  <a:pt x="344091" y="88167"/>
                  <a:pt x="342281" y="83688"/>
                  <a:pt x="342281" y="78046"/>
                </a:cubicBezTo>
                <a:cubicBezTo>
                  <a:pt x="342281" y="66230"/>
                  <a:pt x="349275" y="59350"/>
                  <a:pt x="363265" y="57405"/>
                </a:cubicBezTo>
                <a:lnTo>
                  <a:pt x="382019" y="54775"/>
                </a:lnTo>
                <a:cubicBezTo>
                  <a:pt x="382019" y="44445"/>
                  <a:pt x="377749" y="39280"/>
                  <a:pt x="369211" y="39280"/>
                </a:cubicBezTo>
                <a:cubicBezTo>
                  <a:pt x="361626" y="39280"/>
                  <a:pt x="354707" y="41834"/>
                  <a:pt x="348456" y="46942"/>
                </a:cubicBezTo>
                <a:lnTo>
                  <a:pt x="348456" y="36136"/>
                </a:lnTo>
                <a:moveTo>
                  <a:pt x="367210" y="65239"/>
                </a:moveTo>
                <a:cubicBezTo>
                  <a:pt x="362026" y="65925"/>
                  <a:pt x="358452" y="67221"/>
                  <a:pt x="356489" y="69127"/>
                </a:cubicBezTo>
                <a:cubicBezTo>
                  <a:pt x="354526" y="71033"/>
                  <a:pt x="353545" y="73701"/>
                  <a:pt x="353545" y="77131"/>
                </a:cubicBezTo>
                <a:cubicBezTo>
                  <a:pt x="353545" y="80143"/>
                  <a:pt x="354612" y="82601"/>
                  <a:pt x="356747" y="84507"/>
                </a:cubicBezTo>
                <a:cubicBezTo>
                  <a:pt x="358881" y="86413"/>
                  <a:pt x="361702" y="87366"/>
                  <a:pt x="365209" y="87366"/>
                </a:cubicBezTo>
                <a:cubicBezTo>
                  <a:pt x="370088" y="87366"/>
                  <a:pt x="374109" y="85651"/>
                  <a:pt x="377273" y="82220"/>
                </a:cubicBezTo>
                <a:cubicBezTo>
                  <a:pt x="380437" y="78790"/>
                  <a:pt x="382019" y="74482"/>
                  <a:pt x="382019" y="69298"/>
                </a:cubicBezTo>
                <a:lnTo>
                  <a:pt x="382019" y="63238"/>
                </a:lnTo>
                <a:lnTo>
                  <a:pt x="367210" y="65239"/>
                </a:lnTo>
                <a:close/>
                <a:moveTo>
                  <a:pt x="478172" y="10921"/>
                </a:moveTo>
                <a:cubicBezTo>
                  <a:pt x="476076" y="9815"/>
                  <a:pt x="473808" y="9263"/>
                  <a:pt x="471368" y="9263"/>
                </a:cubicBezTo>
                <a:cubicBezTo>
                  <a:pt x="464355" y="9263"/>
                  <a:pt x="460848" y="13608"/>
                  <a:pt x="460848" y="22299"/>
                </a:cubicBezTo>
                <a:lnTo>
                  <a:pt x="460848" y="31733"/>
                </a:lnTo>
                <a:lnTo>
                  <a:pt x="475657" y="31733"/>
                </a:lnTo>
                <a:lnTo>
                  <a:pt x="475657" y="40996"/>
                </a:lnTo>
                <a:lnTo>
                  <a:pt x="460848" y="40996"/>
                </a:lnTo>
                <a:lnTo>
                  <a:pt x="460848" y="94971"/>
                </a:lnTo>
                <a:lnTo>
                  <a:pt x="449756" y="94971"/>
                </a:lnTo>
                <a:lnTo>
                  <a:pt x="449756" y="40996"/>
                </a:lnTo>
                <a:lnTo>
                  <a:pt x="438949" y="40996"/>
                </a:lnTo>
                <a:lnTo>
                  <a:pt x="438949" y="31733"/>
                </a:lnTo>
                <a:lnTo>
                  <a:pt x="449756" y="31733"/>
                </a:lnTo>
                <a:lnTo>
                  <a:pt x="449756" y="21784"/>
                </a:lnTo>
                <a:cubicBezTo>
                  <a:pt x="449756" y="14999"/>
                  <a:pt x="451709" y="9672"/>
                  <a:pt x="455616" y="5803"/>
                </a:cubicBezTo>
                <a:cubicBezTo>
                  <a:pt x="459523" y="1934"/>
                  <a:pt x="464488" y="0"/>
                  <a:pt x="470511" y="0"/>
                </a:cubicBezTo>
                <a:cubicBezTo>
                  <a:pt x="473713" y="0"/>
                  <a:pt x="476267" y="362"/>
                  <a:pt x="478172" y="1086"/>
                </a:cubicBezTo>
                <a:lnTo>
                  <a:pt x="478172" y="10921"/>
                </a:lnTo>
                <a:close/>
                <a:moveTo>
                  <a:pt x="538214" y="94971"/>
                </a:moveTo>
                <a:lnTo>
                  <a:pt x="526950" y="94971"/>
                </a:lnTo>
                <a:lnTo>
                  <a:pt x="526950" y="85022"/>
                </a:lnTo>
                <a:lnTo>
                  <a:pt x="526721" y="85022"/>
                </a:lnTo>
                <a:cubicBezTo>
                  <a:pt x="522490" y="92645"/>
                  <a:pt x="515991" y="96457"/>
                  <a:pt x="507224" y="96457"/>
                </a:cubicBezTo>
                <a:cubicBezTo>
                  <a:pt x="492244" y="96457"/>
                  <a:pt x="484754" y="87500"/>
                  <a:pt x="484754" y="69584"/>
                </a:cubicBezTo>
                <a:lnTo>
                  <a:pt x="484754" y="31733"/>
                </a:lnTo>
                <a:lnTo>
                  <a:pt x="495846" y="31733"/>
                </a:lnTo>
                <a:lnTo>
                  <a:pt x="495846" y="67926"/>
                </a:lnTo>
                <a:cubicBezTo>
                  <a:pt x="495846" y="80772"/>
                  <a:pt x="500763" y="87195"/>
                  <a:pt x="510598" y="87195"/>
                </a:cubicBezTo>
                <a:cubicBezTo>
                  <a:pt x="515477" y="87195"/>
                  <a:pt x="519422" y="85394"/>
                  <a:pt x="522433" y="81791"/>
                </a:cubicBezTo>
                <a:cubicBezTo>
                  <a:pt x="525444" y="78189"/>
                  <a:pt x="526950" y="73644"/>
                  <a:pt x="526950" y="68155"/>
                </a:cubicBezTo>
                <a:lnTo>
                  <a:pt x="526950" y="31733"/>
                </a:lnTo>
                <a:lnTo>
                  <a:pt x="538214" y="31733"/>
                </a:lnTo>
                <a:lnTo>
                  <a:pt x="538214" y="94971"/>
                </a:lnTo>
                <a:close/>
                <a:moveTo>
                  <a:pt x="610878" y="94971"/>
                </a:moveTo>
                <a:lnTo>
                  <a:pt x="599729" y="94971"/>
                </a:lnTo>
                <a:lnTo>
                  <a:pt x="599729" y="59006"/>
                </a:lnTo>
                <a:cubicBezTo>
                  <a:pt x="599729" y="46008"/>
                  <a:pt x="594983" y="39509"/>
                  <a:pt x="585492" y="39509"/>
                </a:cubicBezTo>
                <a:cubicBezTo>
                  <a:pt x="580574" y="39509"/>
                  <a:pt x="576534" y="41339"/>
                  <a:pt x="573370" y="44998"/>
                </a:cubicBezTo>
                <a:cubicBezTo>
                  <a:pt x="570206" y="48657"/>
                  <a:pt x="568625" y="53289"/>
                  <a:pt x="568625" y="58892"/>
                </a:cubicBezTo>
                <a:lnTo>
                  <a:pt x="568625" y="94971"/>
                </a:lnTo>
                <a:lnTo>
                  <a:pt x="557418" y="94971"/>
                </a:lnTo>
                <a:lnTo>
                  <a:pt x="557418" y="31733"/>
                </a:lnTo>
                <a:lnTo>
                  <a:pt x="568625" y="31733"/>
                </a:lnTo>
                <a:lnTo>
                  <a:pt x="568625" y="42196"/>
                </a:lnTo>
                <a:lnTo>
                  <a:pt x="568853" y="42196"/>
                </a:lnTo>
                <a:cubicBezTo>
                  <a:pt x="573618" y="34230"/>
                  <a:pt x="580536" y="30247"/>
                  <a:pt x="589608" y="30247"/>
                </a:cubicBezTo>
                <a:cubicBezTo>
                  <a:pt x="596546" y="30247"/>
                  <a:pt x="601825" y="32467"/>
                  <a:pt x="605446" y="36908"/>
                </a:cubicBezTo>
                <a:cubicBezTo>
                  <a:pt x="609068" y="41348"/>
                  <a:pt x="610878" y="47819"/>
                  <a:pt x="610878" y="56319"/>
                </a:cubicBezTo>
                <a:lnTo>
                  <a:pt x="610878" y="94971"/>
                </a:lnTo>
                <a:close/>
                <a:moveTo>
                  <a:pt x="672507" y="92112"/>
                </a:moveTo>
                <a:cubicBezTo>
                  <a:pt x="667666" y="95009"/>
                  <a:pt x="661834" y="96457"/>
                  <a:pt x="655011" y="96457"/>
                </a:cubicBezTo>
                <a:cubicBezTo>
                  <a:pt x="645863" y="96457"/>
                  <a:pt x="638506" y="93522"/>
                  <a:pt x="632941" y="87652"/>
                </a:cubicBezTo>
                <a:cubicBezTo>
                  <a:pt x="627376" y="81782"/>
                  <a:pt x="624593" y="74177"/>
                  <a:pt x="624593" y="64838"/>
                </a:cubicBezTo>
                <a:cubicBezTo>
                  <a:pt x="624593" y="54470"/>
                  <a:pt x="627595" y="46113"/>
                  <a:pt x="633598" y="39766"/>
                </a:cubicBezTo>
                <a:cubicBezTo>
                  <a:pt x="639602" y="33420"/>
                  <a:pt x="647635" y="30247"/>
                  <a:pt x="657698" y="30247"/>
                </a:cubicBezTo>
                <a:cubicBezTo>
                  <a:pt x="663492" y="30247"/>
                  <a:pt x="668448" y="31276"/>
                  <a:pt x="672564" y="33334"/>
                </a:cubicBezTo>
                <a:lnTo>
                  <a:pt x="672564" y="44426"/>
                </a:lnTo>
                <a:cubicBezTo>
                  <a:pt x="668105" y="41148"/>
                  <a:pt x="663149" y="39509"/>
                  <a:pt x="657698" y="39509"/>
                </a:cubicBezTo>
                <a:cubicBezTo>
                  <a:pt x="651295" y="39509"/>
                  <a:pt x="646082" y="41730"/>
                  <a:pt x="642061" y="46170"/>
                </a:cubicBezTo>
                <a:cubicBezTo>
                  <a:pt x="638039" y="50611"/>
                  <a:pt x="636028" y="56529"/>
                  <a:pt x="636028" y="63924"/>
                </a:cubicBezTo>
                <a:cubicBezTo>
                  <a:pt x="636028" y="71204"/>
                  <a:pt x="637925" y="76903"/>
                  <a:pt x="641718" y="81020"/>
                </a:cubicBezTo>
                <a:cubicBezTo>
                  <a:pt x="645510" y="85136"/>
                  <a:pt x="650628" y="87195"/>
                  <a:pt x="657070" y="87195"/>
                </a:cubicBezTo>
                <a:cubicBezTo>
                  <a:pt x="662520" y="87195"/>
                  <a:pt x="667666" y="85403"/>
                  <a:pt x="672507" y="81820"/>
                </a:cubicBezTo>
                <a:lnTo>
                  <a:pt x="672507" y="92112"/>
                </a:lnTo>
                <a:close/>
                <a:moveTo>
                  <a:pt x="717711" y="94342"/>
                </a:moveTo>
                <a:cubicBezTo>
                  <a:pt x="715271" y="95676"/>
                  <a:pt x="711974" y="96343"/>
                  <a:pt x="707819" y="96343"/>
                </a:cubicBezTo>
                <a:cubicBezTo>
                  <a:pt x="696498" y="96343"/>
                  <a:pt x="690838" y="90072"/>
                  <a:pt x="690838" y="77532"/>
                </a:cubicBezTo>
                <a:lnTo>
                  <a:pt x="690838" y="40996"/>
                </a:lnTo>
                <a:lnTo>
                  <a:pt x="679974" y="40996"/>
                </a:lnTo>
                <a:lnTo>
                  <a:pt x="679974" y="31733"/>
                </a:lnTo>
                <a:lnTo>
                  <a:pt x="690838" y="31733"/>
                </a:lnTo>
                <a:lnTo>
                  <a:pt x="690838" y="16524"/>
                </a:lnTo>
                <a:lnTo>
                  <a:pt x="701987" y="12979"/>
                </a:lnTo>
                <a:lnTo>
                  <a:pt x="701987" y="31733"/>
                </a:lnTo>
                <a:lnTo>
                  <a:pt x="717711" y="31733"/>
                </a:lnTo>
                <a:lnTo>
                  <a:pt x="717711" y="40996"/>
                </a:lnTo>
                <a:lnTo>
                  <a:pt x="701987" y="40996"/>
                </a:lnTo>
                <a:lnTo>
                  <a:pt x="701987" y="75531"/>
                </a:lnTo>
                <a:cubicBezTo>
                  <a:pt x="701987" y="79685"/>
                  <a:pt x="702692" y="82659"/>
                  <a:pt x="704103" y="84450"/>
                </a:cubicBezTo>
                <a:cubicBezTo>
                  <a:pt x="705513" y="86242"/>
                  <a:pt x="707857" y="87137"/>
                  <a:pt x="711135" y="87137"/>
                </a:cubicBezTo>
                <a:cubicBezTo>
                  <a:pt x="713651" y="87137"/>
                  <a:pt x="715843" y="86432"/>
                  <a:pt x="717711" y="85022"/>
                </a:cubicBezTo>
                <a:lnTo>
                  <a:pt x="717711" y="94342"/>
                </a:lnTo>
                <a:close/>
                <a:moveTo>
                  <a:pt x="729866" y="9434"/>
                </a:moveTo>
                <a:cubicBezTo>
                  <a:pt x="729866" y="7452"/>
                  <a:pt x="730543" y="5784"/>
                  <a:pt x="731896" y="4431"/>
                </a:cubicBezTo>
                <a:cubicBezTo>
                  <a:pt x="733249" y="3078"/>
                  <a:pt x="734917" y="2401"/>
                  <a:pt x="736899" y="2401"/>
                </a:cubicBezTo>
                <a:cubicBezTo>
                  <a:pt x="738919" y="2401"/>
                  <a:pt x="740625" y="3068"/>
                  <a:pt x="742016" y="4403"/>
                </a:cubicBezTo>
                <a:cubicBezTo>
                  <a:pt x="743407" y="5737"/>
                  <a:pt x="744103" y="7414"/>
                  <a:pt x="744103" y="9434"/>
                </a:cubicBezTo>
                <a:cubicBezTo>
                  <a:pt x="744103" y="11416"/>
                  <a:pt x="743407" y="13065"/>
                  <a:pt x="742016" y="14380"/>
                </a:cubicBezTo>
                <a:cubicBezTo>
                  <a:pt x="740625" y="15695"/>
                  <a:pt x="738919" y="16353"/>
                  <a:pt x="736899" y="16353"/>
                </a:cubicBezTo>
                <a:cubicBezTo>
                  <a:pt x="734878" y="16353"/>
                  <a:pt x="733201" y="15695"/>
                  <a:pt x="731867" y="14380"/>
                </a:cubicBezTo>
                <a:cubicBezTo>
                  <a:pt x="730533" y="13065"/>
                  <a:pt x="729866" y="11416"/>
                  <a:pt x="729866" y="9434"/>
                </a:cubicBezTo>
                <a:moveTo>
                  <a:pt x="731181" y="94971"/>
                </a:moveTo>
                <a:lnTo>
                  <a:pt x="731181" y="31733"/>
                </a:lnTo>
                <a:lnTo>
                  <a:pt x="742388" y="31733"/>
                </a:lnTo>
                <a:lnTo>
                  <a:pt x="742388" y="94971"/>
                </a:lnTo>
                <a:lnTo>
                  <a:pt x="731181" y="94971"/>
                </a:lnTo>
                <a:close/>
                <a:moveTo>
                  <a:pt x="758132" y="64038"/>
                </a:moveTo>
                <a:cubicBezTo>
                  <a:pt x="758132" y="53594"/>
                  <a:pt x="761048" y="45351"/>
                  <a:pt x="766880" y="39309"/>
                </a:cubicBezTo>
                <a:cubicBezTo>
                  <a:pt x="772712" y="33267"/>
                  <a:pt x="780621" y="30247"/>
                  <a:pt x="790608" y="30247"/>
                </a:cubicBezTo>
                <a:cubicBezTo>
                  <a:pt x="800100" y="30247"/>
                  <a:pt x="807542" y="33153"/>
                  <a:pt x="812936" y="38966"/>
                </a:cubicBezTo>
                <a:cubicBezTo>
                  <a:pt x="818330" y="44779"/>
                  <a:pt x="821026" y="52812"/>
                  <a:pt x="821026" y="63066"/>
                </a:cubicBezTo>
                <a:cubicBezTo>
                  <a:pt x="821026" y="73053"/>
                  <a:pt x="818148" y="81115"/>
                  <a:pt x="812393" y="87252"/>
                </a:cubicBezTo>
                <a:cubicBezTo>
                  <a:pt x="806637" y="93389"/>
                  <a:pt x="798918" y="96457"/>
                  <a:pt x="789236" y="96457"/>
                </a:cubicBezTo>
                <a:cubicBezTo>
                  <a:pt x="779783" y="96457"/>
                  <a:pt x="772235" y="93484"/>
                  <a:pt x="766594" y="87538"/>
                </a:cubicBezTo>
                <a:cubicBezTo>
                  <a:pt x="760953" y="81591"/>
                  <a:pt x="758132" y="73758"/>
                  <a:pt x="758132" y="64038"/>
                </a:cubicBezTo>
                <a:moveTo>
                  <a:pt x="769567" y="63695"/>
                </a:moveTo>
                <a:cubicBezTo>
                  <a:pt x="769567" y="70975"/>
                  <a:pt x="771406" y="76712"/>
                  <a:pt x="775085" y="80905"/>
                </a:cubicBezTo>
                <a:cubicBezTo>
                  <a:pt x="778763" y="85098"/>
                  <a:pt x="783709" y="87195"/>
                  <a:pt x="789922" y="87195"/>
                </a:cubicBezTo>
                <a:cubicBezTo>
                  <a:pt x="796326" y="87195"/>
                  <a:pt x="801205" y="85146"/>
                  <a:pt x="804559" y="81048"/>
                </a:cubicBezTo>
                <a:cubicBezTo>
                  <a:pt x="807914" y="76950"/>
                  <a:pt x="809591" y="71071"/>
                  <a:pt x="809591" y="63409"/>
                </a:cubicBezTo>
                <a:cubicBezTo>
                  <a:pt x="809591" y="55709"/>
                  <a:pt x="807914" y="49801"/>
                  <a:pt x="804559" y="45684"/>
                </a:cubicBezTo>
                <a:cubicBezTo>
                  <a:pt x="801205" y="41568"/>
                  <a:pt x="796326" y="39509"/>
                  <a:pt x="789922" y="39509"/>
                </a:cubicBezTo>
                <a:cubicBezTo>
                  <a:pt x="783633" y="39509"/>
                  <a:pt x="778668" y="41663"/>
                  <a:pt x="775028" y="45970"/>
                </a:cubicBezTo>
                <a:cubicBezTo>
                  <a:pt x="771387" y="50277"/>
                  <a:pt x="769567" y="56186"/>
                  <a:pt x="769567" y="63695"/>
                </a:cubicBezTo>
                <a:close/>
                <a:moveTo>
                  <a:pt x="890859" y="94971"/>
                </a:moveTo>
                <a:lnTo>
                  <a:pt x="879710" y="94971"/>
                </a:lnTo>
                <a:lnTo>
                  <a:pt x="879710" y="59006"/>
                </a:lnTo>
                <a:cubicBezTo>
                  <a:pt x="879710" y="46008"/>
                  <a:pt x="874964" y="39509"/>
                  <a:pt x="865473" y="39509"/>
                </a:cubicBezTo>
                <a:cubicBezTo>
                  <a:pt x="860556" y="39509"/>
                  <a:pt x="856515" y="41339"/>
                  <a:pt x="853352" y="44998"/>
                </a:cubicBezTo>
                <a:cubicBezTo>
                  <a:pt x="850188" y="48657"/>
                  <a:pt x="848606" y="53289"/>
                  <a:pt x="848606" y="58892"/>
                </a:cubicBezTo>
                <a:lnTo>
                  <a:pt x="848606" y="94971"/>
                </a:lnTo>
                <a:lnTo>
                  <a:pt x="837399" y="94971"/>
                </a:lnTo>
                <a:lnTo>
                  <a:pt x="837399" y="31733"/>
                </a:lnTo>
                <a:lnTo>
                  <a:pt x="848606" y="31733"/>
                </a:lnTo>
                <a:lnTo>
                  <a:pt x="848606" y="42196"/>
                </a:lnTo>
                <a:lnTo>
                  <a:pt x="848835" y="42196"/>
                </a:lnTo>
                <a:cubicBezTo>
                  <a:pt x="853599" y="34230"/>
                  <a:pt x="860518" y="30247"/>
                  <a:pt x="869590" y="30247"/>
                </a:cubicBezTo>
                <a:cubicBezTo>
                  <a:pt x="876527" y="30247"/>
                  <a:pt x="881807" y="32467"/>
                  <a:pt x="885428" y="36908"/>
                </a:cubicBezTo>
                <a:cubicBezTo>
                  <a:pt x="889049" y="41348"/>
                  <a:pt x="890859" y="47819"/>
                  <a:pt x="890859" y="56319"/>
                </a:cubicBezTo>
                <a:lnTo>
                  <a:pt x="890859" y="94971"/>
                </a:lnTo>
                <a:close/>
                <a:moveTo>
                  <a:pt x="973921" y="94342"/>
                </a:moveTo>
                <a:cubicBezTo>
                  <a:pt x="971482" y="95676"/>
                  <a:pt x="968185" y="96343"/>
                  <a:pt x="964030" y="96343"/>
                </a:cubicBezTo>
                <a:cubicBezTo>
                  <a:pt x="952709" y="96343"/>
                  <a:pt x="947048" y="90072"/>
                  <a:pt x="947048" y="77532"/>
                </a:cubicBezTo>
                <a:lnTo>
                  <a:pt x="947048" y="40996"/>
                </a:lnTo>
                <a:lnTo>
                  <a:pt x="936185" y="40996"/>
                </a:lnTo>
                <a:lnTo>
                  <a:pt x="936185" y="31733"/>
                </a:lnTo>
                <a:lnTo>
                  <a:pt x="947048" y="31733"/>
                </a:lnTo>
                <a:lnTo>
                  <a:pt x="947048" y="16524"/>
                </a:lnTo>
                <a:lnTo>
                  <a:pt x="958198" y="12979"/>
                </a:lnTo>
                <a:lnTo>
                  <a:pt x="958198" y="31733"/>
                </a:lnTo>
                <a:lnTo>
                  <a:pt x="973921" y="31733"/>
                </a:lnTo>
                <a:lnTo>
                  <a:pt x="973921" y="40996"/>
                </a:lnTo>
                <a:lnTo>
                  <a:pt x="958198" y="40996"/>
                </a:lnTo>
                <a:lnTo>
                  <a:pt x="958198" y="75531"/>
                </a:lnTo>
                <a:cubicBezTo>
                  <a:pt x="958198" y="79685"/>
                  <a:pt x="958903" y="82659"/>
                  <a:pt x="960313" y="84450"/>
                </a:cubicBezTo>
                <a:cubicBezTo>
                  <a:pt x="961724" y="86242"/>
                  <a:pt x="964068" y="87137"/>
                  <a:pt x="967346" y="87137"/>
                </a:cubicBezTo>
                <a:cubicBezTo>
                  <a:pt x="969862" y="87137"/>
                  <a:pt x="972054" y="86432"/>
                  <a:pt x="973921" y="85022"/>
                </a:cubicBezTo>
                <a:lnTo>
                  <a:pt x="973921" y="94342"/>
                </a:lnTo>
                <a:close/>
                <a:moveTo>
                  <a:pt x="983218" y="64038"/>
                </a:moveTo>
                <a:cubicBezTo>
                  <a:pt x="983218" y="53594"/>
                  <a:pt x="986134" y="45351"/>
                  <a:pt x="991966" y="39309"/>
                </a:cubicBezTo>
                <a:cubicBezTo>
                  <a:pt x="997798" y="33267"/>
                  <a:pt x="1005707" y="30247"/>
                  <a:pt x="1015694" y="30247"/>
                </a:cubicBezTo>
                <a:cubicBezTo>
                  <a:pt x="1025185" y="30247"/>
                  <a:pt x="1032628" y="33153"/>
                  <a:pt x="1038022" y="38966"/>
                </a:cubicBezTo>
                <a:cubicBezTo>
                  <a:pt x="1043415" y="44779"/>
                  <a:pt x="1046112" y="52812"/>
                  <a:pt x="1046112" y="63066"/>
                </a:cubicBezTo>
                <a:cubicBezTo>
                  <a:pt x="1046112" y="73053"/>
                  <a:pt x="1043234" y="81115"/>
                  <a:pt x="1037478" y="87252"/>
                </a:cubicBezTo>
                <a:cubicBezTo>
                  <a:pt x="1031723" y="93389"/>
                  <a:pt x="1024004" y="96457"/>
                  <a:pt x="1014322" y="96457"/>
                </a:cubicBezTo>
                <a:cubicBezTo>
                  <a:pt x="1004869" y="96457"/>
                  <a:pt x="997321" y="93484"/>
                  <a:pt x="991680" y="87538"/>
                </a:cubicBezTo>
                <a:cubicBezTo>
                  <a:pt x="986038" y="81591"/>
                  <a:pt x="983218" y="73758"/>
                  <a:pt x="983218" y="64038"/>
                </a:cubicBezTo>
                <a:moveTo>
                  <a:pt x="994653" y="63695"/>
                </a:moveTo>
                <a:cubicBezTo>
                  <a:pt x="994653" y="70975"/>
                  <a:pt x="996492" y="76712"/>
                  <a:pt x="1000171" y="80905"/>
                </a:cubicBezTo>
                <a:cubicBezTo>
                  <a:pt x="1003849" y="85098"/>
                  <a:pt x="1008795" y="87195"/>
                  <a:pt x="1015008" y="87195"/>
                </a:cubicBezTo>
                <a:cubicBezTo>
                  <a:pt x="1021412" y="87195"/>
                  <a:pt x="1026291" y="85146"/>
                  <a:pt x="1029645" y="81048"/>
                </a:cubicBezTo>
                <a:cubicBezTo>
                  <a:pt x="1033000" y="76950"/>
                  <a:pt x="1034677" y="71071"/>
                  <a:pt x="1034677" y="63409"/>
                </a:cubicBezTo>
                <a:cubicBezTo>
                  <a:pt x="1034677" y="55709"/>
                  <a:pt x="1033000" y="49801"/>
                  <a:pt x="1029645" y="45684"/>
                </a:cubicBezTo>
                <a:cubicBezTo>
                  <a:pt x="1026291" y="41568"/>
                  <a:pt x="1021412" y="39509"/>
                  <a:pt x="1015008" y="39509"/>
                </a:cubicBezTo>
                <a:cubicBezTo>
                  <a:pt x="1008719" y="39509"/>
                  <a:pt x="1003754" y="41663"/>
                  <a:pt x="1000113" y="45970"/>
                </a:cubicBezTo>
                <a:cubicBezTo>
                  <a:pt x="996473" y="50277"/>
                  <a:pt x="994653" y="56186"/>
                  <a:pt x="994653" y="63695"/>
                </a:cubicBezTo>
                <a:close/>
                <a:moveTo>
                  <a:pt x="1129659" y="10921"/>
                </a:moveTo>
                <a:cubicBezTo>
                  <a:pt x="1127563" y="9815"/>
                  <a:pt x="1125295" y="9263"/>
                  <a:pt x="1122855" y="9263"/>
                </a:cubicBezTo>
                <a:cubicBezTo>
                  <a:pt x="1115841" y="9263"/>
                  <a:pt x="1112335" y="13608"/>
                  <a:pt x="1112335" y="22299"/>
                </a:cubicBezTo>
                <a:lnTo>
                  <a:pt x="1112335" y="31733"/>
                </a:lnTo>
                <a:lnTo>
                  <a:pt x="1127143" y="31733"/>
                </a:lnTo>
                <a:lnTo>
                  <a:pt x="1127143" y="40996"/>
                </a:lnTo>
                <a:lnTo>
                  <a:pt x="1112335" y="40996"/>
                </a:lnTo>
                <a:lnTo>
                  <a:pt x="1112335" y="94971"/>
                </a:lnTo>
                <a:lnTo>
                  <a:pt x="1101242" y="94971"/>
                </a:lnTo>
                <a:lnTo>
                  <a:pt x="1101242" y="40996"/>
                </a:lnTo>
                <a:lnTo>
                  <a:pt x="1090436" y="40996"/>
                </a:lnTo>
                <a:lnTo>
                  <a:pt x="1090436" y="31733"/>
                </a:lnTo>
                <a:lnTo>
                  <a:pt x="1101242" y="31733"/>
                </a:lnTo>
                <a:lnTo>
                  <a:pt x="1101242" y="21784"/>
                </a:lnTo>
                <a:cubicBezTo>
                  <a:pt x="1101242" y="14999"/>
                  <a:pt x="1103196" y="9672"/>
                  <a:pt x="1107103" y="5803"/>
                </a:cubicBezTo>
                <a:cubicBezTo>
                  <a:pt x="1111010" y="1934"/>
                  <a:pt x="1115975" y="0"/>
                  <a:pt x="1121998" y="0"/>
                </a:cubicBezTo>
                <a:cubicBezTo>
                  <a:pt x="1125199" y="0"/>
                  <a:pt x="1127753" y="362"/>
                  <a:pt x="1129659" y="1086"/>
                </a:cubicBezTo>
                <a:lnTo>
                  <a:pt x="1129659" y="10921"/>
                </a:lnTo>
                <a:close/>
                <a:moveTo>
                  <a:pt x="1136126" y="9434"/>
                </a:moveTo>
                <a:cubicBezTo>
                  <a:pt x="1136126" y="7452"/>
                  <a:pt x="1136802" y="5784"/>
                  <a:pt x="1138156" y="4431"/>
                </a:cubicBezTo>
                <a:cubicBezTo>
                  <a:pt x="1139509" y="3078"/>
                  <a:pt x="1141177" y="2401"/>
                  <a:pt x="1143159" y="2401"/>
                </a:cubicBezTo>
                <a:cubicBezTo>
                  <a:pt x="1145179" y="2401"/>
                  <a:pt x="1146885" y="3068"/>
                  <a:pt x="1148276" y="4403"/>
                </a:cubicBezTo>
                <a:cubicBezTo>
                  <a:pt x="1149667" y="5737"/>
                  <a:pt x="1150363" y="7414"/>
                  <a:pt x="1150363" y="9434"/>
                </a:cubicBezTo>
                <a:cubicBezTo>
                  <a:pt x="1150363" y="11416"/>
                  <a:pt x="1149667" y="13065"/>
                  <a:pt x="1148276" y="14380"/>
                </a:cubicBezTo>
                <a:cubicBezTo>
                  <a:pt x="1146885" y="15695"/>
                  <a:pt x="1145179" y="16353"/>
                  <a:pt x="1143159" y="16353"/>
                </a:cubicBezTo>
                <a:cubicBezTo>
                  <a:pt x="1141138" y="16353"/>
                  <a:pt x="1139461" y="15695"/>
                  <a:pt x="1138127" y="14380"/>
                </a:cubicBezTo>
                <a:cubicBezTo>
                  <a:pt x="1136793" y="13065"/>
                  <a:pt x="1136126" y="11416"/>
                  <a:pt x="1136126" y="9434"/>
                </a:cubicBezTo>
                <a:moveTo>
                  <a:pt x="1137441" y="94971"/>
                </a:moveTo>
                <a:lnTo>
                  <a:pt x="1137441" y="31733"/>
                </a:lnTo>
                <a:lnTo>
                  <a:pt x="1148648" y="31733"/>
                </a:lnTo>
                <a:lnTo>
                  <a:pt x="1148648" y="94971"/>
                </a:lnTo>
                <a:lnTo>
                  <a:pt x="1137441" y="94971"/>
                </a:lnTo>
                <a:close/>
                <a:moveTo>
                  <a:pt x="1222083" y="94971"/>
                </a:moveTo>
                <a:lnTo>
                  <a:pt x="1210934" y="94971"/>
                </a:lnTo>
                <a:lnTo>
                  <a:pt x="1210934" y="59006"/>
                </a:lnTo>
                <a:cubicBezTo>
                  <a:pt x="1210934" y="46008"/>
                  <a:pt x="1206188" y="39509"/>
                  <a:pt x="1196697" y="39509"/>
                </a:cubicBezTo>
                <a:cubicBezTo>
                  <a:pt x="1191779" y="39509"/>
                  <a:pt x="1187739" y="41339"/>
                  <a:pt x="1184575" y="44998"/>
                </a:cubicBezTo>
                <a:cubicBezTo>
                  <a:pt x="1181411" y="48657"/>
                  <a:pt x="1179830" y="53289"/>
                  <a:pt x="1179830" y="58892"/>
                </a:cubicBezTo>
                <a:lnTo>
                  <a:pt x="1179830" y="94971"/>
                </a:lnTo>
                <a:lnTo>
                  <a:pt x="1168623" y="94971"/>
                </a:lnTo>
                <a:lnTo>
                  <a:pt x="1168623" y="31733"/>
                </a:lnTo>
                <a:lnTo>
                  <a:pt x="1179830" y="31733"/>
                </a:lnTo>
                <a:lnTo>
                  <a:pt x="1179830" y="42196"/>
                </a:lnTo>
                <a:lnTo>
                  <a:pt x="1180058" y="42196"/>
                </a:lnTo>
                <a:cubicBezTo>
                  <a:pt x="1184823" y="34230"/>
                  <a:pt x="1191741" y="30247"/>
                  <a:pt x="1200813" y="30247"/>
                </a:cubicBezTo>
                <a:cubicBezTo>
                  <a:pt x="1207751" y="30247"/>
                  <a:pt x="1213030" y="32467"/>
                  <a:pt x="1216651" y="36908"/>
                </a:cubicBezTo>
                <a:cubicBezTo>
                  <a:pt x="1220273" y="41348"/>
                  <a:pt x="1222083" y="47819"/>
                  <a:pt x="1222083" y="56319"/>
                </a:cubicBezTo>
                <a:lnTo>
                  <a:pt x="1222083" y="94971"/>
                </a:lnTo>
                <a:close/>
                <a:moveTo>
                  <a:pt x="1294919" y="94971"/>
                </a:moveTo>
                <a:lnTo>
                  <a:pt x="1283712" y="94971"/>
                </a:lnTo>
                <a:lnTo>
                  <a:pt x="1283712" y="84450"/>
                </a:lnTo>
                <a:lnTo>
                  <a:pt x="1283483" y="84450"/>
                </a:lnTo>
                <a:cubicBezTo>
                  <a:pt x="1278871" y="92455"/>
                  <a:pt x="1271705" y="96457"/>
                  <a:pt x="1261985" y="96457"/>
                </a:cubicBezTo>
                <a:cubicBezTo>
                  <a:pt x="1253980" y="96457"/>
                  <a:pt x="1247614" y="93608"/>
                  <a:pt x="1242888" y="87909"/>
                </a:cubicBezTo>
                <a:cubicBezTo>
                  <a:pt x="1238161" y="82211"/>
                  <a:pt x="1235798" y="74520"/>
                  <a:pt x="1235798" y="64838"/>
                </a:cubicBezTo>
                <a:cubicBezTo>
                  <a:pt x="1235798" y="54394"/>
                  <a:pt x="1238466" y="46018"/>
                  <a:pt x="1243803" y="39709"/>
                </a:cubicBezTo>
                <a:cubicBezTo>
                  <a:pt x="1249139" y="33401"/>
                  <a:pt x="1256115" y="30247"/>
                  <a:pt x="1264729" y="30247"/>
                </a:cubicBezTo>
                <a:cubicBezTo>
                  <a:pt x="1273344" y="30247"/>
                  <a:pt x="1279595" y="33601"/>
                  <a:pt x="1283483" y="40310"/>
                </a:cubicBezTo>
                <a:lnTo>
                  <a:pt x="1283712" y="40310"/>
                </a:lnTo>
                <a:lnTo>
                  <a:pt x="1283712" y="1372"/>
                </a:lnTo>
                <a:lnTo>
                  <a:pt x="1294919" y="1372"/>
                </a:lnTo>
                <a:lnTo>
                  <a:pt x="1294919" y="94971"/>
                </a:lnTo>
                <a:moveTo>
                  <a:pt x="1283769" y="57348"/>
                </a:moveTo>
                <a:cubicBezTo>
                  <a:pt x="1283769" y="52279"/>
                  <a:pt x="1282102" y="48038"/>
                  <a:pt x="1278766" y="44626"/>
                </a:cubicBezTo>
                <a:cubicBezTo>
                  <a:pt x="1275431" y="41215"/>
                  <a:pt x="1271324" y="39509"/>
                  <a:pt x="1266445" y="39509"/>
                </a:cubicBezTo>
                <a:cubicBezTo>
                  <a:pt x="1260498" y="39509"/>
                  <a:pt x="1255810" y="41730"/>
                  <a:pt x="1252379" y="46170"/>
                </a:cubicBezTo>
                <a:cubicBezTo>
                  <a:pt x="1248949" y="50611"/>
                  <a:pt x="1247233" y="56662"/>
                  <a:pt x="1247233" y="64324"/>
                </a:cubicBezTo>
                <a:cubicBezTo>
                  <a:pt x="1247233" y="71376"/>
                  <a:pt x="1248882" y="76950"/>
                  <a:pt x="1252179" y="81048"/>
                </a:cubicBezTo>
                <a:cubicBezTo>
                  <a:pt x="1255476" y="85146"/>
                  <a:pt x="1259869" y="87195"/>
                  <a:pt x="1265358" y="87195"/>
                </a:cubicBezTo>
                <a:cubicBezTo>
                  <a:pt x="1270771" y="87195"/>
                  <a:pt x="1275193" y="85184"/>
                  <a:pt x="1278623" y="81162"/>
                </a:cubicBezTo>
                <a:cubicBezTo>
                  <a:pt x="1282054" y="77141"/>
                  <a:pt x="1283769" y="72138"/>
                  <a:pt x="1283769" y="66154"/>
                </a:cubicBezTo>
                <a:lnTo>
                  <a:pt x="1283769" y="57348"/>
                </a:lnTo>
                <a:close/>
                <a:moveTo>
                  <a:pt x="1380181" y="94342"/>
                </a:moveTo>
                <a:cubicBezTo>
                  <a:pt x="1377741" y="95676"/>
                  <a:pt x="1374444" y="96343"/>
                  <a:pt x="1370289" y="96343"/>
                </a:cubicBezTo>
                <a:cubicBezTo>
                  <a:pt x="1358968" y="96343"/>
                  <a:pt x="1353308" y="90072"/>
                  <a:pt x="1353308" y="77532"/>
                </a:cubicBezTo>
                <a:lnTo>
                  <a:pt x="1353308" y="40996"/>
                </a:lnTo>
                <a:lnTo>
                  <a:pt x="1342444" y="40996"/>
                </a:lnTo>
                <a:lnTo>
                  <a:pt x="1342444" y="31733"/>
                </a:lnTo>
                <a:lnTo>
                  <a:pt x="1353308" y="31733"/>
                </a:lnTo>
                <a:lnTo>
                  <a:pt x="1353308" y="16524"/>
                </a:lnTo>
                <a:lnTo>
                  <a:pt x="1364457" y="12979"/>
                </a:lnTo>
                <a:lnTo>
                  <a:pt x="1364457" y="31733"/>
                </a:lnTo>
                <a:lnTo>
                  <a:pt x="1380181" y="31733"/>
                </a:lnTo>
                <a:lnTo>
                  <a:pt x="1380181" y="40996"/>
                </a:lnTo>
                <a:lnTo>
                  <a:pt x="1364457" y="40996"/>
                </a:lnTo>
                <a:lnTo>
                  <a:pt x="1364457" y="75531"/>
                </a:lnTo>
                <a:cubicBezTo>
                  <a:pt x="1364457" y="79685"/>
                  <a:pt x="1365163" y="82659"/>
                  <a:pt x="1366573" y="84450"/>
                </a:cubicBezTo>
                <a:cubicBezTo>
                  <a:pt x="1367983" y="86242"/>
                  <a:pt x="1370328" y="87137"/>
                  <a:pt x="1373606" y="87137"/>
                </a:cubicBezTo>
                <a:cubicBezTo>
                  <a:pt x="1376121" y="87137"/>
                  <a:pt x="1378313" y="86432"/>
                  <a:pt x="1380181" y="85022"/>
                </a:cubicBezTo>
                <a:lnTo>
                  <a:pt x="1380181" y="94342"/>
                </a:lnTo>
                <a:close/>
                <a:moveTo>
                  <a:pt x="1447112" y="94971"/>
                </a:moveTo>
                <a:lnTo>
                  <a:pt x="1435962" y="94971"/>
                </a:lnTo>
                <a:lnTo>
                  <a:pt x="1435962" y="58606"/>
                </a:lnTo>
                <a:cubicBezTo>
                  <a:pt x="1435962" y="45875"/>
                  <a:pt x="1431236" y="39509"/>
                  <a:pt x="1421782" y="39509"/>
                </a:cubicBezTo>
                <a:cubicBezTo>
                  <a:pt x="1416942" y="39509"/>
                  <a:pt x="1412920" y="41367"/>
                  <a:pt x="1409718" y="45084"/>
                </a:cubicBezTo>
                <a:cubicBezTo>
                  <a:pt x="1406516" y="48800"/>
                  <a:pt x="1404915" y="53479"/>
                  <a:pt x="1404915" y="59121"/>
                </a:cubicBezTo>
                <a:lnTo>
                  <a:pt x="1404915" y="94971"/>
                </a:lnTo>
                <a:lnTo>
                  <a:pt x="1393709" y="94971"/>
                </a:lnTo>
                <a:lnTo>
                  <a:pt x="1393709" y="1372"/>
                </a:lnTo>
                <a:lnTo>
                  <a:pt x="1404915" y="1372"/>
                </a:lnTo>
                <a:lnTo>
                  <a:pt x="1404915" y="42139"/>
                </a:lnTo>
                <a:lnTo>
                  <a:pt x="1405144" y="42139"/>
                </a:lnTo>
                <a:cubicBezTo>
                  <a:pt x="1409985" y="34211"/>
                  <a:pt x="1416865" y="30247"/>
                  <a:pt x="1425785" y="30247"/>
                </a:cubicBezTo>
                <a:cubicBezTo>
                  <a:pt x="1440003" y="30247"/>
                  <a:pt x="1447112" y="38842"/>
                  <a:pt x="1447112" y="56033"/>
                </a:cubicBezTo>
                <a:lnTo>
                  <a:pt x="1447112" y="94971"/>
                </a:lnTo>
                <a:close/>
                <a:moveTo>
                  <a:pt x="1516631" y="66211"/>
                </a:moveTo>
                <a:lnTo>
                  <a:pt x="1472377" y="66211"/>
                </a:lnTo>
                <a:cubicBezTo>
                  <a:pt x="1472567" y="72958"/>
                  <a:pt x="1474416" y="78170"/>
                  <a:pt x="1477923" y="81849"/>
                </a:cubicBezTo>
                <a:cubicBezTo>
                  <a:pt x="1481430" y="85527"/>
                  <a:pt x="1486328" y="87366"/>
                  <a:pt x="1492617" y="87366"/>
                </a:cubicBezTo>
                <a:cubicBezTo>
                  <a:pt x="1499707" y="87366"/>
                  <a:pt x="1506206" y="85098"/>
                  <a:pt x="1512114" y="80562"/>
                </a:cubicBezTo>
                <a:lnTo>
                  <a:pt x="1512114" y="90568"/>
                </a:lnTo>
                <a:cubicBezTo>
                  <a:pt x="1506549" y="94494"/>
                  <a:pt x="1499173" y="96457"/>
                  <a:pt x="1489987" y="96457"/>
                </a:cubicBezTo>
                <a:cubicBezTo>
                  <a:pt x="1480839" y="96457"/>
                  <a:pt x="1473701" y="93560"/>
                  <a:pt x="1468574" y="87766"/>
                </a:cubicBezTo>
                <a:cubicBezTo>
                  <a:pt x="1463447" y="81972"/>
                  <a:pt x="1460884" y="73930"/>
                  <a:pt x="1460884" y="63638"/>
                </a:cubicBezTo>
                <a:cubicBezTo>
                  <a:pt x="1460884" y="53956"/>
                  <a:pt x="1463695" y="45970"/>
                  <a:pt x="1469318" y="39681"/>
                </a:cubicBezTo>
                <a:cubicBezTo>
                  <a:pt x="1474940" y="33391"/>
                  <a:pt x="1481925" y="30247"/>
                  <a:pt x="1490273" y="30247"/>
                </a:cubicBezTo>
                <a:cubicBezTo>
                  <a:pt x="1498544" y="30247"/>
                  <a:pt x="1505005" y="32905"/>
                  <a:pt x="1509656" y="38223"/>
                </a:cubicBezTo>
                <a:cubicBezTo>
                  <a:pt x="1514306" y="43540"/>
                  <a:pt x="1516631" y="50983"/>
                  <a:pt x="1516631" y="60550"/>
                </a:cubicBezTo>
                <a:lnTo>
                  <a:pt x="1516631" y="66211"/>
                </a:lnTo>
                <a:moveTo>
                  <a:pt x="1505425" y="57234"/>
                </a:moveTo>
                <a:cubicBezTo>
                  <a:pt x="1505387" y="51516"/>
                  <a:pt x="1504033" y="47095"/>
                  <a:pt x="1501365" y="43969"/>
                </a:cubicBezTo>
                <a:cubicBezTo>
                  <a:pt x="1498697" y="40843"/>
                  <a:pt x="1494942" y="39280"/>
                  <a:pt x="1490101" y="39280"/>
                </a:cubicBezTo>
                <a:cubicBezTo>
                  <a:pt x="1485642" y="39280"/>
                  <a:pt x="1481782" y="40939"/>
                  <a:pt x="1478523" y="44255"/>
                </a:cubicBezTo>
                <a:cubicBezTo>
                  <a:pt x="1475264" y="47571"/>
                  <a:pt x="1473215" y="51897"/>
                  <a:pt x="1472377" y="57234"/>
                </a:cubicBezTo>
                <a:lnTo>
                  <a:pt x="1505425" y="57234"/>
                </a:lnTo>
                <a:close/>
                <a:moveTo>
                  <a:pt x="1609455" y="92112"/>
                </a:moveTo>
                <a:cubicBezTo>
                  <a:pt x="1604614" y="95009"/>
                  <a:pt x="1598782" y="96457"/>
                  <a:pt x="1591959" y="96457"/>
                </a:cubicBezTo>
                <a:cubicBezTo>
                  <a:pt x="1582811" y="96457"/>
                  <a:pt x="1575454" y="93522"/>
                  <a:pt x="1569889" y="87652"/>
                </a:cubicBezTo>
                <a:cubicBezTo>
                  <a:pt x="1564324" y="81782"/>
                  <a:pt x="1561541" y="74177"/>
                  <a:pt x="1561541" y="64838"/>
                </a:cubicBezTo>
                <a:cubicBezTo>
                  <a:pt x="1561541" y="54470"/>
                  <a:pt x="1564543" y="46113"/>
                  <a:pt x="1570546" y="39766"/>
                </a:cubicBezTo>
                <a:cubicBezTo>
                  <a:pt x="1576550" y="33420"/>
                  <a:pt x="1584583" y="30247"/>
                  <a:pt x="1594646" y="30247"/>
                </a:cubicBezTo>
                <a:cubicBezTo>
                  <a:pt x="1600440" y="30247"/>
                  <a:pt x="1605396" y="31276"/>
                  <a:pt x="1609512" y="33334"/>
                </a:cubicBezTo>
                <a:lnTo>
                  <a:pt x="1609512" y="44426"/>
                </a:lnTo>
                <a:cubicBezTo>
                  <a:pt x="1605053" y="41148"/>
                  <a:pt x="1600097" y="39509"/>
                  <a:pt x="1594646" y="39509"/>
                </a:cubicBezTo>
                <a:cubicBezTo>
                  <a:pt x="1588243" y="39509"/>
                  <a:pt x="1583030" y="41730"/>
                  <a:pt x="1579009" y="46170"/>
                </a:cubicBezTo>
                <a:cubicBezTo>
                  <a:pt x="1574987" y="50611"/>
                  <a:pt x="1572976" y="56529"/>
                  <a:pt x="1572976" y="63924"/>
                </a:cubicBezTo>
                <a:cubicBezTo>
                  <a:pt x="1572976" y="71204"/>
                  <a:pt x="1574873" y="76903"/>
                  <a:pt x="1578666" y="81020"/>
                </a:cubicBezTo>
                <a:cubicBezTo>
                  <a:pt x="1582458" y="85136"/>
                  <a:pt x="1587576" y="87195"/>
                  <a:pt x="1594018" y="87195"/>
                </a:cubicBezTo>
                <a:cubicBezTo>
                  <a:pt x="1599468" y="87195"/>
                  <a:pt x="1604614" y="85403"/>
                  <a:pt x="1609455" y="81820"/>
                </a:cubicBezTo>
                <a:lnTo>
                  <a:pt x="1609455" y="92112"/>
                </a:lnTo>
                <a:close/>
                <a:moveTo>
                  <a:pt x="1624241" y="94971"/>
                </a:moveTo>
                <a:lnTo>
                  <a:pt x="1624241" y="1372"/>
                </a:lnTo>
                <a:lnTo>
                  <a:pt x="1635448" y="1372"/>
                </a:lnTo>
                <a:lnTo>
                  <a:pt x="1635448" y="94971"/>
                </a:lnTo>
                <a:lnTo>
                  <a:pt x="1624241" y="94971"/>
                </a:lnTo>
                <a:close/>
                <a:moveTo>
                  <a:pt x="1651191" y="64038"/>
                </a:moveTo>
                <a:cubicBezTo>
                  <a:pt x="1651191" y="53594"/>
                  <a:pt x="1654108" y="45351"/>
                  <a:pt x="1659940" y="39309"/>
                </a:cubicBezTo>
                <a:cubicBezTo>
                  <a:pt x="1665772" y="33267"/>
                  <a:pt x="1673681" y="30247"/>
                  <a:pt x="1683668" y="30247"/>
                </a:cubicBezTo>
                <a:cubicBezTo>
                  <a:pt x="1693159" y="30247"/>
                  <a:pt x="1700602" y="33153"/>
                  <a:pt x="1705995" y="38966"/>
                </a:cubicBezTo>
                <a:cubicBezTo>
                  <a:pt x="1711389" y="44779"/>
                  <a:pt x="1714086" y="52812"/>
                  <a:pt x="1714086" y="63066"/>
                </a:cubicBezTo>
                <a:cubicBezTo>
                  <a:pt x="1714086" y="73053"/>
                  <a:pt x="1711208" y="81115"/>
                  <a:pt x="1705452" y="87252"/>
                </a:cubicBezTo>
                <a:cubicBezTo>
                  <a:pt x="1699696" y="93389"/>
                  <a:pt x="1691978" y="96457"/>
                  <a:pt x="1682296" y="96457"/>
                </a:cubicBezTo>
                <a:cubicBezTo>
                  <a:pt x="1672842" y="96457"/>
                  <a:pt x="1665295" y="93484"/>
                  <a:pt x="1659654" y="87538"/>
                </a:cubicBezTo>
                <a:cubicBezTo>
                  <a:pt x="1654012" y="81591"/>
                  <a:pt x="1651191" y="73758"/>
                  <a:pt x="1651191" y="64038"/>
                </a:cubicBezTo>
                <a:moveTo>
                  <a:pt x="1662627" y="63695"/>
                </a:moveTo>
                <a:cubicBezTo>
                  <a:pt x="1662627" y="70975"/>
                  <a:pt x="1664466" y="76712"/>
                  <a:pt x="1668144" y="80905"/>
                </a:cubicBezTo>
                <a:cubicBezTo>
                  <a:pt x="1671823" y="85098"/>
                  <a:pt x="1676769" y="87195"/>
                  <a:pt x="1682982" y="87195"/>
                </a:cubicBezTo>
                <a:cubicBezTo>
                  <a:pt x="1689386" y="87195"/>
                  <a:pt x="1694265" y="85146"/>
                  <a:pt x="1697619" y="81048"/>
                </a:cubicBezTo>
                <a:cubicBezTo>
                  <a:pt x="1700973" y="76950"/>
                  <a:pt x="1702651" y="71071"/>
                  <a:pt x="1702651" y="63409"/>
                </a:cubicBezTo>
                <a:cubicBezTo>
                  <a:pt x="1702651" y="55709"/>
                  <a:pt x="1700973" y="49801"/>
                  <a:pt x="1697619" y="45684"/>
                </a:cubicBezTo>
                <a:cubicBezTo>
                  <a:pt x="1694265" y="41568"/>
                  <a:pt x="1689386" y="39509"/>
                  <a:pt x="1682982" y="39509"/>
                </a:cubicBezTo>
                <a:cubicBezTo>
                  <a:pt x="1676692" y="39509"/>
                  <a:pt x="1671727" y="41663"/>
                  <a:pt x="1668087" y="45970"/>
                </a:cubicBezTo>
                <a:cubicBezTo>
                  <a:pt x="1664447" y="50277"/>
                  <a:pt x="1662627" y="56186"/>
                  <a:pt x="1662627" y="63695"/>
                </a:cubicBezTo>
                <a:close/>
                <a:moveTo>
                  <a:pt x="1726914" y="81305"/>
                </a:moveTo>
                <a:cubicBezTo>
                  <a:pt x="1732556" y="85384"/>
                  <a:pt x="1738636" y="87423"/>
                  <a:pt x="1745154" y="87423"/>
                </a:cubicBezTo>
                <a:cubicBezTo>
                  <a:pt x="1753883" y="87423"/>
                  <a:pt x="1758247" y="84564"/>
                  <a:pt x="1758247" y="78847"/>
                </a:cubicBezTo>
                <a:cubicBezTo>
                  <a:pt x="1758247" y="76407"/>
                  <a:pt x="1757294" y="74397"/>
                  <a:pt x="1755388" y="72815"/>
                </a:cubicBezTo>
                <a:cubicBezTo>
                  <a:pt x="1753483" y="71233"/>
                  <a:pt x="1749614" y="69355"/>
                  <a:pt x="1743782" y="67183"/>
                </a:cubicBezTo>
                <a:cubicBezTo>
                  <a:pt x="1736768" y="64362"/>
                  <a:pt x="1732213" y="61570"/>
                  <a:pt x="1730116" y="58806"/>
                </a:cubicBezTo>
                <a:cubicBezTo>
                  <a:pt x="1728020" y="56043"/>
                  <a:pt x="1726972" y="52698"/>
                  <a:pt x="1726972" y="48772"/>
                </a:cubicBezTo>
                <a:cubicBezTo>
                  <a:pt x="1726972" y="43168"/>
                  <a:pt x="1729344" y="38680"/>
                  <a:pt x="1734090" y="35307"/>
                </a:cubicBezTo>
                <a:cubicBezTo>
                  <a:pt x="1738836" y="31933"/>
                  <a:pt x="1744677" y="30247"/>
                  <a:pt x="1751615" y="30247"/>
                </a:cubicBezTo>
                <a:cubicBezTo>
                  <a:pt x="1756989" y="30247"/>
                  <a:pt x="1761983" y="31180"/>
                  <a:pt x="1766595" y="33048"/>
                </a:cubicBezTo>
                <a:lnTo>
                  <a:pt x="1766595" y="43855"/>
                </a:lnTo>
                <a:cubicBezTo>
                  <a:pt x="1761869" y="40805"/>
                  <a:pt x="1756513" y="39280"/>
                  <a:pt x="1750528" y="39280"/>
                </a:cubicBezTo>
                <a:cubicBezTo>
                  <a:pt x="1746945" y="39280"/>
                  <a:pt x="1744029" y="40062"/>
                  <a:pt x="1741780" y="41625"/>
                </a:cubicBezTo>
                <a:cubicBezTo>
                  <a:pt x="1739531" y="43188"/>
                  <a:pt x="1738407" y="45246"/>
                  <a:pt x="1738407" y="47800"/>
                </a:cubicBezTo>
                <a:cubicBezTo>
                  <a:pt x="1738407" y="50316"/>
                  <a:pt x="1739217" y="52279"/>
                  <a:pt x="1740837" y="53689"/>
                </a:cubicBezTo>
                <a:cubicBezTo>
                  <a:pt x="1742457" y="55099"/>
                  <a:pt x="1746050" y="56910"/>
                  <a:pt x="1751615" y="59121"/>
                </a:cubicBezTo>
                <a:cubicBezTo>
                  <a:pt x="1758667" y="61751"/>
                  <a:pt x="1763431" y="64476"/>
                  <a:pt x="1765909" y="67297"/>
                </a:cubicBezTo>
                <a:cubicBezTo>
                  <a:pt x="1768387" y="70118"/>
                  <a:pt x="1769625" y="73606"/>
                  <a:pt x="1769625" y="77760"/>
                </a:cubicBezTo>
                <a:cubicBezTo>
                  <a:pt x="1769625" y="83554"/>
                  <a:pt x="1767253" y="88119"/>
                  <a:pt x="1762507" y="91454"/>
                </a:cubicBezTo>
                <a:cubicBezTo>
                  <a:pt x="1757761" y="94790"/>
                  <a:pt x="1751615" y="96457"/>
                  <a:pt x="1744067" y="96457"/>
                </a:cubicBezTo>
                <a:cubicBezTo>
                  <a:pt x="1737511" y="96457"/>
                  <a:pt x="1731794" y="95218"/>
                  <a:pt x="1726914" y="92741"/>
                </a:cubicBezTo>
                <a:lnTo>
                  <a:pt x="1726914" y="81305"/>
                </a:lnTo>
                <a:close/>
                <a:moveTo>
                  <a:pt x="1836871" y="66211"/>
                </a:moveTo>
                <a:lnTo>
                  <a:pt x="1792616" y="66211"/>
                </a:lnTo>
                <a:cubicBezTo>
                  <a:pt x="1792807" y="72958"/>
                  <a:pt x="1794656" y="78170"/>
                  <a:pt x="1798162" y="81849"/>
                </a:cubicBezTo>
                <a:cubicBezTo>
                  <a:pt x="1801669" y="85527"/>
                  <a:pt x="1806567" y="87366"/>
                  <a:pt x="1812857" y="87366"/>
                </a:cubicBezTo>
                <a:cubicBezTo>
                  <a:pt x="1819947" y="87366"/>
                  <a:pt x="1826446" y="85098"/>
                  <a:pt x="1832354" y="80562"/>
                </a:cubicBezTo>
                <a:lnTo>
                  <a:pt x="1832354" y="90568"/>
                </a:lnTo>
                <a:cubicBezTo>
                  <a:pt x="1826789" y="94494"/>
                  <a:pt x="1819413" y="96457"/>
                  <a:pt x="1810227" y="96457"/>
                </a:cubicBezTo>
                <a:cubicBezTo>
                  <a:pt x="1801078" y="96457"/>
                  <a:pt x="1793941" y="93560"/>
                  <a:pt x="1788814" y="87766"/>
                </a:cubicBezTo>
                <a:cubicBezTo>
                  <a:pt x="1783687" y="81972"/>
                  <a:pt x="1781124" y="73930"/>
                  <a:pt x="1781124" y="63638"/>
                </a:cubicBezTo>
                <a:cubicBezTo>
                  <a:pt x="1781124" y="53956"/>
                  <a:pt x="1783935" y="45970"/>
                  <a:pt x="1789557" y="39681"/>
                </a:cubicBezTo>
                <a:cubicBezTo>
                  <a:pt x="1795180" y="33391"/>
                  <a:pt x="1802165" y="30247"/>
                  <a:pt x="1810513" y="30247"/>
                </a:cubicBezTo>
                <a:cubicBezTo>
                  <a:pt x="1818784" y="30247"/>
                  <a:pt x="1825245" y="32905"/>
                  <a:pt x="1829896" y="38223"/>
                </a:cubicBezTo>
                <a:cubicBezTo>
                  <a:pt x="1834546" y="43540"/>
                  <a:pt x="1836871" y="50983"/>
                  <a:pt x="1836871" y="60550"/>
                </a:cubicBezTo>
                <a:lnTo>
                  <a:pt x="1836871" y="66211"/>
                </a:lnTo>
                <a:moveTo>
                  <a:pt x="1825664" y="57234"/>
                </a:moveTo>
                <a:cubicBezTo>
                  <a:pt x="1825626" y="51516"/>
                  <a:pt x="1824273" y="47095"/>
                  <a:pt x="1821605" y="43969"/>
                </a:cubicBezTo>
                <a:cubicBezTo>
                  <a:pt x="1818937" y="40843"/>
                  <a:pt x="1815182" y="39280"/>
                  <a:pt x="1810341" y="39280"/>
                </a:cubicBezTo>
                <a:cubicBezTo>
                  <a:pt x="1805881" y="39280"/>
                  <a:pt x="1802022" y="40939"/>
                  <a:pt x="1798763" y="44255"/>
                </a:cubicBezTo>
                <a:cubicBezTo>
                  <a:pt x="1795504" y="47571"/>
                  <a:pt x="1793455" y="51897"/>
                  <a:pt x="1792616" y="57234"/>
                </a:cubicBezTo>
                <a:lnTo>
                  <a:pt x="1825664" y="57234"/>
                </a:lnTo>
                <a:close/>
                <a:moveTo>
                  <a:pt x="1847712" y="81305"/>
                </a:moveTo>
                <a:cubicBezTo>
                  <a:pt x="1853354" y="85384"/>
                  <a:pt x="1859434" y="87423"/>
                  <a:pt x="1865952" y="87423"/>
                </a:cubicBezTo>
                <a:cubicBezTo>
                  <a:pt x="1874681" y="87423"/>
                  <a:pt x="1879045" y="84564"/>
                  <a:pt x="1879045" y="78847"/>
                </a:cubicBezTo>
                <a:cubicBezTo>
                  <a:pt x="1879045" y="76407"/>
                  <a:pt x="1878092" y="74397"/>
                  <a:pt x="1876186" y="72815"/>
                </a:cubicBezTo>
                <a:cubicBezTo>
                  <a:pt x="1874281" y="71233"/>
                  <a:pt x="1870412" y="69355"/>
                  <a:pt x="1864580" y="67183"/>
                </a:cubicBezTo>
                <a:cubicBezTo>
                  <a:pt x="1857566" y="64362"/>
                  <a:pt x="1853011" y="61570"/>
                  <a:pt x="1850914" y="58806"/>
                </a:cubicBezTo>
                <a:cubicBezTo>
                  <a:pt x="1848818" y="56043"/>
                  <a:pt x="1847770" y="52698"/>
                  <a:pt x="1847770" y="48772"/>
                </a:cubicBezTo>
                <a:cubicBezTo>
                  <a:pt x="1847770" y="43168"/>
                  <a:pt x="1850142" y="38680"/>
                  <a:pt x="1854888" y="35307"/>
                </a:cubicBezTo>
                <a:cubicBezTo>
                  <a:pt x="1859634" y="31933"/>
                  <a:pt x="1865475" y="30247"/>
                  <a:pt x="1872413" y="30247"/>
                </a:cubicBezTo>
                <a:cubicBezTo>
                  <a:pt x="1877787" y="30247"/>
                  <a:pt x="1882781" y="31180"/>
                  <a:pt x="1887393" y="33048"/>
                </a:cubicBezTo>
                <a:lnTo>
                  <a:pt x="1887393" y="43855"/>
                </a:lnTo>
                <a:cubicBezTo>
                  <a:pt x="1882666" y="40805"/>
                  <a:pt x="1877311" y="39280"/>
                  <a:pt x="1871326" y="39280"/>
                </a:cubicBezTo>
                <a:cubicBezTo>
                  <a:pt x="1867743" y="39280"/>
                  <a:pt x="1864827" y="40062"/>
                  <a:pt x="1862578" y="41625"/>
                </a:cubicBezTo>
                <a:cubicBezTo>
                  <a:pt x="1860329" y="43188"/>
                  <a:pt x="1859205" y="45246"/>
                  <a:pt x="1859205" y="47800"/>
                </a:cubicBezTo>
                <a:cubicBezTo>
                  <a:pt x="1859205" y="50316"/>
                  <a:pt x="1860015" y="52279"/>
                  <a:pt x="1861635" y="53689"/>
                </a:cubicBezTo>
                <a:cubicBezTo>
                  <a:pt x="1863255" y="55099"/>
                  <a:pt x="1866848" y="56910"/>
                  <a:pt x="1872413" y="59121"/>
                </a:cubicBezTo>
                <a:cubicBezTo>
                  <a:pt x="1879465" y="61751"/>
                  <a:pt x="1884229" y="64476"/>
                  <a:pt x="1886707" y="67297"/>
                </a:cubicBezTo>
                <a:cubicBezTo>
                  <a:pt x="1889185" y="70118"/>
                  <a:pt x="1890423" y="73606"/>
                  <a:pt x="1890423" y="77760"/>
                </a:cubicBezTo>
                <a:cubicBezTo>
                  <a:pt x="1890423" y="83554"/>
                  <a:pt x="1888051" y="88119"/>
                  <a:pt x="1883305" y="91454"/>
                </a:cubicBezTo>
                <a:cubicBezTo>
                  <a:pt x="1878559" y="94790"/>
                  <a:pt x="1872413" y="96457"/>
                  <a:pt x="1864865" y="96457"/>
                </a:cubicBezTo>
                <a:cubicBezTo>
                  <a:pt x="1858309" y="96457"/>
                  <a:pt x="1852591" y="95218"/>
                  <a:pt x="1847712" y="92741"/>
                </a:cubicBezTo>
                <a:lnTo>
                  <a:pt x="1847712" y="81305"/>
                </a:lnTo>
                <a:close/>
                <a:moveTo>
                  <a:pt x="1936514" y="94342"/>
                </a:moveTo>
                <a:cubicBezTo>
                  <a:pt x="1934075" y="95676"/>
                  <a:pt x="1930777" y="96343"/>
                  <a:pt x="1926623" y="96343"/>
                </a:cubicBezTo>
                <a:cubicBezTo>
                  <a:pt x="1915302" y="96343"/>
                  <a:pt x="1909641" y="90072"/>
                  <a:pt x="1909641" y="77532"/>
                </a:cubicBezTo>
                <a:lnTo>
                  <a:pt x="1909641" y="40996"/>
                </a:lnTo>
                <a:lnTo>
                  <a:pt x="1898777" y="40996"/>
                </a:lnTo>
                <a:lnTo>
                  <a:pt x="1898777" y="31733"/>
                </a:lnTo>
                <a:lnTo>
                  <a:pt x="1909641" y="31733"/>
                </a:lnTo>
                <a:lnTo>
                  <a:pt x="1909641" y="16524"/>
                </a:lnTo>
                <a:lnTo>
                  <a:pt x="1920791" y="12979"/>
                </a:lnTo>
                <a:lnTo>
                  <a:pt x="1920791" y="31733"/>
                </a:lnTo>
                <a:lnTo>
                  <a:pt x="1936514" y="31733"/>
                </a:lnTo>
                <a:lnTo>
                  <a:pt x="1936514" y="40996"/>
                </a:lnTo>
                <a:lnTo>
                  <a:pt x="1920791" y="40996"/>
                </a:lnTo>
                <a:lnTo>
                  <a:pt x="1920791" y="75531"/>
                </a:lnTo>
                <a:cubicBezTo>
                  <a:pt x="1920791" y="79685"/>
                  <a:pt x="1921496" y="82659"/>
                  <a:pt x="1922906" y="84450"/>
                </a:cubicBezTo>
                <a:cubicBezTo>
                  <a:pt x="1924316" y="86242"/>
                  <a:pt x="1926661" y="87137"/>
                  <a:pt x="1929939" y="87137"/>
                </a:cubicBezTo>
                <a:cubicBezTo>
                  <a:pt x="1932455" y="87137"/>
                  <a:pt x="1934646" y="86432"/>
                  <a:pt x="1936514" y="85022"/>
                </a:cubicBezTo>
                <a:lnTo>
                  <a:pt x="1936514" y="94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smallernumberthann.">
            <a:extLst xmlns:a="http://schemas.openxmlformats.org/drawingml/2006/main">
              <a:ext uri="{FF2B5EF4-FFF2-40B4-BE49-F238E27FC236}">
                <a16:creationId xmlns:a16="http://schemas.microsoft.com/office/drawing/2014/main" id="{DF428671-6ADB-4F63-9B79-BAF9165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959" y="4573416"/>
            <a:ext cx="1279542" cy="95085"/>
          </a:xfrm>
          <a:custGeom xmlns:a="http://schemas.openxmlformats.org/drawingml/2006/main">
            <a:pathLst>
              <a:path w="1279542" h="95085">
                <a:moveTo>
                  <a:pt x="0" y="79933"/>
                </a:moveTo>
                <a:cubicBezTo>
                  <a:pt x="5641" y="84012"/>
                  <a:pt x="11721" y="86051"/>
                  <a:pt x="18239" y="86051"/>
                </a:cubicBezTo>
                <a:cubicBezTo>
                  <a:pt x="26968" y="86051"/>
                  <a:pt x="31333" y="83192"/>
                  <a:pt x="31333" y="77475"/>
                </a:cubicBezTo>
                <a:cubicBezTo>
                  <a:pt x="31333" y="75035"/>
                  <a:pt x="30380" y="73024"/>
                  <a:pt x="28474" y="71442"/>
                </a:cubicBezTo>
                <a:cubicBezTo>
                  <a:pt x="26568" y="69861"/>
                  <a:pt x="22699" y="67983"/>
                  <a:pt x="16867" y="65810"/>
                </a:cubicBezTo>
                <a:cubicBezTo>
                  <a:pt x="9853" y="62990"/>
                  <a:pt x="5298" y="60198"/>
                  <a:pt x="3202" y="57434"/>
                </a:cubicBezTo>
                <a:cubicBezTo>
                  <a:pt x="1105" y="54671"/>
                  <a:pt x="57" y="51326"/>
                  <a:pt x="57" y="47400"/>
                </a:cubicBezTo>
                <a:cubicBezTo>
                  <a:pt x="57" y="41796"/>
                  <a:pt x="2430" y="37308"/>
                  <a:pt x="7176" y="33934"/>
                </a:cubicBezTo>
                <a:cubicBezTo>
                  <a:pt x="11921" y="30561"/>
                  <a:pt x="17763" y="28874"/>
                  <a:pt x="24700" y="28874"/>
                </a:cubicBezTo>
                <a:cubicBezTo>
                  <a:pt x="30075" y="28874"/>
                  <a:pt x="35068" y="29808"/>
                  <a:pt x="39681" y="31676"/>
                </a:cubicBezTo>
                <a:lnTo>
                  <a:pt x="39681" y="42482"/>
                </a:lnTo>
                <a:cubicBezTo>
                  <a:pt x="34954" y="39433"/>
                  <a:pt x="29599" y="37908"/>
                  <a:pt x="23614" y="37908"/>
                </a:cubicBezTo>
                <a:cubicBezTo>
                  <a:pt x="20031" y="37908"/>
                  <a:pt x="17115" y="38690"/>
                  <a:pt x="14866" y="40252"/>
                </a:cubicBezTo>
                <a:cubicBezTo>
                  <a:pt x="12617" y="41815"/>
                  <a:pt x="11493" y="43874"/>
                  <a:pt x="11493" y="46428"/>
                </a:cubicBezTo>
                <a:cubicBezTo>
                  <a:pt x="11493" y="48943"/>
                  <a:pt x="12303" y="50906"/>
                  <a:pt x="13923" y="52317"/>
                </a:cubicBezTo>
                <a:cubicBezTo>
                  <a:pt x="15543" y="53727"/>
                  <a:pt x="19135" y="55538"/>
                  <a:pt x="24700" y="57749"/>
                </a:cubicBezTo>
                <a:cubicBezTo>
                  <a:pt x="31752" y="60379"/>
                  <a:pt x="36517" y="63104"/>
                  <a:pt x="38995" y="65925"/>
                </a:cubicBezTo>
                <a:cubicBezTo>
                  <a:pt x="41472" y="68746"/>
                  <a:pt x="42711" y="72233"/>
                  <a:pt x="42711" y="76388"/>
                </a:cubicBezTo>
                <a:cubicBezTo>
                  <a:pt x="42711" y="82182"/>
                  <a:pt x="40338" y="86747"/>
                  <a:pt x="35593" y="90082"/>
                </a:cubicBezTo>
                <a:cubicBezTo>
                  <a:pt x="30847" y="93417"/>
                  <a:pt x="24700" y="95085"/>
                  <a:pt x="17153" y="95085"/>
                </a:cubicBezTo>
                <a:cubicBezTo>
                  <a:pt x="10597" y="95085"/>
                  <a:pt x="4879" y="93846"/>
                  <a:pt x="0" y="91369"/>
                </a:cubicBezTo>
                <a:lnTo>
                  <a:pt x="0" y="79933"/>
                </a:lnTo>
                <a:close/>
                <a:moveTo>
                  <a:pt x="149454" y="93598"/>
                </a:moveTo>
                <a:lnTo>
                  <a:pt x="138248" y="93598"/>
                </a:lnTo>
                <a:lnTo>
                  <a:pt x="138248" y="57291"/>
                </a:lnTo>
                <a:cubicBezTo>
                  <a:pt x="138248" y="50430"/>
                  <a:pt x="137180" y="45522"/>
                  <a:pt x="135046" y="42568"/>
                </a:cubicBezTo>
                <a:cubicBezTo>
                  <a:pt x="132911" y="39614"/>
                  <a:pt x="129404" y="38137"/>
                  <a:pt x="124525" y="38137"/>
                </a:cubicBezTo>
                <a:cubicBezTo>
                  <a:pt x="120409" y="38137"/>
                  <a:pt x="116883" y="40062"/>
                  <a:pt x="113948" y="43912"/>
                </a:cubicBezTo>
                <a:cubicBezTo>
                  <a:pt x="111012" y="47762"/>
                  <a:pt x="109545" y="52317"/>
                  <a:pt x="109545" y="57577"/>
                </a:cubicBezTo>
                <a:lnTo>
                  <a:pt x="109545" y="93598"/>
                </a:lnTo>
                <a:lnTo>
                  <a:pt x="98338" y="93598"/>
                </a:lnTo>
                <a:lnTo>
                  <a:pt x="98338" y="56148"/>
                </a:lnTo>
                <a:cubicBezTo>
                  <a:pt x="98338" y="44140"/>
                  <a:pt x="93707" y="38137"/>
                  <a:pt x="84444" y="38137"/>
                </a:cubicBezTo>
                <a:cubicBezTo>
                  <a:pt x="80175" y="38137"/>
                  <a:pt x="76640" y="39967"/>
                  <a:pt x="73838" y="43626"/>
                </a:cubicBezTo>
                <a:cubicBezTo>
                  <a:pt x="71036" y="47285"/>
                  <a:pt x="69636" y="51955"/>
                  <a:pt x="69636" y="57634"/>
                </a:cubicBezTo>
                <a:lnTo>
                  <a:pt x="69636" y="93598"/>
                </a:lnTo>
                <a:lnTo>
                  <a:pt x="58429" y="93598"/>
                </a:lnTo>
                <a:lnTo>
                  <a:pt x="58429" y="30361"/>
                </a:lnTo>
                <a:lnTo>
                  <a:pt x="69636" y="30361"/>
                </a:lnTo>
                <a:lnTo>
                  <a:pt x="69636" y="40367"/>
                </a:lnTo>
                <a:lnTo>
                  <a:pt x="69864" y="40367"/>
                </a:lnTo>
                <a:cubicBezTo>
                  <a:pt x="74362" y="32705"/>
                  <a:pt x="80937" y="28874"/>
                  <a:pt x="89590" y="28874"/>
                </a:cubicBezTo>
                <a:cubicBezTo>
                  <a:pt x="93821" y="28874"/>
                  <a:pt x="97557" y="30037"/>
                  <a:pt x="100797" y="32362"/>
                </a:cubicBezTo>
                <a:cubicBezTo>
                  <a:pt x="104037" y="34687"/>
                  <a:pt x="106286" y="37832"/>
                  <a:pt x="107544" y="41796"/>
                </a:cubicBezTo>
                <a:cubicBezTo>
                  <a:pt x="112232" y="33182"/>
                  <a:pt x="119246" y="28874"/>
                  <a:pt x="128585" y="28874"/>
                </a:cubicBezTo>
                <a:cubicBezTo>
                  <a:pt x="142498" y="28874"/>
                  <a:pt x="149454" y="37451"/>
                  <a:pt x="149454" y="54604"/>
                </a:cubicBezTo>
                <a:lnTo>
                  <a:pt x="149454" y="93598"/>
                </a:lnTo>
                <a:close/>
                <a:moveTo>
                  <a:pt x="169718" y="34763"/>
                </a:moveTo>
                <a:cubicBezTo>
                  <a:pt x="176008" y="30837"/>
                  <a:pt x="183269" y="28874"/>
                  <a:pt x="191503" y="28874"/>
                </a:cubicBezTo>
                <a:cubicBezTo>
                  <a:pt x="206750" y="28874"/>
                  <a:pt x="214373" y="36879"/>
                  <a:pt x="214373" y="52889"/>
                </a:cubicBezTo>
                <a:lnTo>
                  <a:pt x="214373" y="93598"/>
                </a:lnTo>
                <a:lnTo>
                  <a:pt x="203281" y="93598"/>
                </a:lnTo>
                <a:lnTo>
                  <a:pt x="203281" y="83821"/>
                </a:lnTo>
                <a:lnTo>
                  <a:pt x="202995" y="83821"/>
                </a:lnTo>
                <a:cubicBezTo>
                  <a:pt x="198612" y="91330"/>
                  <a:pt x="192151" y="95085"/>
                  <a:pt x="183612" y="95085"/>
                </a:cubicBezTo>
                <a:cubicBezTo>
                  <a:pt x="177475" y="95085"/>
                  <a:pt x="172596" y="93427"/>
                  <a:pt x="168975" y="90111"/>
                </a:cubicBezTo>
                <a:cubicBezTo>
                  <a:pt x="165354" y="86794"/>
                  <a:pt x="163543" y="82316"/>
                  <a:pt x="163543" y="76674"/>
                </a:cubicBezTo>
                <a:cubicBezTo>
                  <a:pt x="163543" y="64858"/>
                  <a:pt x="170538" y="57977"/>
                  <a:pt x="184527" y="56033"/>
                </a:cubicBezTo>
                <a:lnTo>
                  <a:pt x="203281" y="53403"/>
                </a:lnTo>
                <a:cubicBezTo>
                  <a:pt x="203281" y="43073"/>
                  <a:pt x="199012" y="37908"/>
                  <a:pt x="190473" y="37908"/>
                </a:cubicBezTo>
                <a:cubicBezTo>
                  <a:pt x="182888" y="37908"/>
                  <a:pt x="175970" y="40462"/>
                  <a:pt x="169718" y="45570"/>
                </a:cubicBezTo>
                <a:lnTo>
                  <a:pt x="169718" y="34763"/>
                </a:lnTo>
                <a:moveTo>
                  <a:pt x="188472" y="63866"/>
                </a:moveTo>
                <a:cubicBezTo>
                  <a:pt x="183288" y="64553"/>
                  <a:pt x="179715" y="65849"/>
                  <a:pt x="177752" y="67754"/>
                </a:cubicBezTo>
                <a:cubicBezTo>
                  <a:pt x="175788" y="69660"/>
                  <a:pt x="174807" y="72329"/>
                  <a:pt x="174807" y="75759"/>
                </a:cubicBezTo>
                <a:cubicBezTo>
                  <a:pt x="174807" y="78771"/>
                  <a:pt x="175874" y="81229"/>
                  <a:pt x="178009" y="83135"/>
                </a:cubicBezTo>
                <a:cubicBezTo>
                  <a:pt x="180143" y="85041"/>
                  <a:pt x="182964" y="85994"/>
                  <a:pt x="186471" y="85994"/>
                </a:cubicBezTo>
                <a:cubicBezTo>
                  <a:pt x="191350" y="85994"/>
                  <a:pt x="195372" y="84279"/>
                  <a:pt x="198535" y="80848"/>
                </a:cubicBezTo>
                <a:cubicBezTo>
                  <a:pt x="201699" y="77417"/>
                  <a:pt x="203281" y="73110"/>
                  <a:pt x="203281" y="67926"/>
                </a:cubicBezTo>
                <a:lnTo>
                  <a:pt x="203281" y="61865"/>
                </a:lnTo>
                <a:lnTo>
                  <a:pt x="188472" y="63866"/>
                </a:lnTo>
                <a:close/>
                <a:moveTo>
                  <a:pt x="232192" y="93598"/>
                </a:moveTo>
                <a:lnTo>
                  <a:pt x="232192" y="0"/>
                </a:lnTo>
                <a:lnTo>
                  <a:pt x="243399" y="0"/>
                </a:lnTo>
                <a:lnTo>
                  <a:pt x="243399" y="93598"/>
                </a:lnTo>
                <a:lnTo>
                  <a:pt x="232192" y="93598"/>
                </a:lnTo>
                <a:close/>
                <a:moveTo>
                  <a:pt x="263305" y="93598"/>
                </a:moveTo>
                <a:lnTo>
                  <a:pt x="263305" y="0"/>
                </a:lnTo>
                <a:lnTo>
                  <a:pt x="274512" y="0"/>
                </a:lnTo>
                <a:lnTo>
                  <a:pt x="274512" y="93598"/>
                </a:lnTo>
                <a:lnTo>
                  <a:pt x="263305" y="93598"/>
                </a:lnTo>
                <a:close/>
                <a:moveTo>
                  <a:pt x="345991" y="64838"/>
                </a:moveTo>
                <a:lnTo>
                  <a:pt x="301737" y="64838"/>
                </a:lnTo>
                <a:cubicBezTo>
                  <a:pt x="301927" y="71585"/>
                  <a:pt x="303776" y="76798"/>
                  <a:pt x="307283" y="80476"/>
                </a:cubicBezTo>
                <a:cubicBezTo>
                  <a:pt x="310790" y="84155"/>
                  <a:pt x="315688" y="85994"/>
                  <a:pt x="321977" y="85994"/>
                </a:cubicBezTo>
                <a:cubicBezTo>
                  <a:pt x="329067" y="85994"/>
                  <a:pt x="335566" y="83726"/>
                  <a:pt x="341474" y="79190"/>
                </a:cubicBezTo>
                <a:lnTo>
                  <a:pt x="341474" y="89196"/>
                </a:lnTo>
                <a:cubicBezTo>
                  <a:pt x="335909" y="93122"/>
                  <a:pt x="328533" y="95085"/>
                  <a:pt x="319347" y="95085"/>
                </a:cubicBezTo>
                <a:cubicBezTo>
                  <a:pt x="310199" y="95085"/>
                  <a:pt x="303061" y="92188"/>
                  <a:pt x="297934" y="86394"/>
                </a:cubicBezTo>
                <a:cubicBezTo>
                  <a:pt x="292807" y="80600"/>
                  <a:pt x="290244" y="72557"/>
                  <a:pt x="290244" y="62266"/>
                </a:cubicBezTo>
                <a:cubicBezTo>
                  <a:pt x="290244" y="52584"/>
                  <a:pt x="293055" y="44598"/>
                  <a:pt x="298678" y="38308"/>
                </a:cubicBezTo>
                <a:cubicBezTo>
                  <a:pt x="304300" y="32019"/>
                  <a:pt x="311285" y="28874"/>
                  <a:pt x="319633" y="28874"/>
                </a:cubicBezTo>
                <a:cubicBezTo>
                  <a:pt x="327904" y="28874"/>
                  <a:pt x="334365" y="31533"/>
                  <a:pt x="339016" y="36850"/>
                </a:cubicBezTo>
                <a:cubicBezTo>
                  <a:pt x="343666" y="42168"/>
                  <a:pt x="345991" y="49610"/>
                  <a:pt x="345991" y="59178"/>
                </a:cubicBezTo>
                <a:lnTo>
                  <a:pt x="345991" y="64838"/>
                </a:lnTo>
                <a:moveTo>
                  <a:pt x="334785" y="55862"/>
                </a:moveTo>
                <a:cubicBezTo>
                  <a:pt x="334747" y="50144"/>
                  <a:pt x="333393" y="45722"/>
                  <a:pt x="330725" y="42597"/>
                </a:cubicBezTo>
                <a:cubicBezTo>
                  <a:pt x="328057" y="39471"/>
                  <a:pt x="324302" y="37908"/>
                  <a:pt x="319461" y="37908"/>
                </a:cubicBezTo>
                <a:cubicBezTo>
                  <a:pt x="315002" y="37908"/>
                  <a:pt x="311142" y="39566"/>
                  <a:pt x="307883" y="42883"/>
                </a:cubicBezTo>
                <a:cubicBezTo>
                  <a:pt x="304624" y="46199"/>
                  <a:pt x="302575" y="50525"/>
                  <a:pt x="301737" y="55862"/>
                </a:cubicBezTo>
                <a:lnTo>
                  <a:pt x="334785" y="55862"/>
                </a:lnTo>
                <a:close/>
                <a:moveTo>
                  <a:pt x="394272" y="41453"/>
                </a:moveTo>
                <a:cubicBezTo>
                  <a:pt x="392404" y="40119"/>
                  <a:pt x="389831" y="39452"/>
                  <a:pt x="386553" y="39452"/>
                </a:cubicBezTo>
                <a:cubicBezTo>
                  <a:pt x="382208" y="39452"/>
                  <a:pt x="378625" y="41482"/>
                  <a:pt x="375804" y="45541"/>
                </a:cubicBezTo>
                <a:cubicBezTo>
                  <a:pt x="372983" y="49601"/>
                  <a:pt x="371573" y="54947"/>
                  <a:pt x="371573" y="61579"/>
                </a:cubicBezTo>
                <a:lnTo>
                  <a:pt x="371573" y="93598"/>
                </a:lnTo>
                <a:lnTo>
                  <a:pt x="360366" y="93598"/>
                </a:lnTo>
                <a:lnTo>
                  <a:pt x="360366" y="30361"/>
                </a:lnTo>
                <a:lnTo>
                  <a:pt x="371573" y="30361"/>
                </a:lnTo>
                <a:lnTo>
                  <a:pt x="371573" y="43226"/>
                </a:lnTo>
                <a:lnTo>
                  <a:pt x="371801" y="43226"/>
                </a:lnTo>
                <a:cubicBezTo>
                  <a:pt x="375003" y="33925"/>
                  <a:pt x="380530" y="29275"/>
                  <a:pt x="388383" y="29275"/>
                </a:cubicBezTo>
                <a:cubicBezTo>
                  <a:pt x="390937" y="29275"/>
                  <a:pt x="392900" y="29560"/>
                  <a:pt x="394272" y="30132"/>
                </a:cubicBezTo>
                <a:lnTo>
                  <a:pt x="394272" y="41453"/>
                </a:lnTo>
                <a:close/>
                <a:moveTo>
                  <a:pt x="492446" y="93598"/>
                </a:moveTo>
                <a:lnTo>
                  <a:pt x="481297" y="93598"/>
                </a:lnTo>
                <a:lnTo>
                  <a:pt x="481297" y="57634"/>
                </a:lnTo>
                <a:cubicBezTo>
                  <a:pt x="481297" y="44636"/>
                  <a:pt x="476551" y="38137"/>
                  <a:pt x="467060" y="38137"/>
                </a:cubicBezTo>
                <a:cubicBezTo>
                  <a:pt x="462142" y="38137"/>
                  <a:pt x="458102" y="39967"/>
                  <a:pt x="454938" y="43626"/>
                </a:cubicBezTo>
                <a:cubicBezTo>
                  <a:pt x="451774" y="47285"/>
                  <a:pt x="450192" y="51917"/>
                  <a:pt x="450192" y="57520"/>
                </a:cubicBezTo>
                <a:lnTo>
                  <a:pt x="450192" y="93598"/>
                </a:lnTo>
                <a:lnTo>
                  <a:pt x="438986" y="93598"/>
                </a:lnTo>
                <a:lnTo>
                  <a:pt x="438986" y="30361"/>
                </a:lnTo>
                <a:lnTo>
                  <a:pt x="450192" y="30361"/>
                </a:lnTo>
                <a:lnTo>
                  <a:pt x="450192" y="40824"/>
                </a:lnTo>
                <a:lnTo>
                  <a:pt x="450421" y="40824"/>
                </a:lnTo>
                <a:cubicBezTo>
                  <a:pt x="455186" y="32858"/>
                  <a:pt x="462104" y="28874"/>
                  <a:pt x="471176" y="28874"/>
                </a:cubicBezTo>
                <a:cubicBezTo>
                  <a:pt x="478114" y="28874"/>
                  <a:pt x="483393" y="31095"/>
                  <a:pt x="487014" y="35535"/>
                </a:cubicBezTo>
                <a:cubicBezTo>
                  <a:pt x="490635" y="39976"/>
                  <a:pt x="492446" y="46447"/>
                  <a:pt x="492446" y="54947"/>
                </a:cubicBezTo>
                <a:lnTo>
                  <a:pt x="492446" y="93598"/>
                </a:lnTo>
                <a:close/>
                <a:moveTo>
                  <a:pt x="562583" y="93598"/>
                </a:moveTo>
                <a:lnTo>
                  <a:pt x="551319" y="93598"/>
                </a:lnTo>
                <a:lnTo>
                  <a:pt x="551319" y="83650"/>
                </a:lnTo>
                <a:lnTo>
                  <a:pt x="551090" y="83650"/>
                </a:lnTo>
                <a:cubicBezTo>
                  <a:pt x="546859" y="91273"/>
                  <a:pt x="540360" y="95085"/>
                  <a:pt x="531593" y="95085"/>
                </a:cubicBezTo>
                <a:cubicBezTo>
                  <a:pt x="516613" y="95085"/>
                  <a:pt x="509123" y="86127"/>
                  <a:pt x="509123" y="68212"/>
                </a:cubicBezTo>
                <a:lnTo>
                  <a:pt x="509123" y="30361"/>
                </a:lnTo>
                <a:lnTo>
                  <a:pt x="520215" y="30361"/>
                </a:lnTo>
                <a:lnTo>
                  <a:pt x="520215" y="66554"/>
                </a:lnTo>
                <a:cubicBezTo>
                  <a:pt x="520215" y="79399"/>
                  <a:pt x="525132" y="85822"/>
                  <a:pt x="534967" y="85822"/>
                </a:cubicBezTo>
                <a:cubicBezTo>
                  <a:pt x="539846" y="85822"/>
                  <a:pt x="543791" y="84021"/>
                  <a:pt x="546802" y="80419"/>
                </a:cubicBezTo>
                <a:cubicBezTo>
                  <a:pt x="549813" y="76817"/>
                  <a:pt x="551319" y="72271"/>
                  <a:pt x="551319" y="66782"/>
                </a:cubicBezTo>
                <a:lnTo>
                  <a:pt x="551319" y="30361"/>
                </a:lnTo>
                <a:lnTo>
                  <a:pt x="562583" y="30361"/>
                </a:lnTo>
                <a:lnTo>
                  <a:pt x="562583" y="93598"/>
                </a:lnTo>
                <a:close/>
                <a:moveTo>
                  <a:pt x="672801" y="93598"/>
                </a:moveTo>
                <a:lnTo>
                  <a:pt x="661594" y="93598"/>
                </a:lnTo>
                <a:lnTo>
                  <a:pt x="661594" y="57291"/>
                </a:lnTo>
                <a:cubicBezTo>
                  <a:pt x="661594" y="50430"/>
                  <a:pt x="660527" y="45522"/>
                  <a:pt x="658392" y="42568"/>
                </a:cubicBezTo>
                <a:cubicBezTo>
                  <a:pt x="656257" y="39614"/>
                  <a:pt x="652751" y="38137"/>
                  <a:pt x="647872" y="38137"/>
                </a:cubicBezTo>
                <a:cubicBezTo>
                  <a:pt x="643755" y="38137"/>
                  <a:pt x="640229" y="40062"/>
                  <a:pt x="637294" y="43912"/>
                </a:cubicBezTo>
                <a:cubicBezTo>
                  <a:pt x="634359" y="47762"/>
                  <a:pt x="632891" y="52317"/>
                  <a:pt x="632891" y="57577"/>
                </a:cubicBezTo>
                <a:lnTo>
                  <a:pt x="632891" y="93598"/>
                </a:lnTo>
                <a:lnTo>
                  <a:pt x="621685" y="93598"/>
                </a:lnTo>
                <a:lnTo>
                  <a:pt x="621685" y="56148"/>
                </a:lnTo>
                <a:cubicBezTo>
                  <a:pt x="621685" y="44140"/>
                  <a:pt x="617053" y="38137"/>
                  <a:pt x="607791" y="38137"/>
                </a:cubicBezTo>
                <a:cubicBezTo>
                  <a:pt x="603521" y="38137"/>
                  <a:pt x="599986" y="39967"/>
                  <a:pt x="597184" y="43626"/>
                </a:cubicBezTo>
                <a:cubicBezTo>
                  <a:pt x="594383" y="47285"/>
                  <a:pt x="592982" y="51955"/>
                  <a:pt x="592982" y="57634"/>
                </a:cubicBezTo>
                <a:lnTo>
                  <a:pt x="592982" y="93598"/>
                </a:lnTo>
                <a:lnTo>
                  <a:pt x="581775" y="93598"/>
                </a:lnTo>
                <a:lnTo>
                  <a:pt x="581775" y="30361"/>
                </a:lnTo>
                <a:lnTo>
                  <a:pt x="592982" y="30361"/>
                </a:lnTo>
                <a:lnTo>
                  <a:pt x="592982" y="40367"/>
                </a:lnTo>
                <a:lnTo>
                  <a:pt x="593211" y="40367"/>
                </a:lnTo>
                <a:cubicBezTo>
                  <a:pt x="597708" y="32705"/>
                  <a:pt x="604284" y="28874"/>
                  <a:pt x="612936" y="28874"/>
                </a:cubicBezTo>
                <a:cubicBezTo>
                  <a:pt x="617168" y="28874"/>
                  <a:pt x="620903" y="30037"/>
                  <a:pt x="624143" y="32362"/>
                </a:cubicBezTo>
                <a:cubicBezTo>
                  <a:pt x="627383" y="34687"/>
                  <a:pt x="629632" y="37832"/>
                  <a:pt x="630890" y="41796"/>
                </a:cubicBezTo>
                <a:cubicBezTo>
                  <a:pt x="635579" y="33182"/>
                  <a:pt x="642592" y="28874"/>
                  <a:pt x="651931" y="28874"/>
                </a:cubicBezTo>
                <a:cubicBezTo>
                  <a:pt x="665844" y="28874"/>
                  <a:pt x="672801" y="37451"/>
                  <a:pt x="672801" y="54604"/>
                </a:cubicBezTo>
                <a:lnTo>
                  <a:pt x="672801" y="93598"/>
                </a:lnTo>
                <a:close/>
                <a:moveTo>
                  <a:pt x="702785" y="84679"/>
                </a:moveTo>
                <a:lnTo>
                  <a:pt x="702785" y="93598"/>
                </a:lnTo>
                <a:lnTo>
                  <a:pt x="691578" y="93598"/>
                </a:lnTo>
                <a:lnTo>
                  <a:pt x="691578" y="0"/>
                </a:lnTo>
                <a:lnTo>
                  <a:pt x="702785" y="0"/>
                </a:lnTo>
                <a:lnTo>
                  <a:pt x="702785" y="41282"/>
                </a:lnTo>
                <a:lnTo>
                  <a:pt x="703013" y="41282"/>
                </a:lnTo>
                <a:cubicBezTo>
                  <a:pt x="707969" y="33010"/>
                  <a:pt x="715211" y="28874"/>
                  <a:pt x="724740" y="28874"/>
                </a:cubicBezTo>
                <a:cubicBezTo>
                  <a:pt x="732669" y="28874"/>
                  <a:pt x="738968" y="31666"/>
                  <a:pt x="743637" y="37251"/>
                </a:cubicBezTo>
                <a:cubicBezTo>
                  <a:pt x="748307" y="42835"/>
                  <a:pt x="750642" y="50468"/>
                  <a:pt x="750642" y="60150"/>
                </a:cubicBezTo>
                <a:cubicBezTo>
                  <a:pt x="750642" y="70823"/>
                  <a:pt x="748021" y="79314"/>
                  <a:pt x="742780" y="85622"/>
                </a:cubicBezTo>
                <a:cubicBezTo>
                  <a:pt x="737539" y="91931"/>
                  <a:pt x="730553" y="95085"/>
                  <a:pt x="721824" y="95085"/>
                </a:cubicBezTo>
                <a:cubicBezTo>
                  <a:pt x="713591" y="95085"/>
                  <a:pt x="707321" y="91616"/>
                  <a:pt x="703013" y="84679"/>
                </a:cubicBezTo>
                <a:lnTo>
                  <a:pt x="702785" y="84679"/>
                </a:lnTo>
                <a:moveTo>
                  <a:pt x="702727" y="67583"/>
                </a:moveTo>
                <a:cubicBezTo>
                  <a:pt x="702727" y="72691"/>
                  <a:pt x="704385" y="77008"/>
                  <a:pt x="707702" y="80534"/>
                </a:cubicBezTo>
                <a:cubicBezTo>
                  <a:pt x="711018" y="84059"/>
                  <a:pt x="715173" y="85822"/>
                  <a:pt x="720166" y="85822"/>
                </a:cubicBezTo>
                <a:cubicBezTo>
                  <a:pt x="726113" y="85822"/>
                  <a:pt x="730763" y="83535"/>
                  <a:pt x="734117" y="78961"/>
                </a:cubicBezTo>
                <a:cubicBezTo>
                  <a:pt x="737472" y="74387"/>
                  <a:pt x="739149" y="68059"/>
                  <a:pt x="739149" y="59978"/>
                </a:cubicBezTo>
                <a:cubicBezTo>
                  <a:pt x="739149" y="53308"/>
                  <a:pt x="737586" y="48000"/>
                  <a:pt x="734460" y="44055"/>
                </a:cubicBezTo>
                <a:cubicBezTo>
                  <a:pt x="731335" y="40110"/>
                  <a:pt x="727066" y="38137"/>
                  <a:pt x="721653" y="38137"/>
                </a:cubicBezTo>
                <a:cubicBezTo>
                  <a:pt x="716164" y="38137"/>
                  <a:pt x="711637" y="40100"/>
                  <a:pt x="708073" y="44026"/>
                </a:cubicBezTo>
                <a:cubicBezTo>
                  <a:pt x="704509" y="47952"/>
                  <a:pt x="702727" y="52946"/>
                  <a:pt x="702727" y="59006"/>
                </a:cubicBezTo>
                <a:lnTo>
                  <a:pt x="702727" y="67583"/>
                </a:lnTo>
                <a:close/>
                <a:moveTo>
                  <a:pt x="818119" y="64838"/>
                </a:moveTo>
                <a:lnTo>
                  <a:pt x="773864" y="64838"/>
                </a:lnTo>
                <a:cubicBezTo>
                  <a:pt x="774055" y="71585"/>
                  <a:pt x="775903" y="76798"/>
                  <a:pt x="779410" y="80476"/>
                </a:cubicBezTo>
                <a:cubicBezTo>
                  <a:pt x="782917" y="84155"/>
                  <a:pt x="787815" y="85994"/>
                  <a:pt x="794105" y="85994"/>
                </a:cubicBezTo>
                <a:cubicBezTo>
                  <a:pt x="801195" y="85994"/>
                  <a:pt x="807694" y="83726"/>
                  <a:pt x="813602" y="79190"/>
                </a:cubicBezTo>
                <a:lnTo>
                  <a:pt x="813602" y="89196"/>
                </a:lnTo>
                <a:cubicBezTo>
                  <a:pt x="808037" y="93122"/>
                  <a:pt x="800661" y="95085"/>
                  <a:pt x="791475" y="95085"/>
                </a:cubicBezTo>
                <a:cubicBezTo>
                  <a:pt x="782326" y="95085"/>
                  <a:pt x="775189" y="92188"/>
                  <a:pt x="770062" y="86394"/>
                </a:cubicBezTo>
                <a:cubicBezTo>
                  <a:pt x="764935" y="80600"/>
                  <a:pt x="762372" y="72557"/>
                  <a:pt x="762372" y="62266"/>
                </a:cubicBezTo>
                <a:cubicBezTo>
                  <a:pt x="762372" y="52584"/>
                  <a:pt x="765183" y="44598"/>
                  <a:pt x="770805" y="38308"/>
                </a:cubicBezTo>
                <a:cubicBezTo>
                  <a:pt x="776428" y="32019"/>
                  <a:pt x="783413" y="28874"/>
                  <a:pt x="791760" y="28874"/>
                </a:cubicBezTo>
                <a:cubicBezTo>
                  <a:pt x="800032" y="28874"/>
                  <a:pt x="806493" y="31533"/>
                  <a:pt x="811143" y="36850"/>
                </a:cubicBezTo>
                <a:cubicBezTo>
                  <a:pt x="815794" y="42168"/>
                  <a:pt x="818119" y="49610"/>
                  <a:pt x="818119" y="59178"/>
                </a:cubicBezTo>
                <a:lnTo>
                  <a:pt x="818119" y="64838"/>
                </a:lnTo>
                <a:moveTo>
                  <a:pt x="806912" y="55862"/>
                </a:moveTo>
                <a:cubicBezTo>
                  <a:pt x="806874" y="50144"/>
                  <a:pt x="805521" y="45722"/>
                  <a:pt x="802853" y="42597"/>
                </a:cubicBezTo>
                <a:cubicBezTo>
                  <a:pt x="800185" y="39471"/>
                  <a:pt x="796430" y="37908"/>
                  <a:pt x="791589" y="37908"/>
                </a:cubicBezTo>
                <a:cubicBezTo>
                  <a:pt x="787129" y="37908"/>
                  <a:pt x="783270" y="39566"/>
                  <a:pt x="780011" y="42883"/>
                </a:cubicBezTo>
                <a:cubicBezTo>
                  <a:pt x="776752" y="46199"/>
                  <a:pt x="774703" y="50525"/>
                  <a:pt x="773864" y="55862"/>
                </a:cubicBezTo>
                <a:lnTo>
                  <a:pt x="806912" y="55862"/>
                </a:lnTo>
                <a:close/>
                <a:moveTo>
                  <a:pt x="866400" y="41453"/>
                </a:moveTo>
                <a:cubicBezTo>
                  <a:pt x="864532" y="40119"/>
                  <a:pt x="861959" y="39452"/>
                  <a:pt x="858681" y="39452"/>
                </a:cubicBezTo>
                <a:cubicBezTo>
                  <a:pt x="854335" y="39452"/>
                  <a:pt x="850752" y="41482"/>
                  <a:pt x="847932" y="45541"/>
                </a:cubicBezTo>
                <a:cubicBezTo>
                  <a:pt x="845111" y="49601"/>
                  <a:pt x="843700" y="54947"/>
                  <a:pt x="843700" y="61579"/>
                </a:cubicBezTo>
                <a:lnTo>
                  <a:pt x="843700" y="93598"/>
                </a:lnTo>
                <a:lnTo>
                  <a:pt x="832494" y="93598"/>
                </a:lnTo>
                <a:lnTo>
                  <a:pt x="832494" y="30361"/>
                </a:lnTo>
                <a:lnTo>
                  <a:pt x="843700" y="30361"/>
                </a:lnTo>
                <a:lnTo>
                  <a:pt x="843700" y="43226"/>
                </a:lnTo>
                <a:lnTo>
                  <a:pt x="843929" y="43226"/>
                </a:lnTo>
                <a:cubicBezTo>
                  <a:pt x="847131" y="33925"/>
                  <a:pt x="852658" y="29275"/>
                  <a:pt x="860510" y="29275"/>
                </a:cubicBezTo>
                <a:cubicBezTo>
                  <a:pt x="863064" y="29275"/>
                  <a:pt x="865027" y="29560"/>
                  <a:pt x="866400" y="30132"/>
                </a:cubicBezTo>
                <a:lnTo>
                  <a:pt x="866400" y="41453"/>
                </a:lnTo>
                <a:close/>
                <a:moveTo>
                  <a:pt x="941474" y="92969"/>
                </a:moveTo>
                <a:cubicBezTo>
                  <a:pt x="939035" y="94304"/>
                  <a:pt x="935738" y="94971"/>
                  <a:pt x="931583" y="94971"/>
                </a:cubicBezTo>
                <a:cubicBezTo>
                  <a:pt x="920262" y="94971"/>
                  <a:pt x="914601" y="88700"/>
                  <a:pt x="914601" y="76159"/>
                </a:cubicBezTo>
                <a:lnTo>
                  <a:pt x="914601" y="39624"/>
                </a:lnTo>
                <a:lnTo>
                  <a:pt x="903738" y="39624"/>
                </a:lnTo>
                <a:lnTo>
                  <a:pt x="903738" y="30361"/>
                </a:lnTo>
                <a:lnTo>
                  <a:pt x="914601" y="30361"/>
                </a:lnTo>
                <a:lnTo>
                  <a:pt x="914601" y="15152"/>
                </a:lnTo>
                <a:lnTo>
                  <a:pt x="925751" y="11607"/>
                </a:lnTo>
                <a:lnTo>
                  <a:pt x="925751" y="30361"/>
                </a:lnTo>
                <a:lnTo>
                  <a:pt x="941474" y="30361"/>
                </a:lnTo>
                <a:lnTo>
                  <a:pt x="941474" y="39624"/>
                </a:lnTo>
                <a:lnTo>
                  <a:pt x="925751" y="39624"/>
                </a:lnTo>
                <a:lnTo>
                  <a:pt x="925751" y="74158"/>
                </a:lnTo>
                <a:cubicBezTo>
                  <a:pt x="925751" y="78313"/>
                  <a:pt x="926456" y="81286"/>
                  <a:pt x="927866" y="83078"/>
                </a:cubicBezTo>
                <a:cubicBezTo>
                  <a:pt x="929277" y="84869"/>
                  <a:pt x="931621" y="85765"/>
                  <a:pt x="934899" y="85765"/>
                </a:cubicBezTo>
                <a:cubicBezTo>
                  <a:pt x="937415" y="85765"/>
                  <a:pt x="939607" y="85060"/>
                  <a:pt x="941474" y="83650"/>
                </a:cubicBezTo>
                <a:lnTo>
                  <a:pt x="941474" y="92969"/>
                </a:lnTo>
                <a:close/>
                <a:moveTo>
                  <a:pt x="1008393" y="93598"/>
                </a:moveTo>
                <a:lnTo>
                  <a:pt x="997244" y="93598"/>
                </a:lnTo>
                <a:lnTo>
                  <a:pt x="997244" y="57234"/>
                </a:lnTo>
                <a:cubicBezTo>
                  <a:pt x="997244" y="44503"/>
                  <a:pt x="992517" y="38137"/>
                  <a:pt x="983064" y="38137"/>
                </a:cubicBezTo>
                <a:cubicBezTo>
                  <a:pt x="978223" y="38137"/>
                  <a:pt x="974201" y="39995"/>
                  <a:pt x="970999" y="43712"/>
                </a:cubicBezTo>
                <a:cubicBezTo>
                  <a:pt x="967798" y="47428"/>
                  <a:pt x="966197" y="52107"/>
                  <a:pt x="966197" y="57749"/>
                </a:cubicBezTo>
                <a:lnTo>
                  <a:pt x="966197" y="93598"/>
                </a:lnTo>
                <a:lnTo>
                  <a:pt x="954990" y="93598"/>
                </a:lnTo>
                <a:lnTo>
                  <a:pt x="954990" y="0"/>
                </a:lnTo>
                <a:lnTo>
                  <a:pt x="966197" y="0"/>
                </a:lnTo>
                <a:lnTo>
                  <a:pt x="966197" y="40767"/>
                </a:lnTo>
                <a:lnTo>
                  <a:pt x="966425" y="40767"/>
                </a:lnTo>
                <a:cubicBezTo>
                  <a:pt x="971266" y="32839"/>
                  <a:pt x="978147" y="28874"/>
                  <a:pt x="987066" y="28874"/>
                </a:cubicBezTo>
                <a:cubicBezTo>
                  <a:pt x="1001284" y="28874"/>
                  <a:pt x="1008393" y="37470"/>
                  <a:pt x="1008393" y="54661"/>
                </a:cubicBezTo>
                <a:lnTo>
                  <a:pt x="1008393" y="93598"/>
                </a:lnTo>
                <a:close/>
                <a:moveTo>
                  <a:pt x="1027871" y="34763"/>
                </a:moveTo>
                <a:cubicBezTo>
                  <a:pt x="1034161" y="30837"/>
                  <a:pt x="1041422" y="28874"/>
                  <a:pt x="1049656" y="28874"/>
                </a:cubicBezTo>
                <a:cubicBezTo>
                  <a:pt x="1064903" y="28874"/>
                  <a:pt x="1072526" y="36879"/>
                  <a:pt x="1072526" y="52889"/>
                </a:cubicBezTo>
                <a:lnTo>
                  <a:pt x="1072526" y="93598"/>
                </a:lnTo>
                <a:lnTo>
                  <a:pt x="1061434" y="93598"/>
                </a:lnTo>
                <a:lnTo>
                  <a:pt x="1061434" y="83821"/>
                </a:lnTo>
                <a:lnTo>
                  <a:pt x="1061148" y="83821"/>
                </a:lnTo>
                <a:cubicBezTo>
                  <a:pt x="1056765" y="91330"/>
                  <a:pt x="1050304" y="95085"/>
                  <a:pt x="1041765" y="95085"/>
                </a:cubicBezTo>
                <a:cubicBezTo>
                  <a:pt x="1035628" y="95085"/>
                  <a:pt x="1030749" y="93427"/>
                  <a:pt x="1027128" y="90111"/>
                </a:cubicBezTo>
                <a:cubicBezTo>
                  <a:pt x="1023507" y="86794"/>
                  <a:pt x="1021696" y="82316"/>
                  <a:pt x="1021696" y="76674"/>
                </a:cubicBezTo>
                <a:cubicBezTo>
                  <a:pt x="1021696" y="64858"/>
                  <a:pt x="1028691" y="57977"/>
                  <a:pt x="1042680" y="56033"/>
                </a:cubicBezTo>
                <a:lnTo>
                  <a:pt x="1061434" y="53403"/>
                </a:lnTo>
                <a:cubicBezTo>
                  <a:pt x="1061434" y="43073"/>
                  <a:pt x="1057165" y="37908"/>
                  <a:pt x="1048627" y="37908"/>
                </a:cubicBezTo>
                <a:cubicBezTo>
                  <a:pt x="1041041" y="37908"/>
                  <a:pt x="1034123" y="40462"/>
                  <a:pt x="1027871" y="45570"/>
                </a:cubicBezTo>
                <a:lnTo>
                  <a:pt x="1027871" y="34763"/>
                </a:lnTo>
                <a:moveTo>
                  <a:pt x="1046625" y="63866"/>
                </a:moveTo>
                <a:cubicBezTo>
                  <a:pt x="1041441" y="64553"/>
                  <a:pt x="1037868" y="65849"/>
                  <a:pt x="1035905" y="67754"/>
                </a:cubicBezTo>
                <a:cubicBezTo>
                  <a:pt x="1033942" y="69660"/>
                  <a:pt x="1032960" y="72329"/>
                  <a:pt x="1032960" y="75759"/>
                </a:cubicBezTo>
                <a:cubicBezTo>
                  <a:pt x="1032960" y="78771"/>
                  <a:pt x="1034027" y="81229"/>
                  <a:pt x="1036162" y="83135"/>
                </a:cubicBezTo>
                <a:cubicBezTo>
                  <a:pt x="1038297" y="85041"/>
                  <a:pt x="1041117" y="85994"/>
                  <a:pt x="1044624" y="85994"/>
                </a:cubicBezTo>
                <a:cubicBezTo>
                  <a:pt x="1049503" y="85994"/>
                  <a:pt x="1053525" y="84279"/>
                  <a:pt x="1056688" y="80848"/>
                </a:cubicBezTo>
                <a:cubicBezTo>
                  <a:pt x="1059852" y="77417"/>
                  <a:pt x="1061434" y="73110"/>
                  <a:pt x="1061434" y="67926"/>
                </a:cubicBezTo>
                <a:lnTo>
                  <a:pt x="1061434" y="61865"/>
                </a:lnTo>
                <a:lnTo>
                  <a:pt x="1046625" y="63866"/>
                </a:lnTo>
                <a:close/>
                <a:moveTo>
                  <a:pt x="1143863" y="93598"/>
                </a:moveTo>
                <a:lnTo>
                  <a:pt x="1132713" y="93598"/>
                </a:lnTo>
                <a:lnTo>
                  <a:pt x="1132713" y="57634"/>
                </a:lnTo>
                <a:cubicBezTo>
                  <a:pt x="1132713" y="44636"/>
                  <a:pt x="1127967" y="38137"/>
                  <a:pt x="1118476" y="38137"/>
                </a:cubicBezTo>
                <a:cubicBezTo>
                  <a:pt x="1113559" y="38137"/>
                  <a:pt x="1109518" y="39967"/>
                  <a:pt x="1106355" y="43626"/>
                </a:cubicBezTo>
                <a:cubicBezTo>
                  <a:pt x="1103191" y="47285"/>
                  <a:pt x="1101609" y="51917"/>
                  <a:pt x="1101609" y="57520"/>
                </a:cubicBezTo>
                <a:lnTo>
                  <a:pt x="1101609" y="93598"/>
                </a:lnTo>
                <a:lnTo>
                  <a:pt x="1090402" y="93598"/>
                </a:lnTo>
                <a:lnTo>
                  <a:pt x="1090402" y="30361"/>
                </a:lnTo>
                <a:lnTo>
                  <a:pt x="1101609" y="30361"/>
                </a:lnTo>
                <a:lnTo>
                  <a:pt x="1101609" y="40824"/>
                </a:lnTo>
                <a:lnTo>
                  <a:pt x="1101838" y="40824"/>
                </a:lnTo>
                <a:cubicBezTo>
                  <a:pt x="1106602" y="32858"/>
                  <a:pt x="1113521" y="28874"/>
                  <a:pt x="1122593" y="28874"/>
                </a:cubicBezTo>
                <a:cubicBezTo>
                  <a:pt x="1129530" y="28874"/>
                  <a:pt x="1134810" y="31095"/>
                  <a:pt x="1138431" y="35535"/>
                </a:cubicBezTo>
                <a:cubicBezTo>
                  <a:pt x="1142052" y="39976"/>
                  <a:pt x="1143863" y="46447"/>
                  <a:pt x="1143863" y="54947"/>
                </a:cubicBezTo>
                <a:lnTo>
                  <a:pt x="1143863" y="93598"/>
                </a:lnTo>
                <a:close/>
                <a:moveTo>
                  <a:pt x="1250000" y="93598"/>
                </a:moveTo>
                <a:lnTo>
                  <a:pt x="1238851" y="93598"/>
                </a:lnTo>
                <a:lnTo>
                  <a:pt x="1238851" y="57634"/>
                </a:lnTo>
                <a:cubicBezTo>
                  <a:pt x="1238851" y="44636"/>
                  <a:pt x="1234105" y="38137"/>
                  <a:pt x="1224614" y="38137"/>
                </a:cubicBezTo>
                <a:cubicBezTo>
                  <a:pt x="1219696" y="38137"/>
                  <a:pt x="1215656" y="39967"/>
                  <a:pt x="1212492" y="43626"/>
                </a:cubicBezTo>
                <a:cubicBezTo>
                  <a:pt x="1209328" y="47285"/>
                  <a:pt x="1207747" y="51917"/>
                  <a:pt x="1207747" y="57520"/>
                </a:cubicBezTo>
                <a:lnTo>
                  <a:pt x="1207747" y="93598"/>
                </a:lnTo>
                <a:lnTo>
                  <a:pt x="1196540" y="93598"/>
                </a:lnTo>
                <a:lnTo>
                  <a:pt x="1196540" y="30361"/>
                </a:lnTo>
                <a:lnTo>
                  <a:pt x="1207747" y="30361"/>
                </a:lnTo>
                <a:lnTo>
                  <a:pt x="1207747" y="40824"/>
                </a:lnTo>
                <a:lnTo>
                  <a:pt x="1207975" y="40824"/>
                </a:lnTo>
                <a:cubicBezTo>
                  <a:pt x="1212740" y="32858"/>
                  <a:pt x="1219658" y="28874"/>
                  <a:pt x="1228730" y="28874"/>
                </a:cubicBezTo>
                <a:cubicBezTo>
                  <a:pt x="1235668" y="28874"/>
                  <a:pt x="1240947" y="31095"/>
                  <a:pt x="1244568" y="35535"/>
                </a:cubicBezTo>
                <a:cubicBezTo>
                  <a:pt x="1248190" y="39976"/>
                  <a:pt x="1250000" y="46447"/>
                  <a:pt x="1250000" y="54947"/>
                </a:cubicBezTo>
                <a:lnTo>
                  <a:pt x="1250000" y="93598"/>
                </a:lnTo>
                <a:close/>
                <a:moveTo>
                  <a:pt x="1264733" y="87709"/>
                </a:moveTo>
                <a:cubicBezTo>
                  <a:pt x="1264733" y="85651"/>
                  <a:pt x="1265438" y="83916"/>
                  <a:pt x="1266848" y="82506"/>
                </a:cubicBezTo>
                <a:cubicBezTo>
                  <a:pt x="1268259" y="81096"/>
                  <a:pt x="1270012" y="80391"/>
                  <a:pt x="1272109" y="80391"/>
                </a:cubicBezTo>
                <a:cubicBezTo>
                  <a:pt x="1274243" y="80391"/>
                  <a:pt x="1276016" y="81105"/>
                  <a:pt x="1277426" y="82535"/>
                </a:cubicBezTo>
                <a:cubicBezTo>
                  <a:pt x="1278836" y="83964"/>
                  <a:pt x="1279542" y="85689"/>
                  <a:pt x="1279542" y="87709"/>
                </a:cubicBezTo>
                <a:cubicBezTo>
                  <a:pt x="1279542" y="89691"/>
                  <a:pt x="1278836" y="91397"/>
                  <a:pt x="1277426" y="92827"/>
                </a:cubicBezTo>
                <a:cubicBezTo>
                  <a:pt x="1276016" y="94256"/>
                  <a:pt x="1274224" y="94971"/>
                  <a:pt x="1272052" y="94971"/>
                </a:cubicBezTo>
                <a:cubicBezTo>
                  <a:pt x="1269955" y="94971"/>
                  <a:pt x="1268211" y="94256"/>
                  <a:pt x="1266820" y="92827"/>
                </a:cubicBezTo>
                <a:cubicBezTo>
                  <a:pt x="1265429" y="91397"/>
                  <a:pt x="1264733" y="89691"/>
                  <a:pt x="1264733" y="877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4">
            <a:extLst xmlns:a="http://schemas.openxmlformats.org/drawingml/2006/main">
              <a:ext uri="{FF2B5EF4-FFF2-40B4-BE49-F238E27FC236}">
                <a16:creationId xmlns:a16="http://schemas.microsoft.com/office/drawing/2014/main" id="{F4DD629D-2E2B-48D1-95FE-DA496ED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65" y="4711940"/>
            <a:ext cx="63466" cy="88567"/>
          </a:xfrm>
          <a:custGeom xmlns:a="http://schemas.openxmlformats.org/drawingml/2006/main">
            <a:pathLst>
              <a:path w="63466" h="88567">
                <a:moveTo>
                  <a:pt x="63466" y="65582"/>
                </a:moveTo>
                <a:lnTo>
                  <a:pt x="52145" y="65582"/>
                </a:lnTo>
                <a:lnTo>
                  <a:pt x="52145" y="88567"/>
                </a:lnTo>
                <a:lnTo>
                  <a:pt x="41282" y="88567"/>
                </a:lnTo>
                <a:lnTo>
                  <a:pt x="41282" y="65582"/>
                </a:lnTo>
                <a:lnTo>
                  <a:pt x="0" y="65582"/>
                </a:lnTo>
                <a:lnTo>
                  <a:pt x="0" y="58320"/>
                </a:lnTo>
                <a:lnTo>
                  <a:pt x="39166" y="0"/>
                </a:lnTo>
                <a:lnTo>
                  <a:pt x="52145" y="0"/>
                </a:lnTo>
                <a:lnTo>
                  <a:pt x="52145" y="56719"/>
                </a:lnTo>
                <a:lnTo>
                  <a:pt x="63466" y="56719"/>
                </a:lnTo>
                <a:lnTo>
                  <a:pt x="63466" y="65582"/>
                </a:lnTo>
                <a:moveTo>
                  <a:pt x="41282" y="56719"/>
                </a:moveTo>
                <a:lnTo>
                  <a:pt x="41282" y="19612"/>
                </a:lnTo>
                <a:cubicBezTo>
                  <a:pt x="41282" y="16982"/>
                  <a:pt x="41358" y="13951"/>
                  <a:pt x="41510" y="10521"/>
                </a:cubicBezTo>
                <a:lnTo>
                  <a:pt x="41282" y="10521"/>
                </a:lnTo>
                <a:cubicBezTo>
                  <a:pt x="40748" y="11969"/>
                  <a:pt x="39624" y="14237"/>
                  <a:pt x="37908" y="17325"/>
                </a:cubicBezTo>
                <a:lnTo>
                  <a:pt x="11550" y="56719"/>
                </a:lnTo>
                <a:lnTo>
                  <a:pt x="41282" y="56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assertclosest_num(11)==10">
            <a:extLst xmlns:a="http://schemas.openxmlformats.org/drawingml/2006/main">
              <a:ext uri="{FF2B5EF4-FFF2-40B4-BE49-F238E27FC236}">
                <a16:creationId xmlns:a16="http://schemas.microsoft.com/office/drawing/2014/main" id="{A94D80A4-5611-4F25-A82C-97A9715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15" y="4706908"/>
            <a:ext cx="1567840" cy="113725"/>
          </a:xfrm>
          <a:custGeom xmlns:a="http://schemas.openxmlformats.org/drawingml/2006/main">
            <a:pathLst>
              <a:path w="1567840" h="113725">
                <a:moveTo>
                  <a:pt x="6175" y="34763"/>
                </a:moveTo>
                <a:cubicBezTo>
                  <a:pt x="12465" y="30837"/>
                  <a:pt x="19726" y="28874"/>
                  <a:pt x="27959" y="28874"/>
                </a:cubicBezTo>
                <a:cubicBezTo>
                  <a:pt x="43207" y="28874"/>
                  <a:pt x="50830" y="36879"/>
                  <a:pt x="50830" y="52889"/>
                </a:cubicBezTo>
                <a:lnTo>
                  <a:pt x="50830" y="93598"/>
                </a:lnTo>
                <a:lnTo>
                  <a:pt x="39738" y="93598"/>
                </a:lnTo>
                <a:lnTo>
                  <a:pt x="39738" y="83821"/>
                </a:lnTo>
                <a:lnTo>
                  <a:pt x="39452" y="83821"/>
                </a:lnTo>
                <a:cubicBezTo>
                  <a:pt x="35068" y="91330"/>
                  <a:pt x="28607" y="95085"/>
                  <a:pt x="20069" y="95085"/>
                </a:cubicBezTo>
                <a:cubicBezTo>
                  <a:pt x="13932" y="95085"/>
                  <a:pt x="9053" y="93427"/>
                  <a:pt x="5432" y="90111"/>
                </a:cubicBezTo>
                <a:cubicBezTo>
                  <a:pt x="1811" y="86794"/>
                  <a:pt x="0" y="82316"/>
                  <a:pt x="0" y="76674"/>
                </a:cubicBezTo>
                <a:cubicBezTo>
                  <a:pt x="0" y="64858"/>
                  <a:pt x="6995" y="57977"/>
                  <a:pt x="20984" y="56033"/>
                </a:cubicBezTo>
                <a:lnTo>
                  <a:pt x="39738" y="53403"/>
                </a:lnTo>
                <a:cubicBezTo>
                  <a:pt x="39738" y="43073"/>
                  <a:pt x="35469" y="37908"/>
                  <a:pt x="26930" y="37908"/>
                </a:cubicBezTo>
                <a:cubicBezTo>
                  <a:pt x="19345" y="37908"/>
                  <a:pt x="12426" y="40462"/>
                  <a:pt x="6175" y="45570"/>
                </a:cubicBezTo>
                <a:lnTo>
                  <a:pt x="6175" y="34763"/>
                </a:lnTo>
                <a:moveTo>
                  <a:pt x="24929" y="63866"/>
                </a:moveTo>
                <a:cubicBezTo>
                  <a:pt x="19745" y="64553"/>
                  <a:pt x="16172" y="65849"/>
                  <a:pt x="14208" y="67754"/>
                </a:cubicBezTo>
                <a:cubicBezTo>
                  <a:pt x="12245" y="69660"/>
                  <a:pt x="11264" y="72329"/>
                  <a:pt x="11264" y="75759"/>
                </a:cubicBezTo>
                <a:cubicBezTo>
                  <a:pt x="11264" y="78771"/>
                  <a:pt x="12331" y="81229"/>
                  <a:pt x="14466" y="83135"/>
                </a:cubicBezTo>
                <a:cubicBezTo>
                  <a:pt x="16600" y="85041"/>
                  <a:pt x="19421" y="85994"/>
                  <a:pt x="22928" y="85994"/>
                </a:cubicBezTo>
                <a:cubicBezTo>
                  <a:pt x="27807" y="85994"/>
                  <a:pt x="31828" y="84279"/>
                  <a:pt x="34992" y="80848"/>
                </a:cubicBezTo>
                <a:cubicBezTo>
                  <a:pt x="38156" y="77417"/>
                  <a:pt x="39738" y="73110"/>
                  <a:pt x="39738" y="67926"/>
                </a:cubicBezTo>
                <a:lnTo>
                  <a:pt x="39738" y="61865"/>
                </a:lnTo>
                <a:lnTo>
                  <a:pt x="24929" y="63866"/>
                </a:lnTo>
                <a:close/>
                <a:moveTo>
                  <a:pt x="65184" y="79933"/>
                </a:moveTo>
                <a:cubicBezTo>
                  <a:pt x="70826" y="84012"/>
                  <a:pt x="76906" y="86051"/>
                  <a:pt x="83424" y="86051"/>
                </a:cubicBezTo>
                <a:cubicBezTo>
                  <a:pt x="92153" y="86051"/>
                  <a:pt x="96517" y="83192"/>
                  <a:pt x="96517" y="77475"/>
                </a:cubicBezTo>
                <a:cubicBezTo>
                  <a:pt x="96517" y="75035"/>
                  <a:pt x="95564" y="73024"/>
                  <a:pt x="93659" y="71442"/>
                </a:cubicBezTo>
                <a:cubicBezTo>
                  <a:pt x="91753" y="69861"/>
                  <a:pt x="87884" y="67983"/>
                  <a:pt x="82052" y="65810"/>
                </a:cubicBezTo>
                <a:cubicBezTo>
                  <a:pt x="75038" y="62990"/>
                  <a:pt x="70483" y="60198"/>
                  <a:pt x="68386" y="57434"/>
                </a:cubicBezTo>
                <a:cubicBezTo>
                  <a:pt x="66290" y="54671"/>
                  <a:pt x="65242" y="51326"/>
                  <a:pt x="65242" y="47400"/>
                </a:cubicBezTo>
                <a:cubicBezTo>
                  <a:pt x="65242" y="41796"/>
                  <a:pt x="67614" y="37308"/>
                  <a:pt x="72360" y="33934"/>
                </a:cubicBezTo>
                <a:cubicBezTo>
                  <a:pt x="77106" y="30561"/>
                  <a:pt x="82947" y="28874"/>
                  <a:pt x="89885" y="28874"/>
                </a:cubicBezTo>
                <a:cubicBezTo>
                  <a:pt x="95259" y="28874"/>
                  <a:pt x="100253" y="29808"/>
                  <a:pt x="104865" y="31676"/>
                </a:cubicBezTo>
                <a:lnTo>
                  <a:pt x="104865" y="42482"/>
                </a:lnTo>
                <a:cubicBezTo>
                  <a:pt x="100139" y="39433"/>
                  <a:pt x="94783" y="37908"/>
                  <a:pt x="88798" y="37908"/>
                </a:cubicBezTo>
                <a:cubicBezTo>
                  <a:pt x="85215" y="37908"/>
                  <a:pt x="82299" y="38690"/>
                  <a:pt x="80050" y="40252"/>
                </a:cubicBezTo>
                <a:cubicBezTo>
                  <a:pt x="77801" y="41815"/>
                  <a:pt x="76677" y="43874"/>
                  <a:pt x="76677" y="46428"/>
                </a:cubicBezTo>
                <a:cubicBezTo>
                  <a:pt x="76677" y="48943"/>
                  <a:pt x="77487" y="50906"/>
                  <a:pt x="79107" y="52317"/>
                </a:cubicBezTo>
                <a:cubicBezTo>
                  <a:pt x="80727" y="53727"/>
                  <a:pt x="84320" y="55538"/>
                  <a:pt x="89885" y="57749"/>
                </a:cubicBezTo>
                <a:cubicBezTo>
                  <a:pt x="96937" y="60379"/>
                  <a:pt x="101701" y="63104"/>
                  <a:pt x="104179" y="65925"/>
                </a:cubicBezTo>
                <a:cubicBezTo>
                  <a:pt x="106657" y="68746"/>
                  <a:pt x="107896" y="72233"/>
                  <a:pt x="107896" y="76388"/>
                </a:cubicBezTo>
                <a:cubicBezTo>
                  <a:pt x="107896" y="82182"/>
                  <a:pt x="105523" y="86747"/>
                  <a:pt x="100777" y="90082"/>
                </a:cubicBezTo>
                <a:cubicBezTo>
                  <a:pt x="96031" y="93417"/>
                  <a:pt x="89885" y="95085"/>
                  <a:pt x="82338" y="95085"/>
                </a:cubicBezTo>
                <a:cubicBezTo>
                  <a:pt x="75781" y="95085"/>
                  <a:pt x="70064" y="93846"/>
                  <a:pt x="65184" y="91369"/>
                </a:cubicBezTo>
                <a:lnTo>
                  <a:pt x="65184" y="79933"/>
                </a:lnTo>
                <a:close/>
                <a:moveTo>
                  <a:pt x="120092" y="79933"/>
                </a:moveTo>
                <a:cubicBezTo>
                  <a:pt x="125733" y="84012"/>
                  <a:pt x="131813" y="86051"/>
                  <a:pt x="138331" y="86051"/>
                </a:cubicBezTo>
                <a:cubicBezTo>
                  <a:pt x="147060" y="86051"/>
                  <a:pt x="151425" y="83192"/>
                  <a:pt x="151425" y="77475"/>
                </a:cubicBezTo>
                <a:cubicBezTo>
                  <a:pt x="151425" y="75035"/>
                  <a:pt x="150472" y="73024"/>
                  <a:pt x="148566" y="71442"/>
                </a:cubicBezTo>
                <a:cubicBezTo>
                  <a:pt x="146660" y="69861"/>
                  <a:pt x="142791" y="67983"/>
                  <a:pt x="136959" y="65810"/>
                </a:cubicBezTo>
                <a:cubicBezTo>
                  <a:pt x="129945" y="62990"/>
                  <a:pt x="125390" y="60198"/>
                  <a:pt x="123294" y="57434"/>
                </a:cubicBezTo>
                <a:cubicBezTo>
                  <a:pt x="121197" y="54671"/>
                  <a:pt x="120149" y="51326"/>
                  <a:pt x="120149" y="47400"/>
                </a:cubicBezTo>
                <a:cubicBezTo>
                  <a:pt x="120149" y="41796"/>
                  <a:pt x="122522" y="37308"/>
                  <a:pt x="127267" y="33934"/>
                </a:cubicBezTo>
                <a:cubicBezTo>
                  <a:pt x="132013" y="30561"/>
                  <a:pt x="137855" y="28874"/>
                  <a:pt x="144792" y="28874"/>
                </a:cubicBezTo>
                <a:cubicBezTo>
                  <a:pt x="150167" y="28874"/>
                  <a:pt x="155160" y="29808"/>
                  <a:pt x="159772" y="31676"/>
                </a:cubicBezTo>
                <a:lnTo>
                  <a:pt x="159772" y="42482"/>
                </a:lnTo>
                <a:cubicBezTo>
                  <a:pt x="155046" y="39433"/>
                  <a:pt x="149690" y="37908"/>
                  <a:pt x="143706" y="37908"/>
                </a:cubicBezTo>
                <a:cubicBezTo>
                  <a:pt x="140123" y="37908"/>
                  <a:pt x="137207" y="38690"/>
                  <a:pt x="134958" y="40252"/>
                </a:cubicBezTo>
                <a:cubicBezTo>
                  <a:pt x="132709" y="41815"/>
                  <a:pt x="131584" y="43874"/>
                  <a:pt x="131584" y="46428"/>
                </a:cubicBezTo>
                <a:cubicBezTo>
                  <a:pt x="131584" y="48943"/>
                  <a:pt x="132394" y="50906"/>
                  <a:pt x="134014" y="52317"/>
                </a:cubicBezTo>
                <a:cubicBezTo>
                  <a:pt x="135634" y="53727"/>
                  <a:pt x="139227" y="55538"/>
                  <a:pt x="144792" y="57749"/>
                </a:cubicBezTo>
                <a:cubicBezTo>
                  <a:pt x="151844" y="60379"/>
                  <a:pt x="156609" y="63104"/>
                  <a:pt x="159086" y="65925"/>
                </a:cubicBezTo>
                <a:cubicBezTo>
                  <a:pt x="161564" y="68746"/>
                  <a:pt x="162803" y="72233"/>
                  <a:pt x="162803" y="76388"/>
                </a:cubicBezTo>
                <a:cubicBezTo>
                  <a:pt x="162803" y="82182"/>
                  <a:pt x="160430" y="86747"/>
                  <a:pt x="155684" y="90082"/>
                </a:cubicBezTo>
                <a:cubicBezTo>
                  <a:pt x="150939" y="93417"/>
                  <a:pt x="144792" y="95085"/>
                  <a:pt x="137245" y="95085"/>
                </a:cubicBezTo>
                <a:cubicBezTo>
                  <a:pt x="130689" y="95085"/>
                  <a:pt x="124971" y="93846"/>
                  <a:pt x="120092" y="91369"/>
                </a:cubicBezTo>
                <a:lnTo>
                  <a:pt x="120092" y="79933"/>
                </a:lnTo>
                <a:close/>
                <a:moveTo>
                  <a:pt x="230060" y="64838"/>
                </a:moveTo>
                <a:lnTo>
                  <a:pt x="185805" y="64838"/>
                </a:lnTo>
                <a:cubicBezTo>
                  <a:pt x="185996" y="71585"/>
                  <a:pt x="187845" y="76798"/>
                  <a:pt x="191352" y="80476"/>
                </a:cubicBezTo>
                <a:cubicBezTo>
                  <a:pt x="194858" y="84155"/>
                  <a:pt x="199757" y="85994"/>
                  <a:pt x="206046" y="85994"/>
                </a:cubicBezTo>
                <a:cubicBezTo>
                  <a:pt x="213136" y="85994"/>
                  <a:pt x="219635" y="83726"/>
                  <a:pt x="225543" y="79190"/>
                </a:cubicBezTo>
                <a:lnTo>
                  <a:pt x="225543" y="89196"/>
                </a:lnTo>
                <a:cubicBezTo>
                  <a:pt x="219978" y="93122"/>
                  <a:pt x="212602" y="95085"/>
                  <a:pt x="203416" y="95085"/>
                </a:cubicBezTo>
                <a:cubicBezTo>
                  <a:pt x="194268" y="95085"/>
                  <a:pt x="187130" y="92188"/>
                  <a:pt x="182003" y="86394"/>
                </a:cubicBezTo>
                <a:cubicBezTo>
                  <a:pt x="176876" y="80600"/>
                  <a:pt x="174313" y="72557"/>
                  <a:pt x="174313" y="62266"/>
                </a:cubicBezTo>
                <a:cubicBezTo>
                  <a:pt x="174313" y="52584"/>
                  <a:pt x="177124" y="44598"/>
                  <a:pt x="182747" y="38308"/>
                </a:cubicBezTo>
                <a:cubicBezTo>
                  <a:pt x="188369" y="32019"/>
                  <a:pt x="195354" y="28874"/>
                  <a:pt x="203702" y="28874"/>
                </a:cubicBezTo>
                <a:cubicBezTo>
                  <a:pt x="211973" y="28874"/>
                  <a:pt x="218434" y="31533"/>
                  <a:pt x="223085" y="36850"/>
                </a:cubicBezTo>
                <a:cubicBezTo>
                  <a:pt x="227735" y="42168"/>
                  <a:pt x="230060" y="49610"/>
                  <a:pt x="230060" y="59178"/>
                </a:cubicBezTo>
                <a:lnTo>
                  <a:pt x="230060" y="64838"/>
                </a:lnTo>
                <a:moveTo>
                  <a:pt x="218854" y="55862"/>
                </a:moveTo>
                <a:cubicBezTo>
                  <a:pt x="218816" y="50144"/>
                  <a:pt x="217462" y="45722"/>
                  <a:pt x="214794" y="42597"/>
                </a:cubicBezTo>
                <a:cubicBezTo>
                  <a:pt x="212126" y="39471"/>
                  <a:pt x="208371" y="37908"/>
                  <a:pt x="203530" y="37908"/>
                </a:cubicBezTo>
                <a:cubicBezTo>
                  <a:pt x="199070" y="37908"/>
                  <a:pt x="195211" y="39566"/>
                  <a:pt x="191952" y="42883"/>
                </a:cubicBezTo>
                <a:cubicBezTo>
                  <a:pt x="188693" y="46199"/>
                  <a:pt x="186644" y="50525"/>
                  <a:pt x="185805" y="55862"/>
                </a:cubicBezTo>
                <a:lnTo>
                  <a:pt x="218854" y="55862"/>
                </a:lnTo>
                <a:close/>
                <a:moveTo>
                  <a:pt x="278364" y="41453"/>
                </a:moveTo>
                <a:cubicBezTo>
                  <a:pt x="276497" y="40119"/>
                  <a:pt x="273924" y="39452"/>
                  <a:pt x="270645" y="39452"/>
                </a:cubicBezTo>
                <a:cubicBezTo>
                  <a:pt x="266300" y="39452"/>
                  <a:pt x="262717" y="41482"/>
                  <a:pt x="259896" y="45541"/>
                </a:cubicBezTo>
                <a:cubicBezTo>
                  <a:pt x="257075" y="49601"/>
                  <a:pt x="255665" y="54947"/>
                  <a:pt x="255665" y="61579"/>
                </a:cubicBezTo>
                <a:lnTo>
                  <a:pt x="255665" y="93598"/>
                </a:lnTo>
                <a:lnTo>
                  <a:pt x="244458" y="93598"/>
                </a:lnTo>
                <a:lnTo>
                  <a:pt x="244458" y="30361"/>
                </a:lnTo>
                <a:lnTo>
                  <a:pt x="255665" y="30361"/>
                </a:lnTo>
                <a:lnTo>
                  <a:pt x="255665" y="43226"/>
                </a:lnTo>
                <a:lnTo>
                  <a:pt x="255894" y="43226"/>
                </a:lnTo>
                <a:cubicBezTo>
                  <a:pt x="259096" y="33925"/>
                  <a:pt x="264623" y="29275"/>
                  <a:pt x="272475" y="29275"/>
                </a:cubicBezTo>
                <a:cubicBezTo>
                  <a:pt x="275029" y="29275"/>
                  <a:pt x="276992" y="29560"/>
                  <a:pt x="278364" y="30132"/>
                </a:cubicBezTo>
                <a:lnTo>
                  <a:pt x="278364" y="41453"/>
                </a:lnTo>
                <a:close/>
                <a:moveTo>
                  <a:pt x="318719" y="92969"/>
                </a:moveTo>
                <a:cubicBezTo>
                  <a:pt x="316280" y="94304"/>
                  <a:pt x="312983" y="94971"/>
                  <a:pt x="308828" y="94971"/>
                </a:cubicBezTo>
                <a:cubicBezTo>
                  <a:pt x="297507" y="94971"/>
                  <a:pt x="291846" y="88700"/>
                  <a:pt x="291846" y="76159"/>
                </a:cubicBezTo>
                <a:lnTo>
                  <a:pt x="291846" y="39624"/>
                </a:lnTo>
                <a:lnTo>
                  <a:pt x="280983" y="39624"/>
                </a:lnTo>
                <a:lnTo>
                  <a:pt x="280983" y="30361"/>
                </a:lnTo>
                <a:lnTo>
                  <a:pt x="291846" y="30361"/>
                </a:lnTo>
                <a:lnTo>
                  <a:pt x="291846" y="15152"/>
                </a:lnTo>
                <a:lnTo>
                  <a:pt x="302996" y="11607"/>
                </a:lnTo>
                <a:lnTo>
                  <a:pt x="302996" y="30361"/>
                </a:lnTo>
                <a:lnTo>
                  <a:pt x="318719" y="30361"/>
                </a:lnTo>
                <a:lnTo>
                  <a:pt x="318719" y="39624"/>
                </a:lnTo>
                <a:lnTo>
                  <a:pt x="302996" y="39624"/>
                </a:lnTo>
                <a:lnTo>
                  <a:pt x="302996" y="74158"/>
                </a:lnTo>
                <a:cubicBezTo>
                  <a:pt x="302996" y="78313"/>
                  <a:pt x="303701" y="81286"/>
                  <a:pt x="305111" y="83078"/>
                </a:cubicBezTo>
                <a:cubicBezTo>
                  <a:pt x="306522" y="84869"/>
                  <a:pt x="308866" y="85765"/>
                  <a:pt x="312144" y="85765"/>
                </a:cubicBezTo>
                <a:cubicBezTo>
                  <a:pt x="314660" y="85765"/>
                  <a:pt x="316852" y="85060"/>
                  <a:pt x="318719" y="83650"/>
                </a:cubicBezTo>
                <a:lnTo>
                  <a:pt x="318719" y="92969"/>
                </a:lnTo>
                <a:close/>
                <a:moveTo>
                  <a:pt x="410644" y="90740"/>
                </a:moveTo>
                <a:cubicBezTo>
                  <a:pt x="405803" y="93637"/>
                  <a:pt x="399971" y="95085"/>
                  <a:pt x="393148" y="95085"/>
                </a:cubicBezTo>
                <a:cubicBezTo>
                  <a:pt x="383999" y="95085"/>
                  <a:pt x="376643" y="92150"/>
                  <a:pt x="371077" y="86280"/>
                </a:cubicBezTo>
                <a:cubicBezTo>
                  <a:pt x="365512" y="80410"/>
                  <a:pt x="362730" y="72805"/>
                  <a:pt x="362730" y="63466"/>
                </a:cubicBezTo>
                <a:cubicBezTo>
                  <a:pt x="362730" y="53098"/>
                  <a:pt x="365731" y="44741"/>
                  <a:pt x="371735" y="38394"/>
                </a:cubicBezTo>
                <a:cubicBezTo>
                  <a:pt x="377738" y="32048"/>
                  <a:pt x="385772" y="28874"/>
                  <a:pt x="395835" y="28874"/>
                </a:cubicBezTo>
                <a:cubicBezTo>
                  <a:pt x="401629" y="28874"/>
                  <a:pt x="406584" y="29903"/>
                  <a:pt x="410701" y="31962"/>
                </a:cubicBezTo>
                <a:lnTo>
                  <a:pt x="410701" y="43054"/>
                </a:lnTo>
                <a:cubicBezTo>
                  <a:pt x="406241" y="39776"/>
                  <a:pt x="401286" y="38137"/>
                  <a:pt x="395835" y="38137"/>
                </a:cubicBezTo>
                <a:cubicBezTo>
                  <a:pt x="389431" y="38137"/>
                  <a:pt x="384219" y="40357"/>
                  <a:pt x="380197" y="44798"/>
                </a:cubicBezTo>
                <a:cubicBezTo>
                  <a:pt x="376176" y="49239"/>
                  <a:pt x="374165" y="55157"/>
                  <a:pt x="374165" y="62551"/>
                </a:cubicBezTo>
                <a:cubicBezTo>
                  <a:pt x="374165" y="69832"/>
                  <a:pt x="376061" y="75531"/>
                  <a:pt x="379854" y="79647"/>
                </a:cubicBezTo>
                <a:cubicBezTo>
                  <a:pt x="383647" y="83764"/>
                  <a:pt x="388764" y="85822"/>
                  <a:pt x="395206" y="85822"/>
                </a:cubicBezTo>
                <a:cubicBezTo>
                  <a:pt x="400657" y="85822"/>
                  <a:pt x="405803" y="84031"/>
                  <a:pt x="410644" y="80448"/>
                </a:cubicBezTo>
                <a:lnTo>
                  <a:pt x="410644" y="90740"/>
                </a:lnTo>
                <a:close/>
                <a:moveTo>
                  <a:pt x="425453" y="93598"/>
                </a:moveTo>
                <a:lnTo>
                  <a:pt x="425453" y="0"/>
                </a:lnTo>
                <a:lnTo>
                  <a:pt x="436659" y="0"/>
                </a:lnTo>
                <a:lnTo>
                  <a:pt x="436659" y="93598"/>
                </a:lnTo>
                <a:lnTo>
                  <a:pt x="425453" y="93598"/>
                </a:lnTo>
                <a:close/>
                <a:moveTo>
                  <a:pt x="452427" y="62666"/>
                </a:moveTo>
                <a:cubicBezTo>
                  <a:pt x="452427" y="52221"/>
                  <a:pt x="455343" y="43978"/>
                  <a:pt x="461175" y="37937"/>
                </a:cubicBezTo>
                <a:cubicBezTo>
                  <a:pt x="467007" y="31895"/>
                  <a:pt x="474916" y="28874"/>
                  <a:pt x="484903" y="28874"/>
                </a:cubicBezTo>
                <a:cubicBezTo>
                  <a:pt x="494394" y="28874"/>
                  <a:pt x="501837" y="31781"/>
                  <a:pt x="507231" y="37594"/>
                </a:cubicBezTo>
                <a:cubicBezTo>
                  <a:pt x="512624" y="43407"/>
                  <a:pt x="515321" y="51440"/>
                  <a:pt x="515321" y="61694"/>
                </a:cubicBezTo>
                <a:cubicBezTo>
                  <a:pt x="515321" y="71681"/>
                  <a:pt x="512443" y="79743"/>
                  <a:pt x="506687" y="85880"/>
                </a:cubicBezTo>
                <a:cubicBezTo>
                  <a:pt x="500932" y="92017"/>
                  <a:pt x="493213" y="95085"/>
                  <a:pt x="483531" y="95085"/>
                </a:cubicBezTo>
                <a:cubicBezTo>
                  <a:pt x="474078" y="95085"/>
                  <a:pt x="466530" y="92112"/>
                  <a:pt x="460889" y="86165"/>
                </a:cubicBezTo>
                <a:cubicBezTo>
                  <a:pt x="455247" y="80219"/>
                  <a:pt x="452427" y="72386"/>
                  <a:pt x="452427" y="62666"/>
                </a:cubicBezTo>
                <a:moveTo>
                  <a:pt x="463862" y="62323"/>
                </a:moveTo>
                <a:cubicBezTo>
                  <a:pt x="463862" y="69603"/>
                  <a:pt x="465701" y="75340"/>
                  <a:pt x="469380" y="79533"/>
                </a:cubicBezTo>
                <a:cubicBezTo>
                  <a:pt x="473058" y="83726"/>
                  <a:pt x="478004" y="85822"/>
                  <a:pt x="484217" y="85822"/>
                </a:cubicBezTo>
                <a:cubicBezTo>
                  <a:pt x="490621" y="85822"/>
                  <a:pt x="495500" y="83774"/>
                  <a:pt x="498854" y="79676"/>
                </a:cubicBezTo>
                <a:cubicBezTo>
                  <a:pt x="502209" y="75578"/>
                  <a:pt x="503886" y="69699"/>
                  <a:pt x="503886" y="62037"/>
                </a:cubicBezTo>
                <a:cubicBezTo>
                  <a:pt x="503886" y="54337"/>
                  <a:pt x="502209" y="48429"/>
                  <a:pt x="498854" y="44312"/>
                </a:cubicBezTo>
                <a:cubicBezTo>
                  <a:pt x="495500" y="40195"/>
                  <a:pt x="490621" y="38137"/>
                  <a:pt x="484217" y="38137"/>
                </a:cubicBezTo>
                <a:cubicBezTo>
                  <a:pt x="477928" y="38137"/>
                  <a:pt x="472963" y="40291"/>
                  <a:pt x="469322" y="44598"/>
                </a:cubicBezTo>
                <a:cubicBezTo>
                  <a:pt x="465682" y="48905"/>
                  <a:pt x="463862" y="54813"/>
                  <a:pt x="463862" y="62323"/>
                </a:cubicBezTo>
                <a:close/>
                <a:moveTo>
                  <a:pt x="528173" y="79933"/>
                </a:moveTo>
                <a:cubicBezTo>
                  <a:pt x="533814" y="84012"/>
                  <a:pt x="539894" y="86051"/>
                  <a:pt x="546412" y="86051"/>
                </a:cubicBezTo>
                <a:cubicBezTo>
                  <a:pt x="555141" y="86051"/>
                  <a:pt x="559506" y="83192"/>
                  <a:pt x="559506" y="77475"/>
                </a:cubicBezTo>
                <a:cubicBezTo>
                  <a:pt x="559506" y="75035"/>
                  <a:pt x="558553" y="73024"/>
                  <a:pt x="556647" y="71442"/>
                </a:cubicBezTo>
                <a:cubicBezTo>
                  <a:pt x="554741" y="69861"/>
                  <a:pt x="550872" y="67983"/>
                  <a:pt x="545040" y="65810"/>
                </a:cubicBezTo>
                <a:cubicBezTo>
                  <a:pt x="538026" y="62990"/>
                  <a:pt x="533471" y="60198"/>
                  <a:pt x="531375" y="57434"/>
                </a:cubicBezTo>
                <a:cubicBezTo>
                  <a:pt x="529278" y="54671"/>
                  <a:pt x="528230" y="51326"/>
                  <a:pt x="528230" y="47400"/>
                </a:cubicBezTo>
                <a:cubicBezTo>
                  <a:pt x="528230" y="41796"/>
                  <a:pt x="530603" y="37308"/>
                  <a:pt x="535348" y="33934"/>
                </a:cubicBezTo>
                <a:cubicBezTo>
                  <a:pt x="540094" y="30561"/>
                  <a:pt x="545936" y="28874"/>
                  <a:pt x="552873" y="28874"/>
                </a:cubicBezTo>
                <a:cubicBezTo>
                  <a:pt x="558248" y="28874"/>
                  <a:pt x="563241" y="29808"/>
                  <a:pt x="567853" y="31676"/>
                </a:cubicBezTo>
                <a:lnTo>
                  <a:pt x="567853" y="42482"/>
                </a:lnTo>
                <a:cubicBezTo>
                  <a:pt x="563127" y="39433"/>
                  <a:pt x="557771" y="37908"/>
                  <a:pt x="551787" y="37908"/>
                </a:cubicBezTo>
                <a:cubicBezTo>
                  <a:pt x="548204" y="37908"/>
                  <a:pt x="545288" y="38690"/>
                  <a:pt x="543039" y="40252"/>
                </a:cubicBezTo>
                <a:cubicBezTo>
                  <a:pt x="540790" y="41815"/>
                  <a:pt x="539665" y="43874"/>
                  <a:pt x="539665" y="46428"/>
                </a:cubicBezTo>
                <a:cubicBezTo>
                  <a:pt x="539665" y="48943"/>
                  <a:pt x="540475" y="50906"/>
                  <a:pt x="542095" y="52317"/>
                </a:cubicBezTo>
                <a:cubicBezTo>
                  <a:pt x="543715" y="53727"/>
                  <a:pt x="547308" y="55538"/>
                  <a:pt x="552873" y="57749"/>
                </a:cubicBezTo>
                <a:cubicBezTo>
                  <a:pt x="559925" y="60379"/>
                  <a:pt x="564690" y="63104"/>
                  <a:pt x="567167" y="65925"/>
                </a:cubicBezTo>
                <a:cubicBezTo>
                  <a:pt x="569645" y="68746"/>
                  <a:pt x="570884" y="72233"/>
                  <a:pt x="570884" y="76388"/>
                </a:cubicBezTo>
                <a:cubicBezTo>
                  <a:pt x="570884" y="82182"/>
                  <a:pt x="568511" y="86747"/>
                  <a:pt x="563765" y="90082"/>
                </a:cubicBezTo>
                <a:cubicBezTo>
                  <a:pt x="559020" y="93417"/>
                  <a:pt x="552873" y="95085"/>
                  <a:pt x="545326" y="95085"/>
                </a:cubicBezTo>
                <a:cubicBezTo>
                  <a:pt x="538769" y="95085"/>
                  <a:pt x="533052" y="93846"/>
                  <a:pt x="528173" y="91369"/>
                </a:cubicBezTo>
                <a:lnTo>
                  <a:pt x="528173" y="79933"/>
                </a:lnTo>
                <a:close/>
                <a:moveTo>
                  <a:pt x="638153" y="64838"/>
                </a:moveTo>
                <a:lnTo>
                  <a:pt x="593898" y="64838"/>
                </a:lnTo>
                <a:cubicBezTo>
                  <a:pt x="594089" y="71585"/>
                  <a:pt x="595937" y="76798"/>
                  <a:pt x="599444" y="80476"/>
                </a:cubicBezTo>
                <a:cubicBezTo>
                  <a:pt x="602951" y="84155"/>
                  <a:pt x="607849" y="85994"/>
                  <a:pt x="614139" y="85994"/>
                </a:cubicBezTo>
                <a:cubicBezTo>
                  <a:pt x="621229" y="85994"/>
                  <a:pt x="627728" y="83726"/>
                  <a:pt x="633636" y="79190"/>
                </a:cubicBezTo>
                <a:lnTo>
                  <a:pt x="633636" y="89196"/>
                </a:lnTo>
                <a:cubicBezTo>
                  <a:pt x="628071" y="93122"/>
                  <a:pt x="620695" y="95085"/>
                  <a:pt x="611509" y="95085"/>
                </a:cubicBezTo>
                <a:cubicBezTo>
                  <a:pt x="602360" y="95085"/>
                  <a:pt x="595223" y="92188"/>
                  <a:pt x="590096" y="86394"/>
                </a:cubicBezTo>
                <a:cubicBezTo>
                  <a:pt x="584969" y="80600"/>
                  <a:pt x="582406" y="72557"/>
                  <a:pt x="582406" y="62266"/>
                </a:cubicBezTo>
                <a:cubicBezTo>
                  <a:pt x="582406" y="52584"/>
                  <a:pt x="585217" y="44598"/>
                  <a:pt x="590839" y="38308"/>
                </a:cubicBezTo>
                <a:cubicBezTo>
                  <a:pt x="596462" y="32019"/>
                  <a:pt x="603447" y="28874"/>
                  <a:pt x="611794" y="28874"/>
                </a:cubicBezTo>
                <a:cubicBezTo>
                  <a:pt x="620066" y="28874"/>
                  <a:pt x="626527" y="31533"/>
                  <a:pt x="631177" y="36850"/>
                </a:cubicBezTo>
                <a:cubicBezTo>
                  <a:pt x="635828" y="42168"/>
                  <a:pt x="638153" y="49610"/>
                  <a:pt x="638153" y="59178"/>
                </a:cubicBezTo>
                <a:lnTo>
                  <a:pt x="638153" y="64838"/>
                </a:lnTo>
                <a:moveTo>
                  <a:pt x="626946" y="55862"/>
                </a:moveTo>
                <a:cubicBezTo>
                  <a:pt x="626908" y="50144"/>
                  <a:pt x="625555" y="45722"/>
                  <a:pt x="622887" y="42597"/>
                </a:cubicBezTo>
                <a:cubicBezTo>
                  <a:pt x="620218" y="39471"/>
                  <a:pt x="616464" y="37908"/>
                  <a:pt x="611623" y="37908"/>
                </a:cubicBezTo>
                <a:cubicBezTo>
                  <a:pt x="607163" y="37908"/>
                  <a:pt x="603304" y="39566"/>
                  <a:pt x="600045" y="42883"/>
                </a:cubicBezTo>
                <a:cubicBezTo>
                  <a:pt x="596786" y="46199"/>
                  <a:pt x="594737" y="50525"/>
                  <a:pt x="593898" y="55862"/>
                </a:cubicBezTo>
                <a:lnTo>
                  <a:pt x="626946" y="55862"/>
                </a:lnTo>
                <a:close/>
                <a:moveTo>
                  <a:pt x="648901" y="79933"/>
                </a:moveTo>
                <a:cubicBezTo>
                  <a:pt x="654542" y="84012"/>
                  <a:pt x="660622" y="86051"/>
                  <a:pt x="667140" y="86051"/>
                </a:cubicBezTo>
                <a:cubicBezTo>
                  <a:pt x="675869" y="86051"/>
                  <a:pt x="680233" y="83192"/>
                  <a:pt x="680233" y="77475"/>
                </a:cubicBezTo>
                <a:cubicBezTo>
                  <a:pt x="680233" y="75035"/>
                  <a:pt x="679281" y="73024"/>
                  <a:pt x="677375" y="71442"/>
                </a:cubicBezTo>
                <a:cubicBezTo>
                  <a:pt x="675469" y="69861"/>
                  <a:pt x="671600" y="67983"/>
                  <a:pt x="665768" y="65810"/>
                </a:cubicBezTo>
                <a:cubicBezTo>
                  <a:pt x="658754" y="62990"/>
                  <a:pt x="654199" y="60198"/>
                  <a:pt x="652102" y="57434"/>
                </a:cubicBezTo>
                <a:cubicBezTo>
                  <a:pt x="650006" y="54671"/>
                  <a:pt x="648958" y="51326"/>
                  <a:pt x="648958" y="47400"/>
                </a:cubicBezTo>
                <a:cubicBezTo>
                  <a:pt x="648958" y="41796"/>
                  <a:pt x="651331" y="37308"/>
                  <a:pt x="656076" y="33934"/>
                </a:cubicBezTo>
                <a:cubicBezTo>
                  <a:pt x="660822" y="30561"/>
                  <a:pt x="666664" y="28874"/>
                  <a:pt x="673601" y="28874"/>
                </a:cubicBezTo>
                <a:cubicBezTo>
                  <a:pt x="678976" y="28874"/>
                  <a:pt x="683969" y="29808"/>
                  <a:pt x="688581" y="31676"/>
                </a:cubicBezTo>
                <a:lnTo>
                  <a:pt x="688581" y="42482"/>
                </a:lnTo>
                <a:cubicBezTo>
                  <a:pt x="683855" y="39433"/>
                  <a:pt x="678499" y="37908"/>
                  <a:pt x="672515" y="37908"/>
                </a:cubicBezTo>
                <a:cubicBezTo>
                  <a:pt x="668932" y="37908"/>
                  <a:pt x="666015" y="38690"/>
                  <a:pt x="663767" y="40252"/>
                </a:cubicBezTo>
                <a:cubicBezTo>
                  <a:pt x="661518" y="41815"/>
                  <a:pt x="660393" y="43874"/>
                  <a:pt x="660393" y="46428"/>
                </a:cubicBezTo>
                <a:cubicBezTo>
                  <a:pt x="660393" y="48943"/>
                  <a:pt x="661203" y="50906"/>
                  <a:pt x="662823" y="52317"/>
                </a:cubicBezTo>
                <a:cubicBezTo>
                  <a:pt x="664443" y="53727"/>
                  <a:pt x="668036" y="55538"/>
                  <a:pt x="673601" y="57749"/>
                </a:cubicBezTo>
                <a:cubicBezTo>
                  <a:pt x="680653" y="60379"/>
                  <a:pt x="685417" y="63104"/>
                  <a:pt x="687895" y="65925"/>
                </a:cubicBezTo>
                <a:cubicBezTo>
                  <a:pt x="690373" y="68746"/>
                  <a:pt x="691612" y="72233"/>
                  <a:pt x="691612" y="76388"/>
                </a:cubicBezTo>
                <a:cubicBezTo>
                  <a:pt x="691612" y="82182"/>
                  <a:pt x="689239" y="86747"/>
                  <a:pt x="684493" y="90082"/>
                </a:cubicBezTo>
                <a:cubicBezTo>
                  <a:pt x="679747" y="93417"/>
                  <a:pt x="673601" y="95085"/>
                  <a:pt x="666054" y="95085"/>
                </a:cubicBezTo>
                <a:cubicBezTo>
                  <a:pt x="659497" y="95085"/>
                  <a:pt x="653780" y="93846"/>
                  <a:pt x="648901" y="91369"/>
                </a:cubicBezTo>
                <a:lnTo>
                  <a:pt x="648901" y="79933"/>
                </a:lnTo>
                <a:close/>
                <a:moveTo>
                  <a:pt x="737726" y="92969"/>
                </a:moveTo>
                <a:cubicBezTo>
                  <a:pt x="735286" y="94304"/>
                  <a:pt x="731989" y="94971"/>
                  <a:pt x="727834" y="94971"/>
                </a:cubicBezTo>
                <a:cubicBezTo>
                  <a:pt x="716513" y="94971"/>
                  <a:pt x="710852" y="88700"/>
                  <a:pt x="710852" y="76159"/>
                </a:cubicBezTo>
                <a:lnTo>
                  <a:pt x="710852" y="39624"/>
                </a:lnTo>
                <a:lnTo>
                  <a:pt x="699989" y="39624"/>
                </a:lnTo>
                <a:lnTo>
                  <a:pt x="699989" y="30361"/>
                </a:lnTo>
                <a:lnTo>
                  <a:pt x="710852" y="30361"/>
                </a:lnTo>
                <a:lnTo>
                  <a:pt x="710852" y="15152"/>
                </a:lnTo>
                <a:lnTo>
                  <a:pt x="722002" y="11607"/>
                </a:lnTo>
                <a:lnTo>
                  <a:pt x="722002" y="30361"/>
                </a:lnTo>
                <a:lnTo>
                  <a:pt x="737726" y="30361"/>
                </a:lnTo>
                <a:lnTo>
                  <a:pt x="737726" y="39624"/>
                </a:lnTo>
                <a:lnTo>
                  <a:pt x="722002" y="39624"/>
                </a:lnTo>
                <a:lnTo>
                  <a:pt x="722002" y="74158"/>
                </a:lnTo>
                <a:cubicBezTo>
                  <a:pt x="722002" y="78313"/>
                  <a:pt x="722707" y="81286"/>
                  <a:pt x="724117" y="83078"/>
                </a:cubicBezTo>
                <a:cubicBezTo>
                  <a:pt x="725528" y="84869"/>
                  <a:pt x="727872" y="85765"/>
                  <a:pt x="731150" y="85765"/>
                </a:cubicBezTo>
                <a:cubicBezTo>
                  <a:pt x="733666" y="85765"/>
                  <a:pt x="735858" y="85060"/>
                  <a:pt x="737726" y="83650"/>
                </a:cubicBezTo>
                <a:lnTo>
                  <a:pt x="737726" y="92969"/>
                </a:lnTo>
                <a:close/>
                <a:moveTo>
                  <a:pt x="793759" y="111952"/>
                </a:moveTo>
                <a:lnTo>
                  <a:pt x="741271" y="111952"/>
                </a:lnTo>
                <a:lnTo>
                  <a:pt x="741271" y="104576"/>
                </a:lnTo>
                <a:lnTo>
                  <a:pt x="793759" y="104576"/>
                </a:lnTo>
                <a:lnTo>
                  <a:pt x="793759" y="111952"/>
                </a:lnTo>
                <a:close/>
                <a:moveTo>
                  <a:pt x="857782" y="93598"/>
                </a:moveTo>
                <a:lnTo>
                  <a:pt x="846633" y="93598"/>
                </a:lnTo>
                <a:lnTo>
                  <a:pt x="846633" y="57634"/>
                </a:lnTo>
                <a:cubicBezTo>
                  <a:pt x="846633" y="44636"/>
                  <a:pt x="841887" y="38137"/>
                  <a:pt x="832396" y="38137"/>
                </a:cubicBezTo>
                <a:cubicBezTo>
                  <a:pt x="827479" y="38137"/>
                  <a:pt x="823438" y="39967"/>
                  <a:pt x="820274" y="43626"/>
                </a:cubicBezTo>
                <a:cubicBezTo>
                  <a:pt x="817110" y="47285"/>
                  <a:pt x="815529" y="51917"/>
                  <a:pt x="815529" y="57520"/>
                </a:cubicBezTo>
                <a:lnTo>
                  <a:pt x="815529" y="93598"/>
                </a:lnTo>
                <a:lnTo>
                  <a:pt x="804322" y="93598"/>
                </a:lnTo>
                <a:lnTo>
                  <a:pt x="804322" y="30361"/>
                </a:lnTo>
                <a:lnTo>
                  <a:pt x="815529" y="30361"/>
                </a:lnTo>
                <a:lnTo>
                  <a:pt x="815529" y="40824"/>
                </a:lnTo>
                <a:lnTo>
                  <a:pt x="815757" y="40824"/>
                </a:lnTo>
                <a:cubicBezTo>
                  <a:pt x="820522" y="32858"/>
                  <a:pt x="827440" y="28874"/>
                  <a:pt x="836512" y="28874"/>
                </a:cubicBezTo>
                <a:cubicBezTo>
                  <a:pt x="843450" y="28874"/>
                  <a:pt x="848729" y="31095"/>
                  <a:pt x="852350" y="35535"/>
                </a:cubicBezTo>
                <a:cubicBezTo>
                  <a:pt x="855972" y="39976"/>
                  <a:pt x="857782" y="46447"/>
                  <a:pt x="857782" y="54947"/>
                </a:cubicBezTo>
                <a:lnTo>
                  <a:pt x="857782" y="93598"/>
                </a:lnTo>
                <a:close/>
                <a:moveTo>
                  <a:pt x="927837" y="93598"/>
                </a:moveTo>
                <a:lnTo>
                  <a:pt x="916573" y="93598"/>
                </a:lnTo>
                <a:lnTo>
                  <a:pt x="916573" y="83650"/>
                </a:lnTo>
                <a:lnTo>
                  <a:pt x="916344" y="83650"/>
                </a:lnTo>
                <a:cubicBezTo>
                  <a:pt x="912113" y="91273"/>
                  <a:pt x="905614" y="95085"/>
                  <a:pt x="896847" y="95085"/>
                </a:cubicBezTo>
                <a:cubicBezTo>
                  <a:pt x="881867" y="95085"/>
                  <a:pt x="874377" y="86127"/>
                  <a:pt x="874377" y="68212"/>
                </a:cubicBezTo>
                <a:lnTo>
                  <a:pt x="874377" y="30361"/>
                </a:lnTo>
                <a:lnTo>
                  <a:pt x="885469" y="30361"/>
                </a:lnTo>
                <a:lnTo>
                  <a:pt x="885469" y="66554"/>
                </a:lnTo>
                <a:cubicBezTo>
                  <a:pt x="885469" y="79399"/>
                  <a:pt x="890386" y="85822"/>
                  <a:pt x="900221" y="85822"/>
                </a:cubicBezTo>
                <a:cubicBezTo>
                  <a:pt x="905100" y="85822"/>
                  <a:pt x="909045" y="84021"/>
                  <a:pt x="912056" y="80419"/>
                </a:cubicBezTo>
                <a:cubicBezTo>
                  <a:pt x="915068" y="76817"/>
                  <a:pt x="916573" y="72271"/>
                  <a:pt x="916573" y="66782"/>
                </a:cubicBezTo>
                <a:lnTo>
                  <a:pt x="916573" y="30361"/>
                </a:lnTo>
                <a:lnTo>
                  <a:pt x="927837" y="30361"/>
                </a:lnTo>
                <a:lnTo>
                  <a:pt x="927837" y="93598"/>
                </a:lnTo>
                <a:close/>
                <a:moveTo>
                  <a:pt x="1037973" y="93598"/>
                </a:moveTo>
                <a:lnTo>
                  <a:pt x="1026766" y="93598"/>
                </a:lnTo>
                <a:lnTo>
                  <a:pt x="1026766" y="57291"/>
                </a:lnTo>
                <a:cubicBezTo>
                  <a:pt x="1026766" y="50430"/>
                  <a:pt x="1025699" y="45522"/>
                  <a:pt x="1023564" y="42568"/>
                </a:cubicBezTo>
                <a:cubicBezTo>
                  <a:pt x="1021429" y="39614"/>
                  <a:pt x="1017923" y="38137"/>
                  <a:pt x="1013044" y="38137"/>
                </a:cubicBezTo>
                <a:cubicBezTo>
                  <a:pt x="1008927" y="38137"/>
                  <a:pt x="1005401" y="40062"/>
                  <a:pt x="1002466" y="43912"/>
                </a:cubicBezTo>
                <a:cubicBezTo>
                  <a:pt x="999531" y="47762"/>
                  <a:pt x="998063" y="52317"/>
                  <a:pt x="998063" y="57577"/>
                </a:cubicBezTo>
                <a:lnTo>
                  <a:pt x="998063" y="93598"/>
                </a:lnTo>
                <a:lnTo>
                  <a:pt x="986857" y="93598"/>
                </a:lnTo>
                <a:lnTo>
                  <a:pt x="986857" y="56148"/>
                </a:lnTo>
                <a:cubicBezTo>
                  <a:pt x="986857" y="44140"/>
                  <a:pt x="982225" y="38137"/>
                  <a:pt x="972963" y="38137"/>
                </a:cubicBezTo>
                <a:cubicBezTo>
                  <a:pt x="968693" y="38137"/>
                  <a:pt x="965158" y="39967"/>
                  <a:pt x="962356" y="43626"/>
                </a:cubicBezTo>
                <a:cubicBezTo>
                  <a:pt x="959555" y="47285"/>
                  <a:pt x="958154" y="51955"/>
                  <a:pt x="958154" y="57634"/>
                </a:cubicBezTo>
                <a:lnTo>
                  <a:pt x="958154" y="93598"/>
                </a:lnTo>
                <a:lnTo>
                  <a:pt x="946947" y="93598"/>
                </a:lnTo>
                <a:lnTo>
                  <a:pt x="946947" y="30361"/>
                </a:lnTo>
                <a:lnTo>
                  <a:pt x="958154" y="30361"/>
                </a:lnTo>
                <a:lnTo>
                  <a:pt x="958154" y="40367"/>
                </a:lnTo>
                <a:lnTo>
                  <a:pt x="958383" y="40367"/>
                </a:lnTo>
                <a:cubicBezTo>
                  <a:pt x="962880" y="32705"/>
                  <a:pt x="969456" y="28874"/>
                  <a:pt x="978109" y="28874"/>
                </a:cubicBezTo>
                <a:cubicBezTo>
                  <a:pt x="982340" y="28874"/>
                  <a:pt x="986075" y="30037"/>
                  <a:pt x="989315" y="32362"/>
                </a:cubicBezTo>
                <a:cubicBezTo>
                  <a:pt x="992555" y="34687"/>
                  <a:pt x="994804" y="37832"/>
                  <a:pt x="996062" y="41796"/>
                </a:cubicBezTo>
                <a:cubicBezTo>
                  <a:pt x="1000751" y="33182"/>
                  <a:pt x="1007764" y="28874"/>
                  <a:pt x="1017103" y="28874"/>
                </a:cubicBezTo>
                <a:cubicBezTo>
                  <a:pt x="1031016" y="28874"/>
                  <a:pt x="1037973" y="37451"/>
                  <a:pt x="1037973" y="54604"/>
                </a:cubicBezTo>
                <a:lnTo>
                  <a:pt x="1037973" y="93598"/>
                </a:lnTo>
                <a:close/>
                <a:moveTo>
                  <a:pt x="1074752" y="113725"/>
                </a:moveTo>
                <a:cubicBezTo>
                  <a:pt x="1061906" y="99087"/>
                  <a:pt x="1055484" y="81115"/>
                  <a:pt x="1055484" y="59807"/>
                </a:cubicBezTo>
                <a:cubicBezTo>
                  <a:pt x="1055484" y="38499"/>
                  <a:pt x="1061906" y="20241"/>
                  <a:pt x="1074752" y="5032"/>
                </a:cubicBezTo>
                <a:lnTo>
                  <a:pt x="1084644" y="5032"/>
                </a:lnTo>
                <a:cubicBezTo>
                  <a:pt x="1071760" y="20850"/>
                  <a:pt x="1065318" y="39071"/>
                  <a:pt x="1065318" y="59693"/>
                </a:cubicBezTo>
                <a:cubicBezTo>
                  <a:pt x="1065318" y="80276"/>
                  <a:pt x="1071722" y="98287"/>
                  <a:pt x="1084529" y="113725"/>
                </a:cubicBezTo>
                <a:lnTo>
                  <a:pt x="1074752" y="113725"/>
                </a:lnTo>
                <a:close/>
                <a:moveTo>
                  <a:pt x="1146735" y="93598"/>
                </a:moveTo>
                <a:lnTo>
                  <a:pt x="1095962" y="93598"/>
                </a:lnTo>
                <a:lnTo>
                  <a:pt x="1095962" y="83936"/>
                </a:lnTo>
                <a:lnTo>
                  <a:pt x="1115802" y="83936"/>
                </a:lnTo>
                <a:lnTo>
                  <a:pt x="1115802" y="16696"/>
                </a:lnTo>
                <a:lnTo>
                  <a:pt x="1095447" y="22585"/>
                </a:lnTo>
                <a:lnTo>
                  <a:pt x="1095447" y="12293"/>
                </a:lnTo>
                <a:lnTo>
                  <a:pt x="1126952" y="3145"/>
                </a:lnTo>
                <a:lnTo>
                  <a:pt x="1126952" y="83936"/>
                </a:lnTo>
                <a:lnTo>
                  <a:pt x="1146735" y="83936"/>
                </a:lnTo>
                <a:lnTo>
                  <a:pt x="1146735" y="93598"/>
                </a:lnTo>
                <a:close/>
                <a:moveTo>
                  <a:pt x="1216303" y="93598"/>
                </a:moveTo>
                <a:lnTo>
                  <a:pt x="1165530" y="93598"/>
                </a:lnTo>
                <a:lnTo>
                  <a:pt x="1165530" y="83936"/>
                </a:lnTo>
                <a:lnTo>
                  <a:pt x="1185370" y="83936"/>
                </a:lnTo>
                <a:lnTo>
                  <a:pt x="1185370" y="16696"/>
                </a:lnTo>
                <a:lnTo>
                  <a:pt x="1165015" y="22585"/>
                </a:lnTo>
                <a:lnTo>
                  <a:pt x="1165015" y="12293"/>
                </a:lnTo>
                <a:lnTo>
                  <a:pt x="1196520" y="3145"/>
                </a:lnTo>
                <a:lnTo>
                  <a:pt x="1196520" y="83936"/>
                </a:lnTo>
                <a:lnTo>
                  <a:pt x="1216303" y="83936"/>
                </a:lnTo>
                <a:lnTo>
                  <a:pt x="1216303" y="93598"/>
                </a:lnTo>
                <a:close/>
                <a:moveTo>
                  <a:pt x="1225721" y="113725"/>
                </a:moveTo>
                <a:cubicBezTo>
                  <a:pt x="1238567" y="98325"/>
                  <a:pt x="1244989" y="80314"/>
                  <a:pt x="1244989" y="59693"/>
                </a:cubicBezTo>
                <a:cubicBezTo>
                  <a:pt x="1244989" y="39033"/>
                  <a:pt x="1238528" y="20812"/>
                  <a:pt x="1225607" y="5032"/>
                </a:cubicBezTo>
                <a:lnTo>
                  <a:pt x="1235555" y="5032"/>
                </a:lnTo>
                <a:cubicBezTo>
                  <a:pt x="1248439" y="20126"/>
                  <a:pt x="1254881" y="38385"/>
                  <a:pt x="1254881" y="59807"/>
                </a:cubicBezTo>
                <a:cubicBezTo>
                  <a:pt x="1254881" y="81229"/>
                  <a:pt x="1248439" y="99202"/>
                  <a:pt x="1235555" y="113725"/>
                </a:cubicBezTo>
                <a:lnTo>
                  <a:pt x="1225721" y="113725"/>
                </a:lnTo>
                <a:close/>
                <a:moveTo>
                  <a:pt x="1335383" y="47914"/>
                </a:moveTo>
                <a:lnTo>
                  <a:pt x="1277120" y="47914"/>
                </a:lnTo>
                <a:lnTo>
                  <a:pt x="1277120" y="39280"/>
                </a:lnTo>
                <a:lnTo>
                  <a:pt x="1335383" y="39280"/>
                </a:lnTo>
                <a:lnTo>
                  <a:pt x="1335383" y="47914"/>
                </a:lnTo>
                <a:moveTo>
                  <a:pt x="1335383" y="74330"/>
                </a:moveTo>
                <a:lnTo>
                  <a:pt x="1277120" y="74330"/>
                </a:lnTo>
                <a:lnTo>
                  <a:pt x="1277120" y="65696"/>
                </a:lnTo>
                <a:lnTo>
                  <a:pt x="1335383" y="65696"/>
                </a:lnTo>
                <a:lnTo>
                  <a:pt x="1335383" y="74330"/>
                </a:lnTo>
                <a:close/>
                <a:moveTo>
                  <a:pt x="1421345" y="47914"/>
                </a:moveTo>
                <a:lnTo>
                  <a:pt x="1363082" y="47914"/>
                </a:lnTo>
                <a:lnTo>
                  <a:pt x="1363082" y="39280"/>
                </a:lnTo>
                <a:lnTo>
                  <a:pt x="1421345" y="39280"/>
                </a:lnTo>
                <a:lnTo>
                  <a:pt x="1421345" y="47914"/>
                </a:lnTo>
                <a:moveTo>
                  <a:pt x="1421345" y="74330"/>
                </a:moveTo>
                <a:lnTo>
                  <a:pt x="1363082" y="74330"/>
                </a:lnTo>
                <a:lnTo>
                  <a:pt x="1363082" y="65696"/>
                </a:lnTo>
                <a:lnTo>
                  <a:pt x="1421345" y="65696"/>
                </a:lnTo>
                <a:lnTo>
                  <a:pt x="1421345" y="74330"/>
                </a:lnTo>
                <a:close/>
                <a:moveTo>
                  <a:pt x="1496214" y="93598"/>
                </a:moveTo>
                <a:lnTo>
                  <a:pt x="1445441" y="93598"/>
                </a:lnTo>
                <a:lnTo>
                  <a:pt x="1445441" y="83936"/>
                </a:lnTo>
                <a:lnTo>
                  <a:pt x="1465281" y="83936"/>
                </a:lnTo>
                <a:lnTo>
                  <a:pt x="1465281" y="16696"/>
                </a:lnTo>
                <a:lnTo>
                  <a:pt x="1444926" y="22585"/>
                </a:lnTo>
                <a:lnTo>
                  <a:pt x="1444926" y="12293"/>
                </a:lnTo>
                <a:lnTo>
                  <a:pt x="1476431" y="3145"/>
                </a:lnTo>
                <a:lnTo>
                  <a:pt x="1476431" y="83936"/>
                </a:lnTo>
                <a:lnTo>
                  <a:pt x="1496214" y="83936"/>
                </a:lnTo>
                <a:lnTo>
                  <a:pt x="1496214" y="93598"/>
                </a:lnTo>
                <a:close/>
                <a:moveTo>
                  <a:pt x="1509406" y="51059"/>
                </a:moveTo>
                <a:cubicBezTo>
                  <a:pt x="1509406" y="35431"/>
                  <a:pt x="1511998" y="23604"/>
                  <a:pt x="1517182" y="15581"/>
                </a:cubicBezTo>
                <a:cubicBezTo>
                  <a:pt x="1522366" y="7557"/>
                  <a:pt x="1529875" y="3545"/>
                  <a:pt x="1539709" y="3545"/>
                </a:cubicBezTo>
                <a:cubicBezTo>
                  <a:pt x="1558463" y="3545"/>
                  <a:pt x="1567840" y="18678"/>
                  <a:pt x="1567840" y="48943"/>
                </a:cubicBezTo>
                <a:cubicBezTo>
                  <a:pt x="1567840" y="63886"/>
                  <a:pt x="1565201" y="75311"/>
                  <a:pt x="1559921" y="83221"/>
                </a:cubicBezTo>
                <a:cubicBezTo>
                  <a:pt x="1554642" y="91130"/>
                  <a:pt x="1547238" y="95085"/>
                  <a:pt x="1537708" y="95085"/>
                </a:cubicBezTo>
                <a:cubicBezTo>
                  <a:pt x="1528712" y="95085"/>
                  <a:pt x="1521746" y="91330"/>
                  <a:pt x="1516810" y="83821"/>
                </a:cubicBezTo>
                <a:cubicBezTo>
                  <a:pt x="1511874" y="76312"/>
                  <a:pt x="1509406" y="65391"/>
                  <a:pt x="1509406" y="51059"/>
                </a:cubicBezTo>
                <a:moveTo>
                  <a:pt x="1520841" y="50544"/>
                </a:moveTo>
                <a:cubicBezTo>
                  <a:pt x="1520841" y="74063"/>
                  <a:pt x="1526806" y="85822"/>
                  <a:pt x="1538737" y="85822"/>
                </a:cubicBezTo>
                <a:cubicBezTo>
                  <a:pt x="1550478" y="85822"/>
                  <a:pt x="1556348" y="73872"/>
                  <a:pt x="1556348" y="49973"/>
                </a:cubicBezTo>
                <a:cubicBezTo>
                  <a:pt x="1556348" y="25234"/>
                  <a:pt x="1550592" y="12865"/>
                  <a:pt x="1539080" y="12865"/>
                </a:cubicBezTo>
                <a:cubicBezTo>
                  <a:pt x="1526921" y="12865"/>
                  <a:pt x="1520841" y="25425"/>
                  <a:pt x="1520841" y="50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5">
            <a:extLst xmlns:a="http://schemas.openxmlformats.org/drawingml/2006/main">
              <a:ext uri="{FF2B5EF4-FFF2-40B4-BE49-F238E27FC236}">
                <a16:creationId xmlns:a16="http://schemas.microsoft.com/office/drawing/2014/main" id="{B07DAEB3-9E96-4380-B188-C831062F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56" y="4855971"/>
            <a:ext cx="50316" cy="90053"/>
          </a:xfrm>
          <a:custGeom xmlns:a="http://schemas.openxmlformats.org/drawingml/2006/main">
            <a:pathLst>
              <a:path w="50316" h="90053">
                <a:moveTo>
                  <a:pt x="0" y="74959"/>
                </a:moveTo>
                <a:cubicBezTo>
                  <a:pt x="5946" y="78847"/>
                  <a:pt x="12141" y="80791"/>
                  <a:pt x="18582" y="80791"/>
                </a:cubicBezTo>
                <a:cubicBezTo>
                  <a:pt x="24681" y="80791"/>
                  <a:pt x="29599" y="79085"/>
                  <a:pt x="33334" y="75673"/>
                </a:cubicBezTo>
                <a:cubicBezTo>
                  <a:pt x="37070" y="72262"/>
                  <a:pt x="38937" y="67735"/>
                  <a:pt x="38937" y="62094"/>
                </a:cubicBezTo>
                <a:cubicBezTo>
                  <a:pt x="38937" y="56414"/>
                  <a:pt x="37041" y="52012"/>
                  <a:pt x="33248" y="48886"/>
                </a:cubicBezTo>
                <a:cubicBezTo>
                  <a:pt x="29456" y="45760"/>
                  <a:pt x="23957" y="44198"/>
                  <a:pt x="16753" y="44198"/>
                </a:cubicBezTo>
                <a:cubicBezTo>
                  <a:pt x="13284" y="44198"/>
                  <a:pt x="8615" y="44464"/>
                  <a:pt x="2744" y="44998"/>
                </a:cubicBezTo>
                <a:lnTo>
                  <a:pt x="2744" y="0"/>
                </a:lnTo>
                <a:lnTo>
                  <a:pt x="46313" y="0"/>
                </a:lnTo>
                <a:lnTo>
                  <a:pt x="46313" y="9892"/>
                </a:lnTo>
                <a:lnTo>
                  <a:pt x="13151" y="9892"/>
                </a:lnTo>
                <a:lnTo>
                  <a:pt x="13151" y="34935"/>
                </a:lnTo>
                <a:cubicBezTo>
                  <a:pt x="16467" y="34744"/>
                  <a:pt x="18964" y="34649"/>
                  <a:pt x="20641" y="34649"/>
                </a:cubicBezTo>
                <a:cubicBezTo>
                  <a:pt x="29980" y="34649"/>
                  <a:pt x="37260" y="37012"/>
                  <a:pt x="42482" y="41739"/>
                </a:cubicBezTo>
                <a:cubicBezTo>
                  <a:pt x="47704" y="46466"/>
                  <a:pt x="50316" y="52984"/>
                  <a:pt x="50316" y="61294"/>
                </a:cubicBezTo>
                <a:cubicBezTo>
                  <a:pt x="50316" y="69870"/>
                  <a:pt x="47514" y="76807"/>
                  <a:pt x="41911" y="82106"/>
                </a:cubicBezTo>
                <a:cubicBezTo>
                  <a:pt x="36307" y="87404"/>
                  <a:pt x="28569" y="90053"/>
                  <a:pt x="18697" y="90053"/>
                </a:cubicBezTo>
                <a:cubicBezTo>
                  <a:pt x="10425" y="90053"/>
                  <a:pt x="4193" y="88834"/>
                  <a:pt x="0" y="86394"/>
                </a:cubicBezTo>
                <a:lnTo>
                  <a:pt x="0" y="74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&quot;&quot;&quot;">
            <a:extLst xmlns:a="http://schemas.openxmlformats.org/drawingml/2006/main">
              <a:ext uri="{FF2B5EF4-FFF2-40B4-BE49-F238E27FC236}">
                <a16:creationId xmlns:a16="http://schemas.microsoft.com/office/drawing/2014/main" id="{46DFD28A-B068-424F-B7DA-6DED42DC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37" y="4855857"/>
            <a:ext cx="129359" cy="27559"/>
          </a:xfrm>
          <a:custGeom xmlns:a="http://schemas.openxmlformats.org/drawingml/2006/main">
            <a:pathLst>
              <a:path w="129359" h="27559">
                <a:moveTo>
                  <a:pt x="11378" y="0"/>
                </a:moveTo>
                <a:lnTo>
                  <a:pt x="9491" y="27559"/>
                </a:lnTo>
                <a:lnTo>
                  <a:pt x="1830" y="27559"/>
                </a:lnTo>
                <a:lnTo>
                  <a:pt x="0" y="0"/>
                </a:lnTo>
                <a:lnTo>
                  <a:pt x="11378" y="0"/>
                </a:lnTo>
                <a:moveTo>
                  <a:pt x="26816" y="0"/>
                </a:moveTo>
                <a:lnTo>
                  <a:pt x="24986" y="27559"/>
                </a:lnTo>
                <a:lnTo>
                  <a:pt x="17267" y="27559"/>
                </a:lnTo>
                <a:lnTo>
                  <a:pt x="15381" y="0"/>
                </a:lnTo>
                <a:lnTo>
                  <a:pt x="26816" y="0"/>
                </a:lnTo>
                <a:close/>
                <a:moveTo>
                  <a:pt x="62691" y="0"/>
                </a:moveTo>
                <a:lnTo>
                  <a:pt x="60804" y="27559"/>
                </a:lnTo>
                <a:lnTo>
                  <a:pt x="53142" y="27559"/>
                </a:lnTo>
                <a:lnTo>
                  <a:pt x="51313" y="0"/>
                </a:lnTo>
                <a:lnTo>
                  <a:pt x="62691" y="0"/>
                </a:lnTo>
                <a:moveTo>
                  <a:pt x="78128" y="0"/>
                </a:moveTo>
                <a:lnTo>
                  <a:pt x="76299" y="27559"/>
                </a:lnTo>
                <a:lnTo>
                  <a:pt x="68580" y="27559"/>
                </a:lnTo>
                <a:lnTo>
                  <a:pt x="66693" y="0"/>
                </a:lnTo>
                <a:lnTo>
                  <a:pt x="78128" y="0"/>
                </a:lnTo>
                <a:close/>
                <a:moveTo>
                  <a:pt x="113921" y="0"/>
                </a:moveTo>
                <a:lnTo>
                  <a:pt x="112034" y="27559"/>
                </a:lnTo>
                <a:lnTo>
                  <a:pt x="104373" y="27559"/>
                </a:lnTo>
                <a:lnTo>
                  <a:pt x="102543" y="0"/>
                </a:lnTo>
                <a:lnTo>
                  <a:pt x="113921" y="0"/>
                </a:lnTo>
                <a:moveTo>
                  <a:pt x="129359" y="0"/>
                </a:moveTo>
                <a:lnTo>
                  <a:pt x="127529" y="27559"/>
                </a:lnTo>
                <a:lnTo>
                  <a:pt x="119810" y="27559"/>
                </a:lnTo>
                <a:lnTo>
                  <a:pt x="117924" y="0"/>
                </a:lnTo>
                <a:lnTo>
                  <a:pt x="1293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6">
            <a:extLst xmlns:a="http://schemas.openxmlformats.org/drawingml/2006/main">
              <a:ext uri="{FF2B5EF4-FFF2-40B4-BE49-F238E27FC236}">
                <a16:creationId xmlns:a16="http://schemas.microsoft.com/office/drawing/2014/main" id="{6D15C1DD-719B-4F31-BB6D-4B9E6234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83" y="4987976"/>
            <a:ext cx="57005" cy="91540"/>
          </a:xfrm>
          <a:custGeom xmlns:a="http://schemas.openxmlformats.org/drawingml/2006/main">
            <a:pathLst>
              <a:path w="57005" h="91540">
                <a:moveTo>
                  <a:pt x="51459" y="12865"/>
                </a:moveTo>
                <a:cubicBezTo>
                  <a:pt x="46847" y="10501"/>
                  <a:pt x="42025" y="9320"/>
                  <a:pt x="36993" y="9320"/>
                </a:cubicBezTo>
                <a:cubicBezTo>
                  <a:pt x="29332" y="9320"/>
                  <a:pt x="23176" y="12655"/>
                  <a:pt x="18525" y="19326"/>
                </a:cubicBezTo>
                <a:cubicBezTo>
                  <a:pt x="13875" y="25996"/>
                  <a:pt x="11512" y="35107"/>
                  <a:pt x="11435" y="46656"/>
                </a:cubicBezTo>
                <a:lnTo>
                  <a:pt x="11721" y="46656"/>
                </a:lnTo>
                <a:cubicBezTo>
                  <a:pt x="15914" y="38537"/>
                  <a:pt x="22604" y="34478"/>
                  <a:pt x="31790" y="34478"/>
                </a:cubicBezTo>
                <a:cubicBezTo>
                  <a:pt x="39452" y="34478"/>
                  <a:pt x="45570" y="36974"/>
                  <a:pt x="50144" y="41968"/>
                </a:cubicBezTo>
                <a:cubicBezTo>
                  <a:pt x="54718" y="46961"/>
                  <a:pt x="57005" y="53594"/>
                  <a:pt x="57005" y="61865"/>
                </a:cubicBezTo>
                <a:cubicBezTo>
                  <a:pt x="57005" y="70518"/>
                  <a:pt x="54366" y="77627"/>
                  <a:pt x="49086" y="83192"/>
                </a:cubicBezTo>
                <a:cubicBezTo>
                  <a:pt x="43807" y="88757"/>
                  <a:pt x="37070" y="91540"/>
                  <a:pt x="28874" y="91540"/>
                </a:cubicBezTo>
                <a:cubicBezTo>
                  <a:pt x="19878" y="91540"/>
                  <a:pt x="12817" y="88024"/>
                  <a:pt x="7690" y="80991"/>
                </a:cubicBezTo>
                <a:cubicBezTo>
                  <a:pt x="2563" y="73958"/>
                  <a:pt x="0" y="63981"/>
                  <a:pt x="0" y="51059"/>
                </a:cubicBezTo>
                <a:cubicBezTo>
                  <a:pt x="0" y="35431"/>
                  <a:pt x="3364" y="23014"/>
                  <a:pt x="10092" y="13808"/>
                </a:cubicBezTo>
                <a:cubicBezTo>
                  <a:pt x="16820" y="4603"/>
                  <a:pt x="25672" y="0"/>
                  <a:pt x="36650" y="0"/>
                </a:cubicBezTo>
                <a:cubicBezTo>
                  <a:pt x="42940" y="0"/>
                  <a:pt x="47876" y="858"/>
                  <a:pt x="51459" y="2573"/>
                </a:cubicBezTo>
                <a:lnTo>
                  <a:pt x="51459" y="12865"/>
                </a:lnTo>
                <a:moveTo>
                  <a:pt x="12121" y="61065"/>
                </a:moveTo>
                <a:cubicBezTo>
                  <a:pt x="12121" y="66897"/>
                  <a:pt x="13675" y="71890"/>
                  <a:pt x="16781" y="76045"/>
                </a:cubicBezTo>
                <a:cubicBezTo>
                  <a:pt x="19888" y="80200"/>
                  <a:pt x="24014" y="82277"/>
                  <a:pt x="29160" y="82277"/>
                </a:cubicBezTo>
                <a:cubicBezTo>
                  <a:pt x="34039" y="82277"/>
                  <a:pt x="38004" y="80486"/>
                  <a:pt x="41053" y="76903"/>
                </a:cubicBezTo>
                <a:cubicBezTo>
                  <a:pt x="44102" y="73320"/>
                  <a:pt x="45627" y="68707"/>
                  <a:pt x="45627" y="63066"/>
                </a:cubicBezTo>
                <a:cubicBezTo>
                  <a:pt x="45627" y="56967"/>
                  <a:pt x="44188" y="52221"/>
                  <a:pt x="41310" y="48829"/>
                </a:cubicBezTo>
                <a:cubicBezTo>
                  <a:pt x="38432" y="45436"/>
                  <a:pt x="34344" y="43740"/>
                  <a:pt x="29046" y="43740"/>
                </a:cubicBezTo>
                <a:cubicBezTo>
                  <a:pt x="24014" y="43740"/>
                  <a:pt x="19936" y="45456"/>
                  <a:pt x="16810" y="48886"/>
                </a:cubicBezTo>
                <a:cubicBezTo>
                  <a:pt x="13684" y="52317"/>
                  <a:pt x="12121" y="56376"/>
                  <a:pt x="12121" y="61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#Yourcodehere">
            <a:extLst xmlns:a="http://schemas.openxmlformats.org/drawingml/2006/main">
              <a:ext uri="{FF2B5EF4-FFF2-40B4-BE49-F238E27FC236}">
                <a16:creationId xmlns:a16="http://schemas.microsoft.com/office/drawing/2014/main" id="{2EA8A819-F870-432B-B5A9-C89934BD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56" y="4984431"/>
            <a:ext cx="955849" cy="95085"/>
          </a:xfrm>
          <a:custGeom xmlns:a="http://schemas.openxmlformats.org/drawingml/2006/main">
            <a:pathLst>
              <a:path w="955849" h="95085">
                <a:moveTo>
                  <a:pt x="69813" y="29560"/>
                </a:moveTo>
                <a:lnTo>
                  <a:pt x="68383" y="36707"/>
                </a:lnTo>
                <a:lnTo>
                  <a:pt x="52717" y="36707"/>
                </a:lnTo>
                <a:lnTo>
                  <a:pt x="49001" y="54833"/>
                </a:lnTo>
                <a:lnTo>
                  <a:pt x="65525" y="54833"/>
                </a:lnTo>
                <a:lnTo>
                  <a:pt x="64095" y="61865"/>
                </a:lnTo>
                <a:lnTo>
                  <a:pt x="47457" y="61865"/>
                </a:lnTo>
                <a:lnTo>
                  <a:pt x="42311" y="86051"/>
                </a:lnTo>
                <a:lnTo>
                  <a:pt x="34020" y="86051"/>
                </a:lnTo>
                <a:lnTo>
                  <a:pt x="39166" y="61865"/>
                </a:lnTo>
                <a:lnTo>
                  <a:pt x="23957" y="61865"/>
                </a:lnTo>
                <a:lnTo>
                  <a:pt x="18811" y="86051"/>
                </a:lnTo>
                <a:lnTo>
                  <a:pt x="10521" y="86051"/>
                </a:lnTo>
                <a:lnTo>
                  <a:pt x="15666" y="61865"/>
                </a:lnTo>
                <a:lnTo>
                  <a:pt x="0" y="61865"/>
                </a:lnTo>
                <a:lnTo>
                  <a:pt x="1429" y="54833"/>
                </a:lnTo>
                <a:lnTo>
                  <a:pt x="17210" y="54833"/>
                </a:lnTo>
                <a:lnTo>
                  <a:pt x="20927" y="36707"/>
                </a:lnTo>
                <a:lnTo>
                  <a:pt x="4288" y="36707"/>
                </a:lnTo>
                <a:lnTo>
                  <a:pt x="5718" y="29560"/>
                </a:lnTo>
                <a:lnTo>
                  <a:pt x="22356" y="29560"/>
                </a:lnTo>
                <a:lnTo>
                  <a:pt x="27445" y="5089"/>
                </a:lnTo>
                <a:lnTo>
                  <a:pt x="35735" y="5089"/>
                </a:lnTo>
                <a:lnTo>
                  <a:pt x="30647" y="29560"/>
                </a:lnTo>
                <a:lnTo>
                  <a:pt x="45856" y="29560"/>
                </a:lnTo>
                <a:lnTo>
                  <a:pt x="50945" y="5089"/>
                </a:lnTo>
                <a:lnTo>
                  <a:pt x="59235" y="5089"/>
                </a:lnTo>
                <a:lnTo>
                  <a:pt x="54146" y="29560"/>
                </a:lnTo>
                <a:lnTo>
                  <a:pt x="69813" y="29560"/>
                </a:lnTo>
                <a:moveTo>
                  <a:pt x="44426" y="36707"/>
                </a:moveTo>
                <a:lnTo>
                  <a:pt x="29217" y="36707"/>
                </a:lnTo>
                <a:lnTo>
                  <a:pt x="25501" y="54833"/>
                </a:lnTo>
                <a:lnTo>
                  <a:pt x="40710" y="54833"/>
                </a:lnTo>
                <a:lnTo>
                  <a:pt x="44426" y="36707"/>
                </a:lnTo>
                <a:close/>
                <a:moveTo>
                  <a:pt x="177727" y="5032"/>
                </a:moveTo>
                <a:lnTo>
                  <a:pt x="148567" y="61008"/>
                </a:lnTo>
                <a:lnTo>
                  <a:pt x="148567" y="93598"/>
                </a:lnTo>
                <a:lnTo>
                  <a:pt x="137075" y="93598"/>
                </a:lnTo>
                <a:lnTo>
                  <a:pt x="137075" y="61294"/>
                </a:lnTo>
                <a:lnTo>
                  <a:pt x="108658" y="5032"/>
                </a:lnTo>
                <a:lnTo>
                  <a:pt x="121751" y="5032"/>
                </a:lnTo>
                <a:lnTo>
                  <a:pt x="140906" y="44255"/>
                </a:lnTo>
                <a:cubicBezTo>
                  <a:pt x="140944" y="44293"/>
                  <a:pt x="141649" y="46180"/>
                  <a:pt x="143021" y="49915"/>
                </a:cubicBezTo>
                <a:lnTo>
                  <a:pt x="143193" y="49915"/>
                </a:lnTo>
                <a:cubicBezTo>
                  <a:pt x="143650" y="48314"/>
                  <a:pt x="144432" y="46447"/>
                  <a:pt x="145537" y="44312"/>
                </a:cubicBezTo>
                <a:lnTo>
                  <a:pt x="165549" y="5032"/>
                </a:lnTo>
                <a:lnTo>
                  <a:pt x="177727" y="5032"/>
                </a:lnTo>
                <a:close/>
                <a:moveTo>
                  <a:pt x="184844" y="62666"/>
                </a:moveTo>
                <a:cubicBezTo>
                  <a:pt x="184844" y="52221"/>
                  <a:pt x="187760" y="43978"/>
                  <a:pt x="193592" y="37937"/>
                </a:cubicBezTo>
                <a:cubicBezTo>
                  <a:pt x="199424" y="31895"/>
                  <a:pt x="207333" y="28874"/>
                  <a:pt x="217320" y="28874"/>
                </a:cubicBezTo>
                <a:cubicBezTo>
                  <a:pt x="226812" y="28874"/>
                  <a:pt x="234254" y="31781"/>
                  <a:pt x="239648" y="37594"/>
                </a:cubicBezTo>
                <a:cubicBezTo>
                  <a:pt x="245041" y="43407"/>
                  <a:pt x="247738" y="51440"/>
                  <a:pt x="247738" y="61694"/>
                </a:cubicBezTo>
                <a:cubicBezTo>
                  <a:pt x="247738" y="71681"/>
                  <a:pt x="244860" y="79743"/>
                  <a:pt x="239105" y="85880"/>
                </a:cubicBezTo>
                <a:cubicBezTo>
                  <a:pt x="233349" y="92017"/>
                  <a:pt x="225630" y="95085"/>
                  <a:pt x="215948" y="95085"/>
                </a:cubicBezTo>
                <a:cubicBezTo>
                  <a:pt x="206495" y="95085"/>
                  <a:pt x="198947" y="92112"/>
                  <a:pt x="193306" y="86165"/>
                </a:cubicBezTo>
                <a:cubicBezTo>
                  <a:pt x="187664" y="80219"/>
                  <a:pt x="184844" y="72386"/>
                  <a:pt x="184844" y="62666"/>
                </a:cubicBezTo>
                <a:moveTo>
                  <a:pt x="196279" y="62323"/>
                </a:moveTo>
                <a:cubicBezTo>
                  <a:pt x="196279" y="69603"/>
                  <a:pt x="198118" y="75340"/>
                  <a:pt x="201797" y="79533"/>
                </a:cubicBezTo>
                <a:cubicBezTo>
                  <a:pt x="205475" y="83726"/>
                  <a:pt x="210421" y="85822"/>
                  <a:pt x="216634" y="85822"/>
                </a:cubicBezTo>
                <a:cubicBezTo>
                  <a:pt x="223038" y="85822"/>
                  <a:pt x="227917" y="83774"/>
                  <a:pt x="231271" y="79676"/>
                </a:cubicBezTo>
                <a:cubicBezTo>
                  <a:pt x="234626" y="75578"/>
                  <a:pt x="236303" y="69699"/>
                  <a:pt x="236303" y="62037"/>
                </a:cubicBezTo>
                <a:cubicBezTo>
                  <a:pt x="236303" y="54337"/>
                  <a:pt x="234626" y="48429"/>
                  <a:pt x="231271" y="44312"/>
                </a:cubicBezTo>
                <a:cubicBezTo>
                  <a:pt x="227917" y="40195"/>
                  <a:pt x="223038" y="38137"/>
                  <a:pt x="216634" y="38137"/>
                </a:cubicBezTo>
                <a:cubicBezTo>
                  <a:pt x="210345" y="38137"/>
                  <a:pt x="205380" y="40291"/>
                  <a:pt x="201739" y="44598"/>
                </a:cubicBezTo>
                <a:cubicBezTo>
                  <a:pt x="198099" y="48905"/>
                  <a:pt x="196279" y="54813"/>
                  <a:pt x="196279" y="62323"/>
                </a:cubicBezTo>
                <a:close/>
                <a:moveTo>
                  <a:pt x="316290" y="93598"/>
                </a:moveTo>
                <a:lnTo>
                  <a:pt x="305026" y="93598"/>
                </a:lnTo>
                <a:lnTo>
                  <a:pt x="305026" y="83650"/>
                </a:lnTo>
                <a:lnTo>
                  <a:pt x="304798" y="83650"/>
                </a:lnTo>
                <a:cubicBezTo>
                  <a:pt x="300567" y="91273"/>
                  <a:pt x="294068" y="95085"/>
                  <a:pt x="285300" y="95085"/>
                </a:cubicBezTo>
                <a:cubicBezTo>
                  <a:pt x="270320" y="95085"/>
                  <a:pt x="262830" y="86127"/>
                  <a:pt x="262830" y="68212"/>
                </a:cubicBezTo>
                <a:lnTo>
                  <a:pt x="262830" y="30361"/>
                </a:lnTo>
                <a:lnTo>
                  <a:pt x="273922" y="30361"/>
                </a:lnTo>
                <a:lnTo>
                  <a:pt x="273922" y="66554"/>
                </a:lnTo>
                <a:cubicBezTo>
                  <a:pt x="273922" y="79399"/>
                  <a:pt x="278839" y="85822"/>
                  <a:pt x="288674" y="85822"/>
                </a:cubicBezTo>
                <a:cubicBezTo>
                  <a:pt x="293553" y="85822"/>
                  <a:pt x="297498" y="84021"/>
                  <a:pt x="300509" y="80419"/>
                </a:cubicBezTo>
                <a:cubicBezTo>
                  <a:pt x="303521" y="76817"/>
                  <a:pt x="305026" y="72271"/>
                  <a:pt x="305026" y="66782"/>
                </a:cubicBezTo>
                <a:lnTo>
                  <a:pt x="305026" y="30361"/>
                </a:lnTo>
                <a:lnTo>
                  <a:pt x="316290" y="30361"/>
                </a:lnTo>
                <a:lnTo>
                  <a:pt x="316290" y="93598"/>
                </a:lnTo>
                <a:close/>
                <a:moveTo>
                  <a:pt x="369377" y="41453"/>
                </a:moveTo>
                <a:cubicBezTo>
                  <a:pt x="367509" y="40119"/>
                  <a:pt x="364936" y="39452"/>
                  <a:pt x="361658" y="39452"/>
                </a:cubicBezTo>
                <a:cubicBezTo>
                  <a:pt x="357312" y="39452"/>
                  <a:pt x="353729" y="41482"/>
                  <a:pt x="350909" y="45541"/>
                </a:cubicBezTo>
                <a:cubicBezTo>
                  <a:pt x="348088" y="49601"/>
                  <a:pt x="346677" y="54947"/>
                  <a:pt x="346677" y="61579"/>
                </a:cubicBezTo>
                <a:lnTo>
                  <a:pt x="346677" y="93598"/>
                </a:lnTo>
                <a:lnTo>
                  <a:pt x="335471" y="93598"/>
                </a:lnTo>
                <a:lnTo>
                  <a:pt x="335471" y="30361"/>
                </a:lnTo>
                <a:lnTo>
                  <a:pt x="346677" y="30361"/>
                </a:lnTo>
                <a:lnTo>
                  <a:pt x="346677" y="43226"/>
                </a:lnTo>
                <a:lnTo>
                  <a:pt x="346906" y="43226"/>
                </a:lnTo>
                <a:cubicBezTo>
                  <a:pt x="350108" y="33925"/>
                  <a:pt x="355635" y="29275"/>
                  <a:pt x="363487" y="29275"/>
                </a:cubicBezTo>
                <a:cubicBezTo>
                  <a:pt x="366041" y="29275"/>
                  <a:pt x="368004" y="29560"/>
                  <a:pt x="369377" y="30132"/>
                </a:cubicBezTo>
                <a:lnTo>
                  <a:pt x="369377" y="41453"/>
                </a:lnTo>
                <a:close/>
                <a:moveTo>
                  <a:pt x="457750" y="90740"/>
                </a:moveTo>
                <a:cubicBezTo>
                  <a:pt x="452909" y="93637"/>
                  <a:pt x="447077" y="95085"/>
                  <a:pt x="440254" y="95085"/>
                </a:cubicBezTo>
                <a:cubicBezTo>
                  <a:pt x="431106" y="95085"/>
                  <a:pt x="423749" y="92150"/>
                  <a:pt x="418184" y="86280"/>
                </a:cubicBezTo>
                <a:cubicBezTo>
                  <a:pt x="412619" y="80410"/>
                  <a:pt x="409836" y="72805"/>
                  <a:pt x="409836" y="63466"/>
                </a:cubicBezTo>
                <a:cubicBezTo>
                  <a:pt x="409836" y="53098"/>
                  <a:pt x="412838" y="44741"/>
                  <a:pt x="418841" y="38394"/>
                </a:cubicBezTo>
                <a:cubicBezTo>
                  <a:pt x="424845" y="32048"/>
                  <a:pt x="432878" y="28874"/>
                  <a:pt x="442941" y="28874"/>
                </a:cubicBezTo>
                <a:cubicBezTo>
                  <a:pt x="448735" y="28874"/>
                  <a:pt x="453691" y="29903"/>
                  <a:pt x="457807" y="31962"/>
                </a:cubicBezTo>
                <a:lnTo>
                  <a:pt x="457807" y="43054"/>
                </a:lnTo>
                <a:cubicBezTo>
                  <a:pt x="453348" y="39776"/>
                  <a:pt x="448392" y="38137"/>
                  <a:pt x="442941" y="38137"/>
                </a:cubicBezTo>
                <a:cubicBezTo>
                  <a:pt x="436538" y="38137"/>
                  <a:pt x="431325" y="40357"/>
                  <a:pt x="427304" y="44798"/>
                </a:cubicBezTo>
                <a:cubicBezTo>
                  <a:pt x="423282" y="49239"/>
                  <a:pt x="421271" y="55157"/>
                  <a:pt x="421271" y="62551"/>
                </a:cubicBezTo>
                <a:cubicBezTo>
                  <a:pt x="421271" y="69832"/>
                  <a:pt x="423168" y="75531"/>
                  <a:pt x="426960" y="79647"/>
                </a:cubicBezTo>
                <a:cubicBezTo>
                  <a:pt x="430753" y="83764"/>
                  <a:pt x="435871" y="85822"/>
                  <a:pt x="442312" y="85822"/>
                </a:cubicBezTo>
                <a:cubicBezTo>
                  <a:pt x="447763" y="85822"/>
                  <a:pt x="452909" y="84031"/>
                  <a:pt x="457750" y="80448"/>
                </a:cubicBezTo>
                <a:lnTo>
                  <a:pt x="457750" y="90740"/>
                </a:lnTo>
                <a:close/>
                <a:moveTo>
                  <a:pt x="468338" y="62666"/>
                </a:moveTo>
                <a:cubicBezTo>
                  <a:pt x="468338" y="52221"/>
                  <a:pt x="471254" y="43978"/>
                  <a:pt x="477086" y="37937"/>
                </a:cubicBezTo>
                <a:cubicBezTo>
                  <a:pt x="482918" y="31895"/>
                  <a:pt x="490828" y="28874"/>
                  <a:pt x="500814" y="28874"/>
                </a:cubicBezTo>
                <a:cubicBezTo>
                  <a:pt x="510306" y="28874"/>
                  <a:pt x="517748" y="31781"/>
                  <a:pt x="523142" y="37594"/>
                </a:cubicBezTo>
                <a:cubicBezTo>
                  <a:pt x="528536" y="43407"/>
                  <a:pt x="531233" y="51440"/>
                  <a:pt x="531233" y="61694"/>
                </a:cubicBezTo>
                <a:cubicBezTo>
                  <a:pt x="531233" y="71681"/>
                  <a:pt x="528355" y="79743"/>
                  <a:pt x="522599" y="85880"/>
                </a:cubicBezTo>
                <a:cubicBezTo>
                  <a:pt x="516843" y="92017"/>
                  <a:pt x="509124" y="95085"/>
                  <a:pt x="499442" y="95085"/>
                </a:cubicBezTo>
                <a:cubicBezTo>
                  <a:pt x="489989" y="95085"/>
                  <a:pt x="482442" y="92112"/>
                  <a:pt x="476800" y="86165"/>
                </a:cubicBezTo>
                <a:cubicBezTo>
                  <a:pt x="471159" y="80219"/>
                  <a:pt x="468338" y="72386"/>
                  <a:pt x="468338" y="62666"/>
                </a:cubicBezTo>
                <a:moveTo>
                  <a:pt x="479773" y="62323"/>
                </a:moveTo>
                <a:cubicBezTo>
                  <a:pt x="479773" y="69603"/>
                  <a:pt x="481613" y="75340"/>
                  <a:pt x="485291" y="79533"/>
                </a:cubicBezTo>
                <a:cubicBezTo>
                  <a:pt x="488969" y="83726"/>
                  <a:pt x="493915" y="85822"/>
                  <a:pt x="500128" y="85822"/>
                </a:cubicBezTo>
                <a:cubicBezTo>
                  <a:pt x="506532" y="85822"/>
                  <a:pt x="511411" y="83774"/>
                  <a:pt x="514766" y="79676"/>
                </a:cubicBezTo>
                <a:cubicBezTo>
                  <a:pt x="518120" y="75578"/>
                  <a:pt x="519797" y="69699"/>
                  <a:pt x="519797" y="62037"/>
                </a:cubicBezTo>
                <a:cubicBezTo>
                  <a:pt x="519797" y="54337"/>
                  <a:pt x="518120" y="48429"/>
                  <a:pt x="514766" y="44312"/>
                </a:cubicBezTo>
                <a:cubicBezTo>
                  <a:pt x="511411" y="40195"/>
                  <a:pt x="506532" y="38137"/>
                  <a:pt x="500128" y="38137"/>
                </a:cubicBezTo>
                <a:cubicBezTo>
                  <a:pt x="493839" y="38137"/>
                  <a:pt x="488874" y="40291"/>
                  <a:pt x="485234" y="44598"/>
                </a:cubicBezTo>
                <a:cubicBezTo>
                  <a:pt x="481594" y="48905"/>
                  <a:pt x="479773" y="54813"/>
                  <a:pt x="479773" y="62323"/>
                </a:cubicBezTo>
                <a:close/>
                <a:moveTo>
                  <a:pt x="602472" y="93598"/>
                </a:moveTo>
                <a:lnTo>
                  <a:pt x="591265" y="93598"/>
                </a:lnTo>
                <a:lnTo>
                  <a:pt x="591265" y="83078"/>
                </a:lnTo>
                <a:lnTo>
                  <a:pt x="591037" y="83078"/>
                </a:lnTo>
                <a:cubicBezTo>
                  <a:pt x="586424" y="91083"/>
                  <a:pt x="579258" y="95085"/>
                  <a:pt x="569538" y="95085"/>
                </a:cubicBezTo>
                <a:cubicBezTo>
                  <a:pt x="561533" y="95085"/>
                  <a:pt x="555168" y="92236"/>
                  <a:pt x="550441" y="86537"/>
                </a:cubicBezTo>
                <a:cubicBezTo>
                  <a:pt x="545714" y="80838"/>
                  <a:pt x="543351" y="73148"/>
                  <a:pt x="543351" y="63466"/>
                </a:cubicBezTo>
                <a:cubicBezTo>
                  <a:pt x="543351" y="53022"/>
                  <a:pt x="546019" y="44646"/>
                  <a:pt x="551356" y="38337"/>
                </a:cubicBezTo>
                <a:cubicBezTo>
                  <a:pt x="556692" y="32029"/>
                  <a:pt x="563668" y="28874"/>
                  <a:pt x="572283" y="28874"/>
                </a:cubicBezTo>
                <a:cubicBezTo>
                  <a:pt x="580897" y="28874"/>
                  <a:pt x="587149" y="32229"/>
                  <a:pt x="591037" y="38937"/>
                </a:cubicBezTo>
                <a:lnTo>
                  <a:pt x="591265" y="38937"/>
                </a:lnTo>
                <a:lnTo>
                  <a:pt x="591265" y="0"/>
                </a:lnTo>
                <a:lnTo>
                  <a:pt x="602472" y="0"/>
                </a:lnTo>
                <a:lnTo>
                  <a:pt x="602472" y="93598"/>
                </a:lnTo>
                <a:moveTo>
                  <a:pt x="591322" y="55976"/>
                </a:moveTo>
                <a:cubicBezTo>
                  <a:pt x="591322" y="50906"/>
                  <a:pt x="589655" y="46666"/>
                  <a:pt x="586320" y="43254"/>
                </a:cubicBezTo>
                <a:cubicBezTo>
                  <a:pt x="582984" y="39843"/>
                  <a:pt x="578877" y="38137"/>
                  <a:pt x="573998" y="38137"/>
                </a:cubicBezTo>
                <a:cubicBezTo>
                  <a:pt x="568052" y="38137"/>
                  <a:pt x="563363" y="40357"/>
                  <a:pt x="559932" y="44798"/>
                </a:cubicBezTo>
                <a:cubicBezTo>
                  <a:pt x="556502" y="49239"/>
                  <a:pt x="554787" y="55290"/>
                  <a:pt x="554787" y="62952"/>
                </a:cubicBezTo>
                <a:cubicBezTo>
                  <a:pt x="554787" y="70003"/>
                  <a:pt x="556435" y="75578"/>
                  <a:pt x="559732" y="79676"/>
                </a:cubicBezTo>
                <a:cubicBezTo>
                  <a:pt x="563030" y="83774"/>
                  <a:pt x="567423" y="85822"/>
                  <a:pt x="572912" y="85822"/>
                </a:cubicBezTo>
                <a:cubicBezTo>
                  <a:pt x="578324" y="85822"/>
                  <a:pt x="582746" y="83812"/>
                  <a:pt x="586177" y="79790"/>
                </a:cubicBezTo>
                <a:cubicBezTo>
                  <a:pt x="589607" y="75769"/>
                  <a:pt x="591322" y="70766"/>
                  <a:pt x="591322" y="64781"/>
                </a:cubicBezTo>
                <a:lnTo>
                  <a:pt x="591322" y="55976"/>
                </a:lnTo>
                <a:close/>
                <a:moveTo>
                  <a:pt x="674112" y="64838"/>
                </a:moveTo>
                <a:lnTo>
                  <a:pt x="629857" y="64838"/>
                </a:lnTo>
                <a:cubicBezTo>
                  <a:pt x="630047" y="71585"/>
                  <a:pt x="631896" y="76798"/>
                  <a:pt x="635403" y="80476"/>
                </a:cubicBezTo>
                <a:cubicBezTo>
                  <a:pt x="638910" y="84155"/>
                  <a:pt x="643808" y="85994"/>
                  <a:pt x="650097" y="85994"/>
                </a:cubicBezTo>
                <a:cubicBezTo>
                  <a:pt x="657187" y="85994"/>
                  <a:pt x="663686" y="83726"/>
                  <a:pt x="669595" y="79190"/>
                </a:cubicBezTo>
                <a:lnTo>
                  <a:pt x="669595" y="89196"/>
                </a:lnTo>
                <a:cubicBezTo>
                  <a:pt x="664029" y="93122"/>
                  <a:pt x="656654" y="95085"/>
                  <a:pt x="647467" y="95085"/>
                </a:cubicBezTo>
                <a:cubicBezTo>
                  <a:pt x="638319" y="95085"/>
                  <a:pt x="631181" y="92188"/>
                  <a:pt x="626054" y="86394"/>
                </a:cubicBezTo>
                <a:cubicBezTo>
                  <a:pt x="620928" y="80600"/>
                  <a:pt x="618364" y="72557"/>
                  <a:pt x="618364" y="62266"/>
                </a:cubicBezTo>
                <a:cubicBezTo>
                  <a:pt x="618364" y="52584"/>
                  <a:pt x="621175" y="44598"/>
                  <a:pt x="626798" y="38308"/>
                </a:cubicBezTo>
                <a:cubicBezTo>
                  <a:pt x="632420" y="32019"/>
                  <a:pt x="639405" y="28874"/>
                  <a:pt x="647753" y="28874"/>
                </a:cubicBezTo>
                <a:cubicBezTo>
                  <a:pt x="656025" y="28874"/>
                  <a:pt x="662486" y="31533"/>
                  <a:pt x="667136" y="36850"/>
                </a:cubicBezTo>
                <a:cubicBezTo>
                  <a:pt x="671786" y="42168"/>
                  <a:pt x="674112" y="49610"/>
                  <a:pt x="674112" y="59178"/>
                </a:cubicBezTo>
                <a:lnTo>
                  <a:pt x="674112" y="64838"/>
                </a:lnTo>
                <a:moveTo>
                  <a:pt x="662905" y="55862"/>
                </a:moveTo>
                <a:cubicBezTo>
                  <a:pt x="662867" y="50144"/>
                  <a:pt x="661514" y="45722"/>
                  <a:pt x="658845" y="42597"/>
                </a:cubicBezTo>
                <a:cubicBezTo>
                  <a:pt x="656177" y="39471"/>
                  <a:pt x="652422" y="37908"/>
                  <a:pt x="647582" y="37908"/>
                </a:cubicBezTo>
                <a:cubicBezTo>
                  <a:pt x="643122" y="37908"/>
                  <a:pt x="639262" y="39566"/>
                  <a:pt x="636003" y="42883"/>
                </a:cubicBezTo>
                <a:cubicBezTo>
                  <a:pt x="632744" y="46199"/>
                  <a:pt x="630695" y="50525"/>
                  <a:pt x="629857" y="55862"/>
                </a:cubicBezTo>
                <a:lnTo>
                  <a:pt x="662905" y="55862"/>
                </a:lnTo>
                <a:close/>
                <a:moveTo>
                  <a:pt x="776609" y="93598"/>
                </a:moveTo>
                <a:lnTo>
                  <a:pt x="765460" y="93598"/>
                </a:lnTo>
                <a:lnTo>
                  <a:pt x="765460" y="57234"/>
                </a:lnTo>
                <a:cubicBezTo>
                  <a:pt x="765460" y="44503"/>
                  <a:pt x="760733" y="38137"/>
                  <a:pt x="751280" y="38137"/>
                </a:cubicBezTo>
                <a:cubicBezTo>
                  <a:pt x="746439" y="38137"/>
                  <a:pt x="742417" y="39995"/>
                  <a:pt x="739215" y="43712"/>
                </a:cubicBezTo>
                <a:cubicBezTo>
                  <a:pt x="736014" y="47428"/>
                  <a:pt x="734413" y="52107"/>
                  <a:pt x="734413" y="57749"/>
                </a:cubicBezTo>
                <a:lnTo>
                  <a:pt x="734413" y="93598"/>
                </a:lnTo>
                <a:lnTo>
                  <a:pt x="723206" y="93598"/>
                </a:lnTo>
                <a:lnTo>
                  <a:pt x="723206" y="0"/>
                </a:lnTo>
                <a:lnTo>
                  <a:pt x="734413" y="0"/>
                </a:lnTo>
                <a:lnTo>
                  <a:pt x="734413" y="40767"/>
                </a:lnTo>
                <a:lnTo>
                  <a:pt x="734641" y="40767"/>
                </a:lnTo>
                <a:cubicBezTo>
                  <a:pt x="739482" y="32839"/>
                  <a:pt x="746363" y="28874"/>
                  <a:pt x="755282" y="28874"/>
                </a:cubicBezTo>
                <a:cubicBezTo>
                  <a:pt x="769500" y="28874"/>
                  <a:pt x="776609" y="37470"/>
                  <a:pt x="776609" y="54661"/>
                </a:cubicBezTo>
                <a:lnTo>
                  <a:pt x="776609" y="93598"/>
                </a:lnTo>
                <a:close/>
                <a:moveTo>
                  <a:pt x="846105" y="64838"/>
                </a:moveTo>
                <a:lnTo>
                  <a:pt x="801850" y="64838"/>
                </a:lnTo>
                <a:cubicBezTo>
                  <a:pt x="802041" y="71585"/>
                  <a:pt x="803890" y="76798"/>
                  <a:pt x="807396" y="80476"/>
                </a:cubicBezTo>
                <a:cubicBezTo>
                  <a:pt x="810903" y="84155"/>
                  <a:pt x="815801" y="85994"/>
                  <a:pt x="822091" y="85994"/>
                </a:cubicBezTo>
                <a:cubicBezTo>
                  <a:pt x="829181" y="85994"/>
                  <a:pt x="835680" y="83726"/>
                  <a:pt x="841588" y="79190"/>
                </a:cubicBezTo>
                <a:lnTo>
                  <a:pt x="841588" y="89196"/>
                </a:lnTo>
                <a:cubicBezTo>
                  <a:pt x="836023" y="93122"/>
                  <a:pt x="828647" y="95085"/>
                  <a:pt x="819461" y="95085"/>
                </a:cubicBezTo>
                <a:cubicBezTo>
                  <a:pt x="810312" y="95085"/>
                  <a:pt x="803175" y="92188"/>
                  <a:pt x="798048" y="86394"/>
                </a:cubicBezTo>
                <a:cubicBezTo>
                  <a:pt x="792921" y="80600"/>
                  <a:pt x="790358" y="72557"/>
                  <a:pt x="790358" y="62266"/>
                </a:cubicBezTo>
                <a:cubicBezTo>
                  <a:pt x="790358" y="52584"/>
                  <a:pt x="793169" y="44598"/>
                  <a:pt x="798791" y="38308"/>
                </a:cubicBezTo>
                <a:cubicBezTo>
                  <a:pt x="804414" y="32019"/>
                  <a:pt x="811399" y="28874"/>
                  <a:pt x="819747" y="28874"/>
                </a:cubicBezTo>
                <a:cubicBezTo>
                  <a:pt x="828018" y="28874"/>
                  <a:pt x="834479" y="31533"/>
                  <a:pt x="839130" y="36850"/>
                </a:cubicBezTo>
                <a:cubicBezTo>
                  <a:pt x="843780" y="42168"/>
                  <a:pt x="846105" y="49610"/>
                  <a:pt x="846105" y="59178"/>
                </a:cubicBezTo>
                <a:lnTo>
                  <a:pt x="846105" y="64838"/>
                </a:lnTo>
                <a:moveTo>
                  <a:pt x="834898" y="55862"/>
                </a:moveTo>
                <a:cubicBezTo>
                  <a:pt x="834860" y="50144"/>
                  <a:pt x="833507" y="45722"/>
                  <a:pt x="830839" y="42597"/>
                </a:cubicBezTo>
                <a:cubicBezTo>
                  <a:pt x="828171" y="39471"/>
                  <a:pt x="824416" y="37908"/>
                  <a:pt x="819575" y="37908"/>
                </a:cubicBezTo>
                <a:cubicBezTo>
                  <a:pt x="815115" y="37908"/>
                  <a:pt x="811256" y="39566"/>
                  <a:pt x="807997" y="42883"/>
                </a:cubicBezTo>
                <a:cubicBezTo>
                  <a:pt x="804738" y="46199"/>
                  <a:pt x="802689" y="50525"/>
                  <a:pt x="801850" y="55862"/>
                </a:cubicBezTo>
                <a:lnTo>
                  <a:pt x="834898" y="55862"/>
                </a:lnTo>
                <a:close/>
                <a:moveTo>
                  <a:pt x="894374" y="41453"/>
                </a:moveTo>
                <a:cubicBezTo>
                  <a:pt x="892506" y="40119"/>
                  <a:pt x="889933" y="39452"/>
                  <a:pt x="886655" y="39452"/>
                </a:cubicBezTo>
                <a:cubicBezTo>
                  <a:pt x="882310" y="39452"/>
                  <a:pt x="878727" y="41482"/>
                  <a:pt x="875906" y="45541"/>
                </a:cubicBezTo>
                <a:cubicBezTo>
                  <a:pt x="873085" y="49601"/>
                  <a:pt x="871675" y="54947"/>
                  <a:pt x="871675" y="61579"/>
                </a:cubicBezTo>
                <a:lnTo>
                  <a:pt x="871675" y="93598"/>
                </a:lnTo>
                <a:lnTo>
                  <a:pt x="860468" y="93598"/>
                </a:lnTo>
                <a:lnTo>
                  <a:pt x="860468" y="30361"/>
                </a:lnTo>
                <a:lnTo>
                  <a:pt x="871675" y="30361"/>
                </a:lnTo>
                <a:lnTo>
                  <a:pt x="871675" y="43226"/>
                </a:lnTo>
                <a:lnTo>
                  <a:pt x="871904" y="43226"/>
                </a:lnTo>
                <a:cubicBezTo>
                  <a:pt x="875105" y="33925"/>
                  <a:pt x="880633" y="29275"/>
                  <a:pt x="888485" y="29275"/>
                </a:cubicBezTo>
                <a:cubicBezTo>
                  <a:pt x="891039" y="29275"/>
                  <a:pt x="893002" y="29560"/>
                  <a:pt x="894374" y="30132"/>
                </a:cubicBezTo>
                <a:lnTo>
                  <a:pt x="894374" y="41453"/>
                </a:lnTo>
                <a:close/>
                <a:moveTo>
                  <a:pt x="955849" y="64838"/>
                </a:moveTo>
                <a:lnTo>
                  <a:pt x="911595" y="64838"/>
                </a:lnTo>
                <a:cubicBezTo>
                  <a:pt x="911785" y="71585"/>
                  <a:pt x="913634" y="76798"/>
                  <a:pt x="917141" y="80476"/>
                </a:cubicBezTo>
                <a:cubicBezTo>
                  <a:pt x="920648" y="84155"/>
                  <a:pt x="925546" y="85994"/>
                  <a:pt x="931835" y="85994"/>
                </a:cubicBezTo>
                <a:cubicBezTo>
                  <a:pt x="938925" y="85994"/>
                  <a:pt x="945424" y="83726"/>
                  <a:pt x="951332" y="79190"/>
                </a:cubicBezTo>
                <a:lnTo>
                  <a:pt x="951332" y="89196"/>
                </a:lnTo>
                <a:cubicBezTo>
                  <a:pt x="945767" y="93122"/>
                  <a:pt x="938391" y="95085"/>
                  <a:pt x="929205" y="95085"/>
                </a:cubicBezTo>
                <a:cubicBezTo>
                  <a:pt x="920057" y="95085"/>
                  <a:pt x="912919" y="92188"/>
                  <a:pt x="907792" y="86394"/>
                </a:cubicBezTo>
                <a:cubicBezTo>
                  <a:pt x="902665" y="80600"/>
                  <a:pt x="900102" y="72557"/>
                  <a:pt x="900102" y="62266"/>
                </a:cubicBezTo>
                <a:cubicBezTo>
                  <a:pt x="900102" y="52584"/>
                  <a:pt x="902913" y="44598"/>
                  <a:pt x="908536" y="38308"/>
                </a:cubicBezTo>
                <a:cubicBezTo>
                  <a:pt x="914158" y="32019"/>
                  <a:pt x="921143" y="28874"/>
                  <a:pt x="929491" y="28874"/>
                </a:cubicBezTo>
                <a:cubicBezTo>
                  <a:pt x="937762" y="28874"/>
                  <a:pt x="944223" y="31533"/>
                  <a:pt x="948874" y="36850"/>
                </a:cubicBezTo>
                <a:cubicBezTo>
                  <a:pt x="953524" y="42168"/>
                  <a:pt x="955849" y="49610"/>
                  <a:pt x="955849" y="59178"/>
                </a:cubicBezTo>
                <a:lnTo>
                  <a:pt x="955849" y="64838"/>
                </a:lnTo>
                <a:moveTo>
                  <a:pt x="944643" y="55862"/>
                </a:moveTo>
                <a:cubicBezTo>
                  <a:pt x="944605" y="50144"/>
                  <a:pt x="943251" y="45722"/>
                  <a:pt x="940583" y="42597"/>
                </a:cubicBezTo>
                <a:cubicBezTo>
                  <a:pt x="937915" y="39471"/>
                  <a:pt x="934160" y="37908"/>
                  <a:pt x="929319" y="37908"/>
                </a:cubicBezTo>
                <a:cubicBezTo>
                  <a:pt x="924860" y="37908"/>
                  <a:pt x="921000" y="39566"/>
                  <a:pt x="917741" y="42883"/>
                </a:cubicBezTo>
                <a:cubicBezTo>
                  <a:pt x="914482" y="46199"/>
                  <a:pt x="912433" y="50525"/>
                  <a:pt x="911595" y="55862"/>
                </a:cubicBezTo>
                <a:lnTo>
                  <a:pt x="944643" y="55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5DB73-E644-462F-8220-9DAA0C00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010" y="5139933"/>
            <a:ext cx="468392" cy="14637"/>
          </a:xfrm>
          <a:custGeom xmlns:a="http://schemas.openxmlformats.org/drawingml/2006/main">
            <a:pathLst>
              <a:path w="468392" h="14637">
                <a:moveTo>
                  <a:pt x="0" y="0"/>
                </a:moveTo>
                <a:lnTo>
                  <a:pt x="117098" y="0"/>
                </a:lnTo>
                <a:lnTo>
                  <a:pt x="234196" y="0"/>
                </a:lnTo>
                <a:lnTo>
                  <a:pt x="351294" y="0"/>
                </a:lnTo>
                <a:lnTo>
                  <a:pt x="468392" y="0"/>
                </a:lnTo>
                <a:lnTo>
                  <a:pt x="468392" y="14637"/>
                </a:lnTo>
                <a:lnTo>
                  <a:pt x="351294" y="14637"/>
                </a:lnTo>
                <a:lnTo>
                  <a:pt x="234196" y="14637"/>
                </a:lnTo>
                <a:lnTo>
                  <a:pt x="117098" y="14637"/>
                </a:lnTo>
                <a:lnTo>
                  <a:pt x="0" y="146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return">
            <a:extLst xmlns:a="http://schemas.openxmlformats.org/drawingml/2006/main">
              <a:ext uri="{FF2B5EF4-FFF2-40B4-BE49-F238E27FC236}">
                <a16:creationId xmlns:a16="http://schemas.microsoft.com/office/drawing/2014/main" id="{D6FE4FB4-FFA3-4316-B63A-D274C20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429" y="5021208"/>
            <a:ext cx="407068" cy="104348"/>
          </a:xfrm>
          <a:custGeom xmlns:a="http://schemas.openxmlformats.org/drawingml/2006/main">
            <a:pathLst>
              <a:path w="407068" h="104348">
                <a:moveTo>
                  <a:pt x="42382" y="37308"/>
                </a:moveTo>
                <a:cubicBezTo>
                  <a:pt x="40048" y="35640"/>
                  <a:pt x="36831" y="34806"/>
                  <a:pt x="32734" y="34806"/>
                </a:cubicBezTo>
                <a:cubicBezTo>
                  <a:pt x="27302" y="34806"/>
                  <a:pt x="22823" y="37344"/>
                  <a:pt x="19297" y="42418"/>
                </a:cubicBezTo>
                <a:cubicBezTo>
                  <a:pt x="15771" y="47492"/>
                  <a:pt x="14008" y="54175"/>
                  <a:pt x="14008" y="62466"/>
                </a:cubicBezTo>
                <a:lnTo>
                  <a:pt x="14008" y="102489"/>
                </a:lnTo>
                <a:lnTo>
                  <a:pt x="0" y="102489"/>
                </a:lnTo>
                <a:lnTo>
                  <a:pt x="0" y="23442"/>
                </a:lnTo>
                <a:lnTo>
                  <a:pt x="14008" y="23442"/>
                </a:lnTo>
                <a:lnTo>
                  <a:pt x="14008" y="39523"/>
                </a:lnTo>
                <a:lnTo>
                  <a:pt x="14294" y="39523"/>
                </a:lnTo>
                <a:cubicBezTo>
                  <a:pt x="18297" y="27898"/>
                  <a:pt x="25205" y="22085"/>
                  <a:pt x="35021" y="22085"/>
                </a:cubicBezTo>
                <a:cubicBezTo>
                  <a:pt x="38213" y="22085"/>
                  <a:pt x="40667" y="22442"/>
                  <a:pt x="42382" y="23157"/>
                </a:cubicBezTo>
                <a:lnTo>
                  <a:pt x="42382" y="37308"/>
                </a:lnTo>
                <a:close/>
                <a:moveTo>
                  <a:pt x="121114" y="66539"/>
                </a:moveTo>
                <a:lnTo>
                  <a:pt x="65796" y="66539"/>
                </a:lnTo>
                <a:cubicBezTo>
                  <a:pt x="66034" y="74973"/>
                  <a:pt x="68345" y="81489"/>
                  <a:pt x="72729" y="86087"/>
                </a:cubicBezTo>
                <a:cubicBezTo>
                  <a:pt x="77112" y="90685"/>
                  <a:pt x="83235" y="92984"/>
                  <a:pt x="91097" y="92984"/>
                </a:cubicBezTo>
                <a:cubicBezTo>
                  <a:pt x="99959" y="92984"/>
                  <a:pt x="108083" y="90149"/>
                  <a:pt x="115468" y="84479"/>
                </a:cubicBezTo>
                <a:lnTo>
                  <a:pt x="115468" y="96986"/>
                </a:lnTo>
                <a:cubicBezTo>
                  <a:pt x="108512" y="101894"/>
                  <a:pt x="99292" y="104348"/>
                  <a:pt x="87809" y="104348"/>
                </a:cubicBezTo>
                <a:cubicBezTo>
                  <a:pt x="76374" y="104348"/>
                  <a:pt x="67452" y="100726"/>
                  <a:pt x="61043" y="93484"/>
                </a:cubicBezTo>
                <a:cubicBezTo>
                  <a:pt x="54635" y="86242"/>
                  <a:pt x="51430" y="76188"/>
                  <a:pt x="51430" y="63323"/>
                </a:cubicBezTo>
                <a:cubicBezTo>
                  <a:pt x="51430" y="51221"/>
                  <a:pt x="54944" y="41239"/>
                  <a:pt x="61972" y="33377"/>
                </a:cubicBezTo>
                <a:cubicBezTo>
                  <a:pt x="69000" y="25515"/>
                  <a:pt x="77732" y="21584"/>
                  <a:pt x="88166" y="21584"/>
                </a:cubicBezTo>
                <a:cubicBezTo>
                  <a:pt x="98506" y="21584"/>
                  <a:pt x="106582" y="24908"/>
                  <a:pt x="112395" y="31554"/>
                </a:cubicBezTo>
                <a:cubicBezTo>
                  <a:pt x="118208" y="38201"/>
                  <a:pt x="121114" y="47504"/>
                  <a:pt x="121114" y="59464"/>
                </a:cubicBezTo>
                <a:lnTo>
                  <a:pt x="121114" y="66539"/>
                </a:lnTo>
                <a:moveTo>
                  <a:pt x="107106" y="55319"/>
                </a:moveTo>
                <a:cubicBezTo>
                  <a:pt x="107058" y="48171"/>
                  <a:pt x="105367" y="42644"/>
                  <a:pt x="102032" y="38737"/>
                </a:cubicBezTo>
                <a:cubicBezTo>
                  <a:pt x="98696" y="34830"/>
                  <a:pt x="94003" y="32877"/>
                  <a:pt x="87952" y="32877"/>
                </a:cubicBezTo>
                <a:cubicBezTo>
                  <a:pt x="82377" y="32877"/>
                  <a:pt x="77553" y="34949"/>
                  <a:pt x="73479" y="39095"/>
                </a:cubicBezTo>
                <a:cubicBezTo>
                  <a:pt x="69405" y="43240"/>
                  <a:pt x="66844" y="48648"/>
                  <a:pt x="65796" y="55319"/>
                </a:cubicBezTo>
                <a:lnTo>
                  <a:pt x="107106" y="55319"/>
                </a:lnTo>
                <a:close/>
                <a:moveTo>
                  <a:pt x="177005" y="101703"/>
                </a:moveTo>
                <a:cubicBezTo>
                  <a:pt x="173955" y="103371"/>
                  <a:pt x="169834" y="104205"/>
                  <a:pt x="164640" y="104205"/>
                </a:cubicBezTo>
                <a:cubicBezTo>
                  <a:pt x="150489" y="104205"/>
                  <a:pt x="143413" y="96367"/>
                  <a:pt x="143413" y="80691"/>
                </a:cubicBezTo>
                <a:lnTo>
                  <a:pt x="143413" y="35021"/>
                </a:lnTo>
                <a:lnTo>
                  <a:pt x="129834" y="35021"/>
                </a:lnTo>
                <a:lnTo>
                  <a:pt x="129834" y="23442"/>
                </a:lnTo>
                <a:lnTo>
                  <a:pt x="143413" y="23442"/>
                </a:lnTo>
                <a:lnTo>
                  <a:pt x="143413" y="4431"/>
                </a:lnTo>
                <a:lnTo>
                  <a:pt x="157350" y="0"/>
                </a:lnTo>
                <a:lnTo>
                  <a:pt x="157350" y="23442"/>
                </a:lnTo>
                <a:lnTo>
                  <a:pt x="177005" y="23442"/>
                </a:lnTo>
                <a:lnTo>
                  <a:pt x="177005" y="35021"/>
                </a:lnTo>
                <a:lnTo>
                  <a:pt x="157350" y="35021"/>
                </a:lnTo>
                <a:lnTo>
                  <a:pt x="157350" y="78189"/>
                </a:lnTo>
                <a:cubicBezTo>
                  <a:pt x="157350" y="83383"/>
                  <a:pt x="158232" y="87099"/>
                  <a:pt x="159995" y="89339"/>
                </a:cubicBezTo>
                <a:cubicBezTo>
                  <a:pt x="161758" y="91578"/>
                  <a:pt x="164688" y="92698"/>
                  <a:pt x="168786" y="92698"/>
                </a:cubicBezTo>
                <a:cubicBezTo>
                  <a:pt x="171930" y="92698"/>
                  <a:pt x="174670" y="91816"/>
                  <a:pt x="177005" y="90053"/>
                </a:cubicBezTo>
                <a:lnTo>
                  <a:pt x="177005" y="101703"/>
                </a:lnTo>
                <a:close/>
                <a:moveTo>
                  <a:pt x="259124" y="102489"/>
                </a:moveTo>
                <a:lnTo>
                  <a:pt x="245044" y="102489"/>
                </a:lnTo>
                <a:lnTo>
                  <a:pt x="245044" y="90053"/>
                </a:lnTo>
                <a:lnTo>
                  <a:pt x="244758" y="90053"/>
                </a:lnTo>
                <a:cubicBezTo>
                  <a:pt x="239469" y="99583"/>
                  <a:pt x="231345" y="104348"/>
                  <a:pt x="220386" y="104348"/>
                </a:cubicBezTo>
                <a:cubicBezTo>
                  <a:pt x="201661" y="104348"/>
                  <a:pt x="192298" y="93151"/>
                  <a:pt x="192298" y="70756"/>
                </a:cubicBezTo>
                <a:lnTo>
                  <a:pt x="192298" y="23442"/>
                </a:lnTo>
                <a:lnTo>
                  <a:pt x="206164" y="23442"/>
                </a:lnTo>
                <a:lnTo>
                  <a:pt x="206164" y="68684"/>
                </a:lnTo>
                <a:cubicBezTo>
                  <a:pt x="206164" y="84741"/>
                  <a:pt x="212310" y="92769"/>
                  <a:pt x="224603" y="92769"/>
                </a:cubicBezTo>
                <a:cubicBezTo>
                  <a:pt x="230702" y="92769"/>
                  <a:pt x="235633" y="90518"/>
                  <a:pt x="239398" y="86015"/>
                </a:cubicBezTo>
                <a:cubicBezTo>
                  <a:pt x="243162" y="81513"/>
                  <a:pt x="245044" y="75831"/>
                  <a:pt x="245044" y="68969"/>
                </a:cubicBezTo>
                <a:lnTo>
                  <a:pt x="245044" y="23442"/>
                </a:lnTo>
                <a:lnTo>
                  <a:pt x="259124" y="23442"/>
                </a:lnTo>
                <a:lnTo>
                  <a:pt x="259124" y="102489"/>
                </a:lnTo>
                <a:close/>
                <a:moveTo>
                  <a:pt x="325906" y="37308"/>
                </a:moveTo>
                <a:cubicBezTo>
                  <a:pt x="323571" y="35640"/>
                  <a:pt x="320355" y="34806"/>
                  <a:pt x="316257" y="34806"/>
                </a:cubicBezTo>
                <a:cubicBezTo>
                  <a:pt x="310826" y="34806"/>
                  <a:pt x="306347" y="37344"/>
                  <a:pt x="302821" y="42418"/>
                </a:cubicBezTo>
                <a:cubicBezTo>
                  <a:pt x="299295" y="47492"/>
                  <a:pt x="297532" y="54175"/>
                  <a:pt x="297532" y="62466"/>
                </a:cubicBezTo>
                <a:lnTo>
                  <a:pt x="297532" y="102489"/>
                </a:lnTo>
                <a:lnTo>
                  <a:pt x="283524" y="102489"/>
                </a:lnTo>
                <a:lnTo>
                  <a:pt x="283524" y="23442"/>
                </a:lnTo>
                <a:lnTo>
                  <a:pt x="297532" y="23442"/>
                </a:lnTo>
                <a:lnTo>
                  <a:pt x="297532" y="39523"/>
                </a:lnTo>
                <a:lnTo>
                  <a:pt x="297818" y="39523"/>
                </a:lnTo>
                <a:cubicBezTo>
                  <a:pt x="301820" y="27898"/>
                  <a:pt x="308729" y="22085"/>
                  <a:pt x="318545" y="22085"/>
                </a:cubicBezTo>
                <a:cubicBezTo>
                  <a:pt x="321737" y="22085"/>
                  <a:pt x="324191" y="22442"/>
                  <a:pt x="325906" y="23157"/>
                </a:cubicBezTo>
                <a:lnTo>
                  <a:pt x="325906" y="37308"/>
                </a:lnTo>
                <a:close/>
                <a:moveTo>
                  <a:pt x="407068" y="102489"/>
                </a:moveTo>
                <a:lnTo>
                  <a:pt x="393131" y="102489"/>
                </a:lnTo>
                <a:lnTo>
                  <a:pt x="393131" y="57534"/>
                </a:lnTo>
                <a:cubicBezTo>
                  <a:pt x="393131" y="41286"/>
                  <a:pt x="387199" y="33163"/>
                  <a:pt x="375335" y="33163"/>
                </a:cubicBezTo>
                <a:cubicBezTo>
                  <a:pt x="369189" y="33163"/>
                  <a:pt x="364138" y="35450"/>
                  <a:pt x="360183" y="40024"/>
                </a:cubicBezTo>
                <a:cubicBezTo>
                  <a:pt x="356228" y="44598"/>
                  <a:pt x="354251" y="50387"/>
                  <a:pt x="354251" y="57391"/>
                </a:cubicBezTo>
                <a:lnTo>
                  <a:pt x="354251" y="102489"/>
                </a:lnTo>
                <a:lnTo>
                  <a:pt x="340243" y="102489"/>
                </a:lnTo>
                <a:lnTo>
                  <a:pt x="340243" y="23442"/>
                </a:lnTo>
                <a:lnTo>
                  <a:pt x="354251" y="23442"/>
                </a:lnTo>
                <a:lnTo>
                  <a:pt x="354251" y="36522"/>
                </a:lnTo>
                <a:lnTo>
                  <a:pt x="354537" y="36522"/>
                </a:lnTo>
                <a:cubicBezTo>
                  <a:pt x="360493" y="26563"/>
                  <a:pt x="369141" y="21584"/>
                  <a:pt x="380481" y="21584"/>
                </a:cubicBezTo>
                <a:cubicBezTo>
                  <a:pt x="389153" y="21584"/>
                  <a:pt x="395752" y="24360"/>
                  <a:pt x="400278" y="29911"/>
                </a:cubicBezTo>
                <a:cubicBezTo>
                  <a:pt x="404805" y="35462"/>
                  <a:pt x="407068" y="43550"/>
                  <a:pt x="407068" y="54175"/>
                </a:cubicBezTo>
                <a:lnTo>
                  <a:pt x="407068" y="102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63DF6-0D6D-4039-8F6F-8094736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455" y="5140083"/>
            <a:ext cx="175647" cy="14637"/>
          </a:xfrm>
          <a:custGeom xmlns:a="http://schemas.openxmlformats.org/drawingml/2006/main">
            <a:pathLst>
              <a:path w="175647" h="14637">
                <a:moveTo>
                  <a:pt x="0" y="0"/>
                </a:moveTo>
                <a:lnTo>
                  <a:pt x="43912" y="0"/>
                </a:lnTo>
                <a:lnTo>
                  <a:pt x="87824" y="0"/>
                </a:lnTo>
                <a:lnTo>
                  <a:pt x="131735" y="0"/>
                </a:lnTo>
                <a:lnTo>
                  <a:pt x="175647" y="0"/>
                </a:lnTo>
                <a:lnTo>
                  <a:pt x="175647" y="14637"/>
                </a:lnTo>
                <a:lnTo>
                  <a:pt x="131735" y="14637"/>
                </a:lnTo>
                <a:lnTo>
                  <a:pt x="87824" y="14637"/>
                </a:lnTo>
                <a:lnTo>
                  <a:pt x="43912" y="14637"/>
                </a:lnTo>
                <a:lnTo>
                  <a:pt x="0" y="146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68B23-6DC3-4BBA-8F7F-680BCB8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767" y="5140083"/>
            <a:ext cx="161010" cy="14637"/>
          </a:xfrm>
          <a:custGeom xmlns:a="http://schemas.openxmlformats.org/drawingml/2006/main">
            <a:pathLst>
              <a:path w="161010" h="14637">
                <a:moveTo>
                  <a:pt x="0" y="0"/>
                </a:moveTo>
                <a:lnTo>
                  <a:pt x="40252" y="0"/>
                </a:lnTo>
                <a:lnTo>
                  <a:pt x="80505" y="0"/>
                </a:lnTo>
                <a:lnTo>
                  <a:pt x="120757" y="0"/>
                </a:lnTo>
                <a:lnTo>
                  <a:pt x="161010" y="0"/>
                </a:lnTo>
                <a:lnTo>
                  <a:pt x="161010" y="14637"/>
                </a:lnTo>
                <a:lnTo>
                  <a:pt x="120757" y="14637"/>
                </a:lnTo>
                <a:lnTo>
                  <a:pt x="80505" y="14637"/>
                </a:lnTo>
                <a:lnTo>
                  <a:pt x="40252" y="14637"/>
                </a:lnTo>
                <a:lnTo>
                  <a:pt x="0" y="146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N">
            <a:extLst xmlns:a="http://schemas.openxmlformats.org/drawingml/2006/main">
              <a:ext uri="{FF2B5EF4-FFF2-40B4-BE49-F238E27FC236}">
                <a16:creationId xmlns:a16="http://schemas.microsoft.com/office/drawing/2014/main" id="{734A2922-EE50-4559-8170-8F2C76FF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973" y="5012989"/>
            <a:ext cx="90411" cy="110709"/>
          </a:xfrm>
          <a:custGeom xmlns:a="http://schemas.openxmlformats.org/drawingml/2006/main">
            <a:pathLst>
              <a:path w="90411" h="110709">
                <a:moveTo>
                  <a:pt x="90411" y="110709"/>
                </a:moveTo>
                <a:lnTo>
                  <a:pt x="73472" y="110709"/>
                </a:lnTo>
                <a:lnTo>
                  <a:pt x="17796" y="24586"/>
                </a:lnTo>
                <a:cubicBezTo>
                  <a:pt x="16224" y="22156"/>
                  <a:pt x="14961" y="19750"/>
                  <a:pt x="14008" y="17367"/>
                </a:cubicBezTo>
                <a:lnTo>
                  <a:pt x="13579" y="17367"/>
                </a:lnTo>
                <a:cubicBezTo>
                  <a:pt x="13961" y="19845"/>
                  <a:pt x="14151" y="25015"/>
                  <a:pt x="14151" y="32877"/>
                </a:cubicBezTo>
                <a:lnTo>
                  <a:pt x="14151" y="110709"/>
                </a:lnTo>
                <a:lnTo>
                  <a:pt x="0" y="110709"/>
                </a:lnTo>
                <a:lnTo>
                  <a:pt x="0" y="0"/>
                </a:lnTo>
                <a:lnTo>
                  <a:pt x="17939" y="0"/>
                </a:lnTo>
                <a:lnTo>
                  <a:pt x="72114" y="84622"/>
                </a:lnTo>
                <a:cubicBezTo>
                  <a:pt x="74687" y="88624"/>
                  <a:pt x="76212" y="91173"/>
                  <a:pt x="76688" y="92269"/>
                </a:cubicBezTo>
                <a:lnTo>
                  <a:pt x="76974" y="92269"/>
                </a:lnTo>
                <a:cubicBezTo>
                  <a:pt x="76498" y="89124"/>
                  <a:pt x="76260" y="83740"/>
                  <a:pt x="76260" y="76117"/>
                </a:cubicBezTo>
                <a:lnTo>
                  <a:pt x="76260" y="0"/>
                </a:lnTo>
                <a:lnTo>
                  <a:pt x="90411" y="0"/>
                </a:lnTo>
                <a:lnTo>
                  <a:pt x="90411" y="110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D6116-6CF8-4852-B64B-CC8B1FD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496" y="5138415"/>
            <a:ext cx="102461" cy="14637"/>
          </a:xfrm>
          <a:custGeom xmlns:a="http://schemas.openxmlformats.org/drawingml/2006/main">
            <a:pathLst>
              <a:path w="102461" h="14637">
                <a:moveTo>
                  <a:pt x="0" y="0"/>
                </a:moveTo>
                <a:lnTo>
                  <a:pt x="25615" y="0"/>
                </a:lnTo>
                <a:lnTo>
                  <a:pt x="51230" y="0"/>
                </a:lnTo>
                <a:lnTo>
                  <a:pt x="76846" y="0"/>
                </a:lnTo>
                <a:lnTo>
                  <a:pt x="102461" y="0"/>
                </a:lnTo>
                <a:lnTo>
                  <a:pt x="102461" y="14637"/>
                </a:lnTo>
                <a:lnTo>
                  <a:pt x="76846" y="14637"/>
                </a:lnTo>
                <a:lnTo>
                  <a:pt x="51230" y="14637"/>
                </a:lnTo>
                <a:lnTo>
                  <a:pt x="25615" y="14637"/>
                </a:lnTo>
                <a:lnTo>
                  <a:pt x="0" y="146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-">
            <a:extLst xmlns:a="http://schemas.openxmlformats.org/drawingml/2006/main">
              <a:ext uri="{FF2B5EF4-FFF2-40B4-BE49-F238E27FC236}">
                <a16:creationId xmlns:a16="http://schemas.microsoft.com/office/drawing/2014/main" id="{FA3A812E-B9FA-429D-8FA9-72819F2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557" y="5074454"/>
            <a:ext cx="42096" cy="10792"/>
          </a:xfrm>
          <a:custGeom xmlns:a="http://schemas.openxmlformats.org/drawingml/2006/main">
            <a:pathLst>
              <a:path w="42096" h="10792">
                <a:moveTo>
                  <a:pt x="42096" y="10792"/>
                </a:moveTo>
                <a:lnTo>
                  <a:pt x="0" y="10792"/>
                </a:lnTo>
                <a:lnTo>
                  <a:pt x="0" y="0"/>
                </a:lnTo>
                <a:lnTo>
                  <a:pt x="42096" y="0"/>
                </a:lnTo>
                <a:lnTo>
                  <a:pt x="42096" y="10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ED285-3053-4420-9E9A-24F62975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745" y="5146463"/>
            <a:ext cx="131735" cy="14637"/>
          </a:xfrm>
          <a:custGeom xmlns:a="http://schemas.openxmlformats.org/drawingml/2006/main">
            <a:pathLst>
              <a:path w="131735" h="14637">
                <a:moveTo>
                  <a:pt x="0" y="0"/>
                </a:moveTo>
                <a:lnTo>
                  <a:pt x="32934" y="0"/>
                </a:lnTo>
                <a:lnTo>
                  <a:pt x="65868" y="0"/>
                </a:lnTo>
                <a:lnTo>
                  <a:pt x="98801" y="0"/>
                </a:lnTo>
                <a:lnTo>
                  <a:pt x="131735" y="0"/>
                </a:lnTo>
                <a:lnTo>
                  <a:pt x="131735" y="14637"/>
                </a:lnTo>
                <a:lnTo>
                  <a:pt x="98801" y="14637"/>
                </a:lnTo>
                <a:lnTo>
                  <a:pt x="65868" y="14637"/>
                </a:lnTo>
                <a:lnTo>
                  <a:pt x="32934" y="14637"/>
                </a:lnTo>
                <a:lnTo>
                  <a:pt x="0" y="146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1">
            <a:extLst xmlns:a="http://schemas.openxmlformats.org/drawingml/2006/main">
              <a:ext uri="{FF2B5EF4-FFF2-40B4-BE49-F238E27FC236}">
                <a16:creationId xmlns:a16="http://schemas.microsoft.com/office/drawing/2014/main" id="{5170D599-6333-488B-92A0-01DC6BE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22" y="5017657"/>
            <a:ext cx="64109" cy="113067"/>
          </a:xfrm>
          <a:custGeom xmlns:a="http://schemas.openxmlformats.org/drawingml/2006/main">
            <a:pathLst>
              <a:path w="64109" h="113067">
                <a:moveTo>
                  <a:pt x="64109" y="113067"/>
                </a:moveTo>
                <a:lnTo>
                  <a:pt x="643" y="113067"/>
                </a:lnTo>
                <a:lnTo>
                  <a:pt x="643" y="100988"/>
                </a:lnTo>
                <a:lnTo>
                  <a:pt x="25444" y="100988"/>
                </a:lnTo>
                <a:lnTo>
                  <a:pt x="25444" y="16939"/>
                </a:lnTo>
                <a:lnTo>
                  <a:pt x="0" y="24300"/>
                </a:lnTo>
                <a:lnTo>
                  <a:pt x="0" y="11435"/>
                </a:lnTo>
                <a:lnTo>
                  <a:pt x="39381" y="0"/>
                </a:lnTo>
                <a:lnTo>
                  <a:pt x="39381" y="100988"/>
                </a:lnTo>
                <a:lnTo>
                  <a:pt x="64109" y="100988"/>
                </a:lnTo>
                <a:lnTo>
                  <a:pt x="64109" y="113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e5c286fe74c7d"/>
          <a:stretch xmlns:a="http://schemas.openxmlformats.org/drawingml/2006/main"/>
        </p:blipFill>
        <p:spPr>
          <a:xfrm xmlns:a="http://schemas.openxmlformats.org/drawingml/2006/main">
            <a:off x="4695957" y="44281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97" name="Text ✅">
            <a:extLst xmlns:a="http://schemas.openxmlformats.org/drawingml/2006/main">
              <a:ext uri="{FF2B5EF4-FFF2-40B4-BE49-F238E27FC236}">
                <a16:creationId xmlns:a16="http://schemas.microsoft.com/office/drawing/2014/main" id="{6983499A-6113-4AA0-A916-F01F246B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738" y="4428135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3ddf1fd684ac2"/>
          <a:stretch xmlns:a="http://schemas.openxmlformats.org/drawingml/2006/main"/>
        </p:blipFill>
        <p:spPr>
          <a:xfrm xmlns:a="http://schemas.openxmlformats.org/drawingml/2006/main">
            <a:off x="5031855" y="4435161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99" name="Text ✅">
            <a:extLst xmlns:a="http://schemas.openxmlformats.org/drawingml/2006/main">
              <a:ext uri="{FF2B5EF4-FFF2-40B4-BE49-F238E27FC236}">
                <a16:creationId xmlns:a16="http://schemas.microsoft.com/office/drawing/2014/main" id="{DB0E471E-B848-4688-BBCE-07242CD2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635" y="4435161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5f1f400e0401c"/>
          <a:stretch xmlns:a="http://schemas.openxmlformats.org/drawingml/2006/main"/>
        </p:blipFill>
        <p:spPr>
          <a:xfrm xmlns:a="http://schemas.openxmlformats.org/drawingml/2006/main">
            <a:off x="5437055" y="44281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01" name="Text ✅">
            <a:extLst xmlns:a="http://schemas.openxmlformats.org/drawingml/2006/main">
              <a:ext uri="{FF2B5EF4-FFF2-40B4-BE49-F238E27FC236}">
                <a16:creationId xmlns:a16="http://schemas.microsoft.com/office/drawing/2014/main" id="{180921E6-D455-45D9-A48A-966CC63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835" y="4428135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9ffc17c794784"/>
          <a:stretch xmlns:a="http://schemas.openxmlformats.org/drawingml/2006/main"/>
        </p:blipFill>
        <p:spPr>
          <a:xfrm xmlns:a="http://schemas.openxmlformats.org/drawingml/2006/main">
            <a:off x="6338555" y="4677554"/>
            <a:ext cx="263471" cy="263471"/>
          </a:xfrm>
          <a:prstGeom xmlns:a="http://schemas.openxmlformats.org/drawingml/2006/main" prst="rect">
            <a:avLst/>
          </a:prstGeom>
        </p:spPr>
      </p:pic>
      <p:sp>
        <p:nvSpPr>
          <p:cNvPr id="103" name="Text &quot;">
            <a:extLst xmlns:a="http://schemas.openxmlformats.org/drawingml/2006/main">
              <a:ext uri="{FF2B5EF4-FFF2-40B4-BE49-F238E27FC236}">
                <a16:creationId xmlns:a16="http://schemas.microsoft.com/office/drawing/2014/main" id="{82639F62-C5D9-4E93-9625-8A2D1857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225" y="4677554"/>
            <a:ext cx="263471" cy="263471"/>
          </a:xfrm>
          <a:custGeom xmlns:a="http://schemas.openxmlformats.org/drawingml/2006/main">
            <a:pathLst>
              <a:path w="263471" h="263471">
                <a:moveTo>
                  <a:pt x="0" y="263471"/>
                </a:moveTo>
                <a:lnTo>
                  <a:pt x="0" y="263471"/>
                </a:lnTo>
                <a:moveTo>
                  <a:pt x="263471" y="0"/>
                </a:moveTo>
                <a:lnTo>
                  <a:pt x="26347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5F894-0F0E-49CF-A5B7-262686F7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211" y="4945152"/>
            <a:ext cx="2006977" cy="281116"/>
          </a:xfrm>
          <a:custGeom xmlns:a="http://schemas.openxmlformats.org/drawingml/2006/main">
            <a:pathLst>
              <a:path w="2006977" h="281116" fill="none">
                <a:moveTo>
                  <a:pt x="0" y="46854"/>
                </a:moveTo>
                <a:cubicBezTo>
                  <a:pt x="0" y="20977"/>
                  <a:pt x="20977" y="0"/>
                  <a:pt x="46854" y="0"/>
                </a:cubicBezTo>
                <a:lnTo>
                  <a:pt x="1960124" y="0"/>
                </a:lnTo>
                <a:cubicBezTo>
                  <a:pt x="1985999" y="0"/>
                  <a:pt x="2006977" y="20977"/>
                  <a:pt x="2006977" y="46854"/>
                </a:cubicBezTo>
                <a:lnTo>
                  <a:pt x="2006977" y="234262"/>
                </a:lnTo>
                <a:cubicBezTo>
                  <a:pt x="2006977" y="260139"/>
                  <a:pt x="1985999" y="281116"/>
                  <a:pt x="1960124" y="281116"/>
                </a:cubicBezTo>
                <a:lnTo>
                  <a:pt x="46854" y="281116"/>
                </a:lnTo>
                <a:cubicBezTo>
                  <a:pt x="20977" y="281116"/>
                  <a:pt x="0" y="260139"/>
                  <a:pt x="0" y="234262"/>
                </a:cubicBezTo>
                <a:lnTo>
                  <a:pt x="0" y="468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9DC3E6"/>
            </a:solidFill>
            <a:miter/>
          </a:ln>
        </p:spPr>
      </p:sp>
      <p:pic>
        <p:nvPicPr>
          <p:cNvPr id="3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3912034d549f3"/>
          <a:stretch xmlns:a="http://schemas.openxmlformats.org/drawingml/2006/main"/>
        </p:blipFill>
        <p:spPr>
          <a:xfrm xmlns:a="http://schemas.openxmlformats.org/drawingml/2006/main">
            <a:off x="5778269" y="4438674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06" name="Text ✅">
            <a:extLst xmlns:a="http://schemas.openxmlformats.org/drawingml/2006/main">
              <a:ext uri="{FF2B5EF4-FFF2-40B4-BE49-F238E27FC236}">
                <a16:creationId xmlns:a16="http://schemas.microsoft.com/office/drawing/2014/main" id="{3F1666AE-4F1A-4A11-B019-391688A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049" y="4438674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6684fdc954cb7"/>
          <a:stretch xmlns:a="http://schemas.openxmlformats.org/drawingml/2006/main"/>
        </p:blipFill>
        <p:spPr>
          <a:xfrm xmlns:a="http://schemas.openxmlformats.org/drawingml/2006/main">
            <a:off x="6108852" y="44281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08" name="Text ✅">
            <a:extLst xmlns:a="http://schemas.openxmlformats.org/drawingml/2006/main">
              <a:ext uri="{FF2B5EF4-FFF2-40B4-BE49-F238E27FC236}">
                <a16:creationId xmlns:a16="http://schemas.microsoft.com/office/drawing/2014/main" id="{4FE3397B-8ACE-41E5-8607-D4698B8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633" y="4428135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0D5BA-6584-4C67-9ABB-97051213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751" y="4375513"/>
            <a:ext cx="2006978" cy="282142"/>
          </a:xfrm>
          <a:custGeom xmlns:a="http://schemas.openxmlformats.org/drawingml/2006/main">
            <a:pathLst>
              <a:path w="2006978" h="282142" fill="none">
                <a:moveTo>
                  <a:pt x="0" y="47025"/>
                </a:moveTo>
                <a:cubicBezTo>
                  <a:pt x="0" y="21054"/>
                  <a:pt x="21054" y="0"/>
                  <a:pt x="47025" y="0"/>
                </a:cubicBezTo>
                <a:lnTo>
                  <a:pt x="1959953" y="0"/>
                </a:lnTo>
                <a:cubicBezTo>
                  <a:pt x="1985924" y="0"/>
                  <a:pt x="2006978" y="21054"/>
                  <a:pt x="2006978" y="47025"/>
                </a:cubicBezTo>
                <a:lnTo>
                  <a:pt x="2006978" y="235117"/>
                </a:lnTo>
                <a:cubicBezTo>
                  <a:pt x="2006978" y="261088"/>
                  <a:pt x="1985924" y="282142"/>
                  <a:pt x="1959953" y="282142"/>
                </a:cubicBezTo>
                <a:lnTo>
                  <a:pt x="47025" y="282142"/>
                </a:lnTo>
                <a:cubicBezTo>
                  <a:pt x="21054" y="282142"/>
                  <a:pt x="0" y="261088"/>
                  <a:pt x="0" y="235117"/>
                </a:cubicBezTo>
                <a:lnTo>
                  <a:pt x="0" y="47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9D18E"/>
            </a:solidFill>
            <a:miter/>
          </a:ln>
        </p:spPr>
      </p:sp>
      <p:pic>
        <p:nvPicPr>
          <p:cNvPr id="3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2c761af1f447d"/>
          <a:stretch xmlns:a="http://schemas.openxmlformats.org/drawingml/2006/main"/>
        </p:blipFill>
        <p:spPr>
          <a:xfrm xmlns:a="http://schemas.openxmlformats.org/drawingml/2006/main">
            <a:off x="8793201" y="4261856"/>
            <a:ext cx="292745" cy="292745"/>
          </a:xfrm>
          <a:prstGeom xmlns:a="http://schemas.openxmlformats.org/drawingml/2006/main" prst="rect">
            <a:avLst/>
          </a:prstGeom>
        </p:spPr>
      </p:pic>
      <p:sp>
        <p:nvSpPr>
          <p:cNvPr id="111" name="Text !">
            <a:extLst xmlns:a="http://schemas.openxmlformats.org/drawingml/2006/main">
              <a:ext uri="{FF2B5EF4-FFF2-40B4-BE49-F238E27FC236}">
                <a16:creationId xmlns:a16="http://schemas.microsoft.com/office/drawing/2014/main" id="{7CD35D27-6C6A-4BFE-B36C-3A37112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835" y="4261856"/>
            <a:ext cx="292745" cy="292745"/>
          </a:xfrm>
          <a:custGeom xmlns:a="http://schemas.openxmlformats.org/drawingml/2006/main">
            <a:pathLst>
              <a:path w="292745" h="292745">
                <a:moveTo>
                  <a:pt x="0" y="292745"/>
                </a:moveTo>
                <a:lnTo>
                  <a:pt x="0" y="292745"/>
                </a:lnTo>
                <a:moveTo>
                  <a:pt x="292745" y="0"/>
                </a:moveTo>
                <a:lnTo>
                  <a:pt x="292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TokensofaCodeLine">
            <a:extLst xmlns:a="http://schemas.openxmlformats.org/drawingml/2006/main">
              <a:ext uri="{FF2B5EF4-FFF2-40B4-BE49-F238E27FC236}">
                <a16:creationId xmlns:a16="http://schemas.microsoft.com/office/drawing/2014/main" id="{065C79BA-E341-42FB-94DC-9A92171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570" y="4780513"/>
            <a:ext cx="1743016" cy="126932"/>
          </a:xfrm>
          <a:custGeom xmlns:a="http://schemas.openxmlformats.org/drawingml/2006/main">
            <a:pathLst>
              <a:path w="1743016" h="126932">
                <a:moveTo>
                  <a:pt x="92455" y="4288"/>
                </a:moveTo>
                <a:lnTo>
                  <a:pt x="92455" y="21098"/>
                </a:lnTo>
                <a:lnTo>
                  <a:pt x="56433" y="21098"/>
                </a:lnTo>
                <a:lnTo>
                  <a:pt x="56433" y="125217"/>
                </a:lnTo>
                <a:lnTo>
                  <a:pt x="35678" y="125217"/>
                </a:lnTo>
                <a:lnTo>
                  <a:pt x="35678" y="21098"/>
                </a:lnTo>
                <a:lnTo>
                  <a:pt x="0" y="21098"/>
                </a:lnTo>
                <a:lnTo>
                  <a:pt x="0" y="4288"/>
                </a:lnTo>
                <a:lnTo>
                  <a:pt x="92455" y="4288"/>
                </a:lnTo>
                <a:close/>
                <a:moveTo>
                  <a:pt x="192346" y="81048"/>
                </a:moveTo>
                <a:cubicBezTo>
                  <a:pt x="192346" y="95399"/>
                  <a:pt x="188354" y="106635"/>
                  <a:pt x="180371" y="114754"/>
                </a:cubicBezTo>
                <a:cubicBezTo>
                  <a:pt x="172387" y="122873"/>
                  <a:pt x="161184" y="126932"/>
                  <a:pt x="146761" y="126932"/>
                </a:cubicBezTo>
                <a:cubicBezTo>
                  <a:pt x="132796" y="126932"/>
                  <a:pt x="121864" y="122816"/>
                  <a:pt x="113967" y="114582"/>
                </a:cubicBezTo>
                <a:cubicBezTo>
                  <a:pt x="106069" y="106349"/>
                  <a:pt x="102121" y="95171"/>
                  <a:pt x="102121" y="81048"/>
                </a:cubicBezTo>
                <a:cubicBezTo>
                  <a:pt x="102121" y="66697"/>
                  <a:pt x="106084" y="55519"/>
                  <a:pt x="114010" y="47514"/>
                </a:cubicBezTo>
                <a:cubicBezTo>
                  <a:pt x="121936" y="39509"/>
                  <a:pt x="133025" y="35507"/>
                  <a:pt x="147276" y="35507"/>
                </a:cubicBezTo>
                <a:cubicBezTo>
                  <a:pt x="161985" y="35507"/>
                  <a:pt x="173173" y="39409"/>
                  <a:pt x="180842" y="47214"/>
                </a:cubicBezTo>
                <a:cubicBezTo>
                  <a:pt x="188511" y="55018"/>
                  <a:pt x="192346" y="66296"/>
                  <a:pt x="192346" y="81048"/>
                </a:cubicBezTo>
                <a:moveTo>
                  <a:pt x="171590" y="81048"/>
                </a:moveTo>
                <a:cubicBezTo>
                  <a:pt x="171590" y="60407"/>
                  <a:pt x="163629" y="50087"/>
                  <a:pt x="147705" y="50087"/>
                </a:cubicBezTo>
                <a:cubicBezTo>
                  <a:pt x="131152" y="50087"/>
                  <a:pt x="122876" y="60407"/>
                  <a:pt x="122876" y="81048"/>
                </a:cubicBezTo>
                <a:cubicBezTo>
                  <a:pt x="122876" y="91168"/>
                  <a:pt x="124902" y="98916"/>
                  <a:pt x="128954" y="104290"/>
                </a:cubicBezTo>
                <a:cubicBezTo>
                  <a:pt x="133007" y="109665"/>
                  <a:pt x="138885" y="112352"/>
                  <a:pt x="146590" y="112352"/>
                </a:cubicBezTo>
                <a:cubicBezTo>
                  <a:pt x="163257" y="112352"/>
                  <a:pt x="171590" y="101918"/>
                  <a:pt x="171590" y="81048"/>
                </a:cubicBezTo>
                <a:close/>
                <a:moveTo>
                  <a:pt x="268566" y="125217"/>
                </a:moveTo>
                <a:lnTo>
                  <a:pt x="241550" y="86156"/>
                </a:lnTo>
                <a:lnTo>
                  <a:pt x="231859" y="94055"/>
                </a:lnTo>
                <a:lnTo>
                  <a:pt x="231859" y="125217"/>
                </a:lnTo>
                <a:lnTo>
                  <a:pt x="211961" y="125217"/>
                </a:lnTo>
                <a:lnTo>
                  <a:pt x="211961" y="515"/>
                </a:lnTo>
                <a:lnTo>
                  <a:pt x="231859" y="515"/>
                </a:lnTo>
                <a:lnTo>
                  <a:pt x="231859" y="76883"/>
                </a:lnTo>
                <a:lnTo>
                  <a:pt x="267141" y="37222"/>
                </a:lnTo>
                <a:lnTo>
                  <a:pt x="289665" y="37222"/>
                </a:lnTo>
                <a:lnTo>
                  <a:pt x="255444" y="73793"/>
                </a:lnTo>
                <a:lnTo>
                  <a:pt x="291552" y="125217"/>
                </a:lnTo>
                <a:lnTo>
                  <a:pt x="268566" y="125217"/>
                </a:lnTo>
                <a:close/>
                <a:moveTo>
                  <a:pt x="318929" y="85009"/>
                </a:moveTo>
                <a:cubicBezTo>
                  <a:pt x="319215" y="93975"/>
                  <a:pt x="321195" y="100871"/>
                  <a:pt x="324871" y="105698"/>
                </a:cubicBezTo>
                <a:cubicBezTo>
                  <a:pt x="328548" y="110524"/>
                  <a:pt x="333580" y="112937"/>
                  <a:pt x="339966" y="112937"/>
                </a:cubicBezTo>
                <a:cubicBezTo>
                  <a:pt x="344297" y="112937"/>
                  <a:pt x="348158" y="111845"/>
                  <a:pt x="351549" y="109662"/>
                </a:cubicBezTo>
                <a:cubicBezTo>
                  <a:pt x="354942" y="107478"/>
                  <a:pt x="358007" y="103801"/>
                  <a:pt x="360742" y="98630"/>
                </a:cubicBezTo>
                <a:lnTo>
                  <a:pt x="376220" y="106113"/>
                </a:lnTo>
                <a:cubicBezTo>
                  <a:pt x="372850" y="111563"/>
                  <a:pt x="369480" y="115692"/>
                  <a:pt x="366111" y="118501"/>
                </a:cubicBezTo>
                <a:cubicBezTo>
                  <a:pt x="362741" y="121311"/>
                  <a:pt x="358814" y="123419"/>
                  <a:pt x="354331" y="124823"/>
                </a:cubicBezTo>
                <a:cubicBezTo>
                  <a:pt x="349848" y="126229"/>
                  <a:pt x="344523" y="126932"/>
                  <a:pt x="338355" y="126932"/>
                </a:cubicBezTo>
                <a:cubicBezTo>
                  <a:pt x="325502" y="126932"/>
                  <a:pt x="315592" y="122887"/>
                  <a:pt x="308624" y="114797"/>
                </a:cubicBezTo>
                <a:cubicBezTo>
                  <a:pt x="301657" y="106706"/>
                  <a:pt x="298174" y="95342"/>
                  <a:pt x="298174" y="80705"/>
                </a:cubicBezTo>
                <a:cubicBezTo>
                  <a:pt x="298174" y="65953"/>
                  <a:pt x="301833" y="54732"/>
                  <a:pt x="309152" y="47042"/>
                </a:cubicBezTo>
                <a:cubicBezTo>
                  <a:pt x="316470" y="39352"/>
                  <a:pt x="326448" y="35507"/>
                  <a:pt x="339084" y="35507"/>
                </a:cubicBezTo>
                <a:cubicBezTo>
                  <a:pt x="351605" y="35507"/>
                  <a:pt x="361183" y="39611"/>
                  <a:pt x="367815" y="47819"/>
                </a:cubicBezTo>
                <a:cubicBezTo>
                  <a:pt x="374448" y="56026"/>
                  <a:pt x="377764" y="67622"/>
                  <a:pt x="377764" y="82608"/>
                </a:cubicBezTo>
                <a:lnTo>
                  <a:pt x="377764" y="85009"/>
                </a:lnTo>
                <a:lnTo>
                  <a:pt x="318929" y="85009"/>
                </a:lnTo>
                <a:moveTo>
                  <a:pt x="338398" y="49160"/>
                </a:moveTo>
                <a:cubicBezTo>
                  <a:pt x="332648" y="49160"/>
                  <a:pt x="328065" y="51217"/>
                  <a:pt x="324648" y="55332"/>
                </a:cubicBezTo>
                <a:cubicBezTo>
                  <a:pt x="321234" y="59445"/>
                  <a:pt x="319385" y="65130"/>
                  <a:pt x="319100" y="72386"/>
                </a:cubicBezTo>
                <a:lnTo>
                  <a:pt x="357180" y="72386"/>
                </a:lnTo>
                <a:cubicBezTo>
                  <a:pt x="356610" y="64615"/>
                  <a:pt x="354845" y="58802"/>
                  <a:pt x="351884" y="54946"/>
                </a:cubicBezTo>
                <a:cubicBezTo>
                  <a:pt x="348925" y="51088"/>
                  <a:pt x="344430" y="49160"/>
                  <a:pt x="338398" y="49160"/>
                </a:cubicBezTo>
                <a:close/>
                <a:moveTo>
                  <a:pt x="454755" y="125217"/>
                </a:moveTo>
                <a:lnTo>
                  <a:pt x="454755" y="76084"/>
                </a:lnTo>
                <a:cubicBezTo>
                  <a:pt x="454755" y="67167"/>
                  <a:pt x="453368" y="60765"/>
                  <a:pt x="450595" y="56878"/>
                </a:cubicBezTo>
                <a:cubicBezTo>
                  <a:pt x="447822" y="52990"/>
                  <a:pt x="443434" y="51046"/>
                  <a:pt x="437430" y="51046"/>
                </a:cubicBezTo>
                <a:cubicBezTo>
                  <a:pt x="430969" y="51046"/>
                  <a:pt x="425895" y="53534"/>
                  <a:pt x="422207" y="58508"/>
                </a:cubicBezTo>
                <a:cubicBezTo>
                  <a:pt x="418519" y="63481"/>
                  <a:pt x="416675" y="70226"/>
                  <a:pt x="416675" y="78743"/>
                </a:cubicBezTo>
                <a:lnTo>
                  <a:pt x="416675" y="125217"/>
                </a:lnTo>
                <a:lnTo>
                  <a:pt x="396949" y="125217"/>
                </a:lnTo>
                <a:lnTo>
                  <a:pt x="396949" y="57481"/>
                </a:lnTo>
                <a:cubicBezTo>
                  <a:pt x="396949" y="50672"/>
                  <a:pt x="396692" y="43919"/>
                  <a:pt x="396177" y="37222"/>
                </a:cubicBezTo>
                <a:lnTo>
                  <a:pt x="414960" y="37222"/>
                </a:lnTo>
                <a:cubicBezTo>
                  <a:pt x="415589" y="45799"/>
                  <a:pt x="415903" y="51459"/>
                  <a:pt x="415903" y="54204"/>
                </a:cubicBezTo>
                <a:lnTo>
                  <a:pt x="416246" y="54204"/>
                </a:lnTo>
                <a:cubicBezTo>
                  <a:pt x="419625" y="47659"/>
                  <a:pt x="423547" y="42907"/>
                  <a:pt x="428012" y="39948"/>
                </a:cubicBezTo>
                <a:cubicBezTo>
                  <a:pt x="432479" y="36987"/>
                  <a:pt x="438234" y="35507"/>
                  <a:pt x="445278" y="35507"/>
                </a:cubicBezTo>
                <a:cubicBezTo>
                  <a:pt x="455069" y="35507"/>
                  <a:pt x="462413" y="38394"/>
                  <a:pt x="467309" y="44169"/>
                </a:cubicBezTo>
                <a:cubicBezTo>
                  <a:pt x="472204" y="49944"/>
                  <a:pt x="474652" y="58863"/>
                  <a:pt x="474652" y="70928"/>
                </a:cubicBezTo>
                <a:lnTo>
                  <a:pt x="474652" y="125217"/>
                </a:lnTo>
                <a:lnTo>
                  <a:pt x="454755" y="125217"/>
                </a:lnTo>
                <a:close/>
                <a:moveTo>
                  <a:pt x="556660" y="99916"/>
                </a:moveTo>
                <a:cubicBezTo>
                  <a:pt x="556660" y="108379"/>
                  <a:pt x="553787" y="114997"/>
                  <a:pt x="548041" y="119771"/>
                </a:cubicBezTo>
                <a:cubicBezTo>
                  <a:pt x="542294" y="124545"/>
                  <a:pt x="534247" y="126932"/>
                  <a:pt x="523898" y="126932"/>
                </a:cubicBezTo>
                <a:cubicBezTo>
                  <a:pt x="513149" y="126932"/>
                  <a:pt x="505258" y="125246"/>
                  <a:pt x="500227" y="121872"/>
                </a:cubicBezTo>
                <a:cubicBezTo>
                  <a:pt x="495195" y="118499"/>
                  <a:pt x="491879" y="113067"/>
                  <a:pt x="490278" y="105577"/>
                </a:cubicBezTo>
                <a:lnTo>
                  <a:pt x="507259" y="102918"/>
                </a:lnTo>
                <a:cubicBezTo>
                  <a:pt x="508060" y="106858"/>
                  <a:pt x="509761" y="109685"/>
                  <a:pt x="512362" y="111398"/>
                </a:cubicBezTo>
                <a:cubicBezTo>
                  <a:pt x="514964" y="113110"/>
                  <a:pt x="518695" y="113966"/>
                  <a:pt x="523555" y="113966"/>
                </a:cubicBezTo>
                <a:cubicBezTo>
                  <a:pt x="527957" y="113966"/>
                  <a:pt x="531517" y="113023"/>
                  <a:pt x="534232" y="111138"/>
                </a:cubicBezTo>
                <a:cubicBezTo>
                  <a:pt x="536948" y="109251"/>
                  <a:pt x="538306" y="106194"/>
                  <a:pt x="538306" y="101967"/>
                </a:cubicBezTo>
                <a:cubicBezTo>
                  <a:pt x="538306" y="99396"/>
                  <a:pt x="537706" y="97268"/>
                  <a:pt x="536505" y="95583"/>
                </a:cubicBezTo>
                <a:cubicBezTo>
                  <a:pt x="535305" y="93896"/>
                  <a:pt x="533518" y="92439"/>
                  <a:pt x="531145" y="91211"/>
                </a:cubicBezTo>
                <a:cubicBezTo>
                  <a:pt x="528772" y="89982"/>
                  <a:pt x="524155" y="88452"/>
                  <a:pt x="517294" y="86623"/>
                </a:cubicBezTo>
                <a:cubicBezTo>
                  <a:pt x="511004" y="84965"/>
                  <a:pt x="506330" y="83092"/>
                  <a:pt x="503271" y="81005"/>
                </a:cubicBezTo>
                <a:cubicBezTo>
                  <a:pt x="500212" y="78918"/>
                  <a:pt x="497854" y="76288"/>
                  <a:pt x="496196" y="73115"/>
                </a:cubicBezTo>
                <a:cubicBezTo>
                  <a:pt x="494537" y="69941"/>
                  <a:pt x="493708" y="66039"/>
                  <a:pt x="493708" y="61408"/>
                </a:cubicBezTo>
                <a:cubicBezTo>
                  <a:pt x="493708" y="53232"/>
                  <a:pt x="496263" y="46871"/>
                  <a:pt x="501374" y="42325"/>
                </a:cubicBezTo>
                <a:cubicBezTo>
                  <a:pt x="506484" y="37780"/>
                  <a:pt x="513949" y="35507"/>
                  <a:pt x="523769" y="35507"/>
                </a:cubicBezTo>
                <a:cubicBezTo>
                  <a:pt x="532848" y="35507"/>
                  <a:pt x="539828" y="37173"/>
                  <a:pt x="544709" y="40505"/>
                </a:cubicBezTo>
                <a:cubicBezTo>
                  <a:pt x="549591" y="43838"/>
                  <a:pt x="552659" y="48950"/>
                  <a:pt x="553916" y="55841"/>
                </a:cubicBezTo>
                <a:lnTo>
                  <a:pt x="536797" y="57634"/>
                </a:lnTo>
                <a:cubicBezTo>
                  <a:pt x="536170" y="54293"/>
                  <a:pt x="534786" y="51942"/>
                  <a:pt x="532646" y="50583"/>
                </a:cubicBezTo>
                <a:cubicBezTo>
                  <a:pt x="530507" y="49223"/>
                  <a:pt x="527612" y="48543"/>
                  <a:pt x="523959" y="48543"/>
                </a:cubicBezTo>
                <a:cubicBezTo>
                  <a:pt x="515914" y="48543"/>
                  <a:pt x="511891" y="52088"/>
                  <a:pt x="511891" y="59178"/>
                </a:cubicBezTo>
                <a:cubicBezTo>
                  <a:pt x="511891" y="61465"/>
                  <a:pt x="512391" y="63352"/>
                  <a:pt x="513392" y="64838"/>
                </a:cubicBezTo>
                <a:cubicBezTo>
                  <a:pt x="514392" y="66325"/>
                  <a:pt x="515850" y="67597"/>
                  <a:pt x="517766" y="68655"/>
                </a:cubicBezTo>
                <a:cubicBezTo>
                  <a:pt x="519681" y="69713"/>
                  <a:pt x="524041" y="71214"/>
                  <a:pt x="530845" y="73158"/>
                </a:cubicBezTo>
                <a:cubicBezTo>
                  <a:pt x="538335" y="75273"/>
                  <a:pt x="543652" y="77403"/>
                  <a:pt x="546797" y="79547"/>
                </a:cubicBezTo>
                <a:cubicBezTo>
                  <a:pt x="549942" y="81691"/>
                  <a:pt x="552372" y="84393"/>
                  <a:pt x="554087" y="87652"/>
                </a:cubicBezTo>
                <a:cubicBezTo>
                  <a:pt x="555802" y="90911"/>
                  <a:pt x="556660" y="94999"/>
                  <a:pt x="556660" y="99916"/>
                </a:cubicBezTo>
                <a:close/>
                <a:moveTo>
                  <a:pt x="706570" y="81048"/>
                </a:moveTo>
                <a:cubicBezTo>
                  <a:pt x="706570" y="95399"/>
                  <a:pt x="702578" y="106635"/>
                  <a:pt x="694595" y="114754"/>
                </a:cubicBezTo>
                <a:cubicBezTo>
                  <a:pt x="686612" y="122873"/>
                  <a:pt x="675409" y="126932"/>
                  <a:pt x="660986" y="126932"/>
                </a:cubicBezTo>
                <a:cubicBezTo>
                  <a:pt x="647021" y="126932"/>
                  <a:pt x="636089" y="122816"/>
                  <a:pt x="628191" y="114582"/>
                </a:cubicBezTo>
                <a:cubicBezTo>
                  <a:pt x="620294" y="106349"/>
                  <a:pt x="616345" y="95171"/>
                  <a:pt x="616345" y="81048"/>
                </a:cubicBezTo>
                <a:cubicBezTo>
                  <a:pt x="616345" y="66697"/>
                  <a:pt x="620308" y="55519"/>
                  <a:pt x="628234" y="47514"/>
                </a:cubicBezTo>
                <a:cubicBezTo>
                  <a:pt x="636160" y="39509"/>
                  <a:pt x="647249" y="35507"/>
                  <a:pt x="661501" y="35507"/>
                </a:cubicBezTo>
                <a:cubicBezTo>
                  <a:pt x="676209" y="35507"/>
                  <a:pt x="687398" y="39409"/>
                  <a:pt x="695067" y="47214"/>
                </a:cubicBezTo>
                <a:cubicBezTo>
                  <a:pt x="702736" y="55018"/>
                  <a:pt x="706570" y="66296"/>
                  <a:pt x="706570" y="81048"/>
                </a:cubicBezTo>
                <a:moveTo>
                  <a:pt x="685815" y="81048"/>
                </a:moveTo>
                <a:cubicBezTo>
                  <a:pt x="685815" y="60407"/>
                  <a:pt x="677853" y="50087"/>
                  <a:pt x="661929" y="50087"/>
                </a:cubicBezTo>
                <a:cubicBezTo>
                  <a:pt x="645377" y="50087"/>
                  <a:pt x="637100" y="60407"/>
                  <a:pt x="637100" y="81048"/>
                </a:cubicBezTo>
                <a:cubicBezTo>
                  <a:pt x="637100" y="91168"/>
                  <a:pt x="639127" y="98916"/>
                  <a:pt x="643179" y="104290"/>
                </a:cubicBezTo>
                <a:cubicBezTo>
                  <a:pt x="647231" y="109665"/>
                  <a:pt x="653110" y="112352"/>
                  <a:pt x="660814" y="112352"/>
                </a:cubicBezTo>
                <a:cubicBezTo>
                  <a:pt x="677481" y="112352"/>
                  <a:pt x="685815" y="101918"/>
                  <a:pt x="685815" y="81048"/>
                </a:cubicBezTo>
                <a:close/>
                <a:moveTo>
                  <a:pt x="752774" y="51561"/>
                </a:moveTo>
                <a:lnTo>
                  <a:pt x="752774" y="125217"/>
                </a:lnTo>
                <a:lnTo>
                  <a:pt x="733048" y="125217"/>
                </a:lnTo>
                <a:lnTo>
                  <a:pt x="733048" y="51561"/>
                </a:lnTo>
                <a:lnTo>
                  <a:pt x="717610" y="51561"/>
                </a:lnTo>
                <a:lnTo>
                  <a:pt x="717610" y="37222"/>
                </a:lnTo>
                <a:lnTo>
                  <a:pt x="733048" y="37222"/>
                </a:lnTo>
                <a:lnTo>
                  <a:pt x="733048" y="26158"/>
                </a:lnTo>
                <a:cubicBezTo>
                  <a:pt x="733048" y="17239"/>
                  <a:pt x="735282" y="10649"/>
                  <a:pt x="739751" y="6389"/>
                </a:cubicBezTo>
                <a:cubicBezTo>
                  <a:pt x="744219" y="2130"/>
                  <a:pt x="751008" y="0"/>
                  <a:pt x="760117" y="0"/>
                </a:cubicBezTo>
                <a:cubicBezTo>
                  <a:pt x="766076" y="0"/>
                  <a:pt x="771176" y="372"/>
                  <a:pt x="775416" y="1115"/>
                </a:cubicBezTo>
                <a:lnTo>
                  <a:pt x="775416" y="14323"/>
                </a:lnTo>
                <a:cubicBezTo>
                  <a:pt x="772891" y="13694"/>
                  <a:pt x="769131" y="13379"/>
                  <a:pt x="764137" y="13379"/>
                </a:cubicBezTo>
                <a:cubicBezTo>
                  <a:pt x="760121" y="13379"/>
                  <a:pt x="757223" y="14480"/>
                  <a:pt x="755443" y="16681"/>
                </a:cubicBezTo>
                <a:cubicBezTo>
                  <a:pt x="753663" y="18883"/>
                  <a:pt x="752774" y="22956"/>
                  <a:pt x="752774" y="28903"/>
                </a:cubicBezTo>
                <a:lnTo>
                  <a:pt x="752774" y="37222"/>
                </a:lnTo>
                <a:lnTo>
                  <a:pt x="771813" y="37222"/>
                </a:lnTo>
                <a:lnTo>
                  <a:pt x="771813" y="51561"/>
                </a:lnTo>
                <a:lnTo>
                  <a:pt x="752774" y="51561"/>
                </a:lnTo>
                <a:close/>
                <a:moveTo>
                  <a:pt x="861860" y="113039"/>
                </a:moveTo>
                <a:cubicBezTo>
                  <a:pt x="867978" y="113039"/>
                  <a:pt x="872810" y="110903"/>
                  <a:pt x="876355" y="106633"/>
                </a:cubicBezTo>
                <a:cubicBezTo>
                  <a:pt x="879900" y="102361"/>
                  <a:pt x="881672" y="96870"/>
                  <a:pt x="881672" y="90161"/>
                </a:cubicBezTo>
                <a:lnTo>
                  <a:pt x="881672" y="82163"/>
                </a:lnTo>
                <a:lnTo>
                  <a:pt x="872324" y="82506"/>
                </a:lnTo>
                <a:cubicBezTo>
                  <a:pt x="863919" y="82908"/>
                  <a:pt x="857872" y="84399"/>
                  <a:pt x="854185" y="86979"/>
                </a:cubicBezTo>
                <a:cubicBezTo>
                  <a:pt x="850497" y="89559"/>
                  <a:pt x="848653" y="93602"/>
                  <a:pt x="848653" y="99107"/>
                </a:cubicBezTo>
                <a:cubicBezTo>
                  <a:pt x="848653" y="108395"/>
                  <a:pt x="853055" y="113039"/>
                  <a:pt x="861860" y="113039"/>
                </a:cubicBezTo>
                <a:moveTo>
                  <a:pt x="901312" y="125217"/>
                </a:moveTo>
                <a:lnTo>
                  <a:pt x="882273" y="125217"/>
                </a:lnTo>
                <a:lnTo>
                  <a:pt x="881586" y="111323"/>
                </a:lnTo>
                <a:cubicBezTo>
                  <a:pt x="878665" y="117041"/>
                  <a:pt x="875142" y="121072"/>
                  <a:pt x="871019" y="123416"/>
                </a:cubicBezTo>
                <a:cubicBezTo>
                  <a:pt x="866897" y="125760"/>
                  <a:pt x="861829" y="126932"/>
                  <a:pt x="855817" y="126932"/>
                </a:cubicBezTo>
                <a:cubicBezTo>
                  <a:pt x="846769" y="126932"/>
                  <a:pt x="839853" y="124585"/>
                  <a:pt x="835070" y="119889"/>
                </a:cubicBezTo>
                <a:cubicBezTo>
                  <a:pt x="830288" y="115193"/>
                  <a:pt x="827897" y="108665"/>
                  <a:pt x="827897" y="100305"/>
                </a:cubicBezTo>
                <a:cubicBezTo>
                  <a:pt x="827897" y="91142"/>
                  <a:pt x="831162" y="84128"/>
                  <a:pt x="837691" y="79260"/>
                </a:cubicBezTo>
                <a:cubicBezTo>
                  <a:pt x="844220" y="74393"/>
                  <a:pt x="853841" y="71759"/>
                  <a:pt x="866553" y="71357"/>
                </a:cubicBezTo>
                <a:lnTo>
                  <a:pt x="881586" y="70842"/>
                </a:lnTo>
                <a:lnTo>
                  <a:pt x="881586" y="68111"/>
                </a:lnTo>
                <a:cubicBezTo>
                  <a:pt x="881586" y="61337"/>
                  <a:pt x="880484" y="56428"/>
                  <a:pt x="878279" y="53383"/>
                </a:cubicBezTo>
                <a:cubicBezTo>
                  <a:pt x="876074" y="50339"/>
                  <a:pt x="872336" y="48816"/>
                  <a:pt x="867065" y="48816"/>
                </a:cubicBezTo>
                <a:cubicBezTo>
                  <a:pt x="862427" y="48816"/>
                  <a:pt x="859004" y="49688"/>
                  <a:pt x="856798" y="51430"/>
                </a:cubicBezTo>
                <a:cubicBezTo>
                  <a:pt x="854593" y="53170"/>
                  <a:pt x="853090" y="55867"/>
                  <a:pt x="852290" y="59521"/>
                </a:cubicBezTo>
                <a:lnTo>
                  <a:pt x="833215" y="56519"/>
                </a:lnTo>
                <a:cubicBezTo>
                  <a:pt x="834932" y="49029"/>
                  <a:pt x="838524" y="43654"/>
                  <a:pt x="843992" y="40395"/>
                </a:cubicBezTo>
                <a:cubicBezTo>
                  <a:pt x="849459" y="37136"/>
                  <a:pt x="857231" y="35507"/>
                  <a:pt x="867307" y="35507"/>
                </a:cubicBezTo>
                <a:cubicBezTo>
                  <a:pt x="879042" y="35507"/>
                  <a:pt x="887644" y="38280"/>
                  <a:pt x="893111" y="43826"/>
                </a:cubicBezTo>
                <a:cubicBezTo>
                  <a:pt x="898579" y="49372"/>
                  <a:pt x="901312" y="57977"/>
                  <a:pt x="901312" y="69641"/>
                </a:cubicBezTo>
                <a:lnTo>
                  <a:pt x="901312" y="125217"/>
                </a:lnTo>
                <a:close/>
                <a:moveTo>
                  <a:pt x="1020603" y="126932"/>
                </a:moveTo>
                <a:cubicBezTo>
                  <a:pt x="1004493" y="126932"/>
                  <a:pt x="991939" y="121386"/>
                  <a:pt x="982941" y="110294"/>
                </a:cubicBezTo>
                <a:cubicBezTo>
                  <a:pt x="973945" y="99202"/>
                  <a:pt x="969447" y="83850"/>
                  <a:pt x="969447" y="64238"/>
                </a:cubicBezTo>
                <a:cubicBezTo>
                  <a:pt x="969447" y="44741"/>
                  <a:pt x="973873" y="29589"/>
                  <a:pt x="982727" y="18783"/>
                </a:cubicBezTo>
                <a:cubicBezTo>
                  <a:pt x="991582" y="7976"/>
                  <a:pt x="1004150" y="2573"/>
                  <a:pt x="1020431" y="2573"/>
                </a:cubicBezTo>
                <a:cubicBezTo>
                  <a:pt x="1031684" y="2573"/>
                  <a:pt x="1040981" y="5032"/>
                  <a:pt x="1048321" y="9949"/>
                </a:cubicBezTo>
                <a:cubicBezTo>
                  <a:pt x="1055663" y="14866"/>
                  <a:pt x="1061190" y="22642"/>
                  <a:pt x="1064903" y="33277"/>
                </a:cubicBezTo>
                <a:lnTo>
                  <a:pt x="1046571" y="39795"/>
                </a:lnTo>
                <a:cubicBezTo>
                  <a:pt x="1044629" y="33048"/>
                  <a:pt x="1041459" y="27931"/>
                  <a:pt x="1037062" y="24443"/>
                </a:cubicBezTo>
                <a:cubicBezTo>
                  <a:pt x="1032664" y="20955"/>
                  <a:pt x="1027268" y="19211"/>
                  <a:pt x="1020871" y="19211"/>
                </a:cubicBezTo>
                <a:cubicBezTo>
                  <a:pt x="1011162" y="19211"/>
                  <a:pt x="1003679" y="23113"/>
                  <a:pt x="998424" y="30916"/>
                </a:cubicBezTo>
                <a:cubicBezTo>
                  <a:pt x="993171" y="38719"/>
                  <a:pt x="990545" y="49823"/>
                  <a:pt x="990545" y="64230"/>
                </a:cubicBezTo>
                <a:cubicBezTo>
                  <a:pt x="990545" y="78522"/>
                  <a:pt x="993229" y="89785"/>
                  <a:pt x="998596" y="98016"/>
                </a:cubicBezTo>
                <a:cubicBezTo>
                  <a:pt x="1003965" y="106248"/>
                  <a:pt x="1011333" y="110364"/>
                  <a:pt x="1020699" y="110364"/>
                </a:cubicBezTo>
                <a:cubicBezTo>
                  <a:pt x="1027039" y="110364"/>
                  <a:pt x="1032479" y="108400"/>
                  <a:pt x="1037019" y="104473"/>
                </a:cubicBezTo>
                <a:cubicBezTo>
                  <a:pt x="1041559" y="100544"/>
                  <a:pt x="1044915" y="94937"/>
                  <a:pt x="1047086" y="87652"/>
                </a:cubicBezTo>
                <a:lnTo>
                  <a:pt x="1065504" y="94872"/>
                </a:lnTo>
                <a:cubicBezTo>
                  <a:pt x="1057506" y="116246"/>
                  <a:pt x="1042539" y="126932"/>
                  <a:pt x="1020603" y="126932"/>
                </a:cubicBezTo>
                <a:close/>
                <a:moveTo>
                  <a:pt x="1167925" y="81048"/>
                </a:moveTo>
                <a:cubicBezTo>
                  <a:pt x="1167925" y="95399"/>
                  <a:pt x="1163933" y="106635"/>
                  <a:pt x="1155950" y="114754"/>
                </a:cubicBezTo>
                <a:cubicBezTo>
                  <a:pt x="1147967" y="122873"/>
                  <a:pt x="1136764" y="126932"/>
                  <a:pt x="1122341" y="126932"/>
                </a:cubicBezTo>
                <a:cubicBezTo>
                  <a:pt x="1108375" y="126932"/>
                  <a:pt x="1097444" y="122816"/>
                  <a:pt x="1089546" y="114582"/>
                </a:cubicBezTo>
                <a:cubicBezTo>
                  <a:pt x="1081649" y="106349"/>
                  <a:pt x="1077700" y="95171"/>
                  <a:pt x="1077700" y="81048"/>
                </a:cubicBezTo>
                <a:cubicBezTo>
                  <a:pt x="1077700" y="66697"/>
                  <a:pt x="1081663" y="55519"/>
                  <a:pt x="1089589" y="47514"/>
                </a:cubicBezTo>
                <a:cubicBezTo>
                  <a:pt x="1097515" y="39509"/>
                  <a:pt x="1108604" y="35507"/>
                  <a:pt x="1122855" y="35507"/>
                </a:cubicBezTo>
                <a:cubicBezTo>
                  <a:pt x="1137564" y="35507"/>
                  <a:pt x="1148753" y="39409"/>
                  <a:pt x="1156422" y="47214"/>
                </a:cubicBezTo>
                <a:cubicBezTo>
                  <a:pt x="1164091" y="55018"/>
                  <a:pt x="1167925" y="66296"/>
                  <a:pt x="1167925" y="81048"/>
                </a:cubicBezTo>
                <a:moveTo>
                  <a:pt x="1147170" y="81048"/>
                </a:moveTo>
                <a:cubicBezTo>
                  <a:pt x="1147170" y="60407"/>
                  <a:pt x="1139208" y="50087"/>
                  <a:pt x="1123284" y="50087"/>
                </a:cubicBezTo>
                <a:cubicBezTo>
                  <a:pt x="1106731" y="50087"/>
                  <a:pt x="1098455" y="60407"/>
                  <a:pt x="1098455" y="81048"/>
                </a:cubicBezTo>
                <a:cubicBezTo>
                  <a:pt x="1098455" y="91168"/>
                  <a:pt x="1100481" y="98916"/>
                  <a:pt x="1104534" y="104290"/>
                </a:cubicBezTo>
                <a:cubicBezTo>
                  <a:pt x="1108586" y="109665"/>
                  <a:pt x="1114465" y="112352"/>
                  <a:pt x="1122169" y="112352"/>
                </a:cubicBezTo>
                <a:cubicBezTo>
                  <a:pt x="1138836" y="112352"/>
                  <a:pt x="1147170" y="101918"/>
                  <a:pt x="1147170" y="81048"/>
                </a:cubicBezTo>
                <a:close/>
                <a:moveTo>
                  <a:pt x="1202635" y="81048"/>
                </a:moveTo>
                <a:cubicBezTo>
                  <a:pt x="1202635" y="101964"/>
                  <a:pt x="1209925" y="112422"/>
                  <a:pt x="1224505" y="112422"/>
                </a:cubicBezTo>
                <a:cubicBezTo>
                  <a:pt x="1232224" y="112422"/>
                  <a:pt x="1238085" y="109751"/>
                  <a:pt x="1242087" y="104408"/>
                </a:cubicBezTo>
                <a:cubicBezTo>
                  <a:pt x="1246090" y="99064"/>
                  <a:pt x="1248091" y="91306"/>
                  <a:pt x="1248091" y="81134"/>
                </a:cubicBezTo>
                <a:cubicBezTo>
                  <a:pt x="1248091" y="70962"/>
                  <a:pt x="1246118" y="63233"/>
                  <a:pt x="1242173" y="57948"/>
                </a:cubicBezTo>
                <a:cubicBezTo>
                  <a:pt x="1238228" y="52661"/>
                  <a:pt x="1232424" y="50017"/>
                  <a:pt x="1224763" y="50017"/>
                </a:cubicBezTo>
                <a:cubicBezTo>
                  <a:pt x="1210011" y="50017"/>
                  <a:pt x="1202635" y="60361"/>
                  <a:pt x="1202635" y="81048"/>
                </a:cubicBezTo>
                <a:moveTo>
                  <a:pt x="1182052" y="81305"/>
                </a:moveTo>
                <a:cubicBezTo>
                  <a:pt x="1182052" y="67068"/>
                  <a:pt x="1185372" y="55876"/>
                  <a:pt x="1192014" y="47728"/>
                </a:cubicBezTo>
                <a:cubicBezTo>
                  <a:pt x="1198655" y="39581"/>
                  <a:pt x="1207987" y="35507"/>
                  <a:pt x="1220008" y="35507"/>
                </a:cubicBezTo>
                <a:cubicBezTo>
                  <a:pt x="1226535" y="35507"/>
                  <a:pt x="1232031" y="36707"/>
                  <a:pt x="1236496" y="39109"/>
                </a:cubicBezTo>
                <a:cubicBezTo>
                  <a:pt x="1240963" y="41510"/>
                  <a:pt x="1244742" y="45456"/>
                  <a:pt x="1247833" y="50945"/>
                </a:cubicBezTo>
                <a:lnTo>
                  <a:pt x="1248177" y="50945"/>
                </a:lnTo>
                <a:cubicBezTo>
                  <a:pt x="1248062" y="48657"/>
                  <a:pt x="1247962" y="46385"/>
                  <a:pt x="1247876" y="44126"/>
                </a:cubicBezTo>
                <a:cubicBezTo>
                  <a:pt x="1247791" y="41868"/>
                  <a:pt x="1247748" y="39595"/>
                  <a:pt x="1247748" y="37308"/>
                </a:cubicBezTo>
                <a:lnTo>
                  <a:pt x="1247748" y="515"/>
                </a:lnTo>
                <a:lnTo>
                  <a:pt x="1267645" y="515"/>
                </a:lnTo>
                <a:lnTo>
                  <a:pt x="1267645" y="105577"/>
                </a:lnTo>
                <a:cubicBezTo>
                  <a:pt x="1267645" y="111580"/>
                  <a:pt x="1267874" y="118127"/>
                  <a:pt x="1268331" y="125217"/>
                </a:cubicBezTo>
                <a:lnTo>
                  <a:pt x="1248954" y="125217"/>
                </a:lnTo>
                <a:cubicBezTo>
                  <a:pt x="1248723" y="124354"/>
                  <a:pt x="1248493" y="122025"/>
                  <a:pt x="1248262" y="118230"/>
                </a:cubicBezTo>
                <a:cubicBezTo>
                  <a:pt x="1248034" y="114435"/>
                  <a:pt x="1247919" y="111790"/>
                  <a:pt x="1247919" y="110294"/>
                </a:cubicBezTo>
                <a:lnTo>
                  <a:pt x="1247576" y="110294"/>
                </a:lnTo>
                <a:cubicBezTo>
                  <a:pt x="1241794" y="121272"/>
                  <a:pt x="1232433" y="126761"/>
                  <a:pt x="1219493" y="126761"/>
                </a:cubicBezTo>
                <a:cubicBezTo>
                  <a:pt x="1207527" y="126761"/>
                  <a:pt x="1198295" y="122873"/>
                  <a:pt x="1191797" y="115097"/>
                </a:cubicBezTo>
                <a:cubicBezTo>
                  <a:pt x="1185300" y="107321"/>
                  <a:pt x="1182052" y="96057"/>
                  <a:pt x="1182052" y="81305"/>
                </a:cubicBezTo>
                <a:close/>
                <a:moveTo>
                  <a:pt x="1309087" y="85009"/>
                </a:moveTo>
                <a:cubicBezTo>
                  <a:pt x="1309373" y="93975"/>
                  <a:pt x="1311353" y="100871"/>
                  <a:pt x="1315029" y="105698"/>
                </a:cubicBezTo>
                <a:cubicBezTo>
                  <a:pt x="1318706" y="110524"/>
                  <a:pt x="1323738" y="112937"/>
                  <a:pt x="1330124" y="112937"/>
                </a:cubicBezTo>
                <a:cubicBezTo>
                  <a:pt x="1334455" y="112937"/>
                  <a:pt x="1338316" y="111845"/>
                  <a:pt x="1341707" y="109662"/>
                </a:cubicBezTo>
                <a:cubicBezTo>
                  <a:pt x="1345100" y="107478"/>
                  <a:pt x="1348165" y="103801"/>
                  <a:pt x="1350900" y="98630"/>
                </a:cubicBezTo>
                <a:lnTo>
                  <a:pt x="1366378" y="106113"/>
                </a:lnTo>
                <a:cubicBezTo>
                  <a:pt x="1363008" y="111563"/>
                  <a:pt x="1359638" y="115692"/>
                  <a:pt x="1356269" y="118501"/>
                </a:cubicBezTo>
                <a:cubicBezTo>
                  <a:pt x="1352899" y="121311"/>
                  <a:pt x="1348972" y="123419"/>
                  <a:pt x="1344489" y="124823"/>
                </a:cubicBezTo>
                <a:cubicBezTo>
                  <a:pt x="1340006" y="126229"/>
                  <a:pt x="1334681" y="126932"/>
                  <a:pt x="1328513" y="126932"/>
                </a:cubicBezTo>
                <a:cubicBezTo>
                  <a:pt x="1315661" y="126932"/>
                  <a:pt x="1305750" y="122887"/>
                  <a:pt x="1298782" y="114797"/>
                </a:cubicBezTo>
                <a:cubicBezTo>
                  <a:pt x="1291815" y="106706"/>
                  <a:pt x="1288332" y="95342"/>
                  <a:pt x="1288332" y="80705"/>
                </a:cubicBezTo>
                <a:cubicBezTo>
                  <a:pt x="1288332" y="65953"/>
                  <a:pt x="1291991" y="54732"/>
                  <a:pt x="1299310" y="47042"/>
                </a:cubicBezTo>
                <a:cubicBezTo>
                  <a:pt x="1306628" y="39352"/>
                  <a:pt x="1316606" y="35507"/>
                  <a:pt x="1329242" y="35507"/>
                </a:cubicBezTo>
                <a:cubicBezTo>
                  <a:pt x="1341764" y="35507"/>
                  <a:pt x="1351341" y="39611"/>
                  <a:pt x="1357973" y="47819"/>
                </a:cubicBezTo>
                <a:cubicBezTo>
                  <a:pt x="1364606" y="56026"/>
                  <a:pt x="1367922" y="67622"/>
                  <a:pt x="1367922" y="82608"/>
                </a:cubicBezTo>
                <a:lnTo>
                  <a:pt x="1367922" y="85009"/>
                </a:lnTo>
                <a:lnTo>
                  <a:pt x="1309087" y="85009"/>
                </a:lnTo>
                <a:moveTo>
                  <a:pt x="1328556" y="49160"/>
                </a:moveTo>
                <a:cubicBezTo>
                  <a:pt x="1322806" y="49160"/>
                  <a:pt x="1318223" y="51217"/>
                  <a:pt x="1314806" y="55332"/>
                </a:cubicBezTo>
                <a:cubicBezTo>
                  <a:pt x="1311392" y="59445"/>
                  <a:pt x="1309543" y="65130"/>
                  <a:pt x="1309259" y="72386"/>
                </a:cubicBezTo>
                <a:lnTo>
                  <a:pt x="1347338" y="72386"/>
                </a:lnTo>
                <a:cubicBezTo>
                  <a:pt x="1346768" y="64615"/>
                  <a:pt x="1345003" y="58802"/>
                  <a:pt x="1342042" y="54946"/>
                </a:cubicBezTo>
                <a:cubicBezTo>
                  <a:pt x="1339083" y="51088"/>
                  <a:pt x="1334588" y="49160"/>
                  <a:pt x="1328556" y="49160"/>
                </a:cubicBezTo>
                <a:close/>
                <a:moveTo>
                  <a:pt x="1457710" y="4288"/>
                </a:moveTo>
                <a:lnTo>
                  <a:pt x="1457710" y="108648"/>
                </a:lnTo>
                <a:lnTo>
                  <a:pt x="1504195" y="108648"/>
                </a:lnTo>
                <a:lnTo>
                  <a:pt x="1504195" y="125217"/>
                </a:lnTo>
                <a:lnTo>
                  <a:pt x="1436783" y="125217"/>
                </a:lnTo>
                <a:lnTo>
                  <a:pt x="1436783" y="4288"/>
                </a:lnTo>
                <a:lnTo>
                  <a:pt x="1457710" y="4288"/>
                </a:lnTo>
                <a:close/>
                <a:moveTo>
                  <a:pt x="1520809" y="17426"/>
                </a:moveTo>
                <a:lnTo>
                  <a:pt x="1520809" y="515"/>
                </a:lnTo>
                <a:lnTo>
                  <a:pt x="1540450" y="515"/>
                </a:lnTo>
                <a:lnTo>
                  <a:pt x="1540450" y="17426"/>
                </a:lnTo>
                <a:lnTo>
                  <a:pt x="1520809" y="17426"/>
                </a:lnTo>
                <a:moveTo>
                  <a:pt x="1520809" y="125217"/>
                </a:moveTo>
                <a:lnTo>
                  <a:pt x="1520809" y="37222"/>
                </a:lnTo>
                <a:lnTo>
                  <a:pt x="1540535" y="37222"/>
                </a:lnTo>
                <a:lnTo>
                  <a:pt x="1540535" y="125217"/>
                </a:lnTo>
                <a:lnTo>
                  <a:pt x="1520809" y="125217"/>
                </a:lnTo>
                <a:close/>
                <a:moveTo>
                  <a:pt x="1624301" y="125217"/>
                </a:moveTo>
                <a:lnTo>
                  <a:pt x="1624301" y="76084"/>
                </a:lnTo>
                <a:cubicBezTo>
                  <a:pt x="1624301" y="67167"/>
                  <a:pt x="1622914" y="60765"/>
                  <a:pt x="1620141" y="56878"/>
                </a:cubicBezTo>
                <a:cubicBezTo>
                  <a:pt x="1617368" y="52990"/>
                  <a:pt x="1612980" y="51046"/>
                  <a:pt x="1606976" y="51046"/>
                </a:cubicBezTo>
                <a:cubicBezTo>
                  <a:pt x="1600515" y="51046"/>
                  <a:pt x="1595441" y="53534"/>
                  <a:pt x="1591753" y="58508"/>
                </a:cubicBezTo>
                <a:cubicBezTo>
                  <a:pt x="1588065" y="63481"/>
                  <a:pt x="1586221" y="70226"/>
                  <a:pt x="1586221" y="78743"/>
                </a:cubicBezTo>
                <a:lnTo>
                  <a:pt x="1586221" y="125217"/>
                </a:lnTo>
                <a:lnTo>
                  <a:pt x="1566495" y="125217"/>
                </a:lnTo>
                <a:lnTo>
                  <a:pt x="1566495" y="57481"/>
                </a:lnTo>
                <a:cubicBezTo>
                  <a:pt x="1566495" y="50672"/>
                  <a:pt x="1566238" y="43919"/>
                  <a:pt x="1565723" y="37222"/>
                </a:cubicBezTo>
                <a:lnTo>
                  <a:pt x="1584506" y="37222"/>
                </a:lnTo>
                <a:cubicBezTo>
                  <a:pt x="1585134" y="45799"/>
                  <a:pt x="1585449" y="51459"/>
                  <a:pt x="1585449" y="54204"/>
                </a:cubicBezTo>
                <a:lnTo>
                  <a:pt x="1585792" y="54204"/>
                </a:lnTo>
                <a:cubicBezTo>
                  <a:pt x="1589171" y="47659"/>
                  <a:pt x="1593093" y="42907"/>
                  <a:pt x="1597558" y="39948"/>
                </a:cubicBezTo>
                <a:cubicBezTo>
                  <a:pt x="1602025" y="36987"/>
                  <a:pt x="1607780" y="35507"/>
                  <a:pt x="1614824" y="35507"/>
                </a:cubicBezTo>
                <a:cubicBezTo>
                  <a:pt x="1624615" y="35507"/>
                  <a:pt x="1631959" y="38394"/>
                  <a:pt x="1636854" y="44169"/>
                </a:cubicBezTo>
                <a:cubicBezTo>
                  <a:pt x="1641750" y="49944"/>
                  <a:pt x="1644198" y="58863"/>
                  <a:pt x="1644198" y="70928"/>
                </a:cubicBezTo>
                <a:lnTo>
                  <a:pt x="1644198" y="125217"/>
                </a:lnTo>
                <a:lnTo>
                  <a:pt x="1624301" y="125217"/>
                </a:lnTo>
                <a:close/>
                <a:moveTo>
                  <a:pt x="1684181" y="85009"/>
                </a:moveTo>
                <a:cubicBezTo>
                  <a:pt x="1684467" y="93975"/>
                  <a:pt x="1686448" y="100871"/>
                  <a:pt x="1690123" y="105698"/>
                </a:cubicBezTo>
                <a:cubicBezTo>
                  <a:pt x="1693800" y="110524"/>
                  <a:pt x="1698832" y="112937"/>
                  <a:pt x="1705218" y="112937"/>
                </a:cubicBezTo>
                <a:cubicBezTo>
                  <a:pt x="1709549" y="112937"/>
                  <a:pt x="1713410" y="111845"/>
                  <a:pt x="1716802" y="109662"/>
                </a:cubicBezTo>
                <a:cubicBezTo>
                  <a:pt x="1720195" y="107478"/>
                  <a:pt x="1723259" y="103801"/>
                  <a:pt x="1725994" y="98630"/>
                </a:cubicBezTo>
                <a:lnTo>
                  <a:pt x="1741472" y="106113"/>
                </a:lnTo>
                <a:cubicBezTo>
                  <a:pt x="1738103" y="111563"/>
                  <a:pt x="1734733" y="115692"/>
                  <a:pt x="1731363" y="118501"/>
                </a:cubicBezTo>
                <a:cubicBezTo>
                  <a:pt x="1727993" y="121311"/>
                  <a:pt x="1724067" y="123419"/>
                  <a:pt x="1719584" y="124823"/>
                </a:cubicBezTo>
                <a:cubicBezTo>
                  <a:pt x="1715101" y="126229"/>
                  <a:pt x="1709775" y="126932"/>
                  <a:pt x="1703607" y="126932"/>
                </a:cubicBezTo>
                <a:cubicBezTo>
                  <a:pt x="1690755" y="126932"/>
                  <a:pt x="1680844" y="122887"/>
                  <a:pt x="1673876" y="114797"/>
                </a:cubicBezTo>
                <a:cubicBezTo>
                  <a:pt x="1666909" y="106706"/>
                  <a:pt x="1663426" y="95342"/>
                  <a:pt x="1663426" y="80705"/>
                </a:cubicBezTo>
                <a:cubicBezTo>
                  <a:pt x="1663426" y="65953"/>
                  <a:pt x="1667085" y="54732"/>
                  <a:pt x="1674404" y="47042"/>
                </a:cubicBezTo>
                <a:cubicBezTo>
                  <a:pt x="1681723" y="39352"/>
                  <a:pt x="1691700" y="35507"/>
                  <a:pt x="1704336" y="35507"/>
                </a:cubicBezTo>
                <a:cubicBezTo>
                  <a:pt x="1716858" y="35507"/>
                  <a:pt x="1726435" y="39611"/>
                  <a:pt x="1733067" y="47819"/>
                </a:cubicBezTo>
                <a:cubicBezTo>
                  <a:pt x="1739700" y="56026"/>
                  <a:pt x="1743016" y="67622"/>
                  <a:pt x="1743016" y="82608"/>
                </a:cubicBezTo>
                <a:lnTo>
                  <a:pt x="1743016" y="85009"/>
                </a:lnTo>
                <a:lnTo>
                  <a:pt x="1684181" y="85009"/>
                </a:lnTo>
                <a:moveTo>
                  <a:pt x="1703650" y="49160"/>
                </a:moveTo>
                <a:cubicBezTo>
                  <a:pt x="1697900" y="49160"/>
                  <a:pt x="1693317" y="51217"/>
                  <a:pt x="1689901" y="55332"/>
                </a:cubicBezTo>
                <a:cubicBezTo>
                  <a:pt x="1686486" y="59445"/>
                  <a:pt x="1684637" y="65130"/>
                  <a:pt x="1684353" y="72386"/>
                </a:cubicBezTo>
                <a:lnTo>
                  <a:pt x="1722433" y="72386"/>
                </a:lnTo>
                <a:cubicBezTo>
                  <a:pt x="1721863" y="64615"/>
                  <a:pt x="1720097" y="58802"/>
                  <a:pt x="1717137" y="54946"/>
                </a:cubicBezTo>
                <a:cubicBezTo>
                  <a:pt x="1714178" y="51088"/>
                  <a:pt x="1709682" y="49160"/>
                  <a:pt x="1703650" y="49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GenGuardPrediction">
            <a:extLst xmlns:a="http://schemas.openxmlformats.org/drawingml/2006/main">
              <a:ext uri="{FF2B5EF4-FFF2-40B4-BE49-F238E27FC236}">
                <a16:creationId xmlns:a16="http://schemas.microsoft.com/office/drawing/2014/main" id="{83FBE19F-4CCF-4153-A4B4-FBCCF11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9736" y="4197879"/>
            <a:ext cx="1646007" cy="126418"/>
          </a:xfrm>
          <a:custGeom xmlns:a="http://schemas.openxmlformats.org/drawingml/2006/main">
            <a:pathLst>
              <a:path w="1646007" h="126418">
                <a:moveTo>
                  <a:pt x="55147" y="126418"/>
                </a:moveTo>
                <a:cubicBezTo>
                  <a:pt x="37651" y="126418"/>
                  <a:pt x="24086" y="120915"/>
                  <a:pt x="14451" y="109908"/>
                </a:cubicBezTo>
                <a:cubicBezTo>
                  <a:pt x="4817" y="98902"/>
                  <a:pt x="0" y="83507"/>
                  <a:pt x="0" y="63724"/>
                </a:cubicBezTo>
                <a:cubicBezTo>
                  <a:pt x="0" y="43826"/>
                  <a:pt x="4717" y="28574"/>
                  <a:pt x="14151" y="17968"/>
                </a:cubicBezTo>
                <a:cubicBezTo>
                  <a:pt x="23585" y="7362"/>
                  <a:pt x="37051" y="2058"/>
                  <a:pt x="54547" y="2058"/>
                </a:cubicBezTo>
                <a:cubicBezTo>
                  <a:pt x="66611" y="2058"/>
                  <a:pt x="76531" y="4445"/>
                  <a:pt x="84307" y="9220"/>
                </a:cubicBezTo>
                <a:cubicBezTo>
                  <a:pt x="92083" y="13994"/>
                  <a:pt x="97772" y="21270"/>
                  <a:pt x="101374" y="31047"/>
                </a:cubicBezTo>
                <a:lnTo>
                  <a:pt x="82163" y="36879"/>
                </a:lnTo>
                <a:cubicBezTo>
                  <a:pt x="77703" y="24758"/>
                  <a:pt x="68412" y="18697"/>
                  <a:pt x="54289" y="18697"/>
                </a:cubicBezTo>
                <a:cubicBezTo>
                  <a:pt x="43426" y="18697"/>
                  <a:pt x="35178" y="22570"/>
                  <a:pt x="29546" y="30315"/>
                </a:cubicBezTo>
                <a:cubicBezTo>
                  <a:pt x="23914" y="38061"/>
                  <a:pt x="21098" y="49194"/>
                  <a:pt x="21098" y="63715"/>
                </a:cubicBezTo>
                <a:cubicBezTo>
                  <a:pt x="21098" y="78237"/>
                  <a:pt x="24114" y="89556"/>
                  <a:pt x="30146" y="97673"/>
                </a:cubicBezTo>
                <a:cubicBezTo>
                  <a:pt x="36179" y="105790"/>
                  <a:pt x="44569" y="109849"/>
                  <a:pt x="55319" y="109849"/>
                </a:cubicBezTo>
                <a:cubicBezTo>
                  <a:pt x="66468" y="109849"/>
                  <a:pt x="75759" y="106308"/>
                  <a:pt x="83192" y="99225"/>
                </a:cubicBezTo>
                <a:lnTo>
                  <a:pt x="83192" y="77977"/>
                </a:lnTo>
                <a:lnTo>
                  <a:pt x="54718" y="77977"/>
                </a:lnTo>
                <a:lnTo>
                  <a:pt x="54718" y="62609"/>
                </a:lnTo>
                <a:lnTo>
                  <a:pt x="102747" y="62609"/>
                </a:lnTo>
                <a:lnTo>
                  <a:pt x="102747" y="106692"/>
                </a:lnTo>
                <a:cubicBezTo>
                  <a:pt x="97429" y="112695"/>
                  <a:pt x="90539" y="117484"/>
                  <a:pt x="82077" y="121058"/>
                </a:cubicBezTo>
                <a:cubicBezTo>
                  <a:pt x="73615" y="124631"/>
                  <a:pt x="64638" y="126418"/>
                  <a:pt x="55147" y="126418"/>
                </a:cubicBezTo>
                <a:close/>
                <a:moveTo>
                  <a:pt x="141967" y="84495"/>
                </a:moveTo>
                <a:cubicBezTo>
                  <a:pt x="142253" y="93461"/>
                  <a:pt x="144233" y="100357"/>
                  <a:pt x="147909" y="105183"/>
                </a:cubicBezTo>
                <a:cubicBezTo>
                  <a:pt x="151586" y="110009"/>
                  <a:pt x="156617" y="112422"/>
                  <a:pt x="163003" y="112422"/>
                </a:cubicBezTo>
                <a:cubicBezTo>
                  <a:pt x="167335" y="112422"/>
                  <a:pt x="171196" y="111330"/>
                  <a:pt x="174587" y="109147"/>
                </a:cubicBezTo>
                <a:cubicBezTo>
                  <a:pt x="177980" y="106963"/>
                  <a:pt x="181044" y="103286"/>
                  <a:pt x="183780" y="98115"/>
                </a:cubicBezTo>
                <a:lnTo>
                  <a:pt x="199258" y="105598"/>
                </a:lnTo>
                <a:cubicBezTo>
                  <a:pt x="195888" y="111048"/>
                  <a:pt x="192518" y="115177"/>
                  <a:pt x="189148" y="117986"/>
                </a:cubicBezTo>
                <a:cubicBezTo>
                  <a:pt x="185779" y="120797"/>
                  <a:pt x="181852" y="122904"/>
                  <a:pt x="177369" y="124309"/>
                </a:cubicBezTo>
                <a:cubicBezTo>
                  <a:pt x="172886" y="125715"/>
                  <a:pt x="167561" y="126418"/>
                  <a:pt x="161393" y="126418"/>
                </a:cubicBezTo>
                <a:cubicBezTo>
                  <a:pt x="148540" y="126418"/>
                  <a:pt x="138630" y="122373"/>
                  <a:pt x="131662" y="114282"/>
                </a:cubicBezTo>
                <a:cubicBezTo>
                  <a:pt x="124695" y="106192"/>
                  <a:pt x="121212" y="94828"/>
                  <a:pt x="121212" y="80190"/>
                </a:cubicBezTo>
                <a:cubicBezTo>
                  <a:pt x="121212" y="65439"/>
                  <a:pt x="124871" y="54218"/>
                  <a:pt x="132190" y="46528"/>
                </a:cubicBezTo>
                <a:cubicBezTo>
                  <a:pt x="139508" y="38837"/>
                  <a:pt x="149486" y="34992"/>
                  <a:pt x="162122" y="34992"/>
                </a:cubicBezTo>
                <a:cubicBezTo>
                  <a:pt x="174643" y="34992"/>
                  <a:pt x="184220" y="39096"/>
                  <a:pt x="190853" y="47305"/>
                </a:cubicBezTo>
                <a:cubicBezTo>
                  <a:pt x="197485" y="55512"/>
                  <a:pt x="200802" y="67108"/>
                  <a:pt x="200802" y="82093"/>
                </a:cubicBezTo>
                <a:lnTo>
                  <a:pt x="200802" y="84495"/>
                </a:lnTo>
                <a:lnTo>
                  <a:pt x="141967" y="84495"/>
                </a:lnTo>
                <a:moveTo>
                  <a:pt x="161436" y="48645"/>
                </a:moveTo>
                <a:cubicBezTo>
                  <a:pt x="155686" y="48645"/>
                  <a:pt x="151103" y="50702"/>
                  <a:pt x="147686" y="54817"/>
                </a:cubicBezTo>
                <a:cubicBezTo>
                  <a:pt x="144272" y="58931"/>
                  <a:pt x="142422" y="64615"/>
                  <a:pt x="142138" y="71871"/>
                </a:cubicBezTo>
                <a:lnTo>
                  <a:pt x="180218" y="71871"/>
                </a:lnTo>
                <a:cubicBezTo>
                  <a:pt x="179648" y="64101"/>
                  <a:pt x="177883" y="58287"/>
                  <a:pt x="174922" y="54431"/>
                </a:cubicBezTo>
                <a:cubicBezTo>
                  <a:pt x="171963" y="50574"/>
                  <a:pt x="167468" y="48645"/>
                  <a:pt x="161436" y="48645"/>
                </a:cubicBezTo>
                <a:close/>
                <a:moveTo>
                  <a:pt x="277757" y="124703"/>
                </a:moveTo>
                <a:lnTo>
                  <a:pt x="277757" y="75570"/>
                </a:lnTo>
                <a:cubicBezTo>
                  <a:pt x="277757" y="66652"/>
                  <a:pt x="276371" y="60250"/>
                  <a:pt x="273598" y="56364"/>
                </a:cubicBezTo>
                <a:cubicBezTo>
                  <a:pt x="270825" y="52476"/>
                  <a:pt x="266436" y="50532"/>
                  <a:pt x="260433" y="50532"/>
                </a:cubicBezTo>
                <a:cubicBezTo>
                  <a:pt x="253972" y="50532"/>
                  <a:pt x="248897" y="53019"/>
                  <a:pt x="245210" y="57993"/>
                </a:cubicBezTo>
                <a:cubicBezTo>
                  <a:pt x="241522" y="62966"/>
                  <a:pt x="239678" y="69711"/>
                  <a:pt x="239678" y="78229"/>
                </a:cubicBezTo>
                <a:lnTo>
                  <a:pt x="239678" y="124703"/>
                </a:lnTo>
                <a:lnTo>
                  <a:pt x="219952" y="124703"/>
                </a:lnTo>
                <a:lnTo>
                  <a:pt x="219952" y="56967"/>
                </a:lnTo>
                <a:cubicBezTo>
                  <a:pt x="219952" y="50157"/>
                  <a:pt x="219694" y="43404"/>
                  <a:pt x="219180" y="36708"/>
                </a:cubicBezTo>
                <a:lnTo>
                  <a:pt x="237962" y="36708"/>
                </a:lnTo>
                <a:cubicBezTo>
                  <a:pt x="238591" y="45284"/>
                  <a:pt x="238906" y="50945"/>
                  <a:pt x="238906" y="53689"/>
                </a:cubicBezTo>
                <a:lnTo>
                  <a:pt x="239249" y="53689"/>
                </a:lnTo>
                <a:cubicBezTo>
                  <a:pt x="242628" y="47144"/>
                  <a:pt x="246550" y="42392"/>
                  <a:pt x="251015" y="39433"/>
                </a:cubicBezTo>
                <a:cubicBezTo>
                  <a:pt x="255482" y="36473"/>
                  <a:pt x="261237" y="34992"/>
                  <a:pt x="268280" y="34992"/>
                </a:cubicBezTo>
                <a:cubicBezTo>
                  <a:pt x="278072" y="34992"/>
                  <a:pt x="285416" y="37880"/>
                  <a:pt x="290311" y="43654"/>
                </a:cubicBezTo>
                <a:cubicBezTo>
                  <a:pt x="295207" y="49429"/>
                  <a:pt x="297655" y="58349"/>
                  <a:pt x="297655" y="70413"/>
                </a:cubicBezTo>
                <a:lnTo>
                  <a:pt x="297655" y="124703"/>
                </a:lnTo>
                <a:lnTo>
                  <a:pt x="277757" y="124703"/>
                </a:lnTo>
                <a:close/>
                <a:moveTo>
                  <a:pt x="373367" y="126418"/>
                </a:moveTo>
                <a:cubicBezTo>
                  <a:pt x="355871" y="126418"/>
                  <a:pt x="342305" y="120915"/>
                  <a:pt x="332671" y="109908"/>
                </a:cubicBezTo>
                <a:cubicBezTo>
                  <a:pt x="323037" y="98902"/>
                  <a:pt x="318220" y="83507"/>
                  <a:pt x="318220" y="63724"/>
                </a:cubicBezTo>
                <a:cubicBezTo>
                  <a:pt x="318220" y="43826"/>
                  <a:pt x="322937" y="28574"/>
                  <a:pt x="332371" y="17968"/>
                </a:cubicBezTo>
                <a:cubicBezTo>
                  <a:pt x="341805" y="7362"/>
                  <a:pt x="355270" y="2058"/>
                  <a:pt x="372766" y="2058"/>
                </a:cubicBezTo>
                <a:cubicBezTo>
                  <a:pt x="384831" y="2058"/>
                  <a:pt x="394751" y="4445"/>
                  <a:pt x="402527" y="9220"/>
                </a:cubicBezTo>
                <a:cubicBezTo>
                  <a:pt x="410303" y="13994"/>
                  <a:pt x="415992" y="21270"/>
                  <a:pt x="419594" y="31047"/>
                </a:cubicBezTo>
                <a:lnTo>
                  <a:pt x="400383" y="36879"/>
                </a:lnTo>
                <a:cubicBezTo>
                  <a:pt x="395923" y="24758"/>
                  <a:pt x="386632" y="18697"/>
                  <a:pt x="372509" y="18697"/>
                </a:cubicBezTo>
                <a:cubicBezTo>
                  <a:pt x="361646" y="18697"/>
                  <a:pt x="353398" y="22570"/>
                  <a:pt x="347766" y="30315"/>
                </a:cubicBezTo>
                <a:cubicBezTo>
                  <a:pt x="342134" y="38061"/>
                  <a:pt x="339318" y="49194"/>
                  <a:pt x="339318" y="63715"/>
                </a:cubicBezTo>
                <a:cubicBezTo>
                  <a:pt x="339318" y="78237"/>
                  <a:pt x="342334" y="89556"/>
                  <a:pt x="348366" y="97673"/>
                </a:cubicBezTo>
                <a:cubicBezTo>
                  <a:pt x="354398" y="105790"/>
                  <a:pt x="362789" y="109849"/>
                  <a:pt x="373538" y="109849"/>
                </a:cubicBezTo>
                <a:cubicBezTo>
                  <a:pt x="384688" y="109849"/>
                  <a:pt x="393979" y="106308"/>
                  <a:pt x="401412" y="99225"/>
                </a:cubicBezTo>
                <a:lnTo>
                  <a:pt x="401412" y="77977"/>
                </a:lnTo>
                <a:lnTo>
                  <a:pt x="372938" y="77977"/>
                </a:lnTo>
                <a:lnTo>
                  <a:pt x="372938" y="62609"/>
                </a:lnTo>
                <a:lnTo>
                  <a:pt x="420966" y="62609"/>
                </a:lnTo>
                <a:lnTo>
                  <a:pt x="420966" y="106692"/>
                </a:lnTo>
                <a:cubicBezTo>
                  <a:pt x="415649" y="112695"/>
                  <a:pt x="408759" y="117484"/>
                  <a:pt x="400297" y="121058"/>
                </a:cubicBezTo>
                <a:cubicBezTo>
                  <a:pt x="391835" y="124631"/>
                  <a:pt x="382858" y="126418"/>
                  <a:pt x="373367" y="126418"/>
                </a:cubicBezTo>
                <a:close/>
                <a:moveTo>
                  <a:pt x="463446" y="36708"/>
                </a:moveTo>
                <a:lnTo>
                  <a:pt x="463446" y="85907"/>
                </a:lnTo>
                <a:cubicBezTo>
                  <a:pt x="463446" y="94838"/>
                  <a:pt x="464849" y="101249"/>
                  <a:pt x="467656" y="105143"/>
                </a:cubicBezTo>
                <a:cubicBezTo>
                  <a:pt x="470465" y="109034"/>
                  <a:pt x="474849" y="110980"/>
                  <a:pt x="480808" y="110980"/>
                </a:cubicBezTo>
                <a:cubicBezTo>
                  <a:pt x="487228" y="110980"/>
                  <a:pt x="492328" y="108533"/>
                  <a:pt x="496109" y="103639"/>
                </a:cubicBezTo>
                <a:cubicBezTo>
                  <a:pt x="499892" y="98745"/>
                  <a:pt x="501783" y="91919"/>
                  <a:pt x="501783" y="83160"/>
                </a:cubicBezTo>
                <a:lnTo>
                  <a:pt x="501783" y="36708"/>
                </a:lnTo>
                <a:lnTo>
                  <a:pt x="521509" y="36708"/>
                </a:lnTo>
                <a:lnTo>
                  <a:pt x="521509" y="104357"/>
                </a:lnTo>
                <a:cubicBezTo>
                  <a:pt x="521509" y="111224"/>
                  <a:pt x="521766" y="118006"/>
                  <a:pt x="522281" y="124703"/>
                </a:cubicBezTo>
                <a:lnTo>
                  <a:pt x="503498" y="124703"/>
                </a:lnTo>
                <a:cubicBezTo>
                  <a:pt x="502869" y="116012"/>
                  <a:pt x="502555" y="110351"/>
                  <a:pt x="502555" y="107721"/>
                </a:cubicBezTo>
                <a:lnTo>
                  <a:pt x="502212" y="107721"/>
                </a:lnTo>
                <a:cubicBezTo>
                  <a:pt x="498776" y="114468"/>
                  <a:pt x="494810" y="119271"/>
                  <a:pt x="490315" y="122130"/>
                </a:cubicBezTo>
                <a:cubicBezTo>
                  <a:pt x="485821" y="124988"/>
                  <a:pt x="480052" y="126418"/>
                  <a:pt x="473009" y="126418"/>
                </a:cubicBezTo>
                <a:cubicBezTo>
                  <a:pt x="463274" y="126418"/>
                  <a:pt x="455959" y="123513"/>
                  <a:pt x="451064" y="117705"/>
                </a:cubicBezTo>
                <a:cubicBezTo>
                  <a:pt x="446168" y="111896"/>
                  <a:pt x="443720" y="102982"/>
                  <a:pt x="443720" y="90962"/>
                </a:cubicBezTo>
                <a:lnTo>
                  <a:pt x="443720" y="36708"/>
                </a:lnTo>
                <a:lnTo>
                  <a:pt x="463446" y="36708"/>
                </a:lnTo>
                <a:close/>
                <a:moveTo>
                  <a:pt x="574750" y="112524"/>
                </a:moveTo>
                <a:cubicBezTo>
                  <a:pt x="580868" y="112524"/>
                  <a:pt x="585699" y="110389"/>
                  <a:pt x="589244" y="106118"/>
                </a:cubicBezTo>
                <a:cubicBezTo>
                  <a:pt x="592789" y="101846"/>
                  <a:pt x="594562" y="96355"/>
                  <a:pt x="594562" y="89646"/>
                </a:cubicBezTo>
                <a:lnTo>
                  <a:pt x="594562" y="81648"/>
                </a:lnTo>
                <a:lnTo>
                  <a:pt x="585213" y="81992"/>
                </a:lnTo>
                <a:cubicBezTo>
                  <a:pt x="576808" y="82394"/>
                  <a:pt x="570762" y="83885"/>
                  <a:pt x="567074" y="86465"/>
                </a:cubicBezTo>
                <a:cubicBezTo>
                  <a:pt x="563386" y="89045"/>
                  <a:pt x="561542" y="93087"/>
                  <a:pt x="561542" y="98592"/>
                </a:cubicBezTo>
                <a:cubicBezTo>
                  <a:pt x="561542" y="107880"/>
                  <a:pt x="565945" y="112524"/>
                  <a:pt x="574750" y="112524"/>
                </a:cubicBezTo>
                <a:moveTo>
                  <a:pt x="614202" y="124703"/>
                </a:moveTo>
                <a:lnTo>
                  <a:pt x="595162" y="124703"/>
                </a:lnTo>
                <a:lnTo>
                  <a:pt x="594476" y="110809"/>
                </a:lnTo>
                <a:cubicBezTo>
                  <a:pt x="591554" y="116526"/>
                  <a:pt x="588032" y="120557"/>
                  <a:pt x="583908" y="122902"/>
                </a:cubicBezTo>
                <a:cubicBezTo>
                  <a:pt x="579786" y="125246"/>
                  <a:pt x="574718" y="126418"/>
                  <a:pt x="568706" y="126418"/>
                </a:cubicBezTo>
                <a:cubicBezTo>
                  <a:pt x="559658" y="126418"/>
                  <a:pt x="552742" y="124070"/>
                  <a:pt x="547959" y="119374"/>
                </a:cubicBezTo>
                <a:cubicBezTo>
                  <a:pt x="543177" y="114679"/>
                  <a:pt x="540787" y="108151"/>
                  <a:pt x="540787" y="99790"/>
                </a:cubicBezTo>
                <a:cubicBezTo>
                  <a:pt x="540787" y="90628"/>
                  <a:pt x="544051" y="83613"/>
                  <a:pt x="550580" y="78746"/>
                </a:cubicBezTo>
                <a:cubicBezTo>
                  <a:pt x="557109" y="73879"/>
                  <a:pt x="566730" y="71244"/>
                  <a:pt x="579443" y="70842"/>
                </a:cubicBezTo>
                <a:lnTo>
                  <a:pt x="594476" y="70327"/>
                </a:lnTo>
                <a:lnTo>
                  <a:pt x="594476" y="67596"/>
                </a:lnTo>
                <a:cubicBezTo>
                  <a:pt x="594476" y="60823"/>
                  <a:pt x="593373" y="55914"/>
                  <a:pt x="591168" y="52869"/>
                </a:cubicBezTo>
                <a:cubicBezTo>
                  <a:pt x="588964" y="49824"/>
                  <a:pt x="585226" y="48302"/>
                  <a:pt x="579955" y="48302"/>
                </a:cubicBezTo>
                <a:cubicBezTo>
                  <a:pt x="575316" y="48302"/>
                  <a:pt x="571894" y="49173"/>
                  <a:pt x="569687" y="50915"/>
                </a:cubicBezTo>
                <a:cubicBezTo>
                  <a:pt x="567482" y="52655"/>
                  <a:pt x="565979" y="55352"/>
                  <a:pt x="565179" y="59006"/>
                </a:cubicBezTo>
                <a:lnTo>
                  <a:pt x="546104" y="56005"/>
                </a:lnTo>
                <a:cubicBezTo>
                  <a:pt x="547821" y="48515"/>
                  <a:pt x="551414" y="43140"/>
                  <a:pt x="556881" y="39881"/>
                </a:cubicBezTo>
                <a:cubicBezTo>
                  <a:pt x="562349" y="36622"/>
                  <a:pt x="570120" y="34992"/>
                  <a:pt x="580196" y="34992"/>
                </a:cubicBezTo>
                <a:cubicBezTo>
                  <a:pt x="591931" y="34992"/>
                  <a:pt x="600533" y="37765"/>
                  <a:pt x="606000" y="43311"/>
                </a:cubicBezTo>
                <a:cubicBezTo>
                  <a:pt x="611468" y="48858"/>
                  <a:pt x="614202" y="57463"/>
                  <a:pt x="614202" y="69127"/>
                </a:cubicBezTo>
                <a:lnTo>
                  <a:pt x="614202" y="124703"/>
                </a:lnTo>
                <a:close/>
                <a:moveTo>
                  <a:pt x="679511" y="51389"/>
                </a:moveTo>
                <a:cubicBezTo>
                  <a:pt x="673090" y="51389"/>
                  <a:pt x="667958" y="54205"/>
                  <a:pt x="664117" y="59837"/>
                </a:cubicBezTo>
                <a:cubicBezTo>
                  <a:pt x="660275" y="65467"/>
                  <a:pt x="658354" y="73055"/>
                  <a:pt x="658354" y="82600"/>
                </a:cubicBezTo>
                <a:lnTo>
                  <a:pt x="658354" y="124703"/>
                </a:lnTo>
                <a:lnTo>
                  <a:pt x="638628" y="124703"/>
                </a:lnTo>
                <a:lnTo>
                  <a:pt x="638628" y="58428"/>
                </a:lnTo>
                <a:cubicBezTo>
                  <a:pt x="638628" y="49156"/>
                  <a:pt x="638400" y="41916"/>
                  <a:pt x="637942" y="36708"/>
                </a:cubicBezTo>
                <a:lnTo>
                  <a:pt x="656808" y="36708"/>
                </a:lnTo>
                <a:cubicBezTo>
                  <a:pt x="657381" y="43569"/>
                  <a:pt x="657668" y="50201"/>
                  <a:pt x="657668" y="56605"/>
                </a:cubicBezTo>
                <a:lnTo>
                  <a:pt x="658011" y="56605"/>
                </a:lnTo>
                <a:cubicBezTo>
                  <a:pt x="660765" y="48518"/>
                  <a:pt x="663947" y="42894"/>
                  <a:pt x="667558" y="39733"/>
                </a:cubicBezTo>
                <a:cubicBezTo>
                  <a:pt x="671171" y="36573"/>
                  <a:pt x="675930" y="34992"/>
                  <a:pt x="681835" y="34992"/>
                </a:cubicBezTo>
                <a:cubicBezTo>
                  <a:pt x="684530" y="34992"/>
                  <a:pt x="686766" y="35364"/>
                  <a:pt x="688544" y="36107"/>
                </a:cubicBezTo>
                <a:lnTo>
                  <a:pt x="688544" y="52317"/>
                </a:lnTo>
                <a:cubicBezTo>
                  <a:pt x="685619" y="51699"/>
                  <a:pt x="682608" y="51389"/>
                  <a:pt x="679511" y="51389"/>
                </a:cubicBezTo>
                <a:close/>
                <a:moveTo>
                  <a:pt x="719573" y="80534"/>
                </a:moveTo>
                <a:cubicBezTo>
                  <a:pt x="719573" y="101449"/>
                  <a:pt x="726863" y="111907"/>
                  <a:pt x="741443" y="111907"/>
                </a:cubicBezTo>
                <a:cubicBezTo>
                  <a:pt x="749162" y="111907"/>
                  <a:pt x="755022" y="109236"/>
                  <a:pt x="759025" y="103894"/>
                </a:cubicBezTo>
                <a:cubicBezTo>
                  <a:pt x="763027" y="98550"/>
                  <a:pt x="765028" y="90791"/>
                  <a:pt x="765028" y="80619"/>
                </a:cubicBezTo>
                <a:cubicBezTo>
                  <a:pt x="765028" y="70447"/>
                  <a:pt x="763056" y="62718"/>
                  <a:pt x="759111" y="57433"/>
                </a:cubicBezTo>
                <a:cubicBezTo>
                  <a:pt x="755165" y="52146"/>
                  <a:pt x="749362" y="49503"/>
                  <a:pt x="741700" y="49503"/>
                </a:cubicBezTo>
                <a:cubicBezTo>
                  <a:pt x="726949" y="49503"/>
                  <a:pt x="719573" y="59846"/>
                  <a:pt x="719573" y="80534"/>
                </a:cubicBezTo>
                <a:moveTo>
                  <a:pt x="698989" y="80791"/>
                </a:moveTo>
                <a:cubicBezTo>
                  <a:pt x="698989" y="66554"/>
                  <a:pt x="702310" y="55361"/>
                  <a:pt x="708951" y="47214"/>
                </a:cubicBezTo>
                <a:cubicBezTo>
                  <a:pt x="715593" y="39066"/>
                  <a:pt x="724924" y="34992"/>
                  <a:pt x="736946" y="34992"/>
                </a:cubicBezTo>
                <a:cubicBezTo>
                  <a:pt x="743473" y="34992"/>
                  <a:pt x="748969" y="36193"/>
                  <a:pt x="753434" y="38594"/>
                </a:cubicBezTo>
                <a:cubicBezTo>
                  <a:pt x="757901" y="40996"/>
                  <a:pt x="761680" y="44941"/>
                  <a:pt x="764771" y="50430"/>
                </a:cubicBezTo>
                <a:lnTo>
                  <a:pt x="765114" y="50430"/>
                </a:lnTo>
                <a:cubicBezTo>
                  <a:pt x="765000" y="48143"/>
                  <a:pt x="764900" y="45870"/>
                  <a:pt x="764814" y="43612"/>
                </a:cubicBezTo>
                <a:cubicBezTo>
                  <a:pt x="764728" y="41353"/>
                  <a:pt x="764685" y="39080"/>
                  <a:pt x="764685" y="36793"/>
                </a:cubicBezTo>
                <a:lnTo>
                  <a:pt x="764685" y="0"/>
                </a:lnTo>
                <a:lnTo>
                  <a:pt x="784583" y="0"/>
                </a:lnTo>
                <a:lnTo>
                  <a:pt x="784583" y="105062"/>
                </a:lnTo>
                <a:cubicBezTo>
                  <a:pt x="784583" y="111066"/>
                  <a:pt x="784812" y="117613"/>
                  <a:pt x="785269" y="124703"/>
                </a:cubicBezTo>
                <a:lnTo>
                  <a:pt x="765891" y="124703"/>
                </a:lnTo>
                <a:cubicBezTo>
                  <a:pt x="765661" y="123840"/>
                  <a:pt x="765430" y="121511"/>
                  <a:pt x="765200" y="117715"/>
                </a:cubicBezTo>
                <a:cubicBezTo>
                  <a:pt x="764971" y="113920"/>
                  <a:pt x="764857" y="111275"/>
                  <a:pt x="764857" y="109779"/>
                </a:cubicBezTo>
                <a:lnTo>
                  <a:pt x="764514" y="109779"/>
                </a:lnTo>
                <a:cubicBezTo>
                  <a:pt x="758732" y="120757"/>
                  <a:pt x="749371" y="126246"/>
                  <a:pt x="736431" y="126246"/>
                </a:cubicBezTo>
                <a:cubicBezTo>
                  <a:pt x="724465" y="126246"/>
                  <a:pt x="715233" y="122358"/>
                  <a:pt x="708734" y="114582"/>
                </a:cubicBezTo>
                <a:cubicBezTo>
                  <a:pt x="702238" y="106806"/>
                  <a:pt x="698989" y="95542"/>
                  <a:pt x="698989" y="80791"/>
                </a:cubicBezTo>
                <a:close/>
                <a:moveTo>
                  <a:pt x="921690" y="40996"/>
                </a:moveTo>
                <a:cubicBezTo>
                  <a:pt x="921690" y="34020"/>
                  <a:pt x="919584" y="28588"/>
                  <a:pt x="915372" y="24700"/>
                </a:cubicBezTo>
                <a:cubicBezTo>
                  <a:pt x="911161" y="20812"/>
                  <a:pt x="904815" y="18868"/>
                  <a:pt x="896335" y="18868"/>
                </a:cubicBezTo>
                <a:lnTo>
                  <a:pt x="881380" y="18868"/>
                </a:lnTo>
                <a:lnTo>
                  <a:pt x="881380" y="63981"/>
                </a:lnTo>
                <a:lnTo>
                  <a:pt x="897021" y="63981"/>
                </a:lnTo>
                <a:cubicBezTo>
                  <a:pt x="904815" y="63981"/>
                  <a:pt x="910875" y="61994"/>
                  <a:pt x="915201" y="58020"/>
                </a:cubicBezTo>
                <a:cubicBezTo>
                  <a:pt x="919527" y="54046"/>
                  <a:pt x="921690" y="48372"/>
                  <a:pt x="921690" y="40996"/>
                </a:cubicBezTo>
                <a:moveTo>
                  <a:pt x="942616" y="40824"/>
                </a:moveTo>
                <a:cubicBezTo>
                  <a:pt x="942616" y="48372"/>
                  <a:pt x="940913" y="55004"/>
                  <a:pt x="937505" y="60722"/>
                </a:cubicBezTo>
                <a:cubicBezTo>
                  <a:pt x="934100" y="66439"/>
                  <a:pt x="929147" y="70899"/>
                  <a:pt x="922646" y="74101"/>
                </a:cubicBezTo>
                <a:cubicBezTo>
                  <a:pt x="916148" y="77303"/>
                  <a:pt x="908462" y="78904"/>
                  <a:pt x="899589" y="78904"/>
                </a:cubicBezTo>
                <a:lnTo>
                  <a:pt x="881380" y="78904"/>
                </a:lnTo>
                <a:lnTo>
                  <a:pt x="881380" y="124703"/>
                </a:lnTo>
                <a:lnTo>
                  <a:pt x="860625" y="124703"/>
                </a:lnTo>
                <a:lnTo>
                  <a:pt x="860625" y="3774"/>
                </a:lnTo>
                <a:lnTo>
                  <a:pt x="898745" y="3774"/>
                </a:lnTo>
                <a:cubicBezTo>
                  <a:pt x="912824" y="3774"/>
                  <a:pt x="923656" y="6990"/>
                  <a:pt x="931239" y="13422"/>
                </a:cubicBezTo>
                <a:cubicBezTo>
                  <a:pt x="938824" y="19855"/>
                  <a:pt x="942616" y="28989"/>
                  <a:pt x="942616" y="40824"/>
                </a:cubicBezTo>
                <a:close/>
                <a:moveTo>
                  <a:pt x="1001733" y="51389"/>
                </a:moveTo>
                <a:cubicBezTo>
                  <a:pt x="995311" y="51389"/>
                  <a:pt x="990180" y="54205"/>
                  <a:pt x="986338" y="59837"/>
                </a:cubicBezTo>
                <a:cubicBezTo>
                  <a:pt x="982497" y="65467"/>
                  <a:pt x="980576" y="73055"/>
                  <a:pt x="980576" y="82600"/>
                </a:cubicBezTo>
                <a:lnTo>
                  <a:pt x="980576" y="124703"/>
                </a:lnTo>
                <a:lnTo>
                  <a:pt x="960850" y="124703"/>
                </a:lnTo>
                <a:lnTo>
                  <a:pt x="960850" y="58428"/>
                </a:lnTo>
                <a:cubicBezTo>
                  <a:pt x="960850" y="49156"/>
                  <a:pt x="960621" y="41916"/>
                  <a:pt x="960164" y="36708"/>
                </a:cubicBezTo>
                <a:lnTo>
                  <a:pt x="979029" y="36708"/>
                </a:lnTo>
                <a:cubicBezTo>
                  <a:pt x="979603" y="43569"/>
                  <a:pt x="979890" y="50201"/>
                  <a:pt x="979890" y="56605"/>
                </a:cubicBezTo>
                <a:lnTo>
                  <a:pt x="980233" y="56605"/>
                </a:lnTo>
                <a:cubicBezTo>
                  <a:pt x="982986" y="48518"/>
                  <a:pt x="986169" y="42894"/>
                  <a:pt x="989780" y="39733"/>
                </a:cubicBezTo>
                <a:cubicBezTo>
                  <a:pt x="993392" y="36573"/>
                  <a:pt x="998152" y="34992"/>
                  <a:pt x="1004057" y="34992"/>
                </a:cubicBezTo>
                <a:cubicBezTo>
                  <a:pt x="1006751" y="34992"/>
                  <a:pt x="1008987" y="35364"/>
                  <a:pt x="1010765" y="36107"/>
                </a:cubicBezTo>
                <a:lnTo>
                  <a:pt x="1010765" y="52317"/>
                </a:lnTo>
                <a:cubicBezTo>
                  <a:pt x="1007840" y="51699"/>
                  <a:pt x="1004830" y="51389"/>
                  <a:pt x="1001733" y="51389"/>
                </a:cubicBezTo>
                <a:close/>
                <a:moveTo>
                  <a:pt x="1042208" y="84495"/>
                </a:moveTo>
                <a:cubicBezTo>
                  <a:pt x="1042494" y="93461"/>
                  <a:pt x="1044474" y="100357"/>
                  <a:pt x="1048150" y="105183"/>
                </a:cubicBezTo>
                <a:cubicBezTo>
                  <a:pt x="1051827" y="110009"/>
                  <a:pt x="1056859" y="112422"/>
                  <a:pt x="1063245" y="112422"/>
                </a:cubicBezTo>
                <a:cubicBezTo>
                  <a:pt x="1067576" y="112422"/>
                  <a:pt x="1071437" y="111330"/>
                  <a:pt x="1074828" y="109147"/>
                </a:cubicBezTo>
                <a:cubicBezTo>
                  <a:pt x="1078221" y="106963"/>
                  <a:pt x="1081286" y="103286"/>
                  <a:pt x="1084021" y="98115"/>
                </a:cubicBezTo>
                <a:lnTo>
                  <a:pt x="1099499" y="105598"/>
                </a:lnTo>
                <a:cubicBezTo>
                  <a:pt x="1096129" y="111048"/>
                  <a:pt x="1092759" y="115177"/>
                  <a:pt x="1089389" y="117986"/>
                </a:cubicBezTo>
                <a:cubicBezTo>
                  <a:pt x="1086020" y="120797"/>
                  <a:pt x="1082093" y="122904"/>
                  <a:pt x="1077610" y="124309"/>
                </a:cubicBezTo>
                <a:cubicBezTo>
                  <a:pt x="1073127" y="125715"/>
                  <a:pt x="1067802" y="126418"/>
                  <a:pt x="1061634" y="126418"/>
                </a:cubicBezTo>
                <a:cubicBezTo>
                  <a:pt x="1048781" y="126418"/>
                  <a:pt x="1038871" y="122373"/>
                  <a:pt x="1031903" y="114282"/>
                </a:cubicBezTo>
                <a:cubicBezTo>
                  <a:pt x="1024936" y="106192"/>
                  <a:pt x="1021453" y="94828"/>
                  <a:pt x="1021453" y="80190"/>
                </a:cubicBezTo>
                <a:cubicBezTo>
                  <a:pt x="1021453" y="65439"/>
                  <a:pt x="1025112" y="54218"/>
                  <a:pt x="1032431" y="46528"/>
                </a:cubicBezTo>
                <a:cubicBezTo>
                  <a:pt x="1039749" y="38837"/>
                  <a:pt x="1049727" y="34992"/>
                  <a:pt x="1062363" y="34992"/>
                </a:cubicBezTo>
                <a:cubicBezTo>
                  <a:pt x="1074884" y="34992"/>
                  <a:pt x="1084462" y="39096"/>
                  <a:pt x="1091094" y="47305"/>
                </a:cubicBezTo>
                <a:cubicBezTo>
                  <a:pt x="1097727" y="55512"/>
                  <a:pt x="1101043" y="67108"/>
                  <a:pt x="1101043" y="82093"/>
                </a:cubicBezTo>
                <a:lnTo>
                  <a:pt x="1101043" y="84495"/>
                </a:lnTo>
                <a:lnTo>
                  <a:pt x="1042208" y="84495"/>
                </a:lnTo>
                <a:moveTo>
                  <a:pt x="1061677" y="48645"/>
                </a:moveTo>
                <a:cubicBezTo>
                  <a:pt x="1055927" y="48645"/>
                  <a:pt x="1051344" y="50702"/>
                  <a:pt x="1047927" y="54817"/>
                </a:cubicBezTo>
                <a:cubicBezTo>
                  <a:pt x="1044513" y="58931"/>
                  <a:pt x="1042664" y="64615"/>
                  <a:pt x="1042379" y="71871"/>
                </a:cubicBezTo>
                <a:lnTo>
                  <a:pt x="1080459" y="71871"/>
                </a:lnTo>
                <a:cubicBezTo>
                  <a:pt x="1079889" y="64101"/>
                  <a:pt x="1078124" y="58287"/>
                  <a:pt x="1075163" y="54431"/>
                </a:cubicBezTo>
                <a:cubicBezTo>
                  <a:pt x="1072204" y="50574"/>
                  <a:pt x="1067709" y="48645"/>
                  <a:pt x="1061677" y="48645"/>
                </a:cubicBezTo>
                <a:close/>
                <a:moveTo>
                  <a:pt x="1135186" y="80534"/>
                </a:moveTo>
                <a:cubicBezTo>
                  <a:pt x="1135186" y="101449"/>
                  <a:pt x="1142476" y="111907"/>
                  <a:pt x="1157056" y="111907"/>
                </a:cubicBezTo>
                <a:cubicBezTo>
                  <a:pt x="1164775" y="111907"/>
                  <a:pt x="1170636" y="109236"/>
                  <a:pt x="1174638" y="103894"/>
                </a:cubicBezTo>
                <a:cubicBezTo>
                  <a:pt x="1178640" y="98550"/>
                  <a:pt x="1180641" y="90791"/>
                  <a:pt x="1180641" y="80619"/>
                </a:cubicBezTo>
                <a:cubicBezTo>
                  <a:pt x="1180641" y="70447"/>
                  <a:pt x="1178669" y="62718"/>
                  <a:pt x="1174724" y="57433"/>
                </a:cubicBezTo>
                <a:cubicBezTo>
                  <a:pt x="1170778" y="52146"/>
                  <a:pt x="1164975" y="49503"/>
                  <a:pt x="1157313" y="49503"/>
                </a:cubicBezTo>
                <a:cubicBezTo>
                  <a:pt x="1142562" y="49503"/>
                  <a:pt x="1135186" y="59846"/>
                  <a:pt x="1135186" y="80534"/>
                </a:cubicBezTo>
                <a:moveTo>
                  <a:pt x="1114602" y="80791"/>
                </a:moveTo>
                <a:cubicBezTo>
                  <a:pt x="1114602" y="66554"/>
                  <a:pt x="1117923" y="55361"/>
                  <a:pt x="1124564" y="47214"/>
                </a:cubicBezTo>
                <a:cubicBezTo>
                  <a:pt x="1131206" y="39066"/>
                  <a:pt x="1140537" y="34992"/>
                  <a:pt x="1152559" y="34992"/>
                </a:cubicBezTo>
                <a:cubicBezTo>
                  <a:pt x="1159086" y="34992"/>
                  <a:pt x="1164582" y="36193"/>
                  <a:pt x="1169047" y="38594"/>
                </a:cubicBezTo>
                <a:cubicBezTo>
                  <a:pt x="1173514" y="40996"/>
                  <a:pt x="1177293" y="44941"/>
                  <a:pt x="1180384" y="50430"/>
                </a:cubicBezTo>
                <a:lnTo>
                  <a:pt x="1180727" y="50430"/>
                </a:lnTo>
                <a:cubicBezTo>
                  <a:pt x="1180613" y="48143"/>
                  <a:pt x="1180513" y="45870"/>
                  <a:pt x="1180427" y="43612"/>
                </a:cubicBezTo>
                <a:cubicBezTo>
                  <a:pt x="1180341" y="41353"/>
                  <a:pt x="1180298" y="39080"/>
                  <a:pt x="1180298" y="36793"/>
                </a:cubicBezTo>
                <a:lnTo>
                  <a:pt x="1180298" y="0"/>
                </a:lnTo>
                <a:lnTo>
                  <a:pt x="1200196" y="0"/>
                </a:lnTo>
                <a:lnTo>
                  <a:pt x="1200196" y="105062"/>
                </a:lnTo>
                <a:cubicBezTo>
                  <a:pt x="1200196" y="111066"/>
                  <a:pt x="1200425" y="117613"/>
                  <a:pt x="1200882" y="124703"/>
                </a:cubicBezTo>
                <a:lnTo>
                  <a:pt x="1181505" y="124703"/>
                </a:lnTo>
                <a:cubicBezTo>
                  <a:pt x="1181274" y="123840"/>
                  <a:pt x="1181044" y="121511"/>
                  <a:pt x="1180813" y="117715"/>
                </a:cubicBezTo>
                <a:cubicBezTo>
                  <a:pt x="1180584" y="113920"/>
                  <a:pt x="1180470" y="111275"/>
                  <a:pt x="1180470" y="109779"/>
                </a:cubicBezTo>
                <a:lnTo>
                  <a:pt x="1180127" y="109779"/>
                </a:lnTo>
                <a:cubicBezTo>
                  <a:pt x="1174345" y="120757"/>
                  <a:pt x="1164984" y="126246"/>
                  <a:pt x="1152044" y="126246"/>
                </a:cubicBezTo>
                <a:cubicBezTo>
                  <a:pt x="1140078" y="126246"/>
                  <a:pt x="1130846" y="122358"/>
                  <a:pt x="1124347" y="114582"/>
                </a:cubicBezTo>
                <a:cubicBezTo>
                  <a:pt x="1117851" y="106806"/>
                  <a:pt x="1114602" y="95542"/>
                  <a:pt x="1114602" y="80791"/>
                </a:cubicBezTo>
                <a:close/>
                <a:moveTo>
                  <a:pt x="1226407" y="16912"/>
                </a:moveTo>
                <a:lnTo>
                  <a:pt x="1226407" y="0"/>
                </a:lnTo>
                <a:lnTo>
                  <a:pt x="1246047" y="0"/>
                </a:lnTo>
                <a:lnTo>
                  <a:pt x="1246047" y="16912"/>
                </a:lnTo>
                <a:lnTo>
                  <a:pt x="1226407" y="16912"/>
                </a:lnTo>
                <a:moveTo>
                  <a:pt x="1226407" y="124703"/>
                </a:moveTo>
                <a:lnTo>
                  <a:pt x="1226407" y="36708"/>
                </a:lnTo>
                <a:lnTo>
                  <a:pt x="1246133" y="36708"/>
                </a:lnTo>
                <a:lnTo>
                  <a:pt x="1246133" y="124703"/>
                </a:lnTo>
                <a:lnTo>
                  <a:pt x="1226407" y="124703"/>
                </a:lnTo>
                <a:close/>
                <a:moveTo>
                  <a:pt x="1304204" y="126418"/>
                </a:moveTo>
                <a:cubicBezTo>
                  <a:pt x="1292139" y="126418"/>
                  <a:pt x="1282834" y="122473"/>
                  <a:pt x="1276287" y="114582"/>
                </a:cubicBezTo>
                <a:cubicBezTo>
                  <a:pt x="1269740" y="106692"/>
                  <a:pt x="1266467" y="95571"/>
                  <a:pt x="1266467" y="81220"/>
                </a:cubicBezTo>
                <a:cubicBezTo>
                  <a:pt x="1266467" y="66468"/>
                  <a:pt x="1269812" y="55076"/>
                  <a:pt x="1276502" y="47042"/>
                </a:cubicBezTo>
                <a:cubicBezTo>
                  <a:pt x="1283191" y="39009"/>
                  <a:pt x="1292654" y="34992"/>
                  <a:pt x="1304890" y="34992"/>
                </a:cubicBezTo>
                <a:cubicBezTo>
                  <a:pt x="1324844" y="34992"/>
                  <a:pt x="1336280" y="44112"/>
                  <a:pt x="1339196" y="62351"/>
                </a:cubicBezTo>
                <a:lnTo>
                  <a:pt x="1319470" y="63981"/>
                </a:lnTo>
                <a:cubicBezTo>
                  <a:pt x="1318841" y="59121"/>
                  <a:pt x="1317226" y="55476"/>
                  <a:pt x="1314624" y="53046"/>
                </a:cubicBezTo>
                <a:cubicBezTo>
                  <a:pt x="1312023" y="50616"/>
                  <a:pt x="1308835" y="49401"/>
                  <a:pt x="1305061" y="49401"/>
                </a:cubicBezTo>
                <a:cubicBezTo>
                  <a:pt x="1298600" y="49401"/>
                  <a:pt x="1293869" y="51945"/>
                  <a:pt x="1290867" y="57034"/>
                </a:cubicBezTo>
                <a:cubicBezTo>
                  <a:pt x="1287865" y="62121"/>
                  <a:pt x="1286365" y="69894"/>
                  <a:pt x="1286365" y="80354"/>
                </a:cubicBezTo>
                <a:cubicBezTo>
                  <a:pt x="1286365" y="90987"/>
                  <a:pt x="1287923" y="98933"/>
                  <a:pt x="1291039" y="104191"/>
                </a:cubicBezTo>
                <a:cubicBezTo>
                  <a:pt x="1294155" y="109450"/>
                  <a:pt x="1298600" y="112079"/>
                  <a:pt x="1304375" y="112079"/>
                </a:cubicBezTo>
                <a:cubicBezTo>
                  <a:pt x="1313009" y="112079"/>
                  <a:pt x="1318155" y="106681"/>
                  <a:pt x="1319813" y="95885"/>
                </a:cubicBezTo>
                <a:lnTo>
                  <a:pt x="1339024" y="97944"/>
                </a:lnTo>
                <a:cubicBezTo>
                  <a:pt x="1335937" y="116927"/>
                  <a:pt x="1324330" y="126418"/>
                  <a:pt x="1304204" y="126418"/>
                </a:cubicBezTo>
                <a:close/>
                <a:moveTo>
                  <a:pt x="1380415" y="126246"/>
                </a:moveTo>
                <a:cubicBezTo>
                  <a:pt x="1373540" y="126246"/>
                  <a:pt x="1368111" y="124286"/>
                  <a:pt x="1364128" y="120366"/>
                </a:cubicBezTo>
                <a:cubicBezTo>
                  <a:pt x="1360147" y="116446"/>
                  <a:pt x="1358157" y="110823"/>
                  <a:pt x="1358157" y="103497"/>
                </a:cubicBezTo>
                <a:lnTo>
                  <a:pt x="1358157" y="51046"/>
                </a:lnTo>
                <a:lnTo>
                  <a:pt x="1345120" y="51046"/>
                </a:lnTo>
                <a:lnTo>
                  <a:pt x="1345120" y="36708"/>
                </a:lnTo>
                <a:lnTo>
                  <a:pt x="1358414" y="36708"/>
                </a:lnTo>
                <a:lnTo>
                  <a:pt x="1364702" y="15438"/>
                </a:lnTo>
                <a:lnTo>
                  <a:pt x="1377883" y="15438"/>
                </a:lnTo>
                <a:lnTo>
                  <a:pt x="1377883" y="36708"/>
                </a:lnTo>
                <a:lnTo>
                  <a:pt x="1399067" y="36708"/>
                </a:lnTo>
                <a:lnTo>
                  <a:pt x="1399067" y="51046"/>
                </a:lnTo>
                <a:lnTo>
                  <a:pt x="1377883" y="51046"/>
                </a:lnTo>
                <a:lnTo>
                  <a:pt x="1377883" y="98517"/>
                </a:lnTo>
                <a:cubicBezTo>
                  <a:pt x="1377883" y="107215"/>
                  <a:pt x="1381570" y="111564"/>
                  <a:pt x="1388946" y="111564"/>
                </a:cubicBezTo>
                <a:cubicBezTo>
                  <a:pt x="1392434" y="111564"/>
                  <a:pt x="1396179" y="111193"/>
                  <a:pt x="1400182" y="110449"/>
                </a:cubicBezTo>
                <a:lnTo>
                  <a:pt x="1400182" y="123671"/>
                </a:lnTo>
                <a:cubicBezTo>
                  <a:pt x="1393651" y="125388"/>
                  <a:pt x="1387062" y="126246"/>
                  <a:pt x="1380415" y="126246"/>
                </a:cubicBezTo>
                <a:close/>
                <a:moveTo>
                  <a:pt x="1418371" y="16912"/>
                </a:moveTo>
                <a:lnTo>
                  <a:pt x="1418371" y="0"/>
                </a:lnTo>
                <a:lnTo>
                  <a:pt x="1438012" y="0"/>
                </a:lnTo>
                <a:lnTo>
                  <a:pt x="1438012" y="16912"/>
                </a:lnTo>
                <a:lnTo>
                  <a:pt x="1418371" y="16912"/>
                </a:lnTo>
                <a:moveTo>
                  <a:pt x="1418371" y="124703"/>
                </a:moveTo>
                <a:lnTo>
                  <a:pt x="1418371" y="36708"/>
                </a:lnTo>
                <a:lnTo>
                  <a:pt x="1438097" y="36708"/>
                </a:lnTo>
                <a:lnTo>
                  <a:pt x="1438097" y="124703"/>
                </a:lnTo>
                <a:lnTo>
                  <a:pt x="1418371" y="124703"/>
                </a:lnTo>
                <a:close/>
                <a:moveTo>
                  <a:pt x="1548657" y="80534"/>
                </a:moveTo>
                <a:cubicBezTo>
                  <a:pt x="1548657" y="94885"/>
                  <a:pt x="1544665" y="106120"/>
                  <a:pt x="1536682" y="114239"/>
                </a:cubicBezTo>
                <a:cubicBezTo>
                  <a:pt x="1528698" y="122358"/>
                  <a:pt x="1517495" y="126418"/>
                  <a:pt x="1503072" y="126418"/>
                </a:cubicBezTo>
                <a:cubicBezTo>
                  <a:pt x="1489107" y="126418"/>
                  <a:pt x="1478175" y="122301"/>
                  <a:pt x="1470278" y="114068"/>
                </a:cubicBezTo>
                <a:cubicBezTo>
                  <a:pt x="1462380" y="105834"/>
                  <a:pt x="1458432" y="94656"/>
                  <a:pt x="1458432" y="80534"/>
                </a:cubicBezTo>
                <a:cubicBezTo>
                  <a:pt x="1458432" y="66182"/>
                  <a:pt x="1462395" y="55004"/>
                  <a:pt x="1470321" y="46999"/>
                </a:cubicBezTo>
                <a:cubicBezTo>
                  <a:pt x="1478247" y="38995"/>
                  <a:pt x="1489336" y="34992"/>
                  <a:pt x="1503587" y="34992"/>
                </a:cubicBezTo>
                <a:cubicBezTo>
                  <a:pt x="1518296" y="34992"/>
                  <a:pt x="1529484" y="38895"/>
                  <a:pt x="1537153" y="46699"/>
                </a:cubicBezTo>
                <a:cubicBezTo>
                  <a:pt x="1544822" y="54504"/>
                  <a:pt x="1548657" y="65782"/>
                  <a:pt x="1548657" y="80534"/>
                </a:cubicBezTo>
                <a:moveTo>
                  <a:pt x="1527901" y="80534"/>
                </a:moveTo>
                <a:cubicBezTo>
                  <a:pt x="1527901" y="59893"/>
                  <a:pt x="1519939" y="49572"/>
                  <a:pt x="1504016" y="49572"/>
                </a:cubicBezTo>
                <a:cubicBezTo>
                  <a:pt x="1487463" y="49572"/>
                  <a:pt x="1479187" y="59893"/>
                  <a:pt x="1479187" y="80534"/>
                </a:cubicBezTo>
                <a:cubicBezTo>
                  <a:pt x="1479187" y="90654"/>
                  <a:pt x="1481213" y="98401"/>
                  <a:pt x="1485265" y="103776"/>
                </a:cubicBezTo>
                <a:cubicBezTo>
                  <a:pt x="1489318" y="109150"/>
                  <a:pt x="1495196" y="111838"/>
                  <a:pt x="1502901" y="111838"/>
                </a:cubicBezTo>
                <a:cubicBezTo>
                  <a:pt x="1519568" y="111838"/>
                  <a:pt x="1527901" y="101403"/>
                  <a:pt x="1527901" y="80534"/>
                </a:cubicBezTo>
                <a:close/>
                <a:moveTo>
                  <a:pt x="1626110" y="124703"/>
                </a:moveTo>
                <a:lnTo>
                  <a:pt x="1626110" y="75570"/>
                </a:lnTo>
                <a:cubicBezTo>
                  <a:pt x="1626110" y="66652"/>
                  <a:pt x="1624723" y="60250"/>
                  <a:pt x="1621950" y="56364"/>
                </a:cubicBezTo>
                <a:cubicBezTo>
                  <a:pt x="1619177" y="52476"/>
                  <a:pt x="1614789" y="50532"/>
                  <a:pt x="1608785" y="50532"/>
                </a:cubicBezTo>
                <a:cubicBezTo>
                  <a:pt x="1602324" y="50532"/>
                  <a:pt x="1597250" y="53019"/>
                  <a:pt x="1593562" y="57993"/>
                </a:cubicBezTo>
                <a:cubicBezTo>
                  <a:pt x="1589874" y="62966"/>
                  <a:pt x="1588030" y="69711"/>
                  <a:pt x="1588030" y="78229"/>
                </a:cubicBezTo>
                <a:lnTo>
                  <a:pt x="1588030" y="124703"/>
                </a:lnTo>
                <a:lnTo>
                  <a:pt x="1568304" y="124703"/>
                </a:lnTo>
                <a:lnTo>
                  <a:pt x="1568304" y="56967"/>
                </a:lnTo>
                <a:cubicBezTo>
                  <a:pt x="1568304" y="50157"/>
                  <a:pt x="1568047" y="43404"/>
                  <a:pt x="1567532" y="36708"/>
                </a:cubicBezTo>
                <a:lnTo>
                  <a:pt x="1586315" y="36708"/>
                </a:lnTo>
                <a:cubicBezTo>
                  <a:pt x="1586944" y="45284"/>
                  <a:pt x="1587258" y="50945"/>
                  <a:pt x="1587258" y="53689"/>
                </a:cubicBezTo>
                <a:lnTo>
                  <a:pt x="1587601" y="53689"/>
                </a:lnTo>
                <a:cubicBezTo>
                  <a:pt x="1590980" y="47144"/>
                  <a:pt x="1594902" y="42392"/>
                  <a:pt x="1599367" y="39433"/>
                </a:cubicBezTo>
                <a:cubicBezTo>
                  <a:pt x="1603834" y="36473"/>
                  <a:pt x="1609589" y="34992"/>
                  <a:pt x="1616633" y="34992"/>
                </a:cubicBezTo>
                <a:cubicBezTo>
                  <a:pt x="1626424" y="34992"/>
                  <a:pt x="1633768" y="37880"/>
                  <a:pt x="1638664" y="43654"/>
                </a:cubicBezTo>
                <a:cubicBezTo>
                  <a:pt x="1643559" y="49429"/>
                  <a:pt x="1646007" y="58349"/>
                  <a:pt x="1646007" y="70413"/>
                </a:cubicBezTo>
                <a:lnTo>
                  <a:pt x="1646007" y="124703"/>
                </a:lnTo>
                <a:lnTo>
                  <a:pt x="1626110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F2130-3ABA-464C-9CE3-1E30E4D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915" y="4553181"/>
            <a:ext cx="3037003" cy="87824"/>
          </a:xfrm>
          <a:custGeom xmlns:a="http://schemas.openxmlformats.org/drawingml/2006/main">
            <a:pathLst>
              <a:path w="3037003" h="87824">
                <a:moveTo>
                  <a:pt x="54" y="25608"/>
                </a:moveTo>
                <a:lnTo>
                  <a:pt x="0" y="47564"/>
                </a:lnTo>
                <a:lnTo>
                  <a:pt x="2949151" y="54890"/>
                </a:lnTo>
                <a:lnTo>
                  <a:pt x="2949069" y="87824"/>
                </a:lnTo>
                <a:lnTo>
                  <a:pt x="3037003" y="44130"/>
                </a:lnTo>
                <a:lnTo>
                  <a:pt x="2949287" y="0"/>
                </a:lnTo>
                <a:lnTo>
                  <a:pt x="2949206" y="32934"/>
                </a:lnTo>
                <a:lnTo>
                  <a:pt x="54" y="256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majorityvoting">
            <a:extLst xmlns:a="http://schemas.openxmlformats.org/drawingml/2006/main">
              <a:ext uri="{FF2B5EF4-FFF2-40B4-BE49-F238E27FC236}">
                <a16:creationId xmlns:a16="http://schemas.microsoft.com/office/drawing/2014/main" id="{72282FC7-407C-43DF-B8FD-C59B6A7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086" y="4366501"/>
            <a:ext cx="1197036" cy="158666"/>
          </a:xfrm>
          <a:custGeom xmlns:a="http://schemas.openxmlformats.org/drawingml/2006/main">
            <a:pathLst>
              <a:path w="1197036" h="158666">
                <a:moveTo>
                  <a:pt x="56176" y="124703"/>
                </a:moveTo>
                <a:lnTo>
                  <a:pt x="56176" y="75570"/>
                </a:lnTo>
                <a:cubicBezTo>
                  <a:pt x="56176" y="66481"/>
                  <a:pt x="54904" y="60036"/>
                  <a:pt x="52360" y="56235"/>
                </a:cubicBezTo>
                <a:cubicBezTo>
                  <a:pt x="49815" y="52433"/>
                  <a:pt x="45770" y="50532"/>
                  <a:pt x="40224" y="50532"/>
                </a:cubicBezTo>
                <a:cubicBezTo>
                  <a:pt x="34163" y="50532"/>
                  <a:pt x="29360" y="52990"/>
                  <a:pt x="25815" y="57908"/>
                </a:cubicBezTo>
                <a:cubicBezTo>
                  <a:pt x="22270" y="62823"/>
                  <a:pt x="20498" y="69597"/>
                  <a:pt x="20498" y="78229"/>
                </a:cubicBezTo>
                <a:lnTo>
                  <a:pt x="20498" y="124703"/>
                </a:lnTo>
                <a:lnTo>
                  <a:pt x="772" y="124703"/>
                </a:lnTo>
                <a:lnTo>
                  <a:pt x="772" y="56967"/>
                </a:lnTo>
                <a:cubicBezTo>
                  <a:pt x="772" y="50157"/>
                  <a:pt x="515" y="43404"/>
                  <a:pt x="0" y="36708"/>
                </a:cubicBezTo>
                <a:lnTo>
                  <a:pt x="18783" y="36708"/>
                </a:lnTo>
                <a:cubicBezTo>
                  <a:pt x="19412" y="45284"/>
                  <a:pt x="19726" y="50945"/>
                  <a:pt x="19726" y="53689"/>
                </a:cubicBezTo>
                <a:lnTo>
                  <a:pt x="20069" y="53689"/>
                </a:lnTo>
                <a:cubicBezTo>
                  <a:pt x="23391" y="46973"/>
                  <a:pt x="27228" y="42178"/>
                  <a:pt x="31580" y="39305"/>
                </a:cubicBezTo>
                <a:cubicBezTo>
                  <a:pt x="35933" y="36430"/>
                  <a:pt x="41459" y="34992"/>
                  <a:pt x="48157" y="34992"/>
                </a:cubicBezTo>
                <a:cubicBezTo>
                  <a:pt x="61958" y="34992"/>
                  <a:pt x="70662" y="41224"/>
                  <a:pt x="74270" y="53689"/>
                </a:cubicBezTo>
                <a:lnTo>
                  <a:pt x="74873" y="53689"/>
                </a:lnTo>
                <a:cubicBezTo>
                  <a:pt x="77964" y="47258"/>
                  <a:pt x="81729" y="42535"/>
                  <a:pt x="86167" y="39519"/>
                </a:cubicBezTo>
                <a:cubicBezTo>
                  <a:pt x="90606" y="36501"/>
                  <a:pt x="96346" y="34992"/>
                  <a:pt x="103390" y="34992"/>
                </a:cubicBezTo>
                <a:cubicBezTo>
                  <a:pt x="112838" y="34992"/>
                  <a:pt x="119910" y="37851"/>
                  <a:pt x="124606" y="43569"/>
                </a:cubicBezTo>
                <a:cubicBezTo>
                  <a:pt x="129302" y="49286"/>
                  <a:pt x="131650" y="58235"/>
                  <a:pt x="131650" y="70413"/>
                </a:cubicBezTo>
                <a:lnTo>
                  <a:pt x="131650" y="124703"/>
                </a:lnTo>
                <a:lnTo>
                  <a:pt x="111752" y="124703"/>
                </a:lnTo>
                <a:lnTo>
                  <a:pt x="111752" y="75570"/>
                </a:lnTo>
                <a:cubicBezTo>
                  <a:pt x="111752" y="66652"/>
                  <a:pt x="110451" y="60250"/>
                  <a:pt x="107850" y="56364"/>
                </a:cubicBezTo>
                <a:cubicBezTo>
                  <a:pt x="105248" y="52476"/>
                  <a:pt x="101117" y="50532"/>
                  <a:pt x="95457" y="50532"/>
                </a:cubicBezTo>
                <a:cubicBezTo>
                  <a:pt x="89453" y="50532"/>
                  <a:pt x="84722" y="52947"/>
                  <a:pt x="81263" y="57779"/>
                </a:cubicBezTo>
                <a:cubicBezTo>
                  <a:pt x="77803" y="62609"/>
                  <a:pt x="76074" y="69254"/>
                  <a:pt x="76074" y="77714"/>
                </a:cubicBezTo>
                <a:lnTo>
                  <a:pt x="76074" y="124703"/>
                </a:lnTo>
                <a:lnTo>
                  <a:pt x="56176" y="124703"/>
                </a:lnTo>
                <a:close/>
                <a:moveTo>
                  <a:pt x="183734" y="112524"/>
                </a:moveTo>
                <a:cubicBezTo>
                  <a:pt x="189852" y="112524"/>
                  <a:pt x="194684" y="110389"/>
                  <a:pt x="198228" y="106118"/>
                </a:cubicBezTo>
                <a:cubicBezTo>
                  <a:pt x="201773" y="101846"/>
                  <a:pt x="203546" y="96355"/>
                  <a:pt x="203546" y="89646"/>
                </a:cubicBezTo>
                <a:lnTo>
                  <a:pt x="203546" y="81648"/>
                </a:lnTo>
                <a:lnTo>
                  <a:pt x="194198" y="81992"/>
                </a:lnTo>
                <a:cubicBezTo>
                  <a:pt x="185793" y="82394"/>
                  <a:pt x="179746" y="83885"/>
                  <a:pt x="176058" y="86465"/>
                </a:cubicBezTo>
                <a:cubicBezTo>
                  <a:pt x="172370" y="89045"/>
                  <a:pt x="170526" y="93087"/>
                  <a:pt x="170526" y="98592"/>
                </a:cubicBezTo>
                <a:cubicBezTo>
                  <a:pt x="170526" y="107880"/>
                  <a:pt x="174929" y="112524"/>
                  <a:pt x="183734" y="112524"/>
                </a:cubicBezTo>
                <a:moveTo>
                  <a:pt x="223186" y="124703"/>
                </a:moveTo>
                <a:lnTo>
                  <a:pt x="204146" y="124703"/>
                </a:lnTo>
                <a:lnTo>
                  <a:pt x="203460" y="110809"/>
                </a:lnTo>
                <a:cubicBezTo>
                  <a:pt x="200539" y="116526"/>
                  <a:pt x="197016" y="120557"/>
                  <a:pt x="192892" y="122902"/>
                </a:cubicBezTo>
                <a:cubicBezTo>
                  <a:pt x="188770" y="125246"/>
                  <a:pt x="183703" y="126418"/>
                  <a:pt x="177690" y="126418"/>
                </a:cubicBezTo>
                <a:cubicBezTo>
                  <a:pt x="168642" y="126418"/>
                  <a:pt x="161726" y="124070"/>
                  <a:pt x="156943" y="119374"/>
                </a:cubicBezTo>
                <a:cubicBezTo>
                  <a:pt x="152162" y="114679"/>
                  <a:pt x="149771" y="108151"/>
                  <a:pt x="149771" y="99790"/>
                </a:cubicBezTo>
                <a:cubicBezTo>
                  <a:pt x="149771" y="90628"/>
                  <a:pt x="153036" y="83613"/>
                  <a:pt x="159564" y="78746"/>
                </a:cubicBezTo>
                <a:cubicBezTo>
                  <a:pt x="166093" y="73879"/>
                  <a:pt x="175714" y="71244"/>
                  <a:pt x="188427" y="70842"/>
                </a:cubicBezTo>
                <a:lnTo>
                  <a:pt x="203460" y="70327"/>
                </a:lnTo>
                <a:lnTo>
                  <a:pt x="203460" y="67596"/>
                </a:lnTo>
                <a:cubicBezTo>
                  <a:pt x="203460" y="60823"/>
                  <a:pt x="202358" y="55914"/>
                  <a:pt x="200153" y="52869"/>
                </a:cubicBezTo>
                <a:cubicBezTo>
                  <a:pt x="197948" y="49824"/>
                  <a:pt x="194210" y="48302"/>
                  <a:pt x="188939" y="48302"/>
                </a:cubicBezTo>
                <a:cubicBezTo>
                  <a:pt x="184301" y="48302"/>
                  <a:pt x="180878" y="49173"/>
                  <a:pt x="178671" y="50915"/>
                </a:cubicBezTo>
                <a:cubicBezTo>
                  <a:pt x="176466" y="52655"/>
                  <a:pt x="174964" y="55352"/>
                  <a:pt x="174163" y="59006"/>
                </a:cubicBezTo>
                <a:lnTo>
                  <a:pt x="155089" y="56005"/>
                </a:lnTo>
                <a:cubicBezTo>
                  <a:pt x="156806" y="48515"/>
                  <a:pt x="160398" y="43140"/>
                  <a:pt x="165866" y="39881"/>
                </a:cubicBezTo>
                <a:cubicBezTo>
                  <a:pt x="171333" y="36622"/>
                  <a:pt x="179105" y="34992"/>
                  <a:pt x="189180" y="34992"/>
                </a:cubicBezTo>
                <a:cubicBezTo>
                  <a:pt x="200916" y="34992"/>
                  <a:pt x="209517" y="37765"/>
                  <a:pt x="214985" y="43311"/>
                </a:cubicBezTo>
                <a:cubicBezTo>
                  <a:pt x="220452" y="48858"/>
                  <a:pt x="223186" y="57463"/>
                  <a:pt x="223186" y="69127"/>
                </a:cubicBezTo>
                <a:lnTo>
                  <a:pt x="223186" y="124703"/>
                </a:lnTo>
                <a:close/>
                <a:moveTo>
                  <a:pt x="247526" y="16912"/>
                </a:moveTo>
                <a:lnTo>
                  <a:pt x="247526" y="0"/>
                </a:lnTo>
                <a:lnTo>
                  <a:pt x="267337" y="0"/>
                </a:lnTo>
                <a:lnTo>
                  <a:pt x="267337" y="16912"/>
                </a:lnTo>
                <a:lnTo>
                  <a:pt x="247526" y="16912"/>
                </a:lnTo>
                <a:moveTo>
                  <a:pt x="267423" y="131955"/>
                </a:moveTo>
                <a:cubicBezTo>
                  <a:pt x="267423" y="141059"/>
                  <a:pt x="265489" y="147786"/>
                  <a:pt x="261620" y="152137"/>
                </a:cubicBezTo>
                <a:cubicBezTo>
                  <a:pt x="257752" y="156489"/>
                  <a:pt x="252093" y="158666"/>
                  <a:pt x="244642" y="158666"/>
                </a:cubicBezTo>
                <a:cubicBezTo>
                  <a:pt x="239598" y="158666"/>
                  <a:pt x="235241" y="158408"/>
                  <a:pt x="231573" y="157894"/>
                </a:cubicBezTo>
                <a:lnTo>
                  <a:pt x="231573" y="144327"/>
                </a:lnTo>
                <a:cubicBezTo>
                  <a:pt x="233117" y="144623"/>
                  <a:pt x="234861" y="144772"/>
                  <a:pt x="236805" y="144772"/>
                </a:cubicBezTo>
                <a:cubicBezTo>
                  <a:pt x="240922" y="144772"/>
                  <a:pt x="243738" y="143555"/>
                  <a:pt x="245253" y="141121"/>
                </a:cubicBezTo>
                <a:cubicBezTo>
                  <a:pt x="246768" y="138688"/>
                  <a:pt x="247526" y="135008"/>
                  <a:pt x="247526" y="130082"/>
                </a:cubicBezTo>
                <a:lnTo>
                  <a:pt x="247526" y="36708"/>
                </a:lnTo>
                <a:lnTo>
                  <a:pt x="267423" y="36708"/>
                </a:lnTo>
                <a:lnTo>
                  <a:pt x="267423" y="131955"/>
                </a:lnTo>
                <a:close/>
                <a:moveTo>
                  <a:pt x="378000" y="80534"/>
                </a:moveTo>
                <a:cubicBezTo>
                  <a:pt x="378000" y="94885"/>
                  <a:pt x="374008" y="106120"/>
                  <a:pt x="366025" y="114239"/>
                </a:cubicBezTo>
                <a:cubicBezTo>
                  <a:pt x="358041" y="122358"/>
                  <a:pt x="346838" y="126418"/>
                  <a:pt x="332415" y="126418"/>
                </a:cubicBezTo>
                <a:cubicBezTo>
                  <a:pt x="318450" y="126418"/>
                  <a:pt x="307518" y="122301"/>
                  <a:pt x="299621" y="114068"/>
                </a:cubicBezTo>
                <a:cubicBezTo>
                  <a:pt x="291723" y="105834"/>
                  <a:pt x="287775" y="94656"/>
                  <a:pt x="287775" y="80534"/>
                </a:cubicBezTo>
                <a:cubicBezTo>
                  <a:pt x="287775" y="66182"/>
                  <a:pt x="291738" y="55004"/>
                  <a:pt x="299664" y="46999"/>
                </a:cubicBezTo>
                <a:cubicBezTo>
                  <a:pt x="307590" y="38995"/>
                  <a:pt x="318679" y="34992"/>
                  <a:pt x="332930" y="34992"/>
                </a:cubicBezTo>
                <a:cubicBezTo>
                  <a:pt x="347639" y="34992"/>
                  <a:pt x="358827" y="38895"/>
                  <a:pt x="366496" y="46699"/>
                </a:cubicBezTo>
                <a:cubicBezTo>
                  <a:pt x="374165" y="54504"/>
                  <a:pt x="378000" y="65782"/>
                  <a:pt x="378000" y="80534"/>
                </a:cubicBezTo>
                <a:moveTo>
                  <a:pt x="357244" y="80534"/>
                </a:moveTo>
                <a:cubicBezTo>
                  <a:pt x="357244" y="59893"/>
                  <a:pt x="349282" y="49572"/>
                  <a:pt x="333359" y="49572"/>
                </a:cubicBezTo>
                <a:cubicBezTo>
                  <a:pt x="316806" y="49572"/>
                  <a:pt x="308530" y="59893"/>
                  <a:pt x="308530" y="80534"/>
                </a:cubicBezTo>
                <a:cubicBezTo>
                  <a:pt x="308530" y="90654"/>
                  <a:pt x="310556" y="98401"/>
                  <a:pt x="314608" y="103776"/>
                </a:cubicBezTo>
                <a:cubicBezTo>
                  <a:pt x="318661" y="109150"/>
                  <a:pt x="324539" y="111838"/>
                  <a:pt x="332244" y="111838"/>
                </a:cubicBezTo>
                <a:cubicBezTo>
                  <a:pt x="348911" y="111838"/>
                  <a:pt x="357244" y="101403"/>
                  <a:pt x="357244" y="80534"/>
                </a:cubicBezTo>
                <a:close/>
                <a:moveTo>
                  <a:pt x="438376" y="51389"/>
                </a:moveTo>
                <a:cubicBezTo>
                  <a:pt x="431954" y="51389"/>
                  <a:pt x="426823" y="54205"/>
                  <a:pt x="422981" y="59837"/>
                </a:cubicBezTo>
                <a:cubicBezTo>
                  <a:pt x="419140" y="65467"/>
                  <a:pt x="417219" y="73055"/>
                  <a:pt x="417219" y="82600"/>
                </a:cubicBezTo>
                <a:lnTo>
                  <a:pt x="417219" y="124703"/>
                </a:lnTo>
                <a:lnTo>
                  <a:pt x="397493" y="124703"/>
                </a:lnTo>
                <a:lnTo>
                  <a:pt x="397493" y="58428"/>
                </a:lnTo>
                <a:cubicBezTo>
                  <a:pt x="397493" y="49156"/>
                  <a:pt x="397264" y="41916"/>
                  <a:pt x="396807" y="36708"/>
                </a:cubicBezTo>
                <a:lnTo>
                  <a:pt x="415672" y="36708"/>
                </a:lnTo>
                <a:cubicBezTo>
                  <a:pt x="416246" y="43569"/>
                  <a:pt x="416533" y="50201"/>
                  <a:pt x="416533" y="56605"/>
                </a:cubicBezTo>
                <a:lnTo>
                  <a:pt x="416876" y="56605"/>
                </a:lnTo>
                <a:cubicBezTo>
                  <a:pt x="419629" y="48518"/>
                  <a:pt x="422811" y="42894"/>
                  <a:pt x="426422" y="39733"/>
                </a:cubicBezTo>
                <a:cubicBezTo>
                  <a:pt x="430035" y="36573"/>
                  <a:pt x="434794" y="34992"/>
                  <a:pt x="440700" y="34992"/>
                </a:cubicBezTo>
                <a:cubicBezTo>
                  <a:pt x="443394" y="34992"/>
                  <a:pt x="445630" y="35364"/>
                  <a:pt x="447408" y="36107"/>
                </a:cubicBezTo>
                <a:lnTo>
                  <a:pt x="447408" y="52317"/>
                </a:lnTo>
                <a:cubicBezTo>
                  <a:pt x="444483" y="51699"/>
                  <a:pt x="441472" y="51389"/>
                  <a:pt x="438376" y="51389"/>
                </a:cubicBezTo>
                <a:close/>
                <a:moveTo>
                  <a:pt x="463602" y="16912"/>
                </a:moveTo>
                <a:lnTo>
                  <a:pt x="463602" y="0"/>
                </a:lnTo>
                <a:lnTo>
                  <a:pt x="483242" y="0"/>
                </a:lnTo>
                <a:lnTo>
                  <a:pt x="483242" y="16912"/>
                </a:lnTo>
                <a:lnTo>
                  <a:pt x="463602" y="16912"/>
                </a:lnTo>
                <a:moveTo>
                  <a:pt x="463602" y="124703"/>
                </a:moveTo>
                <a:lnTo>
                  <a:pt x="463602" y="36708"/>
                </a:lnTo>
                <a:lnTo>
                  <a:pt x="483328" y="36708"/>
                </a:lnTo>
                <a:lnTo>
                  <a:pt x="483328" y="124703"/>
                </a:lnTo>
                <a:lnTo>
                  <a:pt x="463602" y="124703"/>
                </a:lnTo>
                <a:close/>
                <a:moveTo>
                  <a:pt x="535373" y="126246"/>
                </a:moveTo>
                <a:cubicBezTo>
                  <a:pt x="528497" y="126246"/>
                  <a:pt x="523068" y="124286"/>
                  <a:pt x="519085" y="120366"/>
                </a:cubicBezTo>
                <a:cubicBezTo>
                  <a:pt x="515104" y="116446"/>
                  <a:pt x="513114" y="110823"/>
                  <a:pt x="513114" y="103497"/>
                </a:cubicBezTo>
                <a:lnTo>
                  <a:pt x="513114" y="51046"/>
                </a:lnTo>
                <a:lnTo>
                  <a:pt x="500078" y="51046"/>
                </a:lnTo>
                <a:lnTo>
                  <a:pt x="500078" y="36708"/>
                </a:lnTo>
                <a:lnTo>
                  <a:pt x="513371" y="36708"/>
                </a:lnTo>
                <a:lnTo>
                  <a:pt x="519659" y="15438"/>
                </a:lnTo>
                <a:lnTo>
                  <a:pt x="532840" y="15438"/>
                </a:lnTo>
                <a:lnTo>
                  <a:pt x="532840" y="36708"/>
                </a:lnTo>
                <a:lnTo>
                  <a:pt x="554024" y="36708"/>
                </a:lnTo>
                <a:lnTo>
                  <a:pt x="554024" y="51046"/>
                </a:lnTo>
                <a:lnTo>
                  <a:pt x="532840" y="51046"/>
                </a:lnTo>
                <a:lnTo>
                  <a:pt x="532840" y="98517"/>
                </a:lnTo>
                <a:cubicBezTo>
                  <a:pt x="532840" y="107215"/>
                  <a:pt x="536528" y="111564"/>
                  <a:pt x="543904" y="111564"/>
                </a:cubicBezTo>
                <a:cubicBezTo>
                  <a:pt x="547391" y="111564"/>
                  <a:pt x="551137" y="111193"/>
                  <a:pt x="555139" y="110449"/>
                </a:cubicBezTo>
                <a:lnTo>
                  <a:pt x="555139" y="123671"/>
                </a:lnTo>
                <a:cubicBezTo>
                  <a:pt x="548608" y="125388"/>
                  <a:pt x="542020" y="126246"/>
                  <a:pt x="535373" y="126246"/>
                </a:cubicBezTo>
                <a:close/>
                <a:moveTo>
                  <a:pt x="579283" y="158666"/>
                </a:moveTo>
                <a:cubicBezTo>
                  <a:pt x="575620" y="158666"/>
                  <a:pt x="571843" y="158265"/>
                  <a:pt x="567951" y="157465"/>
                </a:cubicBezTo>
                <a:lnTo>
                  <a:pt x="567951" y="142113"/>
                </a:lnTo>
                <a:cubicBezTo>
                  <a:pt x="570928" y="142856"/>
                  <a:pt x="573504" y="143228"/>
                  <a:pt x="575678" y="143228"/>
                </a:cubicBezTo>
                <a:cubicBezTo>
                  <a:pt x="578710" y="143228"/>
                  <a:pt x="581371" y="142555"/>
                  <a:pt x="583660" y="141210"/>
                </a:cubicBezTo>
                <a:cubicBezTo>
                  <a:pt x="585950" y="139864"/>
                  <a:pt x="587983" y="137917"/>
                  <a:pt x="589757" y="135367"/>
                </a:cubicBezTo>
                <a:cubicBezTo>
                  <a:pt x="591531" y="132819"/>
                  <a:pt x="592991" y="130514"/>
                  <a:pt x="594136" y="128452"/>
                </a:cubicBezTo>
                <a:lnTo>
                  <a:pt x="595423" y="125273"/>
                </a:lnTo>
                <a:lnTo>
                  <a:pt x="560138" y="36708"/>
                </a:lnTo>
                <a:lnTo>
                  <a:pt x="581172" y="36708"/>
                </a:lnTo>
                <a:lnTo>
                  <a:pt x="597653" y="83514"/>
                </a:lnTo>
                <a:cubicBezTo>
                  <a:pt x="599427" y="88381"/>
                  <a:pt x="602031" y="96540"/>
                  <a:pt x="605465" y="107992"/>
                </a:cubicBezTo>
                <a:cubicBezTo>
                  <a:pt x="606439" y="104327"/>
                  <a:pt x="608758" y="97142"/>
                  <a:pt x="612420" y="86435"/>
                </a:cubicBezTo>
                <a:lnTo>
                  <a:pt x="629075" y="36708"/>
                </a:lnTo>
                <a:lnTo>
                  <a:pt x="649849" y="36708"/>
                </a:lnTo>
                <a:lnTo>
                  <a:pt x="614050" y="130066"/>
                </a:lnTo>
                <a:cubicBezTo>
                  <a:pt x="610501" y="138826"/>
                  <a:pt x="606009" y="145783"/>
                  <a:pt x="600571" y="150936"/>
                </a:cubicBezTo>
                <a:cubicBezTo>
                  <a:pt x="595136" y="156089"/>
                  <a:pt x="588040" y="158666"/>
                  <a:pt x="579283" y="158666"/>
                </a:cubicBezTo>
                <a:close/>
                <a:moveTo>
                  <a:pt x="753460" y="124703"/>
                </a:moveTo>
                <a:lnTo>
                  <a:pt x="729961" y="124703"/>
                </a:lnTo>
                <a:lnTo>
                  <a:pt x="697627" y="36708"/>
                </a:lnTo>
                <a:lnTo>
                  <a:pt x="718554" y="36708"/>
                </a:lnTo>
                <a:lnTo>
                  <a:pt x="735793" y="89000"/>
                </a:lnTo>
                <a:cubicBezTo>
                  <a:pt x="739166" y="100105"/>
                  <a:pt x="741167" y="106860"/>
                  <a:pt x="741796" y="109265"/>
                </a:cubicBezTo>
                <a:cubicBezTo>
                  <a:pt x="742311" y="107319"/>
                  <a:pt x="743068" y="104772"/>
                  <a:pt x="744069" y="101624"/>
                </a:cubicBezTo>
                <a:cubicBezTo>
                  <a:pt x="745070" y="98475"/>
                  <a:pt x="746485" y="94210"/>
                  <a:pt x="748314" y="88829"/>
                </a:cubicBezTo>
                <a:lnTo>
                  <a:pt x="765896" y="36708"/>
                </a:lnTo>
                <a:lnTo>
                  <a:pt x="786652" y="36708"/>
                </a:lnTo>
                <a:lnTo>
                  <a:pt x="753460" y="124703"/>
                </a:lnTo>
                <a:close/>
                <a:moveTo>
                  <a:pt x="884707" y="80534"/>
                </a:moveTo>
                <a:cubicBezTo>
                  <a:pt x="884707" y="94885"/>
                  <a:pt x="880715" y="106120"/>
                  <a:pt x="872732" y="114239"/>
                </a:cubicBezTo>
                <a:cubicBezTo>
                  <a:pt x="864748" y="122358"/>
                  <a:pt x="853545" y="126418"/>
                  <a:pt x="839122" y="126418"/>
                </a:cubicBezTo>
                <a:cubicBezTo>
                  <a:pt x="825157" y="126418"/>
                  <a:pt x="814225" y="122301"/>
                  <a:pt x="806328" y="114068"/>
                </a:cubicBezTo>
                <a:cubicBezTo>
                  <a:pt x="798430" y="105834"/>
                  <a:pt x="794482" y="94656"/>
                  <a:pt x="794482" y="80534"/>
                </a:cubicBezTo>
                <a:cubicBezTo>
                  <a:pt x="794482" y="66182"/>
                  <a:pt x="798445" y="55004"/>
                  <a:pt x="806371" y="46999"/>
                </a:cubicBezTo>
                <a:cubicBezTo>
                  <a:pt x="814297" y="38995"/>
                  <a:pt x="825386" y="34992"/>
                  <a:pt x="839637" y="34992"/>
                </a:cubicBezTo>
                <a:cubicBezTo>
                  <a:pt x="854346" y="34992"/>
                  <a:pt x="865534" y="38895"/>
                  <a:pt x="873203" y="46699"/>
                </a:cubicBezTo>
                <a:cubicBezTo>
                  <a:pt x="880872" y="54504"/>
                  <a:pt x="884707" y="65782"/>
                  <a:pt x="884707" y="80534"/>
                </a:cubicBezTo>
                <a:moveTo>
                  <a:pt x="863951" y="80534"/>
                </a:moveTo>
                <a:cubicBezTo>
                  <a:pt x="863951" y="59893"/>
                  <a:pt x="855990" y="49572"/>
                  <a:pt x="840066" y="49572"/>
                </a:cubicBezTo>
                <a:cubicBezTo>
                  <a:pt x="823513" y="49572"/>
                  <a:pt x="815237" y="59893"/>
                  <a:pt x="815237" y="80534"/>
                </a:cubicBezTo>
                <a:cubicBezTo>
                  <a:pt x="815237" y="90654"/>
                  <a:pt x="817263" y="98401"/>
                  <a:pt x="821315" y="103776"/>
                </a:cubicBezTo>
                <a:cubicBezTo>
                  <a:pt x="825368" y="109150"/>
                  <a:pt x="831246" y="111838"/>
                  <a:pt x="838951" y="111838"/>
                </a:cubicBezTo>
                <a:cubicBezTo>
                  <a:pt x="855618" y="111838"/>
                  <a:pt x="863951" y="101403"/>
                  <a:pt x="863951" y="80534"/>
                </a:cubicBezTo>
                <a:close/>
                <a:moveTo>
                  <a:pt x="930403" y="126246"/>
                </a:moveTo>
                <a:cubicBezTo>
                  <a:pt x="923528" y="126246"/>
                  <a:pt x="918099" y="124286"/>
                  <a:pt x="914116" y="120366"/>
                </a:cubicBezTo>
                <a:cubicBezTo>
                  <a:pt x="910135" y="116446"/>
                  <a:pt x="908144" y="110823"/>
                  <a:pt x="908144" y="103497"/>
                </a:cubicBezTo>
                <a:lnTo>
                  <a:pt x="908144" y="51046"/>
                </a:lnTo>
                <a:lnTo>
                  <a:pt x="895108" y="51046"/>
                </a:lnTo>
                <a:lnTo>
                  <a:pt x="895108" y="36708"/>
                </a:lnTo>
                <a:lnTo>
                  <a:pt x="908402" y="36708"/>
                </a:lnTo>
                <a:lnTo>
                  <a:pt x="914689" y="15438"/>
                </a:lnTo>
                <a:lnTo>
                  <a:pt x="927870" y="15438"/>
                </a:lnTo>
                <a:lnTo>
                  <a:pt x="927870" y="36708"/>
                </a:lnTo>
                <a:lnTo>
                  <a:pt x="949054" y="36708"/>
                </a:lnTo>
                <a:lnTo>
                  <a:pt x="949054" y="51046"/>
                </a:lnTo>
                <a:lnTo>
                  <a:pt x="927870" y="51046"/>
                </a:lnTo>
                <a:lnTo>
                  <a:pt x="927870" y="98517"/>
                </a:lnTo>
                <a:cubicBezTo>
                  <a:pt x="927870" y="107215"/>
                  <a:pt x="931558" y="111564"/>
                  <a:pt x="938934" y="111564"/>
                </a:cubicBezTo>
                <a:cubicBezTo>
                  <a:pt x="942422" y="111564"/>
                  <a:pt x="946167" y="111193"/>
                  <a:pt x="950169" y="110449"/>
                </a:cubicBezTo>
                <a:lnTo>
                  <a:pt x="950169" y="123671"/>
                </a:lnTo>
                <a:cubicBezTo>
                  <a:pt x="943639" y="125388"/>
                  <a:pt x="937050" y="126246"/>
                  <a:pt x="930403" y="126246"/>
                </a:cubicBezTo>
                <a:close/>
                <a:moveTo>
                  <a:pt x="968377" y="16912"/>
                </a:moveTo>
                <a:lnTo>
                  <a:pt x="968377" y="0"/>
                </a:lnTo>
                <a:lnTo>
                  <a:pt x="988017" y="0"/>
                </a:lnTo>
                <a:lnTo>
                  <a:pt x="988017" y="16912"/>
                </a:lnTo>
                <a:lnTo>
                  <a:pt x="968377" y="16912"/>
                </a:lnTo>
                <a:moveTo>
                  <a:pt x="968377" y="124703"/>
                </a:moveTo>
                <a:lnTo>
                  <a:pt x="968377" y="36708"/>
                </a:lnTo>
                <a:lnTo>
                  <a:pt x="988103" y="36708"/>
                </a:lnTo>
                <a:lnTo>
                  <a:pt x="988103" y="124703"/>
                </a:lnTo>
                <a:lnTo>
                  <a:pt x="968377" y="124703"/>
                </a:lnTo>
                <a:close/>
                <a:moveTo>
                  <a:pt x="1071921" y="124703"/>
                </a:moveTo>
                <a:lnTo>
                  <a:pt x="1071921" y="75570"/>
                </a:lnTo>
                <a:cubicBezTo>
                  <a:pt x="1071921" y="66652"/>
                  <a:pt x="1070535" y="60250"/>
                  <a:pt x="1067762" y="56364"/>
                </a:cubicBezTo>
                <a:cubicBezTo>
                  <a:pt x="1064988" y="52476"/>
                  <a:pt x="1060600" y="50532"/>
                  <a:pt x="1054597" y="50532"/>
                </a:cubicBezTo>
                <a:cubicBezTo>
                  <a:pt x="1048136" y="50532"/>
                  <a:pt x="1043061" y="53019"/>
                  <a:pt x="1039373" y="57993"/>
                </a:cubicBezTo>
                <a:cubicBezTo>
                  <a:pt x="1035685" y="62966"/>
                  <a:pt x="1033841" y="69711"/>
                  <a:pt x="1033841" y="78229"/>
                </a:cubicBezTo>
                <a:lnTo>
                  <a:pt x="1033841" y="124703"/>
                </a:lnTo>
                <a:lnTo>
                  <a:pt x="1014115" y="124703"/>
                </a:lnTo>
                <a:lnTo>
                  <a:pt x="1014115" y="56967"/>
                </a:lnTo>
                <a:cubicBezTo>
                  <a:pt x="1014115" y="50157"/>
                  <a:pt x="1013858" y="43404"/>
                  <a:pt x="1013344" y="36708"/>
                </a:cubicBezTo>
                <a:lnTo>
                  <a:pt x="1032126" y="36708"/>
                </a:lnTo>
                <a:cubicBezTo>
                  <a:pt x="1032755" y="45284"/>
                  <a:pt x="1033069" y="50945"/>
                  <a:pt x="1033069" y="53689"/>
                </a:cubicBezTo>
                <a:lnTo>
                  <a:pt x="1033413" y="53689"/>
                </a:lnTo>
                <a:cubicBezTo>
                  <a:pt x="1036791" y="47144"/>
                  <a:pt x="1040713" y="42392"/>
                  <a:pt x="1045178" y="39433"/>
                </a:cubicBezTo>
                <a:cubicBezTo>
                  <a:pt x="1049645" y="36473"/>
                  <a:pt x="1055401" y="34992"/>
                  <a:pt x="1062444" y="34992"/>
                </a:cubicBezTo>
                <a:cubicBezTo>
                  <a:pt x="1072236" y="34992"/>
                  <a:pt x="1079579" y="37880"/>
                  <a:pt x="1084475" y="43654"/>
                </a:cubicBezTo>
                <a:cubicBezTo>
                  <a:pt x="1089371" y="49429"/>
                  <a:pt x="1091819" y="58349"/>
                  <a:pt x="1091819" y="70413"/>
                </a:cubicBezTo>
                <a:lnTo>
                  <a:pt x="1091819" y="124703"/>
                </a:lnTo>
                <a:lnTo>
                  <a:pt x="1071921" y="124703"/>
                </a:lnTo>
                <a:close/>
                <a:moveTo>
                  <a:pt x="1111099" y="80190"/>
                </a:moveTo>
                <a:cubicBezTo>
                  <a:pt x="1111099" y="65641"/>
                  <a:pt x="1114311" y="54471"/>
                  <a:pt x="1120734" y="46680"/>
                </a:cubicBezTo>
                <a:cubicBezTo>
                  <a:pt x="1127159" y="38888"/>
                  <a:pt x="1136339" y="34992"/>
                  <a:pt x="1148273" y="34992"/>
                </a:cubicBezTo>
                <a:cubicBezTo>
                  <a:pt x="1154782" y="34992"/>
                  <a:pt x="1160506" y="36473"/>
                  <a:pt x="1165445" y="39433"/>
                </a:cubicBezTo>
                <a:cubicBezTo>
                  <a:pt x="1170385" y="42392"/>
                  <a:pt x="1174140" y="46572"/>
                  <a:pt x="1176709" y="51974"/>
                </a:cubicBezTo>
                <a:lnTo>
                  <a:pt x="1177052" y="51974"/>
                </a:lnTo>
                <a:cubicBezTo>
                  <a:pt x="1177052" y="47028"/>
                  <a:pt x="1177424" y="41939"/>
                  <a:pt x="1178167" y="36708"/>
                </a:cubicBezTo>
                <a:lnTo>
                  <a:pt x="1197036" y="36708"/>
                </a:lnTo>
                <a:cubicBezTo>
                  <a:pt x="1196578" y="41861"/>
                  <a:pt x="1196350" y="48388"/>
                  <a:pt x="1196350" y="56289"/>
                </a:cubicBezTo>
                <a:lnTo>
                  <a:pt x="1196350" y="122164"/>
                </a:lnTo>
                <a:cubicBezTo>
                  <a:pt x="1196350" y="132128"/>
                  <a:pt x="1192669" y="140701"/>
                  <a:pt x="1185307" y="147886"/>
                </a:cubicBezTo>
                <a:cubicBezTo>
                  <a:pt x="1177948" y="155072"/>
                  <a:pt x="1167478" y="158666"/>
                  <a:pt x="1153898" y="158666"/>
                </a:cubicBezTo>
                <a:cubicBezTo>
                  <a:pt x="1131476" y="158666"/>
                  <a:pt x="1118525" y="150804"/>
                  <a:pt x="1115044" y="135080"/>
                </a:cubicBezTo>
                <a:lnTo>
                  <a:pt x="1134631" y="132078"/>
                </a:lnTo>
                <a:cubicBezTo>
                  <a:pt x="1136796" y="140130"/>
                  <a:pt x="1143410" y="144155"/>
                  <a:pt x="1154472" y="144155"/>
                </a:cubicBezTo>
                <a:cubicBezTo>
                  <a:pt x="1161714" y="144155"/>
                  <a:pt x="1167245" y="141983"/>
                  <a:pt x="1171065" y="137640"/>
                </a:cubicBezTo>
                <a:cubicBezTo>
                  <a:pt x="1174885" y="133296"/>
                  <a:pt x="1176795" y="128239"/>
                  <a:pt x="1176795" y="122467"/>
                </a:cubicBezTo>
                <a:lnTo>
                  <a:pt x="1176795" y="113207"/>
                </a:lnTo>
                <a:cubicBezTo>
                  <a:pt x="1176795" y="111322"/>
                  <a:pt x="1176881" y="109436"/>
                  <a:pt x="1177052" y="107550"/>
                </a:cubicBezTo>
                <a:lnTo>
                  <a:pt x="1176709" y="107550"/>
                </a:lnTo>
                <a:cubicBezTo>
                  <a:pt x="1173740" y="113439"/>
                  <a:pt x="1169813" y="117827"/>
                  <a:pt x="1164930" y="120714"/>
                </a:cubicBezTo>
                <a:cubicBezTo>
                  <a:pt x="1160049" y="123602"/>
                  <a:pt x="1153925" y="125046"/>
                  <a:pt x="1146560" y="125046"/>
                </a:cubicBezTo>
                <a:cubicBezTo>
                  <a:pt x="1135139" y="125046"/>
                  <a:pt x="1126373" y="121150"/>
                  <a:pt x="1120262" y="113360"/>
                </a:cubicBezTo>
                <a:cubicBezTo>
                  <a:pt x="1114153" y="105568"/>
                  <a:pt x="1111099" y="94511"/>
                  <a:pt x="1111099" y="80190"/>
                </a:cubicBezTo>
                <a:moveTo>
                  <a:pt x="1131854" y="80190"/>
                </a:moveTo>
                <a:cubicBezTo>
                  <a:pt x="1131854" y="100374"/>
                  <a:pt x="1139259" y="110466"/>
                  <a:pt x="1154067" y="110466"/>
                </a:cubicBezTo>
                <a:cubicBezTo>
                  <a:pt x="1161531" y="110466"/>
                  <a:pt x="1167198" y="107785"/>
                  <a:pt x="1171070" y="102425"/>
                </a:cubicBezTo>
                <a:cubicBezTo>
                  <a:pt x="1174944" y="97063"/>
                  <a:pt x="1176881" y="89508"/>
                  <a:pt x="1176881" y="79762"/>
                </a:cubicBezTo>
                <a:cubicBezTo>
                  <a:pt x="1176881" y="70013"/>
                  <a:pt x="1174944" y="62516"/>
                  <a:pt x="1171070" y="57270"/>
                </a:cubicBezTo>
                <a:cubicBezTo>
                  <a:pt x="1167198" y="52024"/>
                  <a:pt x="1161588" y="49401"/>
                  <a:pt x="1154239" y="49401"/>
                </a:cubicBezTo>
                <a:cubicBezTo>
                  <a:pt x="1147119" y="49401"/>
                  <a:pt x="1141607" y="51909"/>
                  <a:pt x="1137705" y="56927"/>
                </a:cubicBezTo>
                <a:cubicBezTo>
                  <a:pt x="1133804" y="61944"/>
                  <a:pt x="1131854" y="69699"/>
                  <a:pt x="1131854" y="801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058cca9754daf"/>
          <a:stretch xmlns:a="http://schemas.openxmlformats.org/drawingml/2006/main"/>
        </p:blipFill>
        <p:spPr>
          <a:xfrm xmlns:a="http://schemas.openxmlformats.org/drawingml/2006/main">
            <a:off x="10905164" y="4225555"/>
            <a:ext cx="585490" cy="585490"/>
          </a:xfrm>
          <a:prstGeom xmlns:a="http://schemas.openxmlformats.org/drawingml/2006/main" prst="rect">
            <a:avLst/>
          </a:prstGeom>
        </p:spPr>
      </p:pic>
      <p:sp>
        <p:nvSpPr>
          <p:cNvPr id="117" name="Text !">
            <a:extLst xmlns:a="http://schemas.openxmlformats.org/drawingml/2006/main">
              <a:ext uri="{FF2B5EF4-FFF2-40B4-BE49-F238E27FC236}">
                <a16:creationId xmlns:a16="http://schemas.microsoft.com/office/drawing/2014/main" id="{3534C84C-646C-4E9D-8D42-6A5D75FF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432" y="4225556"/>
            <a:ext cx="585490" cy="585490"/>
          </a:xfrm>
          <a:custGeom xmlns:a="http://schemas.openxmlformats.org/drawingml/2006/main">
            <a:pathLst>
              <a:path w="585490" h="585490">
                <a:moveTo>
                  <a:pt x="0" y="585490"/>
                </a:moveTo>
                <a:lnTo>
                  <a:pt x="0" y="585490"/>
                </a:lnTo>
                <a:moveTo>
                  <a:pt x="585490" y="0"/>
                </a:moveTo>
                <a:lnTo>
                  <a:pt x="58549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Fine.ContinueGeneration.">
            <a:extLst xmlns:a="http://schemas.openxmlformats.org/drawingml/2006/main">
              <a:ext uri="{FF2B5EF4-FFF2-40B4-BE49-F238E27FC236}">
                <a16:creationId xmlns:a16="http://schemas.microsoft.com/office/drawing/2014/main" id="{49CCDD74-EFAD-4765-8855-89CC324F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467" y="4904046"/>
            <a:ext cx="2204532" cy="141084"/>
          </a:xfrm>
          <a:custGeom xmlns:a="http://schemas.openxmlformats.org/drawingml/2006/main">
            <a:pathLst>
              <a:path w="2204532" h="141084">
                <a:moveTo>
                  <a:pt x="68441" y="21270"/>
                </a:moveTo>
                <a:lnTo>
                  <a:pt x="17153" y="21270"/>
                </a:lnTo>
                <a:lnTo>
                  <a:pt x="17153" y="65696"/>
                </a:lnTo>
                <a:lnTo>
                  <a:pt x="64667" y="65696"/>
                </a:lnTo>
                <a:lnTo>
                  <a:pt x="64667" y="80791"/>
                </a:lnTo>
                <a:lnTo>
                  <a:pt x="17153" y="80791"/>
                </a:lnTo>
                <a:lnTo>
                  <a:pt x="17153" y="138854"/>
                </a:lnTo>
                <a:lnTo>
                  <a:pt x="0" y="138854"/>
                </a:lnTo>
                <a:lnTo>
                  <a:pt x="0" y="6004"/>
                </a:lnTo>
                <a:lnTo>
                  <a:pt x="68441" y="6004"/>
                </a:lnTo>
                <a:lnTo>
                  <a:pt x="68441" y="21270"/>
                </a:lnTo>
                <a:close/>
                <a:moveTo>
                  <a:pt x="89101" y="10549"/>
                </a:moveTo>
                <a:cubicBezTo>
                  <a:pt x="89101" y="7576"/>
                  <a:pt x="90116" y="5074"/>
                  <a:pt x="92146" y="3045"/>
                </a:cubicBezTo>
                <a:cubicBezTo>
                  <a:pt x="94176" y="1015"/>
                  <a:pt x="96677" y="0"/>
                  <a:pt x="99651" y="0"/>
                </a:cubicBezTo>
                <a:cubicBezTo>
                  <a:pt x="102681" y="0"/>
                  <a:pt x="105240" y="1001"/>
                  <a:pt x="107327" y="3002"/>
                </a:cubicBezTo>
                <a:cubicBezTo>
                  <a:pt x="109414" y="5003"/>
                  <a:pt x="110457" y="7519"/>
                  <a:pt x="110457" y="10549"/>
                </a:cubicBezTo>
                <a:cubicBezTo>
                  <a:pt x="110457" y="13522"/>
                  <a:pt x="109414" y="15995"/>
                  <a:pt x="107327" y="17968"/>
                </a:cubicBezTo>
                <a:cubicBezTo>
                  <a:pt x="105240" y="19940"/>
                  <a:pt x="102681" y="20927"/>
                  <a:pt x="99651" y="20927"/>
                </a:cubicBezTo>
                <a:cubicBezTo>
                  <a:pt x="96620" y="20927"/>
                  <a:pt x="94104" y="19940"/>
                  <a:pt x="92103" y="17968"/>
                </a:cubicBezTo>
                <a:cubicBezTo>
                  <a:pt x="90102" y="15995"/>
                  <a:pt x="89101" y="13522"/>
                  <a:pt x="89101" y="10549"/>
                </a:cubicBezTo>
                <a:moveTo>
                  <a:pt x="91074" y="138854"/>
                </a:moveTo>
                <a:lnTo>
                  <a:pt x="91074" y="43998"/>
                </a:lnTo>
                <a:lnTo>
                  <a:pt x="107884" y="43998"/>
                </a:lnTo>
                <a:lnTo>
                  <a:pt x="107884" y="138854"/>
                </a:lnTo>
                <a:lnTo>
                  <a:pt x="91074" y="138854"/>
                </a:lnTo>
                <a:close/>
                <a:moveTo>
                  <a:pt x="218985" y="138854"/>
                </a:moveTo>
                <a:lnTo>
                  <a:pt x="202261" y="138854"/>
                </a:lnTo>
                <a:lnTo>
                  <a:pt x="202261" y="84908"/>
                </a:lnTo>
                <a:cubicBezTo>
                  <a:pt x="202261" y="65410"/>
                  <a:pt x="195142" y="55662"/>
                  <a:pt x="180905" y="55662"/>
                </a:cubicBezTo>
                <a:cubicBezTo>
                  <a:pt x="173530" y="55662"/>
                  <a:pt x="167469" y="58406"/>
                  <a:pt x="162723" y="63895"/>
                </a:cubicBezTo>
                <a:cubicBezTo>
                  <a:pt x="157977" y="69384"/>
                  <a:pt x="155605" y="76331"/>
                  <a:pt x="155605" y="84736"/>
                </a:cubicBezTo>
                <a:lnTo>
                  <a:pt x="155605" y="138854"/>
                </a:lnTo>
                <a:lnTo>
                  <a:pt x="138795" y="138854"/>
                </a:lnTo>
                <a:lnTo>
                  <a:pt x="138795" y="43998"/>
                </a:lnTo>
                <a:lnTo>
                  <a:pt x="155605" y="43998"/>
                </a:lnTo>
                <a:lnTo>
                  <a:pt x="155605" y="59693"/>
                </a:lnTo>
                <a:lnTo>
                  <a:pt x="155948" y="59693"/>
                </a:lnTo>
                <a:cubicBezTo>
                  <a:pt x="163095" y="47743"/>
                  <a:pt x="173472" y="41768"/>
                  <a:pt x="187080" y="41768"/>
                </a:cubicBezTo>
                <a:cubicBezTo>
                  <a:pt x="197487" y="41768"/>
                  <a:pt x="205406" y="45098"/>
                  <a:pt x="210837" y="51759"/>
                </a:cubicBezTo>
                <a:cubicBezTo>
                  <a:pt x="216269" y="58420"/>
                  <a:pt x="218985" y="68126"/>
                  <a:pt x="218985" y="80877"/>
                </a:cubicBezTo>
                <a:lnTo>
                  <a:pt x="218985" y="138854"/>
                </a:lnTo>
                <a:close/>
                <a:moveTo>
                  <a:pt x="323952" y="95714"/>
                </a:moveTo>
                <a:lnTo>
                  <a:pt x="257570" y="95714"/>
                </a:lnTo>
                <a:cubicBezTo>
                  <a:pt x="257856" y="105834"/>
                  <a:pt x="260629" y="113653"/>
                  <a:pt x="265889" y="119171"/>
                </a:cubicBezTo>
                <a:cubicBezTo>
                  <a:pt x="271149" y="124688"/>
                  <a:pt x="278496" y="127447"/>
                  <a:pt x="287931" y="127447"/>
                </a:cubicBezTo>
                <a:cubicBezTo>
                  <a:pt x="298565" y="127447"/>
                  <a:pt x="308314" y="124045"/>
                  <a:pt x="317177" y="117241"/>
                </a:cubicBezTo>
                <a:lnTo>
                  <a:pt x="317177" y="132250"/>
                </a:lnTo>
                <a:cubicBezTo>
                  <a:pt x="308829" y="138139"/>
                  <a:pt x="297765" y="141084"/>
                  <a:pt x="283985" y="141084"/>
                </a:cubicBezTo>
                <a:cubicBezTo>
                  <a:pt x="270263" y="141084"/>
                  <a:pt x="259557" y="136738"/>
                  <a:pt x="251866" y="128047"/>
                </a:cubicBezTo>
                <a:cubicBezTo>
                  <a:pt x="244176" y="119357"/>
                  <a:pt x="240331" y="107292"/>
                  <a:pt x="240331" y="91855"/>
                </a:cubicBezTo>
                <a:cubicBezTo>
                  <a:pt x="240331" y="77332"/>
                  <a:pt x="244548" y="65353"/>
                  <a:pt x="252981" y="55919"/>
                </a:cubicBezTo>
                <a:cubicBezTo>
                  <a:pt x="261415" y="46485"/>
                  <a:pt x="271893" y="41768"/>
                  <a:pt x="284414" y="41768"/>
                </a:cubicBezTo>
                <a:cubicBezTo>
                  <a:pt x="296822" y="41768"/>
                  <a:pt x="306513" y="45756"/>
                  <a:pt x="313489" y="53732"/>
                </a:cubicBezTo>
                <a:cubicBezTo>
                  <a:pt x="320464" y="61708"/>
                  <a:pt x="323952" y="72872"/>
                  <a:pt x="323952" y="87223"/>
                </a:cubicBezTo>
                <a:lnTo>
                  <a:pt x="323952" y="95714"/>
                </a:lnTo>
                <a:moveTo>
                  <a:pt x="307142" y="82249"/>
                </a:moveTo>
                <a:cubicBezTo>
                  <a:pt x="307085" y="73672"/>
                  <a:pt x="305055" y="67040"/>
                  <a:pt x="301053" y="62351"/>
                </a:cubicBezTo>
                <a:cubicBezTo>
                  <a:pt x="297050" y="57663"/>
                  <a:pt x="291418" y="55319"/>
                  <a:pt x="284157" y="55319"/>
                </a:cubicBezTo>
                <a:cubicBezTo>
                  <a:pt x="277467" y="55319"/>
                  <a:pt x="271678" y="57806"/>
                  <a:pt x="266789" y="62780"/>
                </a:cubicBezTo>
                <a:cubicBezTo>
                  <a:pt x="261901" y="67754"/>
                  <a:pt x="258828" y="74244"/>
                  <a:pt x="257570" y="82249"/>
                </a:cubicBezTo>
                <a:lnTo>
                  <a:pt x="307142" y="82249"/>
                </a:lnTo>
                <a:close/>
                <a:moveTo>
                  <a:pt x="340623" y="130020"/>
                </a:moveTo>
                <a:cubicBezTo>
                  <a:pt x="340623" y="126932"/>
                  <a:pt x="341681" y="124331"/>
                  <a:pt x="343797" y="122215"/>
                </a:cubicBezTo>
                <a:cubicBezTo>
                  <a:pt x="345912" y="120100"/>
                  <a:pt x="348542" y="119042"/>
                  <a:pt x="351687" y="119042"/>
                </a:cubicBezTo>
                <a:cubicBezTo>
                  <a:pt x="354889" y="119042"/>
                  <a:pt x="357548" y="120114"/>
                  <a:pt x="359663" y="122258"/>
                </a:cubicBezTo>
                <a:cubicBezTo>
                  <a:pt x="361779" y="124402"/>
                  <a:pt x="362836" y="126990"/>
                  <a:pt x="362836" y="130020"/>
                </a:cubicBezTo>
                <a:cubicBezTo>
                  <a:pt x="362836" y="132993"/>
                  <a:pt x="361779" y="135552"/>
                  <a:pt x="359663" y="137696"/>
                </a:cubicBezTo>
                <a:cubicBezTo>
                  <a:pt x="357548" y="139840"/>
                  <a:pt x="354860" y="140912"/>
                  <a:pt x="351601" y="140912"/>
                </a:cubicBezTo>
                <a:cubicBezTo>
                  <a:pt x="348457" y="140912"/>
                  <a:pt x="345841" y="139840"/>
                  <a:pt x="343754" y="137696"/>
                </a:cubicBezTo>
                <a:cubicBezTo>
                  <a:pt x="341667" y="135552"/>
                  <a:pt x="340623" y="132993"/>
                  <a:pt x="340623" y="130020"/>
                </a:cubicBezTo>
                <a:close/>
                <a:moveTo>
                  <a:pt x="531644" y="133365"/>
                </a:moveTo>
                <a:cubicBezTo>
                  <a:pt x="521867" y="138511"/>
                  <a:pt x="509603" y="141084"/>
                  <a:pt x="494851" y="141084"/>
                </a:cubicBezTo>
                <a:cubicBezTo>
                  <a:pt x="475811" y="141084"/>
                  <a:pt x="460602" y="135037"/>
                  <a:pt x="449224" y="122944"/>
                </a:cubicBezTo>
                <a:cubicBezTo>
                  <a:pt x="437846" y="110852"/>
                  <a:pt x="432157" y="94856"/>
                  <a:pt x="432157" y="74959"/>
                </a:cubicBezTo>
                <a:cubicBezTo>
                  <a:pt x="432157" y="53575"/>
                  <a:pt x="438561" y="36364"/>
                  <a:pt x="451368" y="23328"/>
                </a:cubicBezTo>
                <a:cubicBezTo>
                  <a:pt x="464176" y="10292"/>
                  <a:pt x="480443" y="3774"/>
                  <a:pt x="500169" y="3774"/>
                </a:cubicBezTo>
                <a:cubicBezTo>
                  <a:pt x="512862" y="3774"/>
                  <a:pt x="523354" y="5575"/>
                  <a:pt x="531644" y="9177"/>
                </a:cubicBezTo>
                <a:lnTo>
                  <a:pt x="531644" y="27102"/>
                </a:lnTo>
                <a:cubicBezTo>
                  <a:pt x="522153" y="21842"/>
                  <a:pt x="511718" y="19211"/>
                  <a:pt x="500340" y="19211"/>
                </a:cubicBezTo>
                <a:cubicBezTo>
                  <a:pt x="485531" y="19211"/>
                  <a:pt x="473467" y="24143"/>
                  <a:pt x="464147" y="34006"/>
                </a:cubicBezTo>
                <a:cubicBezTo>
                  <a:pt x="454827" y="43869"/>
                  <a:pt x="450168" y="57177"/>
                  <a:pt x="450168" y="73930"/>
                </a:cubicBezTo>
                <a:cubicBezTo>
                  <a:pt x="450168" y="89825"/>
                  <a:pt x="454513" y="102447"/>
                  <a:pt x="463204" y="111795"/>
                </a:cubicBezTo>
                <a:cubicBezTo>
                  <a:pt x="471895" y="121143"/>
                  <a:pt x="483273" y="125818"/>
                  <a:pt x="497338" y="125818"/>
                </a:cubicBezTo>
                <a:cubicBezTo>
                  <a:pt x="510489" y="125818"/>
                  <a:pt x="521924" y="122844"/>
                  <a:pt x="531644" y="116898"/>
                </a:cubicBezTo>
                <a:lnTo>
                  <a:pt x="531644" y="133365"/>
                </a:lnTo>
                <a:close/>
                <a:moveTo>
                  <a:pt x="549259" y="92455"/>
                </a:moveTo>
                <a:cubicBezTo>
                  <a:pt x="549259" y="76788"/>
                  <a:pt x="553633" y="64424"/>
                  <a:pt x="562381" y="55361"/>
                </a:cubicBezTo>
                <a:cubicBezTo>
                  <a:pt x="571129" y="46299"/>
                  <a:pt x="582993" y="41768"/>
                  <a:pt x="597974" y="41768"/>
                </a:cubicBezTo>
                <a:cubicBezTo>
                  <a:pt x="612211" y="41768"/>
                  <a:pt x="623374" y="46127"/>
                  <a:pt x="631465" y="54847"/>
                </a:cubicBezTo>
                <a:cubicBezTo>
                  <a:pt x="639555" y="63566"/>
                  <a:pt x="643601" y="75616"/>
                  <a:pt x="643601" y="90997"/>
                </a:cubicBezTo>
                <a:cubicBezTo>
                  <a:pt x="643601" y="105977"/>
                  <a:pt x="639284" y="118070"/>
                  <a:pt x="630650" y="127276"/>
                </a:cubicBezTo>
                <a:cubicBezTo>
                  <a:pt x="622016" y="136481"/>
                  <a:pt x="610438" y="141084"/>
                  <a:pt x="595915" y="141084"/>
                </a:cubicBezTo>
                <a:cubicBezTo>
                  <a:pt x="581735" y="141084"/>
                  <a:pt x="570414" y="136624"/>
                  <a:pt x="561952" y="127704"/>
                </a:cubicBezTo>
                <a:cubicBezTo>
                  <a:pt x="553490" y="118785"/>
                  <a:pt x="549259" y="107035"/>
                  <a:pt x="549259" y="92455"/>
                </a:cubicBezTo>
                <a:moveTo>
                  <a:pt x="566412" y="91940"/>
                </a:moveTo>
                <a:cubicBezTo>
                  <a:pt x="566412" y="102861"/>
                  <a:pt x="569171" y="111466"/>
                  <a:pt x="574688" y="117756"/>
                </a:cubicBezTo>
                <a:cubicBezTo>
                  <a:pt x="580206" y="124045"/>
                  <a:pt x="587625" y="127190"/>
                  <a:pt x="596944" y="127190"/>
                </a:cubicBezTo>
                <a:cubicBezTo>
                  <a:pt x="606550" y="127190"/>
                  <a:pt x="613869" y="124117"/>
                  <a:pt x="618900" y="117970"/>
                </a:cubicBezTo>
                <a:cubicBezTo>
                  <a:pt x="623932" y="111824"/>
                  <a:pt x="626448" y="103004"/>
                  <a:pt x="626448" y="91511"/>
                </a:cubicBezTo>
                <a:cubicBezTo>
                  <a:pt x="626448" y="79962"/>
                  <a:pt x="623932" y="71099"/>
                  <a:pt x="618900" y="64924"/>
                </a:cubicBezTo>
                <a:cubicBezTo>
                  <a:pt x="613869" y="58749"/>
                  <a:pt x="606550" y="55662"/>
                  <a:pt x="596944" y="55662"/>
                </a:cubicBezTo>
                <a:cubicBezTo>
                  <a:pt x="587510" y="55662"/>
                  <a:pt x="580063" y="58892"/>
                  <a:pt x="574603" y="65353"/>
                </a:cubicBezTo>
                <a:cubicBezTo>
                  <a:pt x="569142" y="71814"/>
                  <a:pt x="566412" y="80676"/>
                  <a:pt x="566412" y="91940"/>
                </a:cubicBezTo>
                <a:close/>
                <a:moveTo>
                  <a:pt x="747367" y="138854"/>
                </a:moveTo>
                <a:lnTo>
                  <a:pt x="730643" y="138854"/>
                </a:lnTo>
                <a:lnTo>
                  <a:pt x="730643" y="84908"/>
                </a:lnTo>
                <a:cubicBezTo>
                  <a:pt x="730643" y="65410"/>
                  <a:pt x="723525" y="55662"/>
                  <a:pt x="709288" y="55662"/>
                </a:cubicBezTo>
                <a:cubicBezTo>
                  <a:pt x="701912" y="55662"/>
                  <a:pt x="695851" y="58406"/>
                  <a:pt x="691105" y="63895"/>
                </a:cubicBezTo>
                <a:cubicBezTo>
                  <a:pt x="686360" y="69384"/>
                  <a:pt x="683987" y="76331"/>
                  <a:pt x="683987" y="84736"/>
                </a:cubicBezTo>
                <a:lnTo>
                  <a:pt x="683987" y="138854"/>
                </a:lnTo>
                <a:lnTo>
                  <a:pt x="667177" y="138854"/>
                </a:lnTo>
                <a:lnTo>
                  <a:pt x="667177" y="43998"/>
                </a:lnTo>
                <a:lnTo>
                  <a:pt x="683987" y="43998"/>
                </a:lnTo>
                <a:lnTo>
                  <a:pt x="683987" y="59693"/>
                </a:lnTo>
                <a:lnTo>
                  <a:pt x="684330" y="59693"/>
                </a:lnTo>
                <a:cubicBezTo>
                  <a:pt x="691477" y="47743"/>
                  <a:pt x="701855" y="41768"/>
                  <a:pt x="715463" y="41768"/>
                </a:cubicBezTo>
                <a:cubicBezTo>
                  <a:pt x="725869" y="41768"/>
                  <a:pt x="733788" y="45098"/>
                  <a:pt x="739220" y="51759"/>
                </a:cubicBezTo>
                <a:cubicBezTo>
                  <a:pt x="744652" y="58420"/>
                  <a:pt x="747367" y="68126"/>
                  <a:pt x="747367" y="80877"/>
                </a:cubicBezTo>
                <a:lnTo>
                  <a:pt x="747367" y="138854"/>
                </a:lnTo>
                <a:close/>
                <a:moveTo>
                  <a:pt x="820600" y="137910"/>
                </a:moveTo>
                <a:cubicBezTo>
                  <a:pt x="816941" y="139912"/>
                  <a:pt x="811995" y="140912"/>
                  <a:pt x="805763" y="140912"/>
                </a:cubicBezTo>
                <a:cubicBezTo>
                  <a:pt x="788781" y="140912"/>
                  <a:pt x="780290" y="131507"/>
                  <a:pt x="780290" y="112695"/>
                </a:cubicBezTo>
                <a:lnTo>
                  <a:pt x="780290" y="57892"/>
                </a:lnTo>
                <a:lnTo>
                  <a:pt x="763995" y="57892"/>
                </a:lnTo>
                <a:lnTo>
                  <a:pt x="763995" y="43998"/>
                </a:lnTo>
                <a:lnTo>
                  <a:pt x="780290" y="43998"/>
                </a:lnTo>
                <a:lnTo>
                  <a:pt x="780290" y="21184"/>
                </a:lnTo>
                <a:lnTo>
                  <a:pt x="797015" y="15867"/>
                </a:lnTo>
                <a:lnTo>
                  <a:pt x="797015" y="43998"/>
                </a:lnTo>
                <a:lnTo>
                  <a:pt x="820600" y="43998"/>
                </a:lnTo>
                <a:lnTo>
                  <a:pt x="820600" y="57892"/>
                </a:lnTo>
                <a:lnTo>
                  <a:pt x="797015" y="57892"/>
                </a:lnTo>
                <a:lnTo>
                  <a:pt x="797015" y="109694"/>
                </a:lnTo>
                <a:cubicBezTo>
                  <a:pt x="797015" y="115926"/>
                  <a:pt x="798072" y="120386"/>
                  <a:pt x="800188" y="123073"/>
                </a:cubicBezTo>
                <a:cubicBezTo>
                  <a:pt x="802303" y="125760"/>
                  <a:pt x="805820" y="127104"/>
                  <a:pt x="810737" y="127104"/>
                </a:cubicBezTo>
                <a:cubicBezTo>
                  <a:pt x="814511" y="127104"/>
                  <a:pt x="817798" y="126046"/>
                  <a:pt x="820600" y="123931"/>
                </a:cubicBezTo>
                <a:lnTo>
                  <a:pt x="820600" y="137910"/>
                </a:lnTo>
                <a:close/>
                <a:moveTo>
                  <a:pt x="838904" y="10549"/>
                </a:moveTo>
                <a:cubicBezTo>
                  <a:pt x="838904" y="7576"/>
                  <a:pt x="839919" y="5074"/>
                  <a:pt x="841949" y="3045"/>
                </a:cubicBezTo>
                <a:cubicBezTo>
                  <a:pt x="843978" y="1015"/>
                  <a:pt x="846480" y="0"/>
                  <a:pt x="849453" y="0"/>
                </a:cubicBezTo>
                <a:cubicBezTo>
                  <a:pt x="852484" y="0"/>
                  <a:pt x="855042" y="1001"/>
                  <a:pt x="857129" y="3002"/>
                </a:cubicBezTo>
                <a:cubicBezTo>
                  <a:pt x="859216" y="5003"/>
                  <a:pt x="860260" y="7519"/>
                  <a:pt x="860260" y="10549"/>
                </a:cubicBezTo>
                <a:cubicBezTo>
                  <a:pt x="860260" y="13522"/>
                  <a:pt x="859216" y="15995"/>
                  <a:pt x="857129" y="17968"/>
                </a:cubicBezTo>
                <a:cubicBezTo>
                  <a:pt x="855042" y="19940"/>
                  <a:pt x="852484" y="20927"/>
                  <a:pt x="849453" y="20927"/>
                </a:cubicBezTo>
                <a:cubicBezTo>
                  <a:pt x="846423" y="20927"/>
                  <a:pt x="843907" y="19940"/>
                  <a:pt x="841906" y="17968"/>
                </a:cubicBezTo>
                <a:cubicBezTo>
                  <a:pt x="839905" y="15995"/>
                  <a:pt x="838904" y="13522"/>
                  <a:pt x="838904" y="10549"/>
                </a:cubicBezTo>
                <a:moveTo>
                  <a:pt x="840877" y="138854"/>
                </a:moveTo>
                <a:lnTo>
                  <a:pt x="840877" y="43998"/>
                </a:lnTo>
                <a:lnTo>
                  <a:pt x="857687" y="43998"/>
                </a:lnTo>
                <a:lnTo>
                  <a:pt x="857687" y="138854"/>
                </a:lnTo>
                <a:lnTo>
                  <a:pt x="840877" y="138854"/>
                </a:lnTo>
                <a:close/>
                <a:moveTo>
                  <a:pt x="968787" y="138854"/>
                </a:moveTo>
                <a:lnTo>
                  <a:pt x="952063" y="138854"/>
                </a:lnTo>
                <a:lnTo>
                  <a:pt x="952063" y="84908"/>
                </a:lnTo>
                <a:cubicBezTo>
                  <a:pt x="952063" y="65410"/>
                  <a:pt x="944945" y="55662"/>
                  <a:pt x="930708" y="55662"/>
                </a:cubicBezTo>
                <a:cubicBezTo>
                  <a:pt x="923332" y="55662"/>
                  <a:pt x="917271" y="58406"/>
                  <a:pt x="912525" y="63895"/>
                </a:cubicBezTo>
                <a:cubicBezTo>
                  <a:pt x="907780" y="69384"/>
                  <a:pt x="905407" y="76331"/>
                  <a:pt x="905407" y="84736"/>
                </a:cubicBezTo>
                <a:lnTo>
                  <a:pt x="905407" y="138854"/>
                </a:lnTo>
                <a:lnTo>
                  <a:pt x="888597" y="138854"/>
                </a:lnTo>
                <a:lnTo>
                  <a:pt x="888597" y="43998"/>
                </a:lnTo>
                <a:lnTo>
                  <a:pt x="905407" y="43998"/>
                </a:lnTo>
                <a:lnTo>
                  <a:pt x="905407" y="59693"/>
                </a:lnTo>
                <a:lnTo>
                  <a:pt x="905750" y="59693"/>
                </a:lnTo>
                <a:cubicBezTo>
                  <a:pt x="912897" y="47743"/>
                  <a:pt x="923275" y="41768"/>
                  <a:pt x="936883" y="41768"/>
                </a:cubicBezTo>
                <a:cubicBezTo>
                  <a:pt x="947289" y="41768"/>
                  <a:pt x="955208" y="45098"/>
                  <a:pt x="960640" y="51759"/>
                </a:cubicBezTo>
                <a:cubicBezTo>
                  <a:pt x="966071" y="58420"/>
                  <a:pt x="968787" y="68126"/>
                  <a:pt x="968787" y="80877"/>
                </a:cubicBezTo>
                <a:lnTo>
                  <a:pt x="968787" y="138854"/>
                </a:lnTo>
                <a:close/>
                <a:moveTo>
                  <a:pt x="1074784" y="138854"/>
                </a:moveTo>
                <a:lnTo>
                  <a:pt x="1057888" y="138854"/>
                </a:lnTo>
                <a:lnTo>
                  <a:pt x="1057888" y="123931"/>
                </a:lnTo>
                <a:lnTo>
                  <a:pt x="1057545" y="123931"/>
                </a:lnTo>
                <a:cubicBezTo>
                  <a:pt x="1051198" y="135366"/>
                  <a:pt x="1041450" y="141084"/>
                  <a:pt x="1028299" y="141084"/>
                </a:cubicBezTo>
                <a:cubicBezTo>
                  <a:pt x="1005829" y="141084"/>
                  <a:pt x="994593" y="127647"/>
                  <a:pt x="994593" y="100774"/>
                </a:cubicBezTo>
                <a:lnTo>
                  <a:pt x="994593" y="43998"/>
                </a:lnTo>
                <a:lnTo>
                  <a:pt x="1011232" y="43998"/>
                </a:lnTo>
                <a:lnTo>
                  <a:pt x="1011232" y="98287"/>
                </a:lnTo>
                <a:cubicBezTo>
                  <a:pt x="1011232" y="117555"/>
                  <a:pt x="1018608" y="127190"/>
                  <a:pt x="1033359" y="127190"/>
                </a:cubicBezTo>
                <a:cubicBezTo>
                  <a:pt x="1040678" y="127190"/>
                  <a:pt x="1046596" y="124488"/>
                  <a:pt x="1051113" y="119085"/>
                </a:cubicBezTo>
                <a:cubicBezTo>
                  <a:pt x="1055630" y="113682"/>
                  <a:pt x="1057888" y="106863"/>
                  <a:pt x="1057888" y="98630"/>
                </a:cubicBezTo>
                <a:lnTo>
                  <a:pt x="1057888" y="43998"/>
                </a:lnTo>
                <a:lnTo>
                  <a:pt x="1074784" y="43998"/>
                </a:lnTo>
                <a:lnTo>
                  <a:pt x="1074784" y="138854"/>
                </a:lnTo>
                <a:close/>
                <a:moveTo>
                  <a:pt x="1181636" y="95714"/>
                </a:moveTo>
                <a:lnTo>
                  <a:pt x="1115254" y="95714"/>
                </a:lnTo>
                <a:cubicBezTo>
                  <a:pt x="1115540" y="105834"/>
                  <a:pt x="1118313" y="113653"/>
                  <a:pt x="1123573" y="119171"/>
                </a:cubicBezTo>
                <a:cubicBezTo>
                  <a:pt x="1128834" y="124688"/>
                  <a:pt x="1136181" y="127447"/>
                  <a:pt x="1145615" y="127447"/>
                </a:cubicBezTo>
                <a:cubicBezTo>
                  <a:pt x="1156250" y="127447"/>
                  <a:pt x="1165998" y="124045"/>
                  <a:pt x="1174861" y="117241"/>
                </a:cubicBezTo>
                <a:lnTo>
                  <a:pt x="1174861" y="132250"/>
                </a:lnTo>
                <a:cubicBezTo>
                  <a:pt x="1166513" y="138139"/>
                  <a:pt x="1155449" y="141084"/>
                  <a:pt x="1141670" y="141084"/>
                </a:cubicBezTo>
                <a:cubicBezTo>
                  <a:pt x="1127947" y="141084"/>
                  <a:pt x="1117241" y="136738"/>
                  <a:pt x="1109551" y="128047"/>
                </a:cubicBezTo>
                <a:cubicBezTo>
                  <a:pt x="1101860" y="119357"/>
                  <a:pt x="1098015" y="107292"/>
                  <a:pt x="1098015" y="91855"/>
                </a:cubicBezTo>
                <a:cubicBezTo>
                  <a:pt x="1098015" y="77332"/>
                  <a:pt x="1102232" y="65353"/>
                  <a:pt x="1110666" y="55919"/>
                </a:cubicBezTo>
                <a:cubicBezTo>
                  <a:pt x="1119099" y="46485"/>
                  <a:pt x="1129577" y="41768"/>
                  <a:pt x="1142099" y="41768"/>
                </a:cubicBezTo>
                <a:cubicBezTo>
                  <a:pt x="1154506" y="41768"/>
                  <a:pt x="1164197" y="45756"/>
                  <a:pt x="1171173" y="53732"/>
                </a:cubicBezTo>
                <a:cubicBezTo>
                  <a:pt x="1178149" y="61708"/>
                  <a:pt x="1181636" y="72872"/>
                  <a:pt x="1181636" y="87223"/>
                </a:cubicBezTo>
                <a:lnTo>
                  <a:pt x="1181636" y="95714"/>
                </a:lnTo>
                <a:moveTo>
                  <a:pt x="1164826" y="82249"/>
                </a:moveTo>
                <a:cubicBezTo>
                  <a:pt x="1164769" y="73672"/>
                  <a:pt x="1162739" y="67040"/>
                  <a:pt x="1158737" y="62351"/>
                </a:cubicBezTo>
                <a:cubicBezTo>
                  <a:pt x="1154735" y="57663"/>
                  <a:pt x="1149103" y="55319"/>
                  <a:pt x="1141841" y="55319"/>
                </a:cubicBezTo>
                <a:cubicBezTo>
                  <a:pt x="1135152" y="55319"/>
                  <a:pt x="1129362" y="57806"/>
                  <a:pt x="1124474" y="62780"/>
                </a:cubicBezTo>
                <a:cubicBezTo>
                  <a:pt x="1119585" y="67754"/>
                  <a:pt x="1116512" y="74244"/>
                  <a:pt x="1115254" y="82249"/>
                </a:cubicBezTo>
                <a:lnTo>
                  <a:pt x="1164826" y="82249"/>
                </a:lnTo>
                <a:close/>
                <a:moveTo>
                  <a:pt x="1356835" y="129763"/>
                </a:moveTo>
                <a:cubicBezTo>
                  <a:pt x="1343570" y="137310"/>
                  <a:pt x="1328589" y="141084"/>
                  <a:pt x="1311894" y="141084"/>
                </a:cubicBezTo>
                <a:cubicBezTo>
                  <a:pt x="1292682" y="141084"/>
                  <a:pt x="1277202" y="135009"/>
                  <a:pt x="1265452" y="122859"/>
                </a:cubicBezTo>
                <a:cubicBezTo>
                  <a:pt x="1253702" y="110709"/>
                  <a:pt x="1247827" y="94485"/>
                  <a:pt x="1247827" y="74187"/>
                </a:cubicBezTo>
                <a:cubicBezTo>
                  <a:pt x="1247827" y="53660"/>
                  <a:pt x="1254317" y="36793"/>
                  <a:pt x="1267296" y="23585"/>
                </a:cubicBezTo>
                <a:cubicBezTo>
                  <a:pt x="1280275" y="10378"/>
                  <a:pt x="1296913" y="3774"/>
                  <a:pt x="1317211" y="3774"/>
                </a:cubicBezTo>
                <a:cubicBezTo>
                  <a:pt x="1331562" y="3774"/>
                  <a:pt x="1343713" y="6061"/>
                  <a:pt x="1353661" y="10635"/>
                </a:cubicBezTo>
                <a:lnTo>
                  <a:pt x="1353661" y="29160"/>
                </a:lnTo>
                <a:cubicBezTo>
                  <a:pt x="1343026" y="22470"/>
                  <a:pt x="1330362" y="19126"/>
                  <a:pt x="1315667" y="19126"/>
                </a:cubicBezTo>
                <a:cubicBezTo>
                  <a:pt x="1301202" y="19126"/>
                  <a:pt x="1289280" y="24071"/>
                  <a:pt x="1279903" y="33963"/>
                </a:cubicBezTo>
                <a:cubicBezTo>
                  <a:pt x="1270526" y="43855"/>
                  <a:pt x="1265838" y="56891"/>
                  <a:pt x="1265838" y="73072"/>
                </a:cubicBezTo>
                <a:cubicBezTo>
                  <a:pt x="1265838" y="89710"/>
                  <a:pt x="1270155" y="102661"/>
                  <a:pt x="1278788" y="111924"/>
                </a:cubicBezTo>
                <a:cubicBezTo>
                  <a:pt x="1287422" y="121186"/>
                  <a:pt x="1299086" y="125818"/>
                  <a:pt x="1313781" y="125818"/>
                </a:cubicBezTo>
                <a:cubicBezTo>
                  <a:pt x="1323901" y="125818"/>
                  <a:pt x="1332506" y="123874"/>
                  <a:pt x="1339596" y="119985"/>
                </a:cubicBezTo>
                <a:lnTo>
                  <a:pt x="1339596" y="84050"/>
                </a:lnTo>
                <a:lnTo>
                  <a:pt x="1310779" y="84050"/>
                </a:lnTo>
                <a:lnTo>
                  <a:pt x="1310779" y="68869"/>
                </a:lnTo>
                <a:lnTo>
                  <a:pt x="1356835" y="68869"/>
                </a:lnTo>
                <a:lnTo>
                  <a:pt x="1356835" y="129763"/>
                </a:lnTo>
                <a:close/>
                <a:moveTo>
                  <a:pt x="1461372" y="95714"/>
                </a:moveTo>
                <a:lnTo>
                  <a:pt x="1394990" y="95714"/>
                </a:lnTo>
                <a:cubicBezTo>
                  <a:pt x="1395275" y="105834"/>
                  <a:pt x="1398049" y="113653"/>
                  <a:pt x="1403309" y="119171"/>
                </a:cubicBezTo>
                <a:cubicBezTo>
                  <a:pt x="1408569" y="124688"/>
                  <a:pt x="1415916" y="127447"/>
                  <a:pt x="1425350" y="127447"/>
                </a:cubicBezTo>
                <a:cubicBezTo>
                  <a:pt x="1435985" y="127447"/>
                  <a:pt x="1445734" y="124045"/>
                  <a:pt x="1454596" y="117241"/>
                </a:cubicBezTo>
                <a:lnTo>
                  <a:pt x="1454596" y="132250"/>
                </a:lnTo>
                <a:cubicBezTo>
                  <a:pt x="1446249" y="138139"/>
                  <a:pt x="1435185" y="141084"/>
                  <a:pt x="1421405" y="141084"/>
                </a:cubicBezTo>
                <a:cubicBezTo>
                  <a:pt x="1407683" y="141084"/>
                  <a:pt x="1396976" y="136738"/>
                  <a:pt x="1389286" y="128047"/>
                </a:cubicBezTo>
                <a:cubicBezTo>
                  <a:pt x="1381596" y="119357"/>
                  <a:pt x="1377751" y="107292"/>
                  <a:pt x="1377751" y="91855"/>
                </a:cubicBezTo>
                <a:cubicBezTo>
                  <a:pt x="1377751" y="77332"/>
                  <a:pt x="1381968" y="65353"/>
                  <a:pt x="1390401" y="55919"/>
                </a:cubicBezTo>
                <a:cubicBezTo>
                  <a:pt x="1398835" y="46485"/>
                  <a:pt x="1409312" y="41768"/>
                  <a:pt x="1421834" y="41768"/>
                </a:cubicBezTo>
                <a:cubicBezTo>
                  <a:pt x="1434241" y="41768"/>
                  <a:pt x="1443933" y="45756"/>
                  <a:pt x="1450908" y="53732"/>
                </a:cubicBezTo>
                <a:cubicBezTo>
                  <a:pt x="1457884" y="61708"/>
                  <a:pt x="1461372" y="72872"/>
                  <a:pt x="1461372" y="87223"/>
                </a:cubicBezTo>
                <a:lnTo>
                  <a:pt x="1461372" y="95714"/>
                </a:lnTo>
                <a:moveTo>
                  <a:pt x="1444562" y="82249"/>
                </a:moveTo>
                <a:cubicBezTo>
                  <a:pt x="1444505" y="73672"/>
                  <a:pt x="1442475" y="67040"/>
                  <a:pt x="1438473" y="62351"/>
                </a:cubicBezTo>
                <a:cubicBezTo>
                  <a:pt x="1434470" y="57663"/>
                  <a:pt x="1428838" y="55319"/>
                  <a:pt x="1421577" y="55319"/>
                </a:cubicBezTo>
                <a:cubicBezTo>
                  <a:pt x="1414887" y="55319"/>
                  <a:pt x="1409098" y="57806"/>
                  <a:pt x="1404209" y="62780"/>
                </a:cubicBezTo>
                <a:cubicBezTo>
                  <a:pt x="1399321" y="67754"/>
                  <a:pt x="1396247" y="74244"/>
                  <a:pt x="1394990" y="82249"/>
                </a:cubicBezTo>
                <a:lnTo>
                  <a:pt x="1444562" y="82249"/>
                </a:lnTo>
                <a:close/>
                <a:moveTo>
                  <a:pt x="1563037" y="138854"/>
                </a:moveTo>
                <a:lnTo>
                  <a:pt x="1546313" y="138854"/>
                </a:lnTo>
                <a:lnTo>
                  <a:pt x="1546313" y="84908"/>
                </a:lnTo>
                <a:cubicBezTo>
                  <a:pt x="1546313" y="65410"/>
                  <a:pt x="1539194" y="55662"/>
                  <a:pt x="1524957" y="55662"/>
                </a:cubicBezTo>
                <a:cubicBezTo>
                  <a:pt x="1517581" y="55662"/>
                  <a:pt x="1511520" y="58406"/>
                  <a:pt x="1506775" y="63895"/>
                </a:cubicBezTo>
                <a:cubicBezTo>
                  <a:pt x="1502029" y="69384"/>
                  <a:pt x="1499656" y="76331"/>
                  <a:pt x="1499656" y="84736"/>
                </a:cubicBezTo>
                <a:lnTo>
                  <a:pt x="1499656" y="138854"/>
                </a:lnTo>
                <a:lnTo>
                  <a:pt x="1482846" y="138854"/>
                </a:lnTo>
                <a:lnTo>
                  <a:pt x="1482846" y="43998"/>
                </a:lnTo>
                <a:lnTo>
                  <a:pt x="1499656" y="43998"/>
                </a:lnTo>
                <a:lnTo>
                  <a:pt x="1499656" y="59693"/>
                </a:lnTo>
                <a:lnTo>
                  <a:pt x="1499999" y="59693"/>
                </a:lnTo>
                <a:cubicBezTo>
                  <a:pt x="1507146" y="47743"/>
                  <a:pt x="1517524" y="41768"/>
                  <a:pt x="1531132" y="41768"/>
                </a:cubicBezTo>
                <a:cubicBezTo>
                  <a:pt x="1541538" y="41768"/>
                  <a:pt x="1549457" y="45098"/>
                  <a:pt x="1554889" y="51759"/>
                </a:cubicBezTo>
                <a:cubicBezTo>
                  <a:pt x="1560321" y="58420"/>
                  <a:pt x="1563037" y="68126"/>
                  <a:pt x="1563037" y="80877"/>
                </a:cubicBezTo>
                <a:lnTo>
                  <a:pt x="1563037" y="138854"/>
                </a:lnTo>
                <a:close/>
                <a:moveTo>
                  <a:pt x="1668003" y="95714"/>
                </a:moveTo>
                <a:lnTo>
                  <a:pt x="1601621" y="95714"/>
                </a:lnTo>
                <a:cubicBezTo>
                  <a:pt x="1601907" y="105834"/>
                  <a:pt x="1604680" y="113653"/>
                  <a:pt x="1609940" y="119171"/>
                </a:cubicBezTo>
                <a:cubicBezTo>
                  <a:pt x="1615201" y="124688"/>
                  <a:pt x="1622548" y="127447"/>
                  <a:pt x="1631982" y="127447"/>
                </a:cubicBezTo>
                <a:cubicBezTo>
                  <a:pt x="1642617" y="127447"/>
                  <a:pt x="1652366" y="124045"/>
                  <a:pt x="1661228" y="117241"/>
                </a:cubicBezTo>
                <a:lnTo>
                  <a:pt x="1661228" y="132250"/>
                </a:lnTo>
                <a:cubicBezTo>
                  <a:pt x="1652880" y="138139"/>
                  <a:pt x="1641816" y="141084"/>
                  <a:pt x="1628037" y="141084"/>
                </a:cubicBezTo>
                <a:cubicBezTo>
                  <a:pt x="1614314" y="141084"/>
                  <a:pt x="1603608" y="136738"/>
                  <a:pt x="1595918" y="128047"/>
                </a:cubicBezTo>
                <a:cubicBezTo>
                  <a:pt x="1588227" y="119357"/>
                  <a:pt x="1584382" y="107292"/>
                  <a:pt x="1584382" y="91855"/>
                </a:cubicBezTo>
                <a:cubicBezTo>
                  <a:pt x="1584382" y="77332"/>
                  <a:pt x="1588599" y="65353"/>
                  <a:pt x="1597033" y="55919"/>
                </a:cubicBezTo>
                <a:cubicBezTo>
                  <a:pt x="1605466" y="46485"/>
                  <a:pt x="1615944" y="41768"/>
                  <a:pt x="1628466" y="41768"/>
                </a:cubicBezTo>
                <a:cubicBezTo>
                  <a:pt x="1640873" y="41768"/>
                  <a:pt x="1650564" y="45756"/>
                  <a:pt x="1657540" y="53732"/>
                </a:cubicBezTo>
                <a:cubicBezTo>
                  <a:pt x="1664516" y="61708"/>
                  <a:pt x="1668003" y="72872"/>
                  <a:pt x="1668003" y="87223"/>
                </a:cubicBezTo>
                <a:lnTo>
                  <a:pt x="1668003" y="95714"/>
                </a:lnTo>
                <a:moveTo>
                  <a:pt x="1651193" y="82249"/>
                </a:moveTo>
                <a:cubicBezTo>
                  <a:pt x="1651136" y="73672"/>
                  <a:pt x="1649106" y="67040"/>
                  <a:pt x="1645104" y="62351"/>
                </a:cubicBezTo>
                <a:cubicBezTo>
                  <a:pt x="1641102" y="57663"/>
                  <a:pt x="1635470" y="55319"/>
                  <a:pt x="1628208" y="55319"/>
                </a:cubicBezTo>
                <a:cubicBezTo>
                  <a:pt x="1621519" y="55319"/>
                  <a:pt x="1615730" y="57806"/>
                  <a:pt x="1610841" y="62780"/>
                </a:cubicBezTo>
                <a:cubicBezTo>
                  <a:pt x="1605952" y="67754"/>
                  <a:pt x="1602879" y="74244"/>
                  <a:pt x="1601621" y="82249"/>
                </a:cubicBezTo>
                <a:lnTo>
                  <a:pt x="1651193" y="82249"/>
                </a:lnTo>
                <a:close/>
                <a:moveTo>
                  <a:pt x="1740337" y="60636"/>
                </a:moveTo>
                <a:cubicBezTo>
                  <a:pt x="1737535" y="58635"/>
                  <a:pt x="1733676" y="57634"/>
                  <a:pt x="1728758" y="57634"/>
                </a:cubicBezTo>
                <a:cubicBezTo>
                  <a:pt x="1722240" y="57634"/>
                  <a:pt x="1716866" y="60679"/>
                  <a:pt x="1712634" y="66768"/>
                </a:cubicBezTo>
                <a:cubicBezTo>
                  <a:pt x="1708403" y="72858"/>
                  <a:pt x="1706288" y="80877"/>
                  <a:pt x="1706288" y="90825"/>
                </a:cubicBezTo>
                <a:lnTo>
                  <a:pt x="1706288" y="138854"/>
                </a:lnTo>
                <a:lnTo>
                  <a:pt x="1689478" y="138854"/>
                </a:lnTo>
                <a:lnTo>
                  <a:pt x="1689478" y="43998"/>
                </a:lnTo>
                <a:lnTo>
                  <a:pt x="1706288" y="43998"/>
                </a:lnTo>
                <a:lnTo>
                  <a:pt x="1706288" y="63295"/>
                </a:lnTo>
                <a:lnTo>
                  <a:pt x="1706631" y="63295"/>
                </a:lnTo>
                <a:cubicBezTo>
                  <a:pt x="1711434" y="49344"/>
                  <a:pt x="1719724" y="42368"/>
                  <a:pt x="1731503" y="42368"/>
                </a:cubicBezTo>
                <a:cubicBezTo>
                  <a:pt x="1735334" y="42368"/>
                  <a:pt x="1738278" y="42797"/>
                  <a:pt x="1740337" y="43654"/>
                </a:cubicBezTo>
                <a:lnTo>
                  <a:pt x="1740337" y="60636"/>
                </a:lnTo>
                <a:close/>
                <a:moveTo>
                  <a:pt x="1759367" y="50601"/>
                </a:moveTo>
                <a:cubicBezTo>
                  <a:pt x="1768801" y="44712"/>
                  <a:pt x="1779693" y="41768"/>
                  <a:pt x="1792043" y="41768"/>
                </a:cubicBezTo>
                <a:cubicBezTo>
                  <a:pt x="1814914" y="41768"/>
                  <a:pt x="1826349" y="53775"/>
                  <a:pt x="1826349" y="77789"/>
                </a:cubicBezTo>
                <a:lnTo>
                  <a:pt x="1826349" y="138854"/>
                </a:lnTo>
                <a:lnTo>
                  <a:pt x="1809711" y="138854"/>
                </a:lnTo>
                <a:lnTo>
                  <a:pt x="1809711" y="124188"/>
                </a:lnTo>
                <a:lnTo>
                  <a:pt x="1809282" y="124188"/>
                </a:lnTo>
                <a:cubicBezTo>
                  <a:pt x="1802707" y="135452"/>
                  <a:pt x="1793015" y="141084"/>
                  <a:pt x="1780208" y="141084"/>
                </a:cubicBezTo>
                <a:cubicBezTo>
                  <a:pt x="1771002" y="141084"/>
                  <a:pt x="1763684" y="138597"/>
                  <a:pt x="1758252" y="133622"/>
                </a:cubicBezTo>
                <a:cubicBezTo>
                  <a:pt x="1752820" y="128648"/>
                  <a:pt x="1750104" y="121930"/>
                  <a:pt x="1750104" y="113467"/>
                </a:cubicBezTo>
                <a:cubicBezTo>
                  <a:pt x="1750104" y="95743"/>
                  <a:pt x="1760596" y="85422"/>
                  <a:pt x="1781580" y="82506"/>
                </a:cubicBezTo>
                <a:lnTo>
                  <a:pt x="1809711" y="78561"/>
                </a:lnTo>
                <a:cubicBezTo>
                  <a:pt x="1809711" y="63066"/>
                  <a:pt x="1803307" y="55319"/>
                  <a:pt x="1790500" y="55319"/>
                </a:cubicBezTo>
                <a:cubicBezTo>
                  <a:pt x="1779121" y="55319"/>
                  <a:pt x="1768744" y="59149"/>
                  <a:pt x="1759367" y="66811"/>
                </a:cubicBezTo>
                <a:lnTo>
                  <a:pt x="1759367" y="50601"/>
                </a:lnTo>
                <a:moveTo>
                  <a:pt x="1787498" y="94256"/>
                </a:moveTo>
                <a:cubicBezTo>
                  <a:pt x="1779722" y="95285"/>
                  <a:pt x="1774361" y="97229"/>
                  <a:pt x="1771417" y="100088"/>
                </a:cubicBezTo>
                <a:cubicBezTo>
                  <a:pt x="1768472" y="102947"/>
                  <a:pt x="1767000" y="106949"/>
                  <a:pt x="1767000" y="112095"/>
                </a:cubicBezTo>
                <a:cubicBezTo>
                  <a:pt x="1767000" y="116612"/>
                  <a:pt x="1768601" y="120300"/>
                  <a:pt x="1771803" y="123159"/>
                </a:cubicBezTo>
                <a:cubicBezTo>
                  <a:pt x="1775005" y="126018"/>
                  <a:pt x="1779236" y="127447"/>
                  <a:pt x="1784496" y="127447"/>
                </a:cubicBezTo>
                <a:cubicBezTo>
                  <a:pt x="1791815" y="127447"/>
                  <a:pt x="1797847" y="124874"/>
                  <a:pt x="1802592" y="119728"/>
                </a:cubicBezTo>
                <a:cubicBezTo>
                  <a:pt x="1807338" y="114582"/>
                  <a:pt x="1809711" y="108121"/>
                  <a:pt x="1809711" y="100345"/>
                </a:cubicBezTo>
                <a:lnTo>
                  <a:pt x="1809711" y="91254"/>
                </a:lnTo>
                <a:lnTo>
                  <a:pt x="1787498" y="94256"/>
                </a:lnTo>
                <a:close/>
                <a:moveTo>
                  <a:pt x="1899670" y="137910"/>
                </a:moveTo>
                <a:cubicBezTo>
                  <a:pt x="1896011" y="139912"/>
                  <a:pt x="1891065" y="140912"/>
                  <a:pt x="1884833" y="140912"/>
                </a:cubicBezTo>
                <a:cubicBezTo>
                  <a:pt x="1867851" y="140912"/>
                  <a:pt x="1859361" y="131507"/>
                  <a:pt x="1859361" y="112695"/>
                </a:cubicBezTo>
                <a:lnTo>
                  <a:pt x="1859361" y="57892"/>
                </a:lnTo>
                <a:lnTo>
                  <a:pt x="1843065" y="57892"/>
                </a:lnTo>
                <a:lnTo>
                  <a:pt x="1843065" y="43998"/>
                </a:lnTo>
                <a:lnTo>
                  <a:pt x="1859361" y="43998"/>
                </a:lnTo>
                <a:lnTo>
                  <a:pt x="1859361" y="21184"/>
                </a:lnTo>
                <a:lnTo>
                  <a:pt x="1876085" y="15867"/>
                </a:lnTo>
                <a:lnTo>
                  <a:pt x="1876085" y="43998"/>
                </a:lnTo>
                <a:lnTo>
                  <a:pt x="1899670" y="43998"/>
                </a:lnTo>
                <a:lnTo>
                  <a:pt x="1899670" y="57892"/>
                </a:lnTo>
                <a:lnTo>
                  <a:pt x="1876085" y="57892"/>
                </a:lnTo>
                <a:lnTo>
                  <a:pt x="1876085" y="109694"/>
                </a:lnTo>
                <a:cubicBezTo>
                  <a:pt x="1876085" y="115926"/>
                  <a:pt x="1877143" y="120386"/>
                  <a:pt x="1879258" y="123073"/>
                </a:cubicBezTo>
                <a:cubicBezTo>
                  <a:pt x="1881374" y="125760"/>
                  <a:pt x="1884890" y="127104"/>
                  <a:pt x="1889807" y="127104"/>
                </a:cubicBezTo>
                <a:cubicBezTo>
                  <a:pt x="1893581" y="127104"/>
                  <a:pt x="1896869" y="126046"/>
                  <a:pt x="1899670" y="123931"/>
                </a:cubicBezTo>
                <a:lnTo>
                  <a:pt x="1899670" y="137910"/>
                </a:lnTo>
                <a:close/>
                <a:moveTo>
                  <a:pt x="1917973" y="10549"/>
                </a:moveTo>
                <a:cubicBezTo>
                  <a:pt x="1917973" y="7576"/>
                  <a:pt x="1918988" y="5074"/>
                  <a:pt x="1921018" y="3045"/>
                </a:cubicBezTo>
                <a:cubicBezTo>
                  <a:pt x="1923048" y="1015"/>
                  <a:pt x="1925549" y="0"/>
                  <a:pt x="1928522" y="0"/>
                </a:cubicBezTo>
                <a:cubicBezTo>
                  <a:pt x="1931553" y="0"/>
                  <a:pt x="1934111" y="1001"/>
                  <a:pt x="1936198" y="3002"/>
                </a:cubicBezTo>
                <a:cubicBezTo>
                  <a:pt x="1938285" y="5003"/>
                  <a:pt x="1939329" y="7519"/>
                  <a:pt x="1939329" y="10549"/>
                </a:cubicBezTo>
                <a:cubicBezTo>
                  <a:pt x="1939329" y="13522"/>
                  <a:pt x="1938285" y="15995"/>
                  <a:pt x="1936198" y="17968"/>
                </a:cubicBezTo>
                <a:cubicBezTo>
                  <a:pt x="1934111" y="19940"/>
                  <a:pt x="1931553" y="20927"/>
                  <a:pt x="1928522" y="20927"/>
                </a:cubicBezTo>
                <a:cubicBezTo>
                  <a:pt x="1925492" y="20927"/>
                  <a:pt x="1922976" y="19940"/>
                  <a:pt x="1920975" y="17968"/>
                </a:cubicBezTo>
                <a:cubicBezTo>
                  <a:pt x="1918974" y="15995"/>
                  <a:pt x="1917973" y="13522"/>
                  <a:pt x="1917973" y="10549"/>
                </a:cubicBezTo>
                <a:moveTo>
                  <a:pt x="1919946" y="138854"/>
                </a:moveTo>
                <a:lnTo>
                  <a:pt x="1919946" y="43998"/>
                </a:lnTo>
                <a:lnTo>
                  <a:pt x="1936756" y="43998"/>
                </a:lnTo>
                <a:lnTo>
                  <a:pt x="1936756" y="138854"/>
                </a:lnTo>
                <a:lnTo>
                  <a:pt x="1919946" y="138854"/>
                </a:lnTo>
                <a:close/>
                <a:moveTo>
                  <a:pt x="1961321" y="92455"/>
                </a:moveTo>
                <a:cubicBezTo>
                  <a:pt x="1961321" y="76788"/>
                  <a:pt x="1965695" y="64424"/>
                  <a:pt x="1974443" y="55361"/>
                </a:cubicBezTo>
                <a:cubicBezTo>
                  <a:pt x="1983191" y="46299"/>
                  <a:pt x="1995055" y="41768"/>
                  <a:pt x="2010035" y="41768"/>
                </a:cubicBezTo>
                <a:cubicBezTo>
                  <a:pt x="2024272" y="41768"/>
                  <a:pt x="2035436" y="46127"/>
                  <a:pt x="2043527" y="54847"/>
                </a:cubicBezTo>
                <a:cubicBezTo>
                  <a:pt x="2051617" y="63566"/>
                  <a:pt x="2055662" y="75616"/>
                  <a:pt x="2055662" y="90997"/>
                </a:cubicBezTo>
                <a:cubicBezTo>
                  <a:pt x="2055662" y="105977"/>
                  <a:pt x="2051345" y="118070"/>
                  <a:pt x="2042712" y="127276"/>
                </a:cubicBezTo>
                <a:cubicBezTo>
                  <a:pt x="2034078" y="136481"/>
                  <a:pt x="2022500" y="141084"/>
                  <a:pt x="2007977" y="141084"/>
                </a:cubicBezTo>
                <a:cubicBezTo>
                  <a:pt x="1993797" y="141084"/>
                  <a:pt x="1982476" y="136624"/>
                  <a:pt x="1974014" y="127704"/>
                </a:cubicBezTo>
                <a:cubicBezTo>
                  <a:pt x="1965552" y="118785"/>
                  <a:pt x="1961321" y="107035"/>
                  <a:pt x="1961321" y="92455"/>
                </a:cubicBezTo>
                <a:moveTo>
                  <a:pt x="1978474" y="91940"/>
                </a:moveTo>
                <a:cubicBezTo>
                  <a:pt x="1978474" y="102861"/>
                  <a:pt x="1981232" y="111466"/>
                  <a:pt x="1986750" y="117756"/>
                </a:cubicBezTo>
                <a:cubicBezTo>
                  <a:pt x="1992268" y="124045"/>
                  <a:pt x="1999686" y="127190"/>
                  <a:pt x="2009006" y="127190"/>
                </a:cubicBezTo>
                <a:cubicBezTo>
                  <a:pt x="2018612" y="127190"/>
                  <a:pt x="2025930" y="124117"/>
                  <a:pt x="2030962" y="117970"/>
                </a:cubicBezTo>
                <a:cubicBezTo>
                  <a:pt x="2035993" y="111824"/>
                  <a:pt x="2038509" y="103004"/>
                  <a:pt x="2038509" y="91511"/>
                </a:cubicBezTo>
                <a:cubicBezTo>
                  <a:pt x="2038509" y="79962"/>
                  <a:pt x="2035993" y="71099"/>
                  <a:pt x="2030962" y="64924"/>
                </a:cubicBezTo>
                <a:cubicBezTo>
                  <a:pt x="2025930" y="58749"/>
                  <a:pt x="2018612" y="55662"/>
                  <a:pt x="2009006" y="55662"/>
                </a:cubicBezTo>
                <a:cubicBezTo>
                  <a:pt x="1999572" y="55662"/>
                  <a:pt x="1992125" y="58892"/>
                  <a:pt x="1986664" y="65353"/>
                </a:cubicBezTo>
                <a:cubicBezTo>
                  <a:pt x="1981204" y="71814"/>
                  <a:pt x="1978474" y="80676"/>
                  <a:pt x="1978474" y="91940"/>
                </a:cubicBezTo>
                <a:close/>
                <a:moveTo>
                  <a:pt x="2159429" y="138854"/>
                </a:moveTo>
                <a:lnTo>
                  <a:pt x="2142705" y="138854"/>
                </a:lnTo>
                <a:lnTo>
                  <a:pt x="2142705" y="84908"/>
                </a:lnTo>
                <a:cubicBezTo>
                  <a:pt x="2142705" y="65410"/>
                  <a:pt x="2135587" y="55662"/>
                  <a:pt x="2121350" y="55662"/>
                </a:cubicBezTo>
                <a:cubicBezTo>
                  <a:pt x="2113974" y="55662"/>
                  <a:pt x="2107913" y="58406"/>
                  <a:pt x="2103167" y="63895"/>
                </a:cubicBezTo>
                <a:cubicBezTo>
                  <a:pt x="2098422" y="69384"/>
                  <a:pt x="2096049" y="76331"/>
                  <a:pt x="2096049" y="84736"/>
                </a:cubicBezTo>
                <a:lnTo>
                  <a:pt x="2096049" y="138854"/>
                </a:lnTo>
                <a:lnTo>
                  <a:pt x="2079239" y="138854"/>
                </a:lnTo>
                <a:lnTo>
                  <a:pt x="2079239" y="43998"/>
                </a:lnTo>
                <a:lnTo>
                  <a:pt x="2096049" y="43998"/>
                </a:lnTo>
                <a:lnTo>
                  <a:pt x="2096049" y="59693"/>
                </a:lnTo>
                <a:lnTo>
                  <a:pt x="2096392" y="59693"/>
                </a:lnTo>
                <a:cubicBezTo>
                  <a:pt x="2103539" y="47743"/>
                  <a:pt x="2113917" y="41768"/>
                  <a:pt x="2127525" y="41768"/>
                </a:cubicBezTo>
                <a:cubicBezTo>
                  <a:pt x="2137931" y="41768"/>
                  <a:pt x="2145850" y="45098"/>
                  <a:pt x="2151282" y="51759"/>
                </a:cubicBezTo>
                <a:cubicBezTo>
                  <a:pt x="2156713" y="58420"/>
                  <a:pt x="2159429" y="68126"/>
                  <a:pt x="2159429" y="80877"/>
                </a:cubicBezTo>
                <a:lnTo>
                  <a:pt x="2159429" y="138854"/>
                </a:lnTo>
                <a:close/>
                <a:moveTo>
                  <a:pt x="2182319" y="130020"/>
                </a:moveTo>
                <a:cubicBezTo>
                  <a:pt x="2182319" y="126932"/>
                  <a:pt x="2183376" y="124331"/>
                  <a:pt x="2185492" y="122215"/>
                </a:cubicBezTo>
                <a:cubicBezTo>
                  <a:pt x="2187607" y="120100"/>
                  <a:pt x="2190238" y="119042"/>
                  <a:pt x="2193382" y="119042"/>
                </a:cubicBezTo>
                <a:cubicBezTo>
                  <a:pt x="2196584" y="119042"/>
                  <a:pt x="2199243" y="120114"/>
                  <a:pt x="2201359" y="122258"/>
                </a:cubicBezTo>
                <a:cubicBezTo>
                  <a:pt x="2203474" y="124402"/>
                  <a:pt x="2204532" y="126990"/>
                  <a:pt x="2204532" y="130020"/>
                </a:cubicBezTo>
                <a:cubicBezTo>
                  <a:pt x="2204532" y="132993"/>
                  <a:pt x="2203474" y="135552"/>
                  <a:pt x="2201359" y="137696"/>
                </a:cubicBezTo>
                <a:cubicBezTo>
                  <a:pt x="2199243" y="139840"/>
                  <a:pt x="2196556" y="140912"/>
                  <a:pt x="2193297" y="140912"/>
                </a:cubicBezTo>
                <a:cubicBezTo>
                  <a:pt x="2190152" y="140912"/>
                  <a:pt x="2187536" y="139840"/>
                  <a:pt x="2185449" y="137696"/>
                </a:cubicBezTo>
                <a:cubicBezTo>
                  <a:pt x="2183362" y="135552"/>
                  <a:pt x="2182319" y="132993"/>
                  <a:pt x="2182319" y="1300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14D92-7D49-4864-A11C-185DB0D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705" y="4162293"/>
            <a:ext cx="2516835" cy="1042564"/>
          </a:xfrm>
          <a:custGeom xmlns:a="http://schemas.openxmlformats.org/drawingml/2006/main">
            <a:pathLst>
              <a:path w="2516835" h="1042564" fill="none">
                <a:moveTo>
                  <a:pt x="0" y="173765"/>
                </a:moveTo>
                <a:cubicBezTo>
                  <a:pt x="0" y="77797"/>
                  <a:pt x="77797" y="0"/>
                  <a:pt x="173765" y="0"/>
                </a:cubicBezTo>
                <a:lnTo>
                  <a:pt x="2343070" y="0"/>
                </a:lnTo>
                <a:cubicBezTo>
                  <a:pt x="2439038" y="0"/>
                  <a:pt x="2516835" y="77797"/>
                  <a:pt x="2516835" y="173765"/>
                </a:cubicBezTo>
                <a:lnTo>
                  <a:pt x="2516835" y="868799"/>
                </a:lnTo>
                <a:cubicBezTo>
                  <a:pt x="2516835" y="964766"/>
                  <a:pt x="2439038" y="1042564"/>
                  <a:pt x="2343070" y="1042564"/>
                </a:cubicBezTo>
                <a:lnTo>
                  <a:pt x="173765" y="1042564"/>
                </a:lnTo>
                <a:cubicBezTo>
                  <a:pt x="77797" y="1042564"/>
                  <a:pt x="0" y="964766"/>
                  <a:pt x="0" y="868799"/>
                </a:cubicBezTo>
                <a:lnTo>
                  <a:pt x="0" y="173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548235"/>
            </a:solidFill>
            <a:custDash>
              <a:ds d="400000" sp="300000"/>
            </a:custDash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7AD61-2423-48D5-B97B-53CF148E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666" y="5745056"/>
            <a:ext cx="2474865" cy="282142"/>
          </a:xfrm>
          <a:custGeom xmlns:a="http://schemas.openxmlformats.org/drawingml/2006/main">
            <a:pathLst>
              <a:path w="2474865" h="282142" fill="none">
                <a:moveTo>
                  <a:pt x="0" y="47024"/>
                </a:moveTo>
                <a:cubicBezTo>
                  <a:pt x="0" y="21053"/>
                  <a:pt x="21053" y="0"/>
                  <a:pt x="47024" y="0"/>
                </a:cubicBezTo>
                <a:lnTo>
                  <a:pt x="2427842" y="0"/>
                </a:lnTo>
                <a:cubicBezTo>
                  <a:pt x="2453812" y="0"/>
                  <a:pt x="2474865" y="21053"/>
                  <a:pt x="2474865" y="47024"/>
                </a:cubicBezTo>
                <a:lnTo>
                  <a:pt x="2474865" y="235118"/>
                </a:lnTo>
                <a:cubicBezTo>
                  <a:pt x="2474865" y="261089"/>
                  <a:pt x="2453812" y="282142"/>
                  <a:pt x="2427842" y="282142"/>
                </a:cubicBezTo>
                <a:lnTo>
                  <a:pt x="47024" y="282142"/>
                </a:lnTo>
                <a:cubicBezTo>
                  <a:pt x="21053" y="282142"/>
                  <a:pt x="0" y="261089"/>
                  <a:pt x="0" y="235118"/>
                </a:cubicBezTo>
                <a:lnTo>
                  <a:pt x="0" y="470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9D18E"/>
            </a:solidFill>
            <a:miter/>
          </a:ln>
        </p:spPr>
      </p:sp>
      <p:pic>
        <p:nvPicPr>
          <p:cNvPr id="3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b990543544715"/>
          <a:stretch xmlns:a="http://schemas.openxmlformats.org/drawingml/2006/main"/>
        </p:blipFill>
        <p:spPr>
          <a:xfrm xmlns:a="http://schemas.openxmlformats.org/drawingml/2006/main">
            <a:off x="8835024" y="5656494"/>
            <a:ext cx="292745" cy="292745"/>
          </a:xfrm>
          <a:prstGeom xmlns:a="http://schemas.openxmlformats.org/drawingml/2006/main" prst="rect">
            <a:avLst/>
          </a:prstGeom>
        </p:spPr>
      </p:pic>
      <p:sp>
        <p:nvSpPr>
          <p:cNvPr id="122" name="Text !">
            <a:extLst xmlns:a="http://schemas.openxmlformats.org/drawingml/2006/main">
              <a:ext uri="{FF2B5EF4-FFF2-40B4-BE49-F238E27FC236}">
                <a16:creationId xmlns:a16="http://schemas.microsoft.com/office/drawing/2014/main" id="{1994855F-7D97-4DC3-A309-B934F0E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658" y="5656494"/>
            <a:ext cx="292745" cy="292745"/>
          </a:xfrm>
          <a:custGeom xmlns:a="http://schemas.openxmlformats.org/drawingml/2006/main">
            <a:pathLst>
              <a:path w="292745" h="292745">
                <a:moveTo>
                  <a:pt x="0" y="292745"/>
                </a:moveTo>
                <a:lnTo>
                  <a:pt x="0" y="292745"/>
                </a:lnTo>
                <a:moveTo>
                  <a:pt x="292745" y="0"/>
                </a:moveTo>
                <a:lnTo>
                  <a:pt x="292745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8040E-97CE-45E8-8786-C1C70E85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942" y="5978041"/>
            <a:ext cx="3019649" cy="87824"/>
          </a:xfrm>
          <a:custGeom xmlns:a="http://schemas.openxmlformats.org/drawingml/2006/main">
            <a:pathLst>
              <a:path w="3019649" h="87824">
                <a:moveTo>
                  <a:pt x="0" y="32932"/>
                </a:moveTo>
                <a:lnTo>
                  <a:pt x="0" y="54888"/>
                </a:lnTo>
                <a:lnTo>
                  <a:pt x="2931825" y="54890"/>
                </a:lnTo>
                <a:lnTo>
                  <a:pt x="2931825" y="87824"/>
                </a:lnTo>
                <a:lnTo>
                  <a:pt x="3019649" y="43912"/>
                </a:lnTo>
                <a:lnTo>
                  <a:pt x="2931825" y="0"/>
                </a:lnTo>
                <a:lnTo>
                  <a:pt x="2931825" y="32934"/>
                </a:lnTo>
                <a:lnTo>
                  <a:pt x="0" y="32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majorityvoting">
            <a:extLst xmlns:a="http://schemas.openxmlformats.org/drawingml/2006/main">
              <a:ext uri="{FF2B5EF4-FFF2-40B4-BE49-F238E27FC236}">
                <a16:creationId xmlns:a16="http://schemas.microsoft.com/office/drawing/2014/main" id="{21D6223E-0295-4F1C-AC0E-7964B1EC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484" y="5726009"/>
            <a:ext cx="1197220" cy="158666"/>
          </a:xfrm>
          <a:custGeom xmlns:a="http://schemas.openxmlformats.org/drawingml/2006/main">
            <a:pathLst>
              <a:path w="1197220" h="158666">
                <a:moveTo>
                  <a:pt x="56176" y="124703"/>
                </a:moveTo>
                <a:lnTo>
                  <a:pt x="56176" y="75570"/>
                </a:lnTo>
                <a:cubicBezTo>
                  <a:pt x="56176" y="66481"/>
                  <a:pt x="54904" y="60036"/>
                  <a:pt x="52360" y="56235"/>
                </a:cubicBezTo>
                <a:cubicBezTo>
                  <a:pt x="49815" y="52433"/>
                  <a:pt x="45770" y="50532"/>
                  <a:pt x="40224" y="50532"/>
                </a:cubicBezTo>
                <a:cubicBezTo>
                  <a:pt x="34163" y="50532"/>
                  <a:pt x="29360" y="52990"/>
                  <a:pt x="25815" y="57908"/>
                </a:cubicBezTo>
                <a:cubicBezTo>
                  <a:pt x="22270" y="62823"/>
                  <a:pt x="20498" y="69597"/>
                  <a:pt x="20498" y="78229"/>
                </a:cubicBezTo>
                <a:lnTo>
                  <a:pt x="20498" y="124703"/>
                </a:lnTo>
                <a:lnTo>
                  <a:pt x="772" y="124703"/>
                </a:lnTo>
                <a:lnTo>
                  <a:pt x="772" y="56967"/>
                </a:lnTo>
                <a:cubicBezTo>
                  <a:pt x="772" y="50157"/>
                  <a:pt x="515" y="43404"/>
                  <a:pt x="0" y="36708"/>
                </a:cubicBezTo>
                <a:lnTo>
                  <a:pt x="18783" y="36708"/>
                </a:lnTo>
                <a:cubicBezTo>
                  <a:pt x="19412" y="45284"/>
                  <a:pt x="19726" y="50945"/>
                  <a:pt x="19726" y="53689"/>
                </a:cubicBezTo>
                <a:lnTo>
                  <a:pt x="20069" y="53689"/>
                </a:lnTo>
                <a:cubicBezTo>
                  <a:pt x="23391" y="46973"/>
                  <a:pt x="27228" y="42178"/>
                  <a:pt x="31580" y="39305"/>
                </a:cubicBezTo>
                <a:cubicBezTo>
                  <a:pt x="35933" y="36430"/>
                  <a:pt x="41459" y="34992"/>
                  <a:pt x="48157" y="34992"/>
                </a:cubicBezTo>
                <a:cubicBezTo>
                  <a:pt x="61958" y="34992"/>
                  <a:pt x="70662" y="41224"/>
                  <a:pt x="74270" y="53689"/>
                </a:cubicBezTo>
                <a:lnTo>
                  <a:pt x="74873" y="53689"/>
                </a:lnTo>
                <a:cubicBezTo>
                  <a:pt x="77964" y="47258"/>
                  <a:pt x="81729" y="42535"/>
                  <a:pt x="86167" y="39519"/>
                </a:cubicBezTo>
                <a:cubicBezTo>
                  <a:pt x="90606" y="36501"/>
                  <a:pt x="96346" y="34992"/>
                  <a:pt x="103390" y="34992"/>
                </a:cubicBezTo>
                <a:cubicBezTo>
                  <a:pt x="112838" y="34992"/>
                  <a:pt x="119910" y="37851"/>
                  <a:pt x="124606" y="43569"/>
                </a:cubicBezTo>
                <a:cubicBezTo>
                  <a:pt x="129302" y="49286"/>
                  <a:pt x="131650" y="58235"/>
                  <a:pt x="131650" y="70413"/>
                </a:cubicBezTo>
                <a:lnTo>
                  <a:pt x="131650" y="124703"/>
                </a:lnTo>
                <a:lnTo>
                  <a:pt x="111752" y="124703"/>
                </a:lnTo>
                <a:lnTo>
                  <a:pt x="111752" y="75570"/>
                </a:lnTo>
                <a:cubicBezTo>
                  <a:pt x="111752" y="66652"/>
                  <a:pt x="110451" y="60250"/>
                  <a:pt x="107850" y="56364"/>
                </a:cubicBezTo>
                <a:cubicBezTo>
                  <a:pt x="105248" y="52476"/>
                  <a:pt x="101117" y="50532"/>
                  <a:pt x="95457" y="50532"/>
                </a:cubicBezTo>
                <a:cubicBezTo>
                  <a:pt x="89453" y="50532"/>
                  <a:pt x="84722" y="52947"/>
                  <a:pt x="81263" y="57779"/>
                </a:cubicBezTo>
                <a:cubicBezTo>
                  <a:pt x="77803" y="62609"/>
                  <a:pt x="76074" y="69254"/>
                  <a:pt x="76074" y="77714"/>
                </a:cubicBezTo>
                <a:lnTo>
                  <a:pt x="76074" y="124703"/>
                </a:lnTo>
                <a:lnTo>
                  <a:pt x="56176" y="124703"/>
                </a:lnTo>
                <a:close/>
                <a:moveTo>
                  <a:pt x="183734" y="112524"/>
                </a:moveTo>
                <a:cubicBezTo>
                  <a:pt x="189852" y="112524"/>
                  <a:pt x="194684" y="110389"/>
                  <a:pt x="198229" y="106118"/>
                </a:cubicBezTo>
                <a:cubicBezTo>
                  <a:pt x="201774" y="101846"/>
                  <a:pt x="203546" y="96355"/>
                  <a:pt x="203546" y="89646"/>
                </a:cubicBezTo>
                <a:lnTo>
                  <a:pt x="203546" y="81648"/>
                </a:lnTo>
                <a:lnTo>
                  <a:pt x="194198" y="81992"/>
                </a:lnTo>
                <a:cubicBezTo>
                  <a:pt x="185793" y="82394"/>
                  <a:pt x="179746" y="83885"/>
                  <a:pt x="176058" y="86465"/>
                </a:cubicBezTo>
                <a:cubicBezTo>
                  <a:pt x="172371" y="89045"/>
                  <a:pt x="170527" y="93087"/>
                  <a:pt x="170527" y="98592"/>
                </a:cubicBezTo>
                <a:cubicBezTo>
                  <a:pt x="170527" y="107880"/>
                  <a:pt x="174929" y="112524"/>
                  <a:pt x="183734" y="112524"/>
                </a:cubicBezTo>
                <a:moveTo>
                  <a:pt x="223186" y="124703"/>
                </a:moveTo>
                <a:lnTo>
                  <a:pt x="204147" y="124703"/>
                </a:lnTo>
                <a:lnTo>
                  <a:pt x="203460" y="110809"/>
                </a:lnTo>
                <a:cubicBezTo>
                  <a:pt x="200539" y="116526"/>
                  <a:pt x="197016" y="120557"/>
                  <a:pt x="192893" y="122902"/>
                </a:cubicBezTo>
                <a:cubicBezTo>
                  <a:pt x="188770" y="125246"/>
                  <a:pt x="183703" y="126418"/>
                  <a:pt x="177691" y="126418"/>
                </a:cubicBezTo>
                <a:cubicBezTo>
                  <a:pt x="168642" y="126418"/>
                  <a:pt x="161727" y="124070"/>
                  <a:pt x="156944" y="119374"/>
                </a:cubicBezTo>
                <a:cubicBezTo>
                  <a:pt x="152162" y="114679"/>
                  <a:pt x="149771" y="108151"/>
                  <a:pt x="149771" y="99790"/>
                </a:cubicBezTo>
                <a:cubicBezTo>
                  <a:pt x="149771" y="90628"/>
                  <a:pt x="153036" y="83613"/>
                  <a:pt x="159565" y="78746"/>
                </a:cubicBezTo>
                <a:cubicBezTo>
                  <a:pt x="166094" y="73879"/>
                  <a:pt x="175715" y="71244"/>
                  <a:pt x="188427" y="70842"/>
                </a:cubicBezTo>
                <a:lnTo>
                  <a:pt x="203460" y="70327"/>
                </a:lnTo>
                <a:lnTo>
                  <a:pt x="203460" y="67596"/>
                </a:lnTo>
                <a:cubicBezTo>
                  <a:pt x="203460" y="60823"/>
                  <a:pt x="202358" y="55914"/>
                  <a:pt x="200153" y="52869"/>
                </a:cubicBezTo>
                <a:cubicBezTo>
                  <a:pt x="197948" y="49824"/>
                  <a:pt x="194210" y="48302"/>
                  <a:pt x="188939" y="48302"/>
                </a:cubicBezTo>
                <a:cubicBezTo>
                  <a:pt x="184301" y="48302"/>
                  <a:pt x="180878" y="49173"/>
                  <a:pt x="178672" y="50915"/>
                </a:cubicBezTo>
                <a:cubicBezTo>
                  <a:pt x="176467" y="52655"/>
                  <a:pt x="174964" y="55352"/>
                  <a:pt x="174164" y="59006"/>
                </a:cubicBezTo>
                <a:lnTo>
                  <a:pt x="155089" y="56005"/>
                </a:lnTo>
                <a:cubicBezTo>
                  <a:pt x="156806" y="48515"/>
                  <a:pt x="160398" y="43140"/>
                  <a:pt x="165866" y="39881"/>
                </a:cubicBezTo>
                <a:cubicBezTo>
                  <a:pt x="171333" y="36622"/>
                  <a:pt x="179105" y="34992"/>
                  <a:pt x="189181" y="34992"/>
                </a:cubicBezTo>
                <a:cubicBezTo>
                  <a:pt x="200916" y="34992"/>
                  <a:pt x="209518" y="37765"/>
                  <a:pt x="214985" y="43311"/>
                </a:cubicBezTo>
                <a:cubicBezTo>
                  <a:pt x="220453" y="48858"/>
                  <a:pt x="223186" y="57463"/>
                  <a:pt x="223186" y="69127"/>
                </a:cubicBezTo>
                <a:lnTo>
                  <a:pt x="223186" y="124703"/>
                </a:lnTo>
                <a:close/>
                <a:moveTo>
                  <a:pt x="247525" y="16912"/>
                </a:moveTo>
                <a:lnTo>
                  <a:pt x="247525" y="0"/>
                </a:lnTo>
                <a:lnTo>
                  <a:pt x="267337" y="0"/>
                </a:lnTo>
                <a:lnTo>
                  <a:pt x="267337" y="16912"/>
                </a:lnTo>
                <a:lnTo>
                  <a:pt x="247525" y="16912"/>
                </a:lnTo>
                <a:moveTo>
                  <a:pt x="267423" y="131955"/>
                </a:moveTo>
                <a:cubicBezTo>
                  <a:pt x="267423" y="141059"/>
                  <a:pt x="265489" y="147786"/>
                  <a:pt x="261620" y="152137"/>
                </a:cubicBezTo>
                <a:cubicBezTo>
                  <a:pt x="257752" y="156489"/>
                  <a:pt x="252092" y="158666"/>
                  <a:pt x="244641" y="158666"/>
                </a:cubicBezTo>
                <a:cubicBezTo>
                  <a:pt x="239597" y="158666"/>
                  <a:pt x="235241" y="158408"/>
                  <a:pt x="231573" y="157894"/>
                </a:cubicBezTo>
                <a:lnTo>
                  <a:pt x="231573" y="144327"/>
                </a:lnTo>
                <a:cubicBezTo>
                  <a:pt x="233117" y="144623"/>
                  <a:pt x="234861" y="144772"/>
                  <a:pt x="236805" y="144772"/>
                </a:cubicBezTo>
                <a:cubicBezTo>
                  <a:pt x="240921" y="144772"/>
                  <a:pt x="243737" y="143555"/>
                  <a:pt x="245252" y="141121"/>
                </a:cubicBezTo>
                <a:cubicBezTo>
                  <a:pt x="246768" y="138688"/>
                  <a:pt x="247525" y="135008"/>
                  <a:pt x="247525" y="130082"/>
                </a:cubicBezTo>
                <a:lnTo>
                  <a:pt x="247525" y="36708"/>
                </a:lnTo>
                <a:lnTo>
                  <a:pt x="267423" y="36708"/>
                </a:lnTo>
                <a:lnTo>
                  <a:pt x="267423" y="131955"/>
                </a:lnTo>
                <a:close/>
                <a:moveTo>
                  <a:pt x="378000" y="80534"/>
                </a:moveTo>
                <a:cubicBezTo>
                  <a:pt x="378000" y="94885"/>
                  <a:pt x="374008" y="106120"/>
                  <a:pt x="366025" y="114239"/>
                </a:cubicBezTo>
                <a:cubicBezTo>
                  <a:pt x="358042" y="122358"/>
                  <a:pt x="346838" y="126418"/>
                  <a:pt x="332416" y="126418"/>
                </a:cubicBezTo>
                <a:cubicBezTo>
                  <a:pt x="318450" y="126418"/>
                  <a:pt x="307519" y="122301"/>
                  <a:pt x="299621" y="114068"/>
                </a:cubicBezTo>
                <a:cubicBezTo>
                  <a:pt x="291724" y="105834"/>
                  <a:pt x="287775" y="94656"/>
                  <a:pt x="287775" y="80534"/>
                </a:cubicBezTo>
                <a:cubicBezTo>
                  <a:pt x="287775" y="66182"/>
                  <a:pt x="291738" y="55004"/>
                  <a:pt x="299664" y="46999"/>
                </a:cubicBezTo>
                <a:cubicBezTo>
                  <a:pt x="307590" y="38995"/>
                  <a:pt x="318679" y="34992"/>
                  <a:pt x="332930" y="34992"/>
                </a:cubicBezTo>
                <a:cubicBezTo>
                  <a:pt x="347639" y="34992"/>
                  <a:pt x="358828" y="38895"/>
                  <a:pt x="366497" y="46699"/>
                </a:cubicBezTo>
                <a:cubicBezTo>
                  <a:pt x="374165" y="54504"/>
                  <a:pt x="378000" y="65782"/>
                  <a:pt x="378000" y="80534"/>
                </a:cubicBezTo>
                <a:moveTo>
                  <a:pt x="357245" y="80534"/>
                </a:moveTo>
                <a:cubicBezTo>
                  <a:pt x="357245" y="59893"/>
                  <a:pt x="349283" y="49572"/>
                  <a:pt x="333359" y="49572"/>
                </a:cubicBezTo>
                <a:cubicBezTo>
                  <a:pt x="316806" y="49572"/>
                  <a:pt x="308530" y="59893"/>
                  <a:pt x="308530" y="80534"/>
                </a:cubicBezTo>
                <a:cubicBezTo>
                  <a:pt x="308530" y="90654"/>
                  <a:pt x="310556" y="98401"/>
                  <a:pt x="314609" y="103776"/>
                </a:cubicBezTo>
                <a:cubicBezTo>
                  <a:pt x="318661" y="109150"/>
                  <a:pt x="324539" y="111838"/>
                  <a:pt x="332244" y="111838"/>
                </a:cubicBezTo>
                <a:cubicBezTo>
                  <a:pt x="348911" y="111838"/>
                  <a:pt x="357245" y="101403"/>
                  <a:pt x="357245" y="80534"/>
                </a:cubicBezTo>
                <a:close/>
                <a:moveTo>
                  <a:pt x="438376" y="51389"/>
                </a:moveTo>
                <a:cubicBezTo>
                  <a:pt x="431954" y="51389"/>
                  <a:pt x="426822" y="54205"/>
                  <a:pt x="422981" y="59837"/>
                </a:cubicBezTo>
                <a:cubicBezTo>
                  <a:pt x="419139" y="65467"/>
                  <a:pt x="417219" y="73055"/>
                  <a:pt x="417219" y="82600"/>
                </a:cubicBezTo>
                <a:lnTo>
                  <a:pt x="417219" y="124703"/>
                </a:lnTo>
                <a:lnTo>
                  <a:pt x="397493" y="124703"/>
                </a:lnTo>
                <a:lnTo>
                  <a:pt x="397493" y="58428"/>
                </a:lnTo>
                <a:cubicBezTo>
                  <a:pt x="397493" y="49156"/>
                  <a:pt x="397264" y="41916"/>
                  <a:pt x="396806" y="36708"/>
                </a:cubicBezTo>
                <a:lnTo>
                  <a:pt x="415672" y="36708"/>
                </a:lnTo>
                <a:cubicBezTo>
                  <a:pt x="416246" y="43569"/>
                  <a:pt x="416532" y="50201"/>
                  <a:pt x="416532" y="56605"/>
                </a:cubicBezTo>
                <a:lnTo>
                  <a:pt x="416875" y="56605"/>
                </a:lnTo>
                <a:cubicBezTo>
                  <a:pt x="419629" y="48518"/>
                  <a:pt x="422811" y="42894"/>
                  <a:pt x="426422" y="39733"/>
                </a:cubicBezTo>
                <a:cubicBezTo>
                  <a:pt x="430035" y="36573"/>
                  <a:pt x="434794" y="34992"/>
                  <a:pt x="440699" y="34992"/>
                </a:cubicBezTo>
                <a:cubicBezTo>
                  <a:pt x="443394" y="34992"/>
                  <a:pt x="445630" y="35364"/>
                  <a:pt x="447408" y="36107"/>
                </a:cubicBezTo>
                <a:lnTo>
                  <a:pt x="447408" y="52317"/>
                </a:lnTo>
                <a:cubicBezTo>
                  <a:pt x="444483" y="51699"/>
                  <a:pt x="441472" y="51389"/>
                  <a:pt x="438376" y="51389"/>
                </a:cubicBezTo>
                <a:close/>
                <a:moveTo>
                  <a:pt x="463601" y="16912"/>
                </a:moveTo>
                <a:lnTo>
                  <a:pt x="463601" y="0"/>
                </a:lnTo>
                <a:lnTo>
                  <a:pt x="483242" y="0"/>
                </a:lnTo>
                <a:lnTo>
                  <a:pt x="483242" y="16912"/>
                </a:lnTo>
                <a:lnTo>
                  <a:pt x="463601" y="16912"/>
                </a:lnTo>
                <a:moveTo>
                  <a:pt x="463601" y="124703"/>
                </a:moveTo>
                <a:lnTo>
                  <a:pt x="463601" y="36708"/>
                </a:lnTo>
                <a:lnTo>
                  <a:pt x="483327" y="36708"/>
                </a:lnTo>
                <a:lnTo>
                  <a:pt x="483327" y="124703"/>
                </a:lnTo>
                <a:lnTo>
                  <a:pt x="463601" y="124703"/>
                </a:lnTo>
                <a:close/>
                <a:moveTo>
                  <a:pt x="535373" y="126246"/>
                </a:moveTo>
                <a:cubicBezTo>
                  <a:pt x="528497" y="126246"/>
                  <a:pt x="523068" y="124286"/>
                  <a:pt x="519085" y="120366"/>
                </a:cubicBezTo>
                <a:cubicBezTo>
                  <a:pt x="515104" y="116446"/>
                  <a:pt x="513114" y="110823"/>
                  <a:pt x="513114" y="103497"/>
                </a:cubicBezTo>
                <a:lnTo>
                  <a:pt x="513114" y="51046"/>
                </a:lnTo>
                <a:lnTo>
                  <a:pt x="500078" y="51046"/>
                </a:lnTo>
                <a:lnTo>
                  <a:pt x="500078" y="36708"/>
                </a:lnTo>
                <a:lnTo>
                  <a:pt x="513371" y="36708"/>
                </a:lnTo>
                <a:lnTo>
                  <a:pt x="519659" y="15438"/>
                </a:lnTo>
                <a:lnTo>
                  <a:pt x="532840" y="15438"/>
                </a:lnTo>
                <a:lnTo>
                  <a:pt x="532840" y="36708"/>
                </a:lnTo>
                <a:lnTo>
                  <a:pt x="554024" y="36708"/>
                </a:lnTo>
                <a:lnTo>
                  <a:pt x="554024" y="51046"/>
                </a:lnTo>
                <a:lnTo>
                  <a:pt x="532840" y="51046"/>
                </a:lnTo>
                <a:lnTo>
                  <a:pt x="532840" y="98517"/>
                </a:lnTo>
                <a:cubicBezTo>
                  <a:pt x="532840" y="107215"/>
                  <a:pt x="536528" y="111564"/>
                  <a:pt x="543904" y="111564"/>
                </a:cubicBezTo>
                <a:cubicBezTo>
                  <a:pt x="547391" y="111564"/>
                  <a:pt x="551137" y="111193"/>
                  <a:pt x="555139" y="110449"/>
                </a:cubicBezTo>
                <a:lnTo>
                  <a:pt x="555139" y="123671"/>
                </a:lnTo>
                <a:cubicBezTo>
                  <a:pt x="548608" y="125388"/>
                  <a:pt x="542020" y="126246"/>
                  <a:pt x="535373" y="126246"/>
                </a:cubicBezTo>
                <a:close/>
                <a:moveTo>
                  <a:pt x="579283" y="158666"/>
                </a:moveTo>
                <a:cubicBezTo>
                  <a:pt x="575620" y="158666"/>
                  <a:pt x="571843" y="158265"/>
                  <a:pt x="567951" y="157465"/>
                </a:cubicBezTo>
                <a:lnTo>
                  <a:pt x="567951" y="142113"/>
                </a:lnTo>
                <a:cubicBezTo>
                  <a:pt x="570928" y="142856"/>
                  <a:pt x="573504" y="143228"/>
                  <a:pt x="575678" y="143228"/>
                </a:cubicBezTo>
                <a:cubicBezTo>
                  <a:pt x="578710" y="143228"/>
                  <a:pt x="581371" y="142555"/>
                  <a:pt x="583660" y="141210"/>
                </a:cubicBezTo>
                <a:cubicBezTo>
                  <a:pt x="585950" y="139864"/>
                  <a:pt x="587983" y="137917"/>
                  <a:pt x="589757" y="135367"/>
                </a:cubicBezTo>
                <a:cubicBezTo>
                  <a:pt x="591531" y="132819"/>
                  <a:pt x="592991" y="130514"/>
                  <a:pt x="594136" y="128452"/>
                </a:cubicBezTo>
                <a:lnTo>
                  <a:pt x="595423" y="125273"/>
                </a:lnTo>
                <a:lnTo>
                  <a:pt x="560138" y="36708"/>
                </a:lnTo>
                <a:lnTo>
                  <a:pt x="581172" y="36708"/>
                </a:lnTo>
                <a:lnTo>
                  <a:pt x="597653" y="83514"/>
                </a:lnTo>
                <a:cubicBezTo>
                  <a:pt x="599427" y="88381"/>
                  <a:pt x="602031" y="96540"/>
                  <a:pt x="605465" y="107992"/>
                </a:cubicBezTo>
                <a:cubicBezTo>
                  <a:pt x="606439" y="104327"/>
                  <a:pt x="608758" y="97142"/>
                  <a:pt x="612420" y="86435"/>
                </a:cubicBezTo>
                <a:lnTo>
                  <a:pt x="629075" y="36708"/>
                </a:lnTo>
                <a:lnTo>
                  <a:pt x="649849" y="36708"/>
                </a:lnTo>
                <a:lnTo>
                  <a:pt x="614050" y="130066"/>
                </a:lnTo>
                <a:cubicBezTo>
                  <a:pt x="610501" y="138826"/>
                  <a:pt x="606009" y="145783"/>
                  <a:pt x="600571" y="150936"/>
                </a:cubicBezTo>
                <a:cubicBezTo>
                  <a:pt x="595136" y="156089"/>
                  <a:pt x="588040" y="158666"/>
                  <a:pt x="579283" y="158666"/>
                </a:cubicBezTo>
                <a:close/>
                <a:moveTo>
                  <a:pt x="753645" y="124703"/>
                </a:moveTo>
                <a:lnTo>
                  <a:pt x="730145" y="124703"/>
                </a:lnTo>
                <a:lnTo>
                  <a:pt x="697812" y="36708"/>
                </a:lnTo>
                <a:lnTo>
                  <a:pt x="718739" y="36708"/>
                </a:lnTo>
                <a:lnTo>
                  <a:pt x="735977" y="89000"/>
                </a:lnTo>
                <a:cubicBezTo>
                  <a:pt x="739351" y="100105"/>
                  <a:pt x="741352" y="106860"/>
                  <a:pt x="741981" y="109265"/>
                </a:cubicBezTo>
                <a:cubicBezTo>
                  <a:pt x="742495" y="107319"/>
                  <a:pt x="743253" y="104772"/>
                  <a:pt x="744254" y="101624"/>
                </a:cubicBezTo>
                <a:cubicBezTo>
                  <a:pt x="745254" y="98475"/>
                  <a:pt x="746669" y="94210"/>
                  <a:pt x="748499" y="88829"/>
                </a:cubicBezTo>
                <a:lnTo>
                  <a:pt x="766081" y="36708"/>
                </a:lnTo>
                <a:lnTo>
                  <a:pt x="786836" y="36708"/>
                </a:lnTo>
                <a:lnTo>
                  <a:pt x="753645" y="124703"/>
                </a:lnTo>
                <a:close/>
                <a:moveTo>
                  <a:pt x="884891" y="80534"/>
                </a:moveTo>
                <a:cubicBezTo>
                  <a:pt x="884891" y="94885"/>
                  <a:pt x="880899" y="106120"/>
                  <a:pt x="872916" y="114239"/>
                </a:cubicBezTo>
                <a:cubicBezTo>
                  <a:pt x="864933" y="122358"/>
                  <a:pt x="853730" y="126418"/>
                  <a:pt x="839307" y="126418"/>
                </a:cubicBezTo>
                <a:cubicBezTo>
                  <a:pt x="825341" y="126418"/>
                  <a:pt x="814410" y="122301"/>
                  <a:pt x="806512" y="114068"/>
                </a:cubicBezTo>
                <a:cubicBezTo>
                  <a:pt x="798615" y="105834"/>
                  <a:pt x="794666" y="94656"/>
                  <a:pt x="794666" y="80534"/>
                </a:cubicBezTo>
                <a:cubicBezTo>
                  <a:pt x="794666" y="66182"/>
                  <a:pt x="798629" y="55004"/>
                  <a:pt x="806555" y="46999"/>
                </a:cubicBezTo>
                <a:cubicBezTo>
                  <a:pt x="814481" y="38995"/>
                  <a:pt x="825570" y="34992"/>
                  <a:pt x="839821" y="34992"/>
                </a:cubicBezTo>
                <a:cubicBezTo>
                  <a:pt x="854530" y="34992"/>
                  <a:pt x="865719" y="38895"/>
                  <a:pt x="873388" y="46699"/>
                </a:cubicBezTo>
                <a:cubicBezTo>
                  <a:pt x="881056" y="54504"/>
                  <a:pt x="884891" y="65782"/>
                  <a:pt x="884891" y="80534"/>
                </a:cubicBezTo>
                <a:moveTo>
                  <a:pt x="864136" y="80534"/>
                </a:moveTo>
                <a:cubicBezTo>
                  <a:pt x="864136" y="59893"/>
                  <a:pt x="856174" y="49572"/>
                  <a:pt x="840250" y="49572"/>
                </a:cubicBezTo>
                <a:cubicBezTo>
                  <a:pt x="823697" y="49572"/>
                  <a:pt x="815421" y="59893"/>
                  <a:pt x="815421" y="80534"/>
                </a:cubicBezTo>
                <a:cubicBezTo>
                  <a:pt x="815421" y="90654"/>
                  <a:pt x="817447" y="98401"/>
                  <a:pt x="821500" y="103776"/>
                </a:cubicBezTo>
                <a:cubicBezTo>
                  <a:pt x="825552" y="109150"/>
                  <a:pt x="831431" y="111838"/>
                  <a:pt x="839135" y="111838"/>
                </a:cubicBezTo>
                <a:cubicBezTo>
                  <a:pt x="855802" y="111838"/>
                  <a:pt x="864136" y="101403"/>
                  <a:pt x="864136" y="80534"/>
                </a:cubicBezTo>
                <a:close/>
                <a:moveTo>
                  <a:pt x="930588" y="126246"/>
                </a:moveTo>
                <a:cubicBezTo>
                  <a:pt x="923713" y="126246"/>
                  <a:pt x="918283" y="124286"/>
                  <a:pt x="914301" y="120366"/>
                </a:cubicBezTo>
                <a:cubicBezTo>
                  <a:pt x="910320" y="116446"/>
                  <a:pt x="908329" y="110823"/>
                  <a:pt x="908329" y="103497"/>
                </a:cubicBezTo>
                <a:lnTo>
                  <a:pt x="908329" y="51046"/>
                </a:lnTo>
                <a:lnTo>
                  <a:pt x="895293" y="51046"/>
                </a:lnTo>
                <a:lnTo>
                  <a:pt x="895293" y="36708"/>
                </a:lnTo>
                <a:lnTo>
                  <a:pt x="908587" y="36708"/>
                </a:lnTo>
                <a:lnTo>
                  <a:pt x="914874" y="15438"/>
                </a:lnTo>
                <a:lnTo>
                  <a:pt x="928055" y="15438"/>
                </a:lnTo>
                <a:lnTo>
                  <a:pt x="928055" y="36708"/>
                </a:lnTo>
                <a:lnTo>
                  <a:pt x="949239" y="36708"/>
                </a:lnTo>
                <a:lnTo>
                  <a:pt x="949239" y="51046"/>
                </a:lnTo>
                <a:lnTo>
                  <a:pt x="928055" y="51046"/>
                </a:lnTo>
                <a:lnTo>
                  <a:pt x="928055" y="98517"/>
                </a:lnTo>
                <a:cubicBezTo>
                  <a:pt x="928055" y="107215"/>
                  <a:pt x="931743" y="111564"/>
                  <a:pt x="939119" y="111564"/>
                </a:cubicBezTo>
                <a:cubicBezTo>
                  <a:pt x="942607" y="111564"/>
                  <a:pt x="946352" y="111193"/>
                  <a:pt x="950354" y="110449"/>
                </a:cubicBezTo>
                <a:lnTo>
                  <a:pt x="950354" y="123671"/>
                </a:lnTo>
                <a:cubicBezTo>
                  <a:pt x="943824" y="125388"/>
                  <a:pt x="937235" y="126246"/>
                  <a:pt x="930588" y="126246"/>
                </a:cubicBezTo>
                <a:close/>
                <a:moveTo>
                  <a:pt x="968562" y="16912"/>
                </a:moveTo>
                <a:lnTo>
                  <a:pt x="968562" y="0"/>
                </a:lnTo>
                <a:lnTo>
                  <a:pt x="988202" y="0"/>
                </a:lnTo>
                <a:lnTo>
                  <a:pt x="988202" y="16912"/>
                </a:lnTo>
                <a:lnTo>
                  <a:pt x="968562" y="16912"/>
                </a:lnTo>
                <a:moveTo>
                  <a:pt x="968562" y="124703"/>
                </a:moveTo>
                <a:lnTo>
                  <a:pt x="968562" y="36708"/>
                </a:lnTo>
                <a:lnTo>
                  <a:pt x="988288" y="36708"/>
                </a:lnTo>
                <a:lnTo>
                  <a:pt x="988288" y="124703"/>
                </a:lnTo>
                <a:lnTo>
                  <a:pt x="968562" y="124703"/>
                </a:lnTo>
                <a:close/>
                <a:moveTo>
                  <a:pt x="1072106" y="124703"/>
                </a:moveTo>
                <a:lnTo>
                  <a:pt x="1072106" y="75570"/>
                </a:lnTo>
                <a:cubicBezTo>
                  <a:pt x="1072106" y="66652"/>
                  <a:pt x="1070719" y="60250"/>
                  <a:pt x="1067946" y="56364"/>
                </a:cubicBezTo>
                <a:cubicBezTo>
                  <a:pt x="1065173" y="52476"/>
                  <a:pt x="1060785" y="50532"/>
                  <a:pt x="1054781" y="50532"/>
                </a:cubicBezTo>
                <a:cubicBezTo>
                  <a:pt x="1048320" y="50532"/>
                  <a:pt x="1043246" y="53019"/>
                  <a:pt x="1039558" y="57993"/>
                </a:cubicBezTo>
                <a:cubicBezTo>
                  <a:pt x="1035870" y="62966"/>
                  <a:pt x="1034026" y="69711"/>
                  <a:pt x="1034026" y="78229"/>
                </a:cubicBezTo>
                <a:lnTo>
                  <a:pt x="1034026" y="124703"/>
                </a:lnTo>
                <a:lnTo>
                  <a:pt x="1014300" y="124703"/>
                </a:lnTo>
                <a:lnTo>
                  <a:pt x="1014300" y="56967"/>
                </a:lnTo>
                <a:cubicBezTo>
                  <a:pt x="1014300" y="50157"/>
                  <a:pt x="1014043" y="43404"/>
                  <a:pt x="1013528" y="36708"/>
                </a:cubicBezTo>
                <a:lnTo>
                  <a:pt x="1032311" y="36708"/>
                </a:lnTo>
                <a:cubicBezTo>
                  <a:pt x="1032940" y="45284"/>
                  <a:pt x="1033254" y="50945"/>
                  <a:pt x="1033254" y="53689"/>
                </a:cubicBezTo>
                <a:lnTo>
                  <a:pt x="1033597" y="53689"/>
                </a:lnTo>
                <a:cubicBezTo>
                  <a:pt x="1036976" y="47144"/>
                  <a:pt x="1040898" y="42392"/>
                  <a:pt x="1045363" y="39433"/>
                </a:cubicBezTo>
                <a:cubicBezTo>
                  <a:pt x="1049830" y="36473"/>
                  <a:pt x="1055585" y="34992"/>
                  <a:pt x="1062629" y="34992"/>
                </a:cubicBezTo>
                <a:cubicBezTo>
                  <a:pt x="1072420" y="34992"/>
                  <a:pt x="1079764" y="37880"/>
                  <a:pt x="1084660" y="43654"/>
                </a:cubicBezTo>
                <a:cubicBezTo>
                  <a:pt x="1089555" y="49429"/>
                  <a:pt x="1092003" y="58349"/>
                  <a:pt x="1092003" y="70413"/>
                </a:cubicBezTo>
                <a:lnTo>
                  <a:pt x="1092003" y="124703"/>
                </a:lnTo>
                <a:lnTo>
                  <a:pt x="1072106" y="124703"/>
                </a:lnTo>
                <a:close/>
                <a:moveTo>
                  <a:pt x="1111284" y="80190"/>
                </a:moveTo>
                <a:cubicBezTo>
                  <a:pt x="1111284" y="65641"/>
                  <a:pt x="1114495" y="54471"/>
                  <a:pt x="1120919" y="46680"/>
                </a:cubicBezTo>
                <a:cubicBezTo>
                  <a:pt x="1127344" y="38888"/>
                  <a:pt x="1136524" y="34992"/>
                  <a:pt x="1148457" y="34992"/>
                </a:cubicBezTo>
                <a:cubicBezTo>
                  <a:pt x="1154967" y="34992"/>
                  <a:pt x="1160691" y="36473"/>
                  <a:pt x="1165629" y="39433"/>
                </a:cubicBezTo>
                <a:cubicBezTo>
                  <a:pt x="1170570" y="42392"/>
                  <a:pt x="1174325" y="46572"/>
                  <a:pt x="1176894" y="51974"/>
                </a:cubicBezTo>
                <a:lnTo>
                  <a:pt x="1177237" y="51974"/>
                </a:lnTo>
                <a:cubicBezTo>
                  <a:pt x="1177237" y="47028"/>
                  <a:pt x="1177609" y="41939"/>
                  <a:pt x="1178352" y="36708"/>
                </a:cubicBezTo>
                <a:lnTo>
                  <a:pt x="1197220" y="36708"/>
                </a:lnTo>
                <a:cubicBezTo>
                  <a:pt x="1196763" y="41861"/>
                  <a:pt x="1196534" y="48388"/>
                  <a:pt x="1196534" y="56289"/>
                </a:cubicBezTo>
                <a:lnTo>
                  <a:pt x="1196534" y="122164"/>
                </a:lnTo>
                <a:cubicBezTo>
                  <a:pt x="1196534" y="132128"/>
                  <a:pt x="1192853" y="140701"/>
                  <a:pt x="1185492" y="147886"/>
                </a:cubicBezTo>
                <a:cubicBezTo>
                  <a:pt x="1178132" y="155072"/>
                  <a:pt x="1167663" y="158666"/>
                  <a:pt x="1154083" y="158666"/>
                </a:cubicBezTo>
                <a:cubicBezTo>
                  <a:pt x="1131661" y="158666"/>
                  <a:pt x="1118709" y="150804"/>
                  <a:pt x="1115229" y="135080"/>
                </a:cubicBezTo>
                <a:lnTo>
                  <a:pt x="1134815" y="132078"/>
                </a:lnTo>
                <a:cubicBezTo>
                  <a:pt x="1136981" y="140130"/>
                  <a:pt x="1143595" y="144155"/>
                  <a:pt x="1154657" y="144155"/>
                </a:cubicBezTo>
                <a:cubicBezTo>
                  <a:pt x="1161898" y="144155"/>
                  <a:pt x="1167429" y="141983"/>
                  <a:pt x="1171249" y="137640"/>
                </a:cubicBezTo>
                <a:cubicBezTo>
                  <a:pt x="1175070" y="133296"/>
                  <a:pt x="1176980" y="128239"/>
                  <a:pt x="1176980" y="122467"/>
                </a:cubicBezTo>
                <a:lnTo>
                  <a:pt x="1176980" y="113207"/>
                </a:lnTo>
                <a:cubicBezTo>
                  <a:pt x="1176980" y="111322"/>
                  <a:pt x="1177065" y="109436"/>
                  <a:pt x="1177237" y="107550"/>
                </a:cubicBezTo>
                <a:lnTo>
                  <a:pt x="1176894" y="107550"/>
                </a:lnTo>
                <a:cubicBezTo>
                  <a:pt x="1173924" y="113439"/>
                  <a:pt x="1169998" y="117827"/>
                  <a:pt x="1165115" y="120714"/>
                </a:cubicBezTo>
                <a:cubicBezTo>
                  <a:pt x="1160233" y="123602"/>
                  <a:pt x="1154110" y="125046"/>
                  <a:pt x="1146745" y="125046"/>
                </a:cubicBezTo>
                <a:cubicBezTo>
                  <a:pt x="1135324" y="125046"/>
                  <a:pt x="1126558" y="121150"/>
                  <a:pt x="1120447" y="113360"/>
                </a:cubicBezTo>
                <a:cubicBezTo>
                  <a:pt x="1114338" y="105568"/>
                  <a:pt x="1111284" y="94511"/>
                  <a:pt x="1111284" y="80190"/>
                </a:cubicBezTo>
                <a:moveTo>
                  <a:pt x="1132039" y="80190"/>
                </a:moveTo>
                <a:cubicBezTo>
                  <a:pt x="1132039" y="100374"/>
                  <a:pt x="1139443" y="110466"/>
                  <a:pt x="1154252" y="110466"/>
                </a:cubicBezTo>
                <a:cubicBezTo>
                  <a:pt x="1161715" y="110466"/>
                  <a:pt x="1167383" y="107785"/>
                  <a:pt x="1171255" y="102425"/>
                </a:cubicBezTo>
                <a:cubicBezTo>
                  <a:pt x="1175129" y="97063"/>
                  <a:pt x="1177065" y="89508"/>
                  <a:pt x="1177065" y="79762"/>
                </a:cubicBezTo>
                <a:cubicBezTo>
                  <a:pt x="1177065" y="70013"/>
                  <a:pt x="1175129" y="62516"/>
                  <a:pt x="1171255" y="57270"/>
                </a:cubicBezTo>
                <a:cubicBezTo>
                  <a:pt x="1167383" y="52024"/>
                  <a:pt x="1161772" y="49401"/>
                  <a:pt x="1154423" y="49401"/>
                </a:cubicBezTo>
                <a:cubicBezTo>
                  <a:pt x="1147303" y="49401"/>
                  <a:pt x="1141792" y="51909"/>
                  <a:pt x="1137890" y="56927"/>
                </a:cubicBezTo>
                <a:cubicBezTo>
                  <a:pt x="1133989" y="61944"/>
                  <a:pt x="1132039" y="69699"/>
                  <a:pt x="1132039" y="801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EarlyT">
            <a:extLst xmlns:a="http://schemas.openxmlformats.org/drawingml/2006/main">
              <a:ext uri="{FF2B5EF4-FFF2-40B4-BE49-F238E27FC236}">
                <a16:creationId xmlns:a16="http://schemas.microsoft.com/office/drawing/2014/main" id="{10FD95A4-6D21-4C7B-8203-3D87D5B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451" y="6191752"/>
            <a:ext cx="534079" cy="185081"/>
          </a:xfrm>
          <a:custGeom xmlns:a="http://schemas.openxmlformats.org/drawingml/2006/main">
            <a:pathLst>
              <a:path w="534079" h="185081">
                <a:moveTo>
                  <a:pt x="71442" y="140398"/>
                </a:moveTo>
                <a:lnTo>
                  <a:pt x="0" y="140398"/>
                </a:lnTo>
                <a:lnTo>
                  <a:pt x="0" y="7547"/>
                </a:lnTo>
                <a:lnTo>
                  <a:pt x="68441" y="7547"/>
                </a:lnTo>
                <a:lnTo>
                  <a:pt x="68441" y="22814"/>
                </a:lnTo>
                <a:lnTo>
                  <a:pt x="17153" y="22814"/>
                </a:lnTo>
                <a:lnTo>
                  <a:pt x="17153" y="65353"/>
                </a:lnTo>
                <a:lnTo>
                  <a:pt x="64667" y="65353"/>
                </a:lnTo>
                <a:lnTo>
                  <a:pt x="64667" y="80534"/>
                </a:lnTo>
                <a:lnTo>
                  <a:pt x="17153" y="80534"/>
                </a:lnTo>
                <a:lnTo>
                  <a:pt x="17153" y="125217"/>
                </a:lnTo>
                <a:lnTo>
                  <a:pt x="71442" y="125217"/>
                </a:lnTo>
                <a:lnTo>
                  <a:pt x="71442" y="140398"/>
                </a:lnTo>
                <a:close/>
                <a:moveTo>
                  <a:pt x="97062" y="52145"/>
                </a:moveTo>
                <a:cubicBezTo>
                  <a:pt x="106496" y="46256"/>
                  <a:pt x="117388" y="43311"/>
                  <a:pt x="129738" y="43311"/>
                </a:cubicBezTo>
                <a:cubicBezTo>
                  <a:pt x="152609" y="43311"/>
                  <a:pt x="164044" y="55319"/>
                  <a:pt x="164044" y="79333"/>
                </a:cubicBezTo>
                <a:lnTo>
                  <a:pt x="164044" y="140398"/>
                </a:lnTo>
                <a:lnTo>
                  <a:pt x="147406" y="140398"/>
                </a:lnTo>
                <a:lnTo>
                  <a:pt x="147406" y="125732"/>
                </a:lnTo>
                <a:lnTo>
                  <a:pt x="146977" y="125732"/>
                </a:lnTo>
                <a:cubicBezTo>
                  <a:pt x="140402" y="136996"/>
                  <a:pt x="130710" y="142627"/>
                  <a:pt x="117903" y="142627"/>
                </a:cubicBezTo>
                <a:cubicBezTo>
                  <a:pt x="108697" y="142627"/>
                  <a:pt x="101378" y="140140"/>
                  <a:pt x="95947" y="135166"/>
                </a:cubicBezTo>
                <a:cubicBezTo>
                  <a:pt x="90515" y="130192"/>
                  <a:pt x="87799" y="123473"/>
                  <a:pt x="87799" y="115011"/>
                </a:cubicBezTo>
                <a:cubicBezTo>
                  <a:pt x="87799" y="97286"/>
                  <a:pt x="98291" y="86966"/>
                  <a:pt x="119275" y="84050"/>
                </a:cubicBezTo>
                <a:lnTo>
                  <a:pt x="147406" y="80105"/>
                </a:lnTo>
                <a:cubicBezTo>
                  <a:pt x="147406" y="64610"/>
                  <a:pt x="141002" y="56862"/>
                  <a:pt x="128194" y="56862"/>
                </a:cubicBezTo>
                <a:cubicBezTo>
                  <a:pt x="116816" y="56862"/>
                  <a:pt x="106439" y="60693"/>
                  <a:pt x="97062" y="68355"/>
                </a:cubicBezTo>
                <a:lnTo>
                  <a:pt x="97062" y="52145"/>
                </a:lnTo>
                <a:moveTo>
                  <a:pt x="125193" y="95800"/>
                </a:moveTo>
                <a:cubicBezTo>
                  <a:pt x="117417" y="96829"/>
                  <a:pt x="112056" y="98773"/>
                  <a:pt x="109112" y="101632"/>
                </a:cubicBezTo>
                <a:cubicBezTo>
                  <a:pt x="106167" y="104491"/>
                  <a:pt x="104695" y="108493"/>
                  <a:pt x="104695" y="113639"/>
                </a:cubicBezTo>
                <a:cubicBezTo>
                  <a:pt x="104695" y="118156"/>
                  <a:pt x="106296" y="121844"/>
                  <a:pt x="109498" y="124703"/>
                </a:cubicBezTo>
                <a:cubicBezTo>
                  <a:pt x="112699" y="127561"/>
                  <a:pt x="116931" y="128991"/>
                  <a:pt x="122191" y="128991"/>
                </a:cubicBezTo>
                <a:cubicBezTo>
                  <a:pt x="129509" y="128991"/>
                  <a:pt x="135542" y="126418"/>
                  <a:pt x="140287" y="121272"/>
                </a:cubicBezTo>
                <a:cubicBezTo>
                  <a:pt x="145033" y="116126"/>
                  <a:pt x="147406" y="109665"/>
                  <a:pt x="147406" y="101889"/>
                </a:cubicBezTo>
                <a:lnTo>
                  <a:pt x="147406" y="92798"/>
                </a:lnTo>
                <a:lnTo>
                  <a:pt x="125193" y="95800"/>
                </a:lnTo>
                <a:close/>
                <a:moveTo>
                  <a:pt x="242665" y="62180"/>
                </a:moveTo>
                <a:cubicBezTo>
                  <a:pt x="239863" y="60179"/>
                  <a:pt x="236003" y="59178"/>
                  <a:pt x="231086" y="59178"/>
                </a:cubicBezTo>
                <a:cubicBezTo>
                  <a:pt x="224568" y="59178"/>
                  <a:pt x="219194" y="62223"/>
                  <a:pt x="214962" y="68312"/>
                </a:cubicBezTo>
                <a:cubicBezTo>
                  <a:pt x="210731" y="74401"/>
                  <a:pt x="208616" y="82420"/>
                  <a:pt x="208616" y="92369"/>
                </a:cubicBezTo>
                <a:lnTo>
                  <a:pt x="208616" y="140398"/>
                </a:lnTo>
                <a:lnTo>
                  <a:pt x="191806" y="140398"/>
                </a:lnTo>
                <a:lnTo>
                  <a:pt x="191806" y="45541"/>
                </a:lnTo>
                <a:lnTo>
                  <a:pt x="208616" y="45541"/>
                </a:lnTo>
                <a:lnTo>
                  <a:pt x="208616" y="64838"/>
                </a:lnTo>
                <a:lnTo>
                  <a:pt x="208959" y="64838"/>
                </a:lnTo>
                <a:cubicBezTo>
                  <a:pt x="213762" y="50887"/>
                  <a:pt x="222052" y="43912"/>
                  <a:pt x="233831" y="43912"/>
                </a:cubicBezTo>
                <a:cubicBezTo>
                  <a:pt x="237662" y="43912"/>
                  <a:pt x="240606" y="44341"/>
                  <a:pt x="242665" y="45198"/>
                </a:cubicBezTo>
                <a:lnTo>
                  <a:pt x="242665" y="62180"/>
                </a:lnTo>
                <a:close/>
                <a:moveTo>
                  <a:pt x="259362" y="140398"/>
                </a:moveTo>
                <a:lnTo>
                  <a:pt x="259362" y="0"/>
                </a:lnTo>
                <a:lnTo>
                  <a:pt x="276172" y="0"/>
                </a:lnTo>
                <a:lnTo>
                  <a:pt x="276172" y="140398"/>
                </a:lnTo>
                <a:lnTo>
                  <a:pt x="259362" y="140398"/>
                </a:lnTo>
                <a:close/>
                <a:moveTo>
                  <a:pt x="384254" y="45541"/>
                </a:moveTo>
                <a:lnTo>
                  <a:pt x="341200" y="154720"/>
                </a:lnTo>
                <a:cubicBezTo>
                  <a:pt x="333195" y="174961"/>
                  <a:pt x="321903" y="185081"/>
                  <a:pt x="307323" y="185081"/>
                </a:cubicBezTo>
                <a:cubicBezTo>
                  <a:pt x="303149" y="185081"/>
                  <a:pt x="299575" y="184624"/>
                  <a:pt x="296602" y="183709"/>
                </a:cubicBezTo>
                <a:lnTo>
                  <a:pt x="296602" y="168957"/>
                </a:lnTo>
                <a:cubicBezTo>
                  <a:pt x="299861" y="170215"/>
                  <a:pt x="303006" y="170844"/>
                  <a:pt x="306036" y="170844"/>
                </a:cubicBezTo>
                <a:cubicBezTo>
                  <a:pt x="313641" y="170844"/>
                  <a:pt x="319330" y="166384"/>
                  <a:pt x="323103" y="157465"/>
                </a:cubicBezTo>
                <a:lnTo>
                  <a:pt x="330394" y="140226"/>
                </a:lnTo>
                <a:lnTo>
                  <a:pt x="293171" y="45541"/>
                </a:lnTo>
                <a:lnTo>
                  <a:pt x="311782" y="45541"/>
                </a:lnTo>
                <a:lnTo>
                  <a:pt x="336569" y="116812"/>
                </a:lnTo>
                <a:lnTo>
                  <a:pt x="338627" y="124617"/>
                </a:lnTo>
                <a:lnTo>
                  <a:pt x="339056" y="124617"/>
                </a:lnTo>
                <a:cubicBezTo>
                  <a:pt x="339399" y="122844"/>
                  <a:pt x="340085" y="120300"/>
                  <a:pt x="341114" y="116984"/>
                </a:cubicBezTo>
                <a:lnTo>
                  <a:pt x="367015" y="45541"/>
                </a:lnTo>
                <a:lnTo>
                  <a:pt x="384254" y="45541"/>
                </a:lnTo>
                <a:close/>
                <a:moveTo>
                  <a:pt x="534079" y="22814"/>
                </a:moveTo>
                <a:lnTo>
                  <a:pt x="495742" y="22814"/>
                </a:lnTo>
                <a:lnTo>
                  <a:pt x="495742" y="140398"/>
                </a:lnTo>
                <a:lnTo>
                  <a:pt x="478503" y="140398"/>
                </a:lnTo>
                <a:lnTo>
                  <a:pt x="478503" y="22814"/>
                </a:lnTo>
                <a:lnTo>
                  <a:pt x="440337" y="22814"/>
                </a:lnTo>
                <a:lnTo>
                  <a:pt x="440337" y="7547"/>
                </a:lnTo>
                <a:lnTo>
                  <a:pt x="534079" y="7547"/>
                </a:lnTo>
                <a:lnTo>
                  <a:pt x="534079" y="22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ermination">
            <a:extLst xmlns:a="http://schemas.openxmlformats.org/drawingml/2006/main">
              <a:ext uri="{FF2B5EF4-FFF2-40B4-BE49-F238E27FC236}">
                <a16:creationId xmlns:a16="http://schemas.microsoft.com/office/drawing/2014/main" id="{081F6B35-2C11-42DF-B43D-C2D603D6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930" y="6193296"/>
            <a:ext cx="894672" cy="141084"/>
          </a:xfrm>
          <a:custGeom xmlns:a="http://schemas.openxmlformats.org/drawingml/2006/main">
            <a:pathLst>
              <a:path w="894672" h="141084">
                <a:moveTo>
                  <a:pt x="83621" y="95714"/>
                </a:moveTo>
                <a:lnTo>
                  <a:pt x="17239" y="95714"/>
                </a:lnTo>
                <a:cubicBezTo>
                  <a:pt x="17525" y="105834"/>
                  <a:pt x="20298" y="113653"/>
                  <a:pt x="25558" y="119171"/>
                </a:cubicBezTo>
                <a:cubicBezTo>
                  <a:pt x="30818" y="124688"/>
                  <a:pt x="38166" y="127447"/>
                  <a:pt x="47600" y="127447"/>
                </a:cubicBezTo>
                <a:cubicBezTo>
                  <a:pt x="58235" y="127447"/>
                  <a:pt x="67983" y="124045"/>
                  <a:pt x="76846" y="117241"/>
                </a:cubicBezTo>
                <a:lnTo>
                  <a:pt x="76846" y="132250"/>
                </a:lnTo>
                <a:cubicBezTo>
                  <a:pt x="68498" y="138139"/>
                  <a:pt x="57434" y="141084"/>
                  <a:pt x="43654" y="141084"/>
                </a:cubicBezTo>
                <a:cubicBezTo>
                  <a:pt x="29932" y="141084"/>
                  <a:pt x="19226" y="136738"/>
                  <a:pt x="11535" y="128047"/>
                </a:cubicBezTo>
                <a:cubicBezTo>
                  <a:pt x="3845" y="119357"/>
                  <a:pt x="0" y="107292"/>
                  <a:pt x="0" y="91855"/>
                </a:cubicBezTo>
                <a:cubicBezTo>
                  <a:pt x="0" y="77332"/>
                  <a:pt x="4217" y="65353"/>
                  <a:pt x="12650" y="55919"/>
                </a:cubicBezTo>
                <a:cubicBezTo>
                  <a:pt x="21084" y="46485"/>
                  <a:pt x="31562" y="41768"/>
                  <a:pt x="44083" y="41768"/>
                </a:cubicBezTo>
                <a:cubicBezTo>
                  <a:pt x="56491" y="41768"/>
                  <a:pt x="66182" y="45756"/>
                  <a:pt x="73158" y="53732"/>
                </a:cubicBezTo>
                <a:cubicBezTo>
                  <a:pt x="80133" y="61708"/>
                  <a:pt x="83621" y="72872"/>
                  <a:pt x="83621" y="87223"/>
                </a:cubicBezTo>
                <a:lnTo>
                  <a:pt x="83621" y="95714"/>
                </a:lnTo>
                <a:moveTo>
                  <a:pt x="66811" y="82249"/>
                </a:moveTo>
                <a:cubicBezTo>
                  <a:pt x="66754" y="73672"/>
                  <a:pt x="64724" y="67040"/>
                  <a:pt x="60722" y="62351"/>
                </a:cubicBezTo>
                <a:cubicBezTo>
                  <a:pt x="56719" y="57663"/>
                  <a:pt x="51087" y="55319"/>
                  <a:pt x="43826" y="55319"/>
                </a:cubicBezTo>
                <a:cubicBezTo>
                  <a:pt x="37136" y="55319"/>
                  <a:pt x="31347" y="57806"/>
                  <a:pt x="26459" y="62780"/>
                </a:cubicBezTo>
                <a:cubicBezTo>
                  <a:pt x="21570" y="67754"/>
                  <a:pt x="18497" y="74244"/>
                  <a:pt x="17239" y="82249"/>
                </a:cubicBezTo>
                <a:lnTo>
                  <a:pt x="66811" y="82249"/>
                </a:lnTo>
                <a:close/>
                <a:moveTo>
                  <a:pt x="155937" y="60636"/>
                </a:moveTo>
                <a:cubicBezTo>
                  <a:pt x="153135" y="58635"/>
                  <a:pt x="149276" y="57634"/>
                  <a:pt x="144359" y="57634"/>
                </a:cubicBezTo>
                <a:cubicBezTo>
                  <a:pt x="137840" y="57634"/>
                  <a:pt x="132466" y="60679"/>
                  <a:pt x="128235" y="66768"/>
                </a:cubicBezTo>
                <a:cubicBezTo>
                  <a:pt x="124004" y="72858"/>
                  <a:pt x="121888" y="80877"/>
                  <a:pt x="121888" y="90825"/>
                </a:cubicBezTo>
                <a:lnTo>
                  <a:pt x="121888" y="138854"/>
                </a:lnTo>
                <a:lnTo>
                  <a:pt x="105078" y="138854"/>
                </a:lnTo>
                <a:lnTo>
                  <a:pt x="105078" y="43998"/>
                </a:lnTo>
                <a:lnTo>
                  <a:pt x="121888" y="43998"/>
                </a:lnTo>
                <a:lnTo>
                  <a:pt x="121888" y="63295"/>
                </a:lnTo>
                <a:lnTo>
                  <a:pt x="122231" y="63295"/>
                </a:lnTo>
                <a:cubicBezTo>
                  <a:pt x="127034" y="49344"/>
                  <a:pt x="135325" y="42368"/>
                  <a:pt x="147103" y="42368"/>
                </a:cubicBezTo>
                <a:cubicBezTo>
                  <a:pt x="150934" y="42368"/>
                  <a:pt x="153878" y="42797"/>
                  <a:pt x="155937" y="43654"/>
                </a:cubicBezTo>
                <a:lnTo>
                  <a:pt x="155937" y="60636"/>
                </a:lnTo>
                <a:close/>
                <a:moveTo>
                  <a:pt x="308906" y="138854"/>
                </a:moveTo>
                <a:lnTo>
                  <a:pt x="292096" y="138854"/>
                </a:lnTo>
                <a:lnTo>
                  <a:pt x="292096" y="84393"/>
                </a:lnTo>
                <a:cubicBezTo>
                  <a:pt x="292096" y="74101"/>
                  <a:pt x="290495" y="66740"/>
                  <a:pt x="287293" y="62308"/>
                </a:cubicBezTo>
                <a:cubicBezTo>
                  <a:pt x="284091" y="57877"/>
                  <a:pt x="278831" y="55662"/>
                  <a:pt x="271512" y="55662"/>
                </a:cubicBezTo>
                <a:cubicBezTo>
                  <a:pt x="265337" y="55662"/>
                  <a:pt x="260049" y="58549"/>
                  <a:pt x="255646" y="64324"/>
                </a:cubicBezTo>
                <a:cubicBezTo>
                  <a:pt x="251243" y="70099"/>
                  <a:pt x="249042" y="76931"/>
                  <a:pt x="249042" y="84822"/>
                </a:cubicBezTo>
                <a:lnTo>
                  <a:pt x="249042" y="138854"/>
                </a:lnTo>
                <a:lnTo>
                  <a:pt x="232232" y="138854"/>
                </a:lnTo>
                <a:lnTo>
                  <a:pt x="232232" y="82678"/>
                </a:lnTo>
                <a:cubicBezTo>
                  <a:pt x="232232" y="64667"/>
                  <a:pt x="225285" y="55662"/>
                  <a:pt x="211391" y="55662"/>
                </a:cubicBezTo>
                <a:cubicBezTo>
                  <a:pt x="204987" y="55662"/>
                  <a:pt x="199684" y="58406"/>
                  <a:pt x="195482" y="63895"/>
                </a:cubicBezTo>
                <a:cubicBezTo>
                  <a:pt x="191279" y="69384"/>
                  <a:pt x="189178" y="76388"/>
                  <a:pt x="189178" y="84908"/>
                </a:cubicBezTo>
                <a:lnTo>
                  <a:pt x="189178" y="138854"/>
                </a:lnTo>
                <a:lnTo>
                  <a:pt x="172368" y="138854"/>
                </a:lnTo>
                <a:lnTo>
                  <a:pt x="172368" y="43998"/>
                </a:lnTo>
                <a:lnTo>
                  <a:pt x="189178" y="43998"/>
                </a:lnTo>
                <a:lnTo>
                  <a:pt x="189178" y="59006"/>
                </a:lnTo>
                <a:lnTo>
                  <a:pt x="189521" y="59006"/>
                </a:lnTo>
                <a:cubicBezTo>
                  <a:pt x="196268" y="47514"/>
                  <a:pt x="206131" y="41768"/>
                  <a:pt x="219110" y="41768"/>
                </a:cubicBezTo>
                <a:cubicBezTo>
                  <a:pt x="225457" y="41768"/>
                  <a:pt x="231060" y="43512"/>
                  <a:pt x="235920" y="46999"/>
                </a:cubicBezTo>
                <a:cubicBezTo>
                  <a:pt x="240780" y="50487"/>
                  <a:pt x="244153" y="55204"/>
                  <a:pt x="246040" y="61151"/>
                </a:cubicBezTo>
                <a:cubicBezTo>
                  <a:pt x="253073" y="48229"/>
                  <a:pt x="263594" y="41768"/>
                  <a:pt x="277602" y="41768"/>
                </a:cubicBezTo>
                <a:cubicBezTo>
                  <a:pt x="298471" y="41768"/>
                  <a:pt x="308906" y="54632"/>
                  <a:pt x="308906" y="80362"/>
                </a:cubicBezTo>
                <a:lnTo>
                  <a:pt x="308906" y="138854"/>
                </a:lnTo>
                <a:close/>
                <a:moveTo>
                  <a:pt x="334908" y="10549"/>
                </a:moveTo>
                <a:cubicBezTo>
                  <a:pt x="334908" y="7576"/>
                  <a:pt x="335923" y="5074"/>
                  <a:pt x="337953" y="3045"/>
                </a:cubicBezTo>
                <a:cubicBezTo>
                  <a:pt x="339983" y="1015"/>
                  <a:pt x="342484" y="0"/>
                  <a:pt x="345457" y="0"/>
                </a:cubicBezTo>
                <a:cubicBezTo>
                  <a:pt x="348488" y="0"/>
                  <a:pt x="351046" y="1001"/>
                  <a:pt x="353133" y="3002"/>
                </a:cubicBezTo>
                <a:cubicBezTo>
                  <a:pt x="355220" y="5003"/>
                  <a:pt x="356264" y="7519"/>
                  <a:pt x="356264" y="10549"/>
                </a:cubicBezTo>
                <a:cubicBezTo>
                  <a:pt x="356264" y="13522"/>
                  <a:pt x="355220" y="15995"/>
                  <a:pt x="353133" y="17968"/>
                </a:cubicBezTo>
                <a:cubicBezTo>
                  <a:pt x="351046" y="19940"/>
                  <a:pt x="348488" y="20927"/>
                  <a:pt x="345457" y="20927"/>
                </a:cubicBezTo>
                <a:cubicBezTo>
                  <a:pt x="342427" y="20927"/>
                  <a:pt x="339911" y="19940"/>
                  <a:pt x="337910" y="17968"/>
                </a:cubicBezTo>
                <a:cubicBezTo>
                  <a:pt x="335909" y="15995"/>
                  <a:pt x="334908" y="13522"/>
                  <a:pt x="334908" y="10549"/>
                </a:cubicBezTo>
                <a:moveTo>
                  <a:pt x="336881" y="138854"/>
                </a:moveTo>
                <a:lnTo>
                  <a:pt x="336881" y="43998"/>
                </a:lnTo>
                <a:lnTo>
                  <a:pt x="353691" y="43998"/>
                </a:lnTo>
                <a:lnTo>
                  <a:pt x="353691" y="138854"/>
                </a:lnTo>
                <a:lnTo>
                  <a:pt x="336881" y="138854"/>
                </a:lnTo>
                <a:close/>
                <a:moveTo>
                  <a:pt x="464776" y="138854"/>
                </a:moveTo>
                <a:lnTo>
                  <a:pt x="448052" y="138854"/>
                </a:lnTo>
                <a:lnTo>
                  <a:pt x="448052" y="84908"/>
                </a:lnTo>
                <a:cubicBezTo>
                  <a:pt x="448052" y="65410"/>
                  <a:pt x="440933" y="55662"/>
                  <a:pt x="426696" y="55662"/>
                </a:cubicBezTo>
                <a:cubicBezTo>
                  <a:pt x="419320" y="55662"/>
                  <a:pt x="413259" y="58406"/>
                  <a:pt x="408514" y="63895"/>
                </a:cubicBezTo>
                <a:cubicBezTo>
                  <a:pt x="403768" y="69384"/>
                  <a:pt x="401395" y="76331"/>
                  <a:pt x="401395" y="84736"/>
                </a:cubicBezTo>
                <a:lnTo>
                  <a:pt x="401395" y="138854"/>
                </a:lnTo>
                <a:lnTo>
                  <a:pt x="384585" y="138854"/>
                </a:lnTo>
                <a:lnTo>
                  <a:pt x="384585" y="43998"/>
                </a:lnTo>
                <a:lnTo>
                  <a:pt x="401395" y="43998"/>
                </a:lnTo>
                <a:lnTo>
                  <a:pt x="401395" y="59693"/>
                </a:lnTo>
                <a:lnTo>
                  <a:pt x="401738" y="59693"/>
                </a:lnTo>
                <a:cubicBezTo>
                  <a:pt x="408885" y="47743"/>
                  <a:pt x="419263" y="41768"/>
                  <a:pt x="432871" y="41768"/>
                </a:cubicBezTo>
                <a:cubicBezTo>
                  <a:pt x="443277" y="41768"/>
                  <a:pt x="451196" y="45098"/>
                  <a:pt x="456628" y="51759"/>
                </a:cubicBezTo>
                <a:cubicBezTo>
                  <a:pt x="462060" y="58420"/>
                  <a:pt x="464776" y="68126"/>
                  <a:pt x="464776" y="80877"/>
                </a:cubicBezTo>
                <a:lnTo>
                  <a:pt x="464776" y="138854"/>
                </a:lnTo>
                <a:close/>
                <a:moveTo>
                  <a:pt x="494680" y="50601"/>
                </a:moveTo>
                <a:cubicBezTo>
                  <a:pt x="504114" y="44712"/>
                  <a:pt x="515006" y="41768"/>
                  <a:pt x="527356" y="41768"/>
                </a:cubicBezTo>
                <a:cubicBezTo>
                  <a:pt x="550227" y="41768"/>
                  <a:pt x="561662" y="53775"/>
                  <a:pt x="561662" y="77789"/>
                </a:cubicBezTo>
                <a:lnTo>
                  <a:pt x="561662" y="138854"/>
                </a:lnTo>
                <a:lnTo>
                  <a:pt x="545024" y="138854"/>
                </a:lnTo>
                <a:lnTo>
                  <a:pt x="545024" y="124188"/>
                </a:lnTo>
                <a:lnTo>
                  <a:pt x="544595" y="124188"/>
                </a:lnTo>
                <a:cubicBezTo>
                  <a:pt x="538020" y="135452"/>
                  <a:pt x="528328" y="141084"/>
                  <a:pt x="515520" y="141084"/>
                </a:cubicBezTo>
                <a:cubicBezTo>
                  <a:pt x="506315" y="141084"/>
                  <a:pt x="498996" y="138597"/>
                  <a:pt x="493565" y="133622"/>
                </a:cubicBezTo>
                <a:cubicBezTo>
                  <a:pt x="488133" y="128648"/>
                  <a:pt x="485417" y="121930"/>
                  <a:pt x="485417" y="113467"/>
                </a:cubicBezTo>
                <a:cubicBezTo>
                  <a:pt x="485417" y="95743"/>
                  <a:pt x="495909" y="85422"/>
                  <a:pt x="516893" y="82506"/>
                </a:cubicBezTo>
                <a:lnTo>
                  <a:pt x="545024" y="78561"/>
                </a:lnTo>
                <a:cubicBezTo>
                  <a:pt x="545024" y="63066"/>
                  <a:pt x="538620" y="55319"/>
                  <a:pt x="525812" y="55319"/>
                </a:cubicBezTo>
                <a:cubicBezTo>
                  <a:pt x="514434" y="55319"/>
                  <a:pt x="504057" y="59149"/>
                  <a:pt x="494680" y="66811"/>
                </a:cubicBezTo>
                <a:lnTo>
                  <a:pt x="494680" y="50601"/>
                </a:lnTo>
                <a:moveTo>
                  <a:pt x="522811" y="94256"/>
                </a:moveTo>
                <a:cubicBezTo>
                  <a:pt x="515034" y="95285"/>
                  <a:pt x="509674" y="97229"/>
                  <a:pt x="506730" y="100088"/>
                </a:cubicBezTo>
                <a:cubicBezTo>
                  <a:pt x="503785" y="102947"/>
                  <a:pt x="502313" y="106949"/>
                  <a:pt x="502313" y="112095"/>
                </a:cubicBezTo>
                <a:cubicBezTo>
                  <a:pt x="502313" y="116612"/>
                  <a:pt x="503914" y="120300"/>
                  <a:pt x="507116" y="123159"/>
                </a:cubicBezTo>
                <a:cubicBezTo>
                  <a:pt x="510317" y="126018"/>
                  <a:pt x="514548" y="127447"/>
                  <a:pt x="519809" y="127447"/>
                </a:cubicBezTo>
                <a:cubicBezTo>
                  <a:pt x="527127" y="127447"/>
                  <a:pt x="533160" y="124874"/>
                  <a:pt x="537905" y="119728"/>
                </a:cubicBezTo>
                <a:cubicBezTo>
                  <a:pt x="542651" y="114582"/>
                  <a:pt x="545024" y="108121"/>
                  <a:pt x="545024" y="100345"/>
                </a:cubicBezTo>
                <a:lnTo>
                  <a:pt x="545024" y="91254"/>
                </a:lnTo>
                <a:lnTo>
                  <a:pt x="522811" y="94256"/>
                </a:lnTo>
                <a:close/>
                <a:moveTo>
                  <a:pt x="634966" y="137910"/>
                </a:moveTo>
                <a:cubicBezTo>
                  <a:pt x="631307" y="139912"/>
                  <a:pt x="626361" y="140912"/>
                  <a:pt x="620129" y="140912"/>
                </a:cubicBezTo>
                <a:cubicBezTo>
                  <a:pt x="603147" y="140912"/>
                  <a:pt x="594656" y="131507"/>
                  <a:pt x="594656" y="112695"/>
                </a:cubicBezTo>
                <a:lnTo>
                  <a:pt x="594656" y="57892"/>
                </a:lnTo>
                <a:lnTo>
                  <a:pt x="578361" y="57892"/>
                </a:lnTo>
                <a:lnTo>
                  <a:pt x="578361" y="43998"/>
                </a:lnTo>
                <a:lnTo>
                  <a:pt x="594656" y="43998"/>
                </a:lnTo>
                <a:lnTo>
                  <a:pt x="594656" y="21184"/>
                </a:lnTo>
                <a:lnTo>
                  <a:pt x="611381" y="15867"/>
                </a:lnTo>
                <a:lnTo>
                  <a:pt x="611381" y="43998"/>
                </a:lnTo>
                <a:lnTo>
                  <a:pt x="634966" y="43998"/>
                </a:lnTo>
                <a:lnTo>
                  <a:pt x="634966" y="57892"/>
                </a:lnTo>
                <a:lnTo>
                  <a:pt x="611381" y="57892"/>
                </a:lnTo>
                <a:lnTo>
                  <a:pt x="611381" y="109694"/>
                </a:lnTo>
                <a:cubicBezTo>
                  <a:pt x="611381" y="115926"/>
                  <a:pt x="612438" y="120386"/>
                  <a:pt x="614554" y="123073"/>
                </a:cubicBezTo>
                <a:cubicBezTo>
                  <a:pt x="616669" y="125760"/>
                  <a:pt x="620186" y="127104"/>
                  <a:pt x="625103" y="127104"/>
                </a:cubicBezTo>
                <a:cubicBezTo>
                  <a:pt x="628877" y="127104"/>
                  <a:pt x="632164" y="126046"/>
                  <a:pt x="634966" y="123931"/>
                </a:cubicBezTo>
                <a:lnTo>
                  <a:pt x="634966" y="137910"/>
                </a:lnTo>
                <a:close/>
                <a:moveTo>
                  <a:pt x="653252" y="10549"/>
                </a:moveTo>
                <a:cubicBezTo>
                  <a:pt x="653252" y="7576"/>
                  <a:pt x="654267" y="5074"/>
                  <a:pt x="656296" y="3045"/>
                </a:cubicBezTo>
                <a:cubicBezTo>
                  <a:pt x="658326" y="1015"/>
                  <a:pt x="660828" y="0"/>
                  <a:pt x="663801" y="0"/>
                </a:cubicBezTo>
                <a:cubicBezTo>
                  <a:pt x="666831" y="0"/>
                  <a:pt x="669390" y="1001"/>
                  <a:pt x="671477" y="3002"/>
                </a:cubicBezTo>
                <a:cubicBezTo>
                  <a:pt x="673564" y="5003"/>
                  <a:pt x="674607" y="7519"/>
                  <a:pt x="674607" y="10549"/>
                </a:cubicBezTo>
                <a:cubicBezTo>
                  <a:pt x="674607" y="13522"/>
                  <a:pt x="673564" y="15995"/>
                  <a:pt x="671477" y="17968"/>
                </a:cubicBezTo>
                <a:cubicBezTo>
                  <a:pt x="669390" y="19940"/>
                  <a:pt x="666831" y="20927"/>
                  <a:pt x="663801" y="20927"/>
                </a:cubicBezTo>
                <a:cubicBezTo>
                  <a:pt x="660770" y="20927"/>
                  <a:pt x="658255" y="19940"/>
                  <a:pt x="656253" y="17968"/>
                </a:cubicBezTo>
                <a:cubicBezTo>
                  <a:pt x="654252" y="15995"/>
                  <a:pt x="653252" y="13522"/>
                  <a:pt x="653252" y="10549"/>
                </a:cubicBezTo>
                <a:moveTo>
                  <a:pt x="655224" y="138854"/>
                </a:moveTo>
                <a:lnTo>
                  <a:pt x="655224" y="43998"/>
                </a:lnTo>
                <a:lnTo>
                  <a:pt x="672034" y="43998"/>
                </a:lnTo>
                <a:lnTo>
                  <a:pt x="672034" y="138854"/>
                </a:lnTo>
                <a:lnTo>
                  <a:pt x="655224" y="138854"/>
                </a:lnTo>
                <a:close/>
                <a:moveTo>
                  <a:pt x="696581" y="92455"/>
                </a:moveTo>
                <a:cubicBezTo>
                  <a:pt x="696581" y="76788"/>
                  <a:pt x="700955" y="64424"/>
                  <a:pt x="709703" y="55361"/>
                </a:cubicBezTo>
                <a:cubicBezTo>
                  <a:pt x="718451" y="46299"/>
                  <a:pt x="730315" y="41768"/>
                  <a:pt x="745296" y="41768"/>
                </a:cubicBezTo>
                <a:cubicBezTo>
                  <a:pt x="759533" y="41768"/>
                  <a:pt x="770696" y="46127"/>
                  <a:pt x="778787" y="54847"/>
                </a:cubicBezTo>
                <a:cubicBezTo>
                  <a:pt x="786878" y="63566"/>
                  <a:pt x="790923" y="75616"/>
                  <a:pt x="790923" y="90997"/>
                </a:cubicBezTo>
                <a:cubicBezTo>
                  <a:pt x="790923" y="105977"/>
                  <a:pt x="786606" y="118070"/>
                  <a:pt x="777972" y="127276"/>
                </a:cubicBezTo>
                <a:cubicBezTo>
                  <a:pt x="769339" y="136481"/>
                  <a:pt x="757760" y="141084"/>
                  <a:pt x="743237" y="141084"/>
                </a:cubicBezTo>
                <a:cubicBezTo>
                  <a:pt x="729057" y="141084"/>
                  <a:pt x="717736" y="136624"/>
                  <a:pt x="709274" y="127704"/>
                </a:cubicBezTo>
                <a:cubicBezTo>
                  <a:pt x="700812" y="118785"/>
                  <a:pt x="696581" y="107035"/>
                  <a:pt x="696581" y="92455"/>
                </a:cubicBezTo>
                <a:moveTo>
                  <a:pt x="713734" y="91940"/>
                </a:moveTo>
                <a:cubicBezTo>
                  <a:pt x="713734" y="102861"/>
                  <a:pt x="716493" y="111466"/>
                  <a:pt x="722010" y="117756"/>
                </a:cubicBezTo>
                <a:cubicBezTo>
                  <a:pt x="727528" y="124045"/>
                  <a:pt x="734947" y="127190"/>
                  <a:pt x="744267" y="127190"/>
                </a:cubicBezTo>
                <a:cubicBezTo>
                  <a:pt x="753872" y="127190"/>
                  <a:pt x="761191" y="124117"/>
                  <a:pt x="766222" y="117970"/>
                </a:cubicBezTo>
                <a:cubicBezTo>
                  <a:pt x="771254" y="111824"/>
                  <a:pt x="773770" y="103004"/>
                  <a:pt x="773770" y="91511"/>
                </a:cubicBezTo>
                <a:cubicBezTo>
                  <a:pt x="773770" y="79962"/>
                  <a:pt x="771254" y="71099"/>
                  <a:pt x="766222" y="64924"/>
                </a:cubicBezTo>
                <a:cubicBezTo>
                  <a:pt x="761191" y="58749"/>
                  <a:pt x="753872" y="55662"/>
                  <a:pt x="744267" y="55662"/>
                </a:cubicBezTo>
                <a:cubicBezTo>
                  <a:pt x="734832" y="55662"/>
                  <a:pt x="727385" y="58892"/>
                  <a:pt x="721925" y="65353"/>
                </a:cubicBezTo>
                <a:cubicBezTo>
                  <a:pt x="716464" y="71814"/>
                  <a:pt x="713734" y="80676"/>
                  <a:pt x="713734" y="91940"/>
                </a:cubicBezTo>
                <a:close/>
                <a:moveTo>
                  <a:pt x="894672" y="138854"/>
                </a:moveTo>
                <a:lnTo>
                  <a:pt x="877948" y="138854"/>
                </a:lnTo>
                <a:lnTo>
                  <a:pt x="877948" y="84908"/>
                </a:lnTo>
                <a:cubicBezTo>
                  <a:pt x="877948" y="65410"/>
                  <a:pt x="870829" y="55662"/>
                  <a:pt x="856592" y="55662"/>
                </a:cubicBezTo>
                <a:cubicBezTo>
                  <a:pt x="849217" y="55662"/>
                  <a:pt x="843156" y="58406"/>
                  <a:pt x="838410" y="63895"/>
                </a:cubicBezTo>
                <a:cubicBezTo>
                  <a:pt x="833664" y="69384"/>
                  <a:pt x="831292" y="76331"/>
                  <a:pt x="831292" y="84736"/>
                </a:cubicBezTo>
                <a:lnTo>
                  <a:pt x="831292" y="138854"/>
                </a:lnTo>
                <a:lnTo>
                  <a:pt x="814482" y="138854"/>
                </a:lnTo>
                <a:lnTo>
                  <a:pt x="814482" y="43998"/>
                </a:lnTo>
                <a:lnTo>
                  <a:pt x="831292" y="43998"/>
                </a:lnTo>
                <a:lnTo>
                  <a:pt x="831292" y="59693"/>
                </a:lnTo>
                <a:lnTo>
                  <a:pt x="831635" y="59693"/>
                </a:lnTo>
                <a:cubicBezTo>
                  <a:pt x="838782" y="47743"/>
                  <a:pt x="849159" y="41768"/>
                  <a:pt x="862767" y="41768"/>
                </a:cubicBezTo>
                <a:cubicBezTo>
                  <a:pt x="873174" y="41768"/>
                  <a:pt x="881093" y="45098"/>
                  <a:pt x="886524" y="51759"/>
                </a:cubicBezTo>
                <a:cubicBezTo>
                  <a:pt x="891956" y="58420"/>
                  <a:pt x="894672" y="68126"/>
                  <a:pt x="894672" y="80877"/>
                </a:cubicBezTo>
                <a:lnTo>
                  <a:pt x="894672" y="1388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OpportunityFound!">
            <a:extLst xmlns:a="http://schemas.openxmlformats.org/drawingml/2006/main">
              <a:ext uri="{FF2B5EF4-FFF2-40B4-BE49-F238E27FC236}">
                <a16:creationId xmlns:a16="http://schemas.microsoft.com/office/drawing/2014/main" id="{C12A1CEB-EF4B-4413-B8A5-C35DABA4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415" y="6395503"/>
            <a:ext cx="1652913" cy="185081"/>
          </a:xfrm>
          <a:custGeom xmlns:a="http://schemas.openxmlformats.org/drawingml/2006/main">
            <a:pathLst>
              <a:path w="1652913" h="185081">
                <a:moveTo>
                  <a:pt x="0" y="75559"/>
                </a:moveTo>
                <a:cubicBezTo>
                  <a:pt x="0" y="54118"/>
                  <a:pt x="5803" y="37051"/>
                  <a:pt x="17410" y="24357"/>
                </a:cubicBezTo>
                <a:cubicBezTo>
                  <a:pt x="29017" y="11664"/>
                  <a:pt x="44741" y="5317"/>
                  <a:pt x="64581" y="5317"/>
                </a:cubicBezTo>
                <a:cubicBezTo>
                  <a:pt x="83049" y="5317"/>
                  <a:pt x="97915" y="11521"/>
                  <a:pt x="109179" y="23928"/>
                </a:cubicBezTo>
                <a:cubicBezTo>
                  <a:pt x="120443" y="36336"/>
                  <a:pt x="126075" y="52488"/>
                  <a:pt x="126075" y="72386"/>
                </a:cubicBezTo>
                <a:cubicBezTo>
                  <a:pt x="126075" y="93941"/>
                  <a:pt x="120300" y="111037"/>
                  <a:pt x="108750" y="123673"/>
                </a:cubicBezTo>
                <a:cubicBezTo>
                  <a:pt x="97201" y="136309"/>
                  <a:pt x="81763" y="142627"/>
                  <a:pt x="62437" y="142627"/>
                </a:cubicBezTo>
                <a:cubicBezTo>
                  <a:pt x="43569" y="142627"/>
                  <a:pt x="28445" y="136424"/>
                  <a:pt x="17067" y="124016"/>
                </a:cubicBezTo>
                <a:cubicBezTo>
                  <a:pt x="5689" y="111609"/>
                  <a:pt x="0" y="95457"/>
                  <a:pt x="0" y="75559"/>
                </a:cubicBezTo>
                <a:moveTo>
                  <a:pt x="18011" y="74187"/>
                </a:moveTo>
                <a:cubicBezTo>
                  <a:pt x="18011" y="90254"/>
                  <a:pt x="22113" y="103133"/>
                  <a:pt x="30318" y="112824"/>
                </a:cubicBezTo>
                <a:cubicBezTo>
                  <a:pt x="38523" y="122516"/>
                  <a:pt x="49229" y="127361"/>
                  <a:pt x="62437" y="127361"/>
                </a:cubicBezTo>
                <a:cubicBezTo>
                  <a:pt x="76617" y="127361"/>
                  <a:pt x="87752" y="122716"/>
                  <a:pt x="95843" y="113424"/>
                </a:cubicBezTo>
                <a:cubicBezTo>
                  <a:pt x="103933" y="104133"/>
                  <a:pt x="107978" y="91140"/>
                  <a:pt x="107978" y="74444"/>
                </a:cubicBezTo>
                <a:cubicBezTo>
                  <a:pt x="107978" y="57291"/>
                  <a:pt x="104019" y="44055"/>
                  <a:pt x="96100" y="34735"/>
                </a:cubicBezTo>
                <a:cubicBezTo>
                  <a:pt x="88181" y="25415"/>
                  <a:pt x="77332" y="20755"/>
                  <a:pt x="63552" y="20755"/>
                </a:cubicBezTo>
                <a:cubicBezTo>
                  <a:pt x="50001" y="20755"/>
                  <a:pt x="39023" y="25672"/>
                  <a:pt x="30618" y="35507"/>
                </a:cubicBezTo>
                <a:cubicBezTo>
                  <a:pt x="22213" y="45341"/>
                  <a:pt x="18011" y="58235"/>
                  <a:pt x="18011" y="74187"/>
                </a:cubicBezTo>
                <a:close/>
                <a:moveTo>
                  <a:pt x="165956" y="127018"/>
                </a:moveTo>
                <a:lnTo>
                  <a:pt x="165956" y="184052"/>
                </a:lnTo>
                <a:lnTo>
                  <a:pt x="149146" y="184052"/>
                </a:lnTo>
                <a:lnTo>
                  <a:pt x="149146" y="45541"/>
                </a:lnTo>
                <a:lnTo>
                  <a:pt x="165956" y="45541"/>
                </a:lnTo>
                <a:lnTo>
                  <a:pt x="165956" y="61922"/>
                </a:lnTo>
                <a:lnTo>
                  <a:pt x="166299" y="61922"/>
                </a:lnTo>
                <a:cubicBezTo>
                  <a:pt x="173732" y="49515"/>
                  <a:pt x="184595" y="43311"/>
                  <a:pt x="198889" y="43311"/>
                </a:cubicBezTo>
                <a:cubicBezTo>
                  <a:pt x="211011" y="43311"/>
                  <a:pt x="220517" y="47557"/>
                  <a:pt x="227406" y="56048"/>
                </a:cubicBezTo>
                <a:cubicBezTo>
                  <a:pt x="234296" y="64538"/>
                  <a:pt x="237741" y="75931"/>
                  <a:pt x="237741" y="90225"/>
                </a:cubicBezTo>
                <a:cubicBezTo>
                  <a:pt x="237741" y="106006"/>
                  <a:pt x="233839" y="118685"/>
                  <a:pt x="226034" y="128262"/>
                </a:cubicBezTo>
                <a:cubicBezTo>
                  <a:pt x="218230" y="137839"/>
                  <a:pt x="207723" y="142627"/>
                  <a:pt x="194515" y="142627"/>
                </a:cubicBezTo>
                <a:cubicBezTo>
                  <a:pt x="182337" y="142627"/>
                  <a:pt x="172931" y="137424"/>
                  <a:pt x="166299" y="127018"/>
                </a:cubicBezTo>
                <a:lnTo>
                  <a:pt x="165956" y="127018"/>
                </a:lnTo>
                <a:moveTo>
                  <a:pt x="165870" y="101289"/>
                </a:moveTo>
                <a:cubicBezTo>
                  <a:pt x="165870" y="109008"/>
                  <a:pt x="168357" y="115511"/>
                  <a:pt x="173331" y="120800"/>
                </a:cubicBezTo>
                <a:cubicBezTo>
                  <a:pt x="178306" y="126089"/>
                  <a:pt x="184538" y="128734"/>
                  <a:pt x="192028" y="128734"/>
                </a:cubicBezTo>
                <a:cubicBezTo>
                  <a:pt x="200948" y="128734"/>
                  <a:pt x="207923" y="125303"/>
                  <a:pt x="212955" y="118442"/>
                </a:cubicBezTo>
                <a:cubicBezTo>
                  <a:pt x="217987" y="111581"/>
                  <a:pt x="220502" y="102089"/>
                  <a:pt x="220502" y="89968"/>
                </a:cubicBezTo>
                <a:cubicBezTo>
                  <a:pt x="220502" y="79733"/>
                  <a:pt x="218158" y="71714"/>
                  <a:pt x="213470" y="65911"/>
                </a:cubicBezTo>
                <a:cubicBezTo>
                  <a:pt x="208781" y="60107"/>
                  <a:pt x="202377" y="57205"/>
                  <a:pt x="194258" y="57205"/>
                </a:cubicBezTo>
                <a:cubicBezTo>
                  <a:pt x="185968" y="57205"/>
                  <a:pt x="179163" y="60150"/>
                  <a:pt x="173846" y="66039"/>
                </a:cubicBezTo>
                <a:cubicBezTo>
                  <a:pt x="168529" y="71928"/>
                  <a:pt x="165870" y="79476"/>
                  <a:pt x="165870" y="88681"/>
                </a:cubicBezTo>
                <a:lnTo>
                  <a:pt x="165870" y="101289"/>
                </a:lnTo>
                <a:close/>
                <a:moveTo>
                  <a:pt x="277580" y="127018"/>
                </a:moveTo>
                <a:lnTo>
                  <a:pt x="277580" y="184052"/>
                </a:lnTo>
                <a:lnTo>
                  <a:pt x="260770" y="184052"/>
                </a:lnTo>
                <a:lnTo>
                  <a:pt x="260770" y="45541"/>
                </a:lnTo>
                <a:lnTo>
                  <a:pt x="277580" y="45541"/>
                </a:lnTo>
                <a:lnTo>
                  <a:pt x="277580" y="61922"/>
                </a:lnTo>
                <a:lnTo>
                  <a:pt x="277923" y="61922"/>
                </a:lnTo>
                <a:cubicBezTo>
                  <a:pt x="285356" y="49515"/>
                  <a:pt x="296220" y="43311"/>
                  <a:pt x="310514" y="43311"/>
                </a:cubicBezTo>
                <a:cubicBezTo>
                  <a:pt x="322635" y="43311"/>
                  <a:pt x="332141" y="47557"/>
                  <a:pt x="339031" y="56048"/>
                </a:cubicBezTo>
                <a:cubicBezTo>
                  <a:pt x="345920" y="64538"/>
                  <a:pt x="349365" y="75931"/>
                  <a:pt x="349365" y="90225"/>
                </a:cubicBezTo>
                <a:cubicBezTo>
                  <a:pt x="349365" y="106006"/>
                  <a:pt x="345463" y="118685"/>
                  <a:pt x="337658" y="128262"/>
                </a:cubicBezTo>
                <a:cubicBezTo>
                  <a:pt x="329854" y="137839"/>
                  <a:pt x="319348" y="142627"/>
                  <a:pt x="306140" y="142627"/>
                </a:cubicBezTo>
                <a:cubicBezTo>
                  <a:pt x="293961" y="142627"/>
                  <a:pt x="284555" y="137424"/>
                  <a:pt x="277923" y="127018"/>
                </a:cubicBezTo>
                <a:lnTo>
                  <a:pt x="277580" y="127018"/>
                </a:lnTo>
                <a:moveTo>
                  <a:pt x="277494" y="101289"/>
                </a:moveTo>
                <a:cubicBezTo>
                  <a:pt x="277494" y="109008"/>
                  <a:pt x="279981" y="115511"/>
                  <a:pt x="284956" y="120800"/>
                </a:cubicBezTo>
                <a:cubicBezTo>
                  <a:pt x="289930" y="126089"/>
                  <a:pt x="296162" y="128734"/>
                  <a:pt x="303652" y="128734"/>
                </a:cubicBezTo>
                <a:cubicBezTo>
                  <a:pt x="312572" y="128734"/>
                  <a:pt x="319548" y="125303"/>
                  <a:pt x="324579" y="118442"/>
                </a:cubicBezTo>
                <a:cubicBezTo>
                  <a:pt x="329611" y="111581"/>
                  <a:pt x="332127" y="102089"/>
                  <a:pt x="332127" y="89968"/>
                </a:cubicBezTo>
                <a:cubicBezTo>
                  <a:pt x="332127" y="79733"/>
                  <a:pt x="329782" y="71714"/>
                  <a:pt x="325094" y="65911"/>
                </a:cubicBezTo>
                <a:cubicBezTo>
                  <a:pt x="320405" y="60107"/>
                  <a:pt x="314001" y="57205"/>
                  <a:pt x="305882" y="57205"/>
                </a:cubicBezTo>
                <a:cubicBezTo>
                  <a:pt x="297592" y="57205"/>
                  <a:pt x="290788" y="60150"/>
                  <a:pt x="285470" y="66039"/>
                </a:cubicBezTo>
                <a:cubicBezTo>
                  <a:pt x="280153" y="71928"/>
                  <a:pt x="277494" y="79476"/>
                  <a:pt x="277494" y="88681"/>
                </a:cubicBezTo>
                <a:lnTo>
                  <a:pt x="277494" y="101289"/>
                </a:lnTo>
                <a:close/>
                <a:moveTo>
                  <a:pt x="366047" y="93999"/>
                </a:moveTo>
                <a:cubicBezTo>
                  <a:pt x="366047" y="78332"/>
                  <a:pt x="370421" y="65968"/>
                  <a:pt x="379169" y="56905"/>
                </a:cubicBezTo>
                <a:cubicBezTo>
                  <a:pt x="387917" y="47843"/>
                  <a:pt x="399781" y="43311"/>
                  <a:pt x="414762" y="43311"/>
                </a:cubicBezTo>
                <a:cubicBezTo>
                  <a:pt x="428999" y="43311"/>
                  <a:pt x="440162" y="47671"/>
                  <a:pt x="448253" y="56391"/>
                </a:cubicBezTo>
                <a:cubicBezTo>
                  <a:pt x="456343" y="65110"/>
                  <a:pt x="460389" y="77160"/>
                  <a:pt x="460389" y="92541"/>
                </a:cubicBezTo>
                <a:cubicBezTo>
                  <a:pt x="460389" y="107521"/>
                  <a:pt x="456072" y="119614"/>
                  <a:pt x="447438" y="128819"/>
                </a:cubicBezTo>
                <a:cubicBezTo>
                  <a:pt x="438804" y="138025"/>
                  <a:pt x="427226" y="142627"/>
                  <a:pt x="412703" y="142627"/>
                </a:cubicBezTo>
                <a:cubicBezTo>
                  <a:pt x="398523" y="142627"/>
                  <a:pt x="387202" y="138168"/>
                  <a:pt x="378740" y="129248"/>
                </a:cubicBezTo>
                <a:cubicBezTo>
                  <a:pt x="370278" y="120329"/>
                  <a:pt x="366047" y="108579"/>
                  <a:pt x="366047" y="93999"/>
                </a:cubicBezTo>
                <a:moveTo>
                  <a:pt x="383200" y="93484"/>
                </a:moveTo>
                <a:cubicBezTo>
                  <a:pt x="383200" y="104405"/>
                  <a:pt x="385959" y="113010"/>
                  <a:pt x="391476" y="119299"/>
                </a:cubicBezTo>
                <a:cubicBezTo>
                  <a:pt x="396994" y="125589"/>
                  <a:pt x="404413" y="128734"/>
                  <a:pt x="413732" y="128734"/>
                </a:cubicBezTo>
                <a:cubicBezTo>
                  <a:pt x="423338" y="128734"/>
                  <a:pt x="430657" y="125660"/>
                  <a:pt x="435688" y="119514"/>
                </a:cubicBezTo>
                <a:cubicBezTo>
                  <a:pt x="440720" y="113367"/>
                  <a:pt x="443236" y="104548"/>
                  <a:pt x="443236" y="93055"/>
                </a:cubicBezTo>
                <a:cubicBezTo>
                  <a:pt x="443236" y="81506"/>
                  <a:pt x="440720" y="72643"/>
                  <a:pt x="435688" y="66468"/>
                </a:cubicBezTo>
                <a:cubicBezTo>
                  <a:pt x="430657" y="60293"/>
                  <a:pt x="423338" y="57205"/>
                  <a:pt x="413732" y="57205"/>
                </a:cubicBezTo>
                <a:cubicBezTo>
                  <a:pt x="404298" y="57205"/>
                  <a:pt x="396851" y="60436"/>
                  <a:pt x="391391" y="66897"/>
                </a:cubicBezTo>
                <a:cubicBezTo>
                  <a:pt x="385930" y="73358"/>
                  <a:pt x="383200" y="82220"/>
                  <a:pt x="383200" y="93484"/>
                </a:cubicBezTo>
                <a:close/>
                <a:moveTo>
                  <a:pt x="534876" y="62180"/>
                </a:moveTo>
                <a:cubicBezTo>
                  <a:pt x="532074" y="60179"/>
                  <a:pt x="528215" y="59178"/>
                  <a:pt x="523298" y="59178"/>
                </a:cubicBezTo>
                <a:cubicBezTo>
                  <a:pt x="516780" y="59178"/>
                  <a:pt x="511405" y="62223"/>
                  <a:pt x="507174" y="68312"/>
                </a:cubicBezTo>
                <a:cubicBezTo>
                  <a:pt x="502943" y="74401"/>
                  <a:pt x="500827" y="82420"/>
                  <a:pt x="500827" y="92369"/>
                </a:cubicBezTo>
                <a:lnTo>
                  <a:pt x="500827" y="140398"/>
                </a:lnTo>
                <a:lnTo>
                  <a:pt x="484017" y="140398"/>
                </a:lnTo>
                <a:lnTo>
                  <a:pt x="484017" y="45541"/>
                </a:lnTo>
                <a:lnTo>
                  <a:pt x="500827" y="45541"/>
                </a:lnTo>
                <a:lnTo>
                  <a:pt x="500827" y="64838"/>
                </a:lnTo>
                <a:lnTo>
                  <a:pt x="501170" y="64838"/>
                </a:lnTo>
                <a:cubicBezTo>
                  <a:pt x="505973" y="50887"/>
                  <a:pt x="514264" y="43912"/>
                  <a:pt x="526042" y="43912"/>
                </a:cubicBezTo>
                <a:cubicBezTo>
                  <a:pt x="529873" y="43912"/>
                  <a:pt x="532818" y="44341"/>
                  <a:pt x="534876" y="45198"/>
                </a:cubicBezTo>
                <a:lnTo>
                  <a:pt x="534876" y="62180"/>
                </a:lnTo>
                <a:close/>
                <a:moveTo>
                  <a:pt x="602715" y="139454"/>
                </a:moveTo>
                <a:cubicBezTo>
                  <a:pt x="599056" y="141455"/>
                  <a:pt x="594110" y="142456"/>
                  <a:pt x="587877" y="142456"/>
                </a:cubicBezTo>
                <a:cubicBezTo>
                  <a:pt x="570896" y="142456"/>
                  <a:pt x="562405" y="133050"/>
                  <a:pt x="562405" y="114239"/>
                </a:cubicBezTo>
                <a:lnTo>
                  <a:pt x="562405" y="59435"/>
                </a:lnTo>
                <a:lnTo>
                  <a:pt x="546110" y="59435"/>
                </a:lnTo>
                <a:lnTo>
                  <a:pt x="546110" y="45541"/>
                </a:lnTo>
                <a:lnTo>
                  <a:pt x="562405" y="45541"/>
                </a:lnTo>
                <a:lnTo>
                  <a:pt x="562405" y="22728"/>
                </a:lnTo>
                <a:lnTo>
                  <a:pt x="579129" y="17410"/>
                </a:lnTo>
                <a:lnTo>
                  <a:pt x="579129" y="45541"/>
                </a:lnTo>
                <a:lnTo>
                  <a:pt x="602715" y="45541"/>
                </a:lnTo>
                <a:lnTo>
                  <a:pt x="602715" y="59435"/>
                </a:lnTo>
                <a:lnTo>
                  <a:pt x="579129" y="59435"/>
                </a:lnTo>
                <a:lnTo>
                  <a:pt x="579129" y="111237"/>
                </a:lnTo>
                <a:cubicBezTo>
                  <a:pt x="579129" y="117470"/>
                  <a:pt x="580187" y="121929"/>
                  <a:pt x="582303" y="124617"/>
                </a:cubicBezTo>
                <a:cubicBezTo>
                  <a:pt x="584418" y="127304"/>
                  <a:pt x="587935" y="128648"/>
                  <a:pt x="592852" y="128648"/>
                </a:cubicBezTo>
                <a:cubicBezTo>
                  <a:pt x="596625" y="128648"/>
                  <a:pt x="599913" y="127590"/>
                  <a:pt x="602715" y="125474"/>
                </a:cubicBezTo>
                <a:lnTo>
                  <a:pt x="602715" y="139454"/>
                </a:lnTo>
                <a:close/>
                <a:moveTo>
                  <a:pt x="701433" y="140398"/>
                </a:moveTo>
                <a:lnTo>
                  <a:pt x="684537" y="140398"/>
                </a:lnTo>
                <a:lnTo>
                  <a:pt x="684537" y="125474"/>
                </a:lnTo>
                <a:lnTo>
                  <a:pt x="684194" y="125474"/>
                </a:lnTo>
                <a:cubicBezTo>
                  <a:pt x="677848" y="136910"/>
                  <a:pt x="668099" y="142627"/>
                  <a:pt x="654948" y="142627"/>
                </a:cubicBezTo>
                <a:cubicBezTo>
                  <a:pt x="632478" y="142627"/>
                  <a:pt x="621243" y="129191"/>
                  <a:pt x="621243" y="102318"/>
                </a:cubicBezTo>
                <a:lnTo>
                  <a:pt x="621243" y="45541"/>
                </a:lnTo>
                <a:lnTo>
                  <a:pt x="637881" y="45541"/>
                </a:lnTo>
                <a:lnTo>
                  <a:pt x="637881" y="99831"/>
                </a:lnTo>
                <a:cubicBezTo>
                  <a:pt x="637881" y="119099"/>
                  <a:pt x="645257" y="128734"/>
                  <a:pt x="660008" y="128734"/>
                </a:cubicBezTo>
                <a:cubicBezTo>
                  <a:pt x="667327" y="128734"/>
                  <a:pt x="673245" y="126032"/>
                  <a:pt x="677762" y="120629"/>
                </a:cubicBezTo>
                <a:cubicBezTo>
                  <a:pt x="682279" y="115226"/>
                  <a:pt x="684537" y="108407"/>
                  <a:pt x="684537" y="100174"/>
                </a:cubicBezTo>
                <a:lnTo>
                  <a:pt x="684537" y="45541"/>
                </a:lnTo>
                <a:lnTo>
                  <a:pt x="701433" y="45541"/>
                </a:lnTo>
                <a:lnTo>
                  <a:pt x="701433" y="140398"/>
                </a:lnTo>
                <a:close/>
                <a:moveTo>
                  <a:pt x="811255" y="140398"/>
                </a:moveTo>
                <a:lnTo>
                  <a:pt x="794530" y="140398"/>
                </a:lnTo>
                <a:lnTo>
                  <a:pt x="794530" y="86451"/>
                </a:lnTo>
                <a:cubicBezTo>
                  <a:pt x="794530" y="66954"/>
                  <a:pt x="787412" y="57205"/>
                  <a:pt x="773175" y="57205"/>
                </a:cubicBezTo>
                <a:cubicBezTo>
                  <a:pt x="765799" y="57205"/>
                  <a:pt x="759738" y="59950"/>
                  <a:pt x="754993" y="65439"/>
                </a:cubicBezTo>
                <a:cubicBezTo>
                  <a:pt x="750247" y="70928"/>
                  <a:pt x="747874" y="77875"/>
                  <a:pt x="747874" y="86280"/>
                </a:cubicBezTo>
                <a:lnTo>
                  <a:pt x="747874" y="140398"/>
                </a:lnTo>
                <a:lnTo>
                  <a:pt x="731064" y="140398"/>
                </a:lnTo>
                <a:lnTo>
                  <a:pt x="731064" y="45541"/>
                </a:lnTo>
                <a:lnTo>
                  <a:pt x="747874" y="45541"/>
                </a:lnTo>
                <a:lnTo>
                  <a:pt x="747874" y="61236"/>
                </a:lnTo>
                <a:lnTo>
                  <a:pt x="748217" y="61236"/>
                </a:lnTo>
                <a:cubicBezTo>
                  <a:pt x="755364" y="49286"/>
                  <a:pt x="765742" y="43311"/>
                  <a:pt x="779350" y="43311"/>
                </a:cubicBezTo>
                <a:cubicBezTo>
                  <a:pt x="789756" y="43311"/>
                  <a:pt x="797675" y="46642"/>
                  <a:pt x="803107" y="53303"/>
                </a:cubicBezTo>
                <a:cubicBezTo>
                  <a:pt x="808539" y="59964"/>
                  <a:pt x="811255" y="69670"/>
                  <a:pt x="811255" y="82420"/>
                </a:cubicBezTo>
                <a:lnTo>
                  <a:pt x="811255" y="140398"/>
                </a:lnTo>
                <a:close/>
                <a:moveTo>
                  <a:pt x="836941" y="12093"/>
                </a:moveTo>
                <a:cubicBezTo>
                  <a:pt x="836941" y="9120"/>
                  <a:pt x="837956" y="6618"/>
                  <a:pt x="839986" y="4588"/>
                </a:cubicBezTo>
                <a:cubicBezTo>
                  <a:pt x="842015" y="2559"/>
                  <a:pt x="844517" y="1544"/>
                  <a:pt x="847490" y="1544"/>
                </a:cubicBezTo>
                <a:cubicBezTo>
                  <a:pt x="850520" y="1544"/>
                  <a:pt x="853079" y="2544"/>
                  <a:pt x="855166" y="4546"/>
                </a:cubicBezTo>
                <a:cubicBezTo>
                  <a:pt x="857253" y="6547"/>
                  <a:pt x="858296" y="9063"/>
                  <a:pt x="858296" y="12093"/>
                </a:cubicBezTo>
                <a:cubicBezTo>
                  <a:pt x="858296" y="15066"/>
                  <a:pt x="857253" y="17539"/>
                  <a:pt x="855166" y="19512"/>
                </a:cubicBezTo>
                <a:cubicBezTo>
                  <a:pt x="853079" y="21484"/>
                  <a:pt x="850520" y="22470"/>
                  <a:pt x="847490" y="22470"/>
                </a:cubicBezTo>
                <a:cubicBezTo>
                  <a:pt x="844460" y="22470"/>
                  <a:pt x="841944" y="21484"/>
                  <a:pt x="839943" y="19512"/>
                </a:cubicBezTo>
                <a:cubicBezTo>
                  <a:pt x="837942" y="17539"/>
                  <a:pt x="836941" y="15066"/>
                  <a:pt x="836941" y="12093"/>
                </a:cubicBezTo>
                <a:moveTo>
                  <a:pt x="838914" y="140398"/>
                </a:moveTo>
                <a:lnTo>
                  <a:pt x="838914" y="45541"/>
                </a:lnTo>
                <a:lnTo>
                  <a:pt x="855724" y="45541"/>
                </a:lnTo>
                <a:lnTo>
                  <a:pt x="855724" y="140398"/>
                </a:lnTo>
                <a:lnTo>
                  <a:pt x="838914" y="140398"/>
                </a:lnTo>
                <a:close/>
                <a:moveTo>
                  <a:pt x="932053" y="139454"/>
                </a:moveTo>
                <a:cubicBezTo>
                  <a:pt x="928394" y="141455"/>
                  <a:pt x="923448" y="142456"/>
                  <a:pt x="917216" y="142456"/>
                </a:cubicBezTo>
                <a:cubicBezTo>
                  <a:pt x="900235" y="142456"/>
                  <a:pt x="891744" y="133050"/>
                  <a:pt x="891744" y="114239"/>
                </a:cubicBezTo>
                <a:lnTo>
                  <a:pt x="891744" y="59435"/>
                </a:lnTo>
                <a:lnTo>
                  <a:pt x="875448" y="59435"/>
                </a:lnTo>
                <a:lnTo>
                  <a:pt x="875448" y="45541"/>
                </a:lnTo>
                <a:lnTo>
                  <a:pt x="891744" y="45541"/>
                </a:lnTo>
                <a:lnTo>
                  <a:pt x="891744" y="22728"/>
                </a:lnTo>
                <a:lnTo>
                  <a:pt x="908468" y="17410"/>
                </a:lnTo>
                <a:lnTo>
                  <a:pt x="908468" y="45541"/>
                </a:lnTo>
                <a:lnTo>
                  <a:pt x="932053" y="45541"/>
                </a:lnTo>
                <a:lnTo>
                  <a:pt x="932053" y="59435"/>
                </a:lnTo>
                <a:lnTo>
                  <a:pt x="908468" y="59435"/>
                </a:lnTo>
                <a:lnTo>
                  <a:pt x="908468" y="111237"/>
                </a:lnTo>
                <a:cubicBezTo>
                  <a:pt x="908468" y="117470"/>
                  <a:pt x="909526" y="121929"/>
                  <a:pt x="911641" y="124617"/>
                </a:cubicBezTo>
                <a:cubicBezTo>
                  <a:pt x="913757" y="127304"/>
                  <a:pt x="917273" y="128648"/>
                  <a:pt x="922190" y="128648"/>
                </a:cubicBezTo>
                <a:cubicBezTo>
                  <a:pt x="925964" y="128648"/>
                  <a:pt x="929252" y="127590"/>
                  <a:pt x="932053" y="125474"/>
                </a:cubicBezTo>
                <a:lnTo>
                  <a:pt x="932053" y="139454"/>
                </a:lnTo>
                <a:close/>
                <a:moveTo>
                  <a:pt x="1029656" y="45541"/>
                </a:moveTo>
                <a:lnTo>
                  <a:pt x="986602" y="154720"/>
                </a:lnTo>
                <a:cubicBezTo>
                  <a:pt x="978597" y="174961"/>
                  <a:pt x="967305" y="185081"/>
                  <a:pt x="952725" y="185081"/>
                </a:cubicBezTo>
                <a:cubicBezTo>
                  <a:pt x="948551" y="185081"/>
                  <a:pt x="944977" y="184624"/>
                  <a:pt x="942004" y="183709"/>
                </a:cubicBezTo>
                <a:lnTo>
                  <a:pt x="942004" y="168957"/>
                </a:lnTo>
                <a:cubicBezTo>
                  <a:pt x="945263" y="170215"/>
                  <a:pt x="948408" y="170844"/>
                  <a:pt x="951438" y="170844"/>
                </a:cubicBezTo>
                <a:cubicBezTo>
                  <a:pt x="959043" y="170844"/>
                  <a:pt x="964732" y="166384"/>
                  <a:pt x="968506" y="157465"/>
                </a:cubicBezTo>
                <a:lnTo>
                  <a:pt x="975796" y="140226"/>
                </a:lnTo>
                <a:lnTo>
                  <a:pt x="938574" y="45541"/>
                </a:lnTo>
                <a:lnTo>
                  <a:pt x="957185" y="45541"/>
                </a:lnTo>
                <a:lnTo>
                  <a:pt x="981971" y="116812"/>
                </a:lnTo>
                <a:lnTo>
                  <a:pt x="984029" y="124617"/>
                </a:lnTo>
                <a:lnTo>
                  <a:pt x="984458" y="124617"/>
                </a:lnTo>
                <a:cubicBezTo>
                  <a:pt x="984801" y="122844"/>
                  <a:pt x="985487" y="120300"/>
                  <a:pt x="986516" y="116984"/>
                </a:cubicBezTo>
                <a:lnTo>
                  <a:pt x="1012417" y="45541"/>
                </a:lnTo>
                <a:lnTo>
                  <a:pt x="1029656" y="45541"/>
                </a:lnTo>
                <a:close/>
                <a:moveTo>
                  <a:pt x="1167610" y="22814"/>
                </a:moveTo>
                <a:lnTo>
                  <a:pt x="1116323" y="22814"/>
                </a:lnTo>
                <a:lnTo>
                  <a:pt x="1116323" y="67240"/>
                </a:lnTo>
                <a:lnTo>
                  <a:pt x="1163837" y="67240"/>
                </a:lnTo>
                <a:lnTo>
                  <a:pt x="1163837" y="82335"/>
                </a:lnTo>
                <a:lnTo>
                  <a:pt x="1116323" y="82335"/>
                </a:lnTo>
                <a:lnTo>
                  <a:pt x="1116323" y="140398"/>
                </a:lnTo>
                <a:lnTo>
                  <a:pt x="1099170" y="140398"/>
                </a:lnTo>
                <a:lnTo>
                  <a:pt x="1099170" y="7547"/>
                </a:lnTo>
                <a:lnTo>
                  <a:pt x="1167610" y="7547"/>
                </a:lnTo>
                <a:lnTo>
                  <a:pt x="1167610" y="22814"/>
                </a:lnTo>
                <a:close/>
                <a:moveTo>
                  <a:pt x="1184035" y="93999"/>
                </a:moveTo>
                <a:cubicBezTo>
                  <a:pt x="1184035" y="78332"/>
                  <a:pt x="1188409" y="65968"/>
                  <a:pt x="1197157" y="56905"/>
                </a:cubicBezTo>
                <a:cubicBezTo>
                  <a:pt x="1205905" y="47843"/>
                  <a:pt x="1217769" y="43311"/>
                  <a:pt x="1232750" y="43311"/>
                </a:cubicBezTo>
                <a:cubicBezTo>
                  <a:pt x="1246987" y="43311"/>
                  <a:pt x="1258150" y="47671"/>
                  <a:pt x="1266241" y="56391"/>
                </a:cubicBezTo>
                <a:cubicBezTo>
                  <a:pt x="1274331" y="65110"/>
                  <a:pt x="1278377" y="77160"/>
                  <a:pt x="1278377" y="92541"/>
                </a:cubicBezTo>
                <a:cubicBezTo>
                  <a:pt x="1278377" y="107521"/>
                  <a:pt x="1274060" y="119614"/>
                  <a:pt x="1265426" y="128819"/>
                </a:cubicBezTo>
                <a:cubicBezTo>
                  <a:pt x="1256792" y="138025"/>
                  <a:pt x="1245214" y="142627"/>
                  <a:pt x="1230691" y="142627"/>
                </a:cubicBezTo>
                <a:cubicBezTo>
                  <a:pt x="1216511" y="142627"/>
                  <a:pt x="1205190" y="138168"/>
                  <a:pt x="1196728" y="129248"/>
                </a:cubicBezTo>
                <a:cubicBezTo>
                  <a:pt x="1188266" y="120329"/>
                  <a:pt x="1184035" y="108579"/>
                  <a:pt x="1184035" y="93999"/>
                </a:cubicBezTo>
                <a:moveTo>
                  <a:pt x="1201188" y="93484"/>
                </a:moveTo>
                <a:cubicBezTo>
                  <a:pt x="1201188" y="104405"/>
                  <a:pt x="1203947" y="113010"/>
                  <a:pt x="1209464" y="119299"/>
                </a:cubicBezTo>
                <a:cubicBezTo>
                  <a:pt x="1214982" y="125589"/>
                  <a:pt x="1222401" y="128734"/>
                  <a:pt x="1231720" y="128734"/>
                </a:cubicBezTo>
                <a:cubicBezTo>
                  <a:pt x="1241326" y="128734"/>
                  <a:pt x="1248645" y="125660"/>
                  <a:pt x="1253676" y="119514"/>
                </a:cubicBezTo>
                <a:cubicBezTo>
                  <a:pt x="1258708" y="113367"/>
                  <a:pt x="1261224" y="104548"/>
                  <a:pt x="1261224" y="93055"/>
                </a:cubicBezTo>
                <a:cubicBezTo>
                  <a:pt x="1261224" y="81506"/>
                  <a:pt x="1258708" y="72643"/>
                  <a:pt x="1253676" y="66468"/>
                </a:cubicBezTo>
                <a:cubicBezTo>
                  <a:pt x="1248645" y="60293"/>
                  <a:pt x="1241326" y="57205"/>
                  <a:pt x="1231720" y="57205"/>
                </a:cubicBezTo>
                <a:cubicBezTo>
                  <a:pt x="1222286" y="57205"/>
                  <a:pt x="1214839" y="60436"/>
                  <a:pt x="1209378" y="66897"/>
                </a:cubicBezTo>
                <a:cubicBezTo>
                  <a:pt x="1203918" y="73358"/>
                  <a:pt x="1201188" y="82220"/>
                  <a:pt x="1201188" y="93484"/>
                </a:cubicBezTo>
                <a:close/>
                <a:moveTo>
                  <a:pt x="1380309" y="140398"/>
                </a:moveTo>
                <a:lnTo>
                  <a:pt x="1363413" y="140398"/>
                </a:lnTo>
                <a:lnTo>
                  <a:pt x="1363413" y="125474"/>
                </a:lnTo>
                <a:lnTo>
                  <a:pt x="1363070" y="125474"/>
                </a:lnTo>
                <a:cubicBezTo>
                  <a:pt x="1356724" y="136910"/>
                  <a:pt x="1346975" y="142627"/>
                  <a:pt x="1333824" y="142627"/>
                </a:cubicBezTo>
                <a:cubicBezTo>
                  <a:pt x="1311354" y="142627"/>
                  <a:pt x="1300119" y="129191"/>
                  <a:pt x="1300119" y="102318"/>
                </a:cubicBezTo>
                <a:lnTo>
                  <a:pt x="1300119" y="45541"/>
                </a:lnTo>
                <a:lnTo>
                  <a:pt x="1316757" y="45541"/>
                </a:lnTo>
                <a:lnTo>
                  <a:pt x="1316757" y="99831"/>
                </a:lnTo>
                <a:cubicBezTo>
                  <a:pt x="1316757" y="119099"/>
                  <a:pt x="1324133" y="128734"/>
                  <a:pt x="1338884" y="128734"/>
                </a:cubicBezTo>
                <a:cubicBezTo>
                  <a:pt x="1346203" y="128734"/>
                  <a:pt x="1352121" y="126032"/>
                  <a:pt x="1356638" y="120629"/>
                </a:cubicBezTo>
                <a:cubicBezTo>
                  <a:pt x="1361155" y="115226"/>
                  <a:pt x="1363413" y="108407"/>
                  <a:pt x="1363413" y="100174"/>
                </a:cubicBezTo>
                <a:lnTo>
                  <a:pt x="1363413" y="45541"/>
                </a:lnTo>
                <a:lnTo>
                  <a:pt x="1380309" y="45541"/>
                </a:lnTo>
                <a:lnTo>
                  <a:pt x="1380309" y="140398"/>
                </a:lnTo>
                <a:close/>
                <a:moveTo>
                  <a:pt x="1490131" y="140398"/>
                </a:moveTo>
                <a:lnTo>
                  <a:pt x="1473407" y="140398"/>
                </a:lnTo>
                <a:lnTo>
                  <a:pt x="1473407" y="86451"/>
                </a:lnTo>
                <a:cubicBezTo>
                  <a:pt x="1473407" y="66954"/>
                  <a:pt x="1466288" y="57205"/>
                  <a:pt x="1452051" y="57205"/>
                </a:cubicBezTo>
                <a:cubicBezTo>
                  <a:pt x="1444675" y="57205"/>
                  <a:pt x="1438615" y="59950"/>
                  <a:pt x="1433869" y="65439"/>
                </a:cubicBezTo>
                <a:cubicBezTo>
                  <a:pt x="1429123" y="70928"/>
                  <a:pt x="1426750" y="77875"/>
                  <a:pt x="1426750" y="86280"/>
                </a:cubicBezTo>
                <a:lnTo>
                  <a:pt x="1426750" y="140398"/>
                </a:lnTo>
                <a:lnTo>
                  <a:pt x="1409940" y="140398"/>
                </a:lnTo>
                <a:lnTo>
                  <a:pt x="1409940" y="45541"/>
                </a:lnTo>
                <a:lnTo>
                  <a:pt x="1426750" y="45541"/>
                </a:lnTo>
                <a:lnTo>
                  <a:pt x="1426750" y="61236"/>
                </a:lnTo>
                <a:lnTo>
                  <a:pt x="1427093" y="61236"/>
                </a:lnTo>
                <a:cubicBezTo>
                  <a:pt x="1434241" y="49286"/>
                  <a:pt x="1444618" y="43311"/>
                  <a:pt x="1458226" y="43311"/>
                </a:cubicBezTo>
                <a:cubicBezTo>
                  <a:pt x="1468632" y="43311"/>
                  <a:pt x="1476551" y="46642"/>
                  <a:pt x="1481983" y="53303"/>
                </a:cubicBezTo>
                <a:cubicBezTo>
                  <a:pt x="1487415" y="59964"/>
                  <a:pt x="1490131" y="69670"/>
                  <a:pt x="1490131" y="82420"/>
                </a:cubicBezTo>
                <a:lnTo>
                  <a:pt x="1490131" y="140398"/>
                </a:lnTo>
                <a:close/>
                <a:moveTo>
                  <a:pt x="1600210" y="140398"/>
                </a:moveTo>
                <a:lnTo>
                  <a:pt x="1583400" y="140398"/>
                </a:lnTo>
                <a:lnTo>
                  <a:pt x="1583400" y="124617"/>
                </a:lnTo>
                <a:lnTo>
                  <a:pt x="1583057" y="124617"/>
                </a:lnTo>
                <a:cubicBezTo>
                  <a:pt x="1576138" y="136624"/>
                  <a:pt x="1565389" y="142627"/>
                  <a:pt x="1550809" y="142627"/>
                </a:cubicBezTo>
                <a:cubicBezTo>
                  <a:pt x="1538802" y="142627"/>
                  <a:pt x="1529253" y="138354"/>
                  <a:pt x="1522164" y="129806"/>
                </a:cubicBezTo>
                <a:cubicBezTo>
                  <a:pt x="1515074" y="121258"/>
                  <a:pt x="1511529" y="109722"/>
                  <a:pt x="1511529" y="95199"/>
                </a:cubicBezTo>
                <a:cubicBezTo>
                  <a:pt x="1511529" y="79533"/>
                  <a:pt x="1515531" y="66968"/>
                  <a:pt x="1523536" y="57506"/>
                </a:cubicBezTo>
                <a:cubicBezTo>
                  <a:pt x="1531541" y="48043"/>
                  <a:pt x="1542004" y="43311"/>
                  <a:pt x="1554926" y="43311"/>
                </a:cubicBezTo>
                <a:cubicBezTo>
                  <a:pt x="1567848" y="43311"/>
                  <a:pt x="1577225" y="48343"/>
                  <a:pt x="1583057" y="58406"/>
                </a:cubicBezTo>
                <a:lnTo>
                  <a:pt x="1583400" y="58406"/>
                </a:lnTo>
                <a:lnTo>
                  <a:pt x="1583400" y="0"/>
                </a:lnTo>
                <a:lnTo>
                  <a:pt x="1600210" y="0"/>
                </a:lnTo>
                <a:lnTo>
                  <a:pt x="1600210" y="140398"/>
                </a:lnTo>
                <a:moveTo>
                  <a:pt x="1583486" y="83964"/>
                </a:moveTo>
                <a:cubicBezTo>
                  <a:pt x="1583486" y="76360"/>
                  <a:pt x="1580984" y="69999"/>
                  <a:pt x="1575981" y="64881"/>
                </a:cubicBezTo>
                <a:cubicBezTo>
                  <a:pt x="1570978" y="59764"/>
                  <a:pt x="1564817" y="57205"/>
                  <a:pt x="1557499" y="57205"/>
                </a:cubicBezTo>
                <a:cubicBezTo>
                  <a:pt x="1548579" y="57205"/>
                  <a:pt x="1541546" y="60536"/>
                  <a:pt x="1536401" y="67197"/>
                </a:cubicBezTo>
                <a:cubicBezTo>
                  <a:pt x="1531255" y="73858"/>
                  <a:pt x="1528682" y="82935"/>
                  <a:pt x="1528682" y="94427"/>
                </a:cubicBezTo>
                <a:cubicBezTo>
                  <a:pt x="1528682" y="105005"/>
                  <a:pt x="1531155" y="113367"/>
                  <a:pt x="1536100" y="119514"/>
                </a:cubicBezTo>
                <a:cubicBezTo>
                  <a:pt x="1541046" y="125660"/>
                  <a:pt x="1547636" y="128734"/>
                  <a:pt x="1555869" y="128734"/>
                </a:cubicBezTo>
                <a:cubicBezTo>
                  <a:pt x="1563988" y="128734"/>
                  <a:pt x="1570621" y="125717"/>
                  <a:pt x="1575767" y="119685"/>
                </a:cubicBezTo>
                <a:cubicBezTo>
                  <a:pt x="1580913" y="113653"/>
                  <a:pt x="1583486" y="106149"/>
                  <a:pt x="1583486" y="97172"/>
                </a:cubicBezTo>
                <a:lnTo>
                  <a:pt x="1583486" y="83964"/>
                </a:lnTo>
                <a:close/>
                <a:moveTo>
                  <a:pt x="1650511" y="7547"/>
                </a:moveTo>
                <a:lnTo>
                  <a:pt x="1648539" y="102575"/>
                </a:lnTo>
                <a:lnTo>
                  <a:pt x="1634816" y="102575"/>
                </a:lnTo>
                <a:lnTo>
                  <a:pt x="1632930" y="7547"/>
                </a:lnTo>
                <a:lnTo>
                  <a:pt x="1650511" y="7547"/>
                </a:lnTo>
                <a:moveTo>
                  <a:pt x="1630871" y="131392"/>
                </a:moveTo>
                <a:cubicBezTo>
                  <a:pt x="1630871" y="128305"/>
                  <a:pt x="1631958" y="125717"/>
                  <a:pt x="1634130" y="123631"/>
                </a:cubicBezTo>
                <a:cubicBezTo>
                  <a:pt x="1636303" y="121544"/>
                  <a:pt x="1638905" y="120500"/>
                  <a:pt x="1641935" y="120500"/>
                </a:cubicBezTo>
                <a:cubicBezTo>
                  <a:pt x="1644908" y="120500"/>
                  <a:pt x="1647481" y="121586"/>
                  <a:pt x="1649654" y="123759"/>
                </a:cubicBezTo>
                <a:cubicBezTo>
                  <a:pt x="1651826" y="125932"/>
                  <a:pt x="1652913" y="128476"/>
                  <a:pt x="1652913" y="131392"/>
                </a:cubicBezTo>
                <a:cubicBezTo>
                  <a:pt x="1652913" y="134251"/>
                  <a:pt x="1651855" y="136753"/>
                  <a:pt x="1649740" y="138897"/>
                </a:cubicBezTo>
                <a:cubicBezTo>
                  <a:pt x="1647624" y="141041"/>
                  <a:pt x="1645165" y="142113"/>
                  <a:pt x="1642364" y="142113"/>
                </a:cubicBezTo>
                <a:cubicBezTo>
                  <a:pt x="1638933" y="142113"/>
                  <a:pt x="1636160" y="141041"/>
                  <a:pt x="1634045" y="138897"/>
                </a:cubicBezTo>
                <a:cubicBezTo>
                  <a:pt x="1631929" y="136753"/>
                  <a:pt x="1630871" y="134251"/>
                  <a:pt x="1630871" y="1313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BEE36-D0F0-4551-8341-AB9B7D43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91" y="5511422"/>
            <a:ext cx="2503951" cy="1096144"/>
          </a:xfrm>
          <a:custGeom xmlns:a="http://schemas.openxmlformats.org/drawingml/2006/main">
            <a:pathLst>
              <a:path w="2503951" h="1096144" fill="none">
                <a:moveTo>
                  <a:pt x="0" y="182695"/>
                </a:moveTo>
                <a:cubicBezTo>
                  <a:pt x="0" y="81795"/>
                  <a:pt x="81795" y="0"/>
                  <a:pt x="182695" y="0"/>
                </a:cubicBezTo>
                <a:lnTo>
                  <a:pt x="2321256" y="0"/>
                </a:lnTo>
                <a:cubicBezTo>
                  <a:pt x="2422156" y="0"/>
                  <a:pt x="2503951" y="81795"/>
                  <a:pt x="2503951" y="182695"/>
                </a:cubicBezTo>
                <a:lnTo>
                  <a:pt x="2503951" y="913449"/>
                </a:lnTo>
                <a:cubicBezTo>
                  <a:pt x="2503951" y="1014349"/>
                  <a:pt x="2422156" y="1096144"/>
                  <a:pt x="2321256" y="1096144"/>
                </a:cubicBezTo>
                <a:lnTo>
                  <a:pt x="182695" y="1096144"/>
                </a:lnTo>
                <a:cubicBezTo>
                  <a:pt x="81795" y="1096144"/>
                  <a:pt x="0" y="1014349"/>
                  <a:pt x="0" y="913449"/>
                </a:cubicBezTo>
                <a:lnTo>
                  <a:pt x="0" y="1826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pic>
        <p:nvPicPr>
          <p:cNvPr id="4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195f3fd514bd4"/>
          <a:stretch xmlns:a="http://schemas.openxmlformats.org/drawingml/2006/main"/>
        </p:blipFill>
        <p:spPr>
          <a:xfrm xmlns:a="http://schemas.openxmlformats.org/drawingml/2006/main">
            <a:off x="4469844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3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C207F5F3-14BE-4151-BA35-BB90B5E2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625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2d594f3234e4d"/>
          <a:stretch xmlns:a="http://schemas.openxmlformats.org/drawingml/2006/main"/>
        </p:blipFill>
        <p:spPr>
          <a:xfrm xmlns:a="http://schemas.openxmlformats.org/drawingml/2006/main">
            <a:off x="4726470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3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BC909AC8-3689-4A4E-A224-74002D2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251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333b3899f4b9a"/>
          <a:stretch xmlns:a="http://schemas.openxmlformats.org/drawingml/2006/main"/>
        </p:blipFill>
        <p:spPr>
          <a:xfrm xmlns:a="http://schemas.openxmlformats.org/drawingml/2006/main">
            <a:off x="5000700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34" name="Text &quot;">
            <a:extLst xmlns:a="http://schemas.openxmlformats.org/drawingml/2006/main">
              <a:ext uri="{FF2B5EF4-FFF2-40B4-BE49-F238E27FC236}">
                <a16:creationId xmlns:a16="http://schemas.microsoft.com/office/drawing/2014/main" id="{DA935705-6E9C-48F8-B0CE-481349D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480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277e0fd864118"/>
          <a:stretch xmlns:a="http://schemas.openxmlformats.org/drawingml/2006/main"/>
        </p:blipFill>
        <p:spPr>
          <a:xfrm xmlns:a="http://schemas.openxmlformats.org/drawingml/2006/main">
            <a:off x="5286417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3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65B12CB5-A3E8-4E85-A956-AB666439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198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fd72c4cd9462d"/>
          <a:stretch xmlns:a="http://schemas.openxmlformats.org/drawingml/2006/main"/>
        </p:blipFill>
        <p:spPr>
          <a:xfrm xmlns:a="http://schemas.openxmlformats.org/drawingml/2006/main">
            <a:off x="5543044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38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0CE7B19-A50D-4AC5-8E21-F8D4193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824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fc4dc8c1645c3"/>
          <a:stretch xmlns:a="http://schemas.openxmlformats.org/drawingml/2006/main"/>
        </p:blipFill>
        <p:spPr>
          <a:xfrm xmlns:a="http://schemas.openxmlformats.org/drawingml/2006/main">
            <a:off x="5817274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4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AC7B8A9-48CE-4596-9B08-23ED8D5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054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f3c024bd24622"/>
          <a:stretch xmlns:a="http://schemas.openxmlformats.org/drawingml/2006/main"/>
        </p:blipFill>
        <p:spPr>
          <a:xfrm xmlns:a="http://schemas.openxmlformats.org/drawingml/2006/main">
            <a:off x="6083444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4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020DC53D-7A2D-47B6-9E1C-19B66B1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224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a22554663434a"/>
          <a:stretch xmlns:a="http://schemas.openxmlformats.org/drawingml/2006/main"/>
        </p:blipFill>
        <p:spPr>
          <a:xfrm xmlns:a="http://schemas.openxmlformats.org/drawingml/2006/main">
            <a:off x="6340070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44" name="Text &quot;">
            <a:extLst xmlns:a="http://schemas.openxmlformats.org/drawingml/2006/main">
              <a:ext uri="{FF2B5EF4-FFF2-40B4-BE49-F238E27FC236}">
                <a16:creationId xmlns:a16="http://schemas.microsoft.com/office/drawing/2014/main" id="{97347F69-13EF-49C5-A892-9E517E02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51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77973a3974faf"/>
          <a:stretch xmlns:a="http://schemas.openxmlformats.org/drawingml/2006/main"/>
        </p:blipFill>
        <p:spPr>
          <a:xfrm xmlns:a="http://schemas.openxmlformats.org/drawingml/2006/main">
            <a:off x="6614299" y="5805208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4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454E0BD-1628-44C0-853A-4A51F2DC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79" y="5805209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6c50de4824084"/>
          <a:stretch xmlns:a="http://schemas.openxmlformats.org/drawingml/2006/main"/>
        </p:blipFill>
        <p:spPr>
          <a:xfrm xmlns:a="http://schemas.openxmlformats.org/drawingml/2006/main">
            <a:off x="526712" y="295434"/>
            <a:ext cx="3930349" cy="390197"/>
          </a:xfrm>
          <a:prstGeom xmlns:a="http://schemas.openxmlformats.org/drawingml/2006/main" prst="rect">
            <a:avLst/>
          </a:prstGeom>
        </p:spPr>
      </p:pic>
      <p:sp>
        <p:nvSpPr>
          <p:cNvPr id="148" name="Text (a)DataConstructionFramework">
            <a:extLst xmlns:a="http://schemas.openxmlformats.org/drawingml/2006/main">
              <a:ext uri="{FF2B5EF4-FFF2-40B4-BE49-F238E27FC236}">
                <a16:creationId xmlns:a16="http://schemas.microsoft.com/office/drawing/2014/main" id="{5663537E-F38C-45D8-B18D-494B061E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95" y="380215"/>
            <a:ext cx="3692091" cy="227449"/>
          </a:xfrm>
          <a:custGeom xmlns:a="http://schemas.openxmlformats.org/drawingml/2006/main">
            <a:pathLst>
              <a:path w="3692091" h="227449">
                <a:moveTo>
                  <a:pt x="38537" y="227449"/>
                </a:moveTo>
                <a:cubicBezTo>
                  <a:pt x="12846" y="198175"/>
                  <a:pt x="0" y="162230"/>
                  <a:pt x="0" y="119614"/>
                </a:cubicBezTo>
                <a:cubicBezTo>
                  <a:pt x="0" y="76998"/>
                  <a:pt x="12846" y="40481"/>
                  <a:pt x="38537" y="10063"/>
                </a:cubicBezTo>
                <a:lnTo>
                  <a:pt x="58320" y="10063"/>
                </a:lnTo>
                <a:cubicBezTo>
                  <a:pt x="32553" y="41701"/>
                  <a:pt x="19669" y="78142"/>
                  <a:pt x="19669" y="119385"/>
                </a:cubicBezTo>
                <a:cubicBezTo>
                  <a:pt x="19669" y="160552"/>
                  <a:pt x="32476" y="196574"/>
                  <a:pt x="58092" y="227449"/>
                </a:cubicBezTo>
                <a:lnTo>
                  <a:pt x="38537" y="227449"/>
                </a:lnTo>
                <a:close/>
                <a:moveTo>
                  <a:pt x="84155" y="69527"/>
                </a:moveTo>
                <a:cubicBezTo>
                  <a:pt x="96734" y="61675"/>
                  <a:pt x="111257" y="57749"/>
                  <a:pt x="127724" y="57749"/>
                </a:cubicBezTo>
                <a:cubicBezTo>
                  <a:pt x="158218" y="57749"/>
                  <a:pt x="173466" y="73758"/>
                  <a:pt x="173466" y="105777"/>
                </a:cubicBezTo>
                <a:lnTo>
                  <a:pt x="173466" y="187197"/>
                </a:lnTo>
                <a:lnTo>
                  <a:pt x="151281" y="187197"/>
                </a:lnTo>
                <a:lnTo>
                  <a:pt x="151281" y="167642"/>
                </a:lnTo>
                <a:lnTo>
                  <a:pt x="150709" y="167642"/>
                </a:lnTo>
                <a:cubicBezTo>
                  <a:pt x="141942" y="182661"/>
                  <a:pt x="129020" y="190170"/>
                  <a:pt x="111943" y="190170"/>
                </a:cubicBezTo>
                <a:cubicBezTo>
                  <a:pt x="99669" y="190170"/>
                  <a:pt x="89911" y="186854"/>
                  <a:pt x="82669" y="180221"/>
                </a:cubicBezTo>
                <a:cubicBezTo>
                  <a:pt x="75427" y="173589"/>
                  <a:pt x="71805" y="164631"/>
                  <a:pt x="71805" y="153348"/>
                </a:cubicBezTo>
                <a:cubicBezTo>
                  <a:pt x="71805" y="129715"/>
                  <a:pt x="85795" y="115955"/>
                  <a:pt x="113773" y="112066"/>
                </a:cubicBezTo>
                <a:lnTo>
                  <a:pt x="151281" y="106806"/>
                </a:lnTo>
                <a:cubicBezTo>
                  <a:pt x="151281" y="86146"/>
                  <a:pt x="142743" y="75816"/>
                  <a:pt x="125666" y="75816"/>
                </a:cubicBezTo>
                <a:cubicBezTo>
                  <a:pt x="110495" y="75816"/>
                  <a:pt x="96658" y="80924"/>
                  <a:pt x="84155" y="91140"/>
                </a:cubicBezTo>
                <a:lnTo>
                  <a:pt x="84155" y="69527"/>
                </a:lnTo>
                <a:moveTo>
                  <a:pt x="121663" y="127733"/>
                </a:moveTo>
                <a:cubicBezTo>
                  <a:pt x="111295" y="129105"/>
                  <a:pt x="104148" y="131697"/>
                  <a:pt x="100222" y="135509"/>
                </a:cubicBezTo>
                <a:cubicBezTo>
                  <a:pt x="96296" y="139321"/>
                  <a:pt x="94333" y="144657"/>
                  <a:pt x="94333" y="151518"/>
                </a:cubicBezTo>
                <a:cubicBezTo>
                  <a:pt x="94333" y="157541"/>
                  <a:pt x="96468" y="162458"/>
                  <a:pt x="100737" y="166270"/>
                </a:cubicBezTo>
                <a:cubicBezTo>
                  <a:pt x="105006" y="170082"/>
                  <a:pt x="110647" y="171988"/>
                  <a:pt x="117661" y="171988"/>
                </a:cubicBezTo>
                <a:cubicBezTo>
                  <a:pt x="127419" y="171988"/>
                  <a:pt x="135462" y="168557"/>
                  <a:pt x="141790" y="161696"/>
                </a:cubicBezTo>
                <a:cubicBezTo>
                  <a:pt x="148117" y="154835"/>
                  <a:pt x="151281" y="146220"/>
                  <a:pt x="151281" y="135852"/>
                </a:cubicBezTo>
                <a:lnTo>
                  <a:pt x="151281" y="123731"/>
                </a:lnTo>
                <a:lnTo>
                  <a:pt x="121663" y="127733"/>
                </a:lnTo>
                <a:close/>
                <a:moveTo>
                  <a:pt x="193985" y="227449"/>
                </a:moveTo>
                <a:cubicBezTo>
                  <a:pt x="219676" y="196650"/>
                  <a:pt x="232522" y="160629"/>
                  <a:pt x="232522" y="119385"/>
                </a:cubicBezTo>
                <a:cubicBezTo>
                  <a:pt x="232522" y="78065"/>
                  <a:pt x="219600" y="41625"/>
                  <a:pt x="193756" y="10063"/>
                </a:cubicBezTo>
                <a:lnTo>
                  <a:pt x="213653" y="10063"/>
                </a:lnTo>
                <a:cubicBezTo>
                  <a:pt x="239421" y="40252"/>
                  <a:pt x="252305" y="76769"/>
                  <a:pt x="252305" y="119614"/>
                </a:cubicBezTo>
                <a:cubicBezTo>
                  <a:pt x="252305" y="162458"/>
                  <a:pt x="239421" y="198403"/>
                  <a:pt x="213653" y="227449"/>
                </a:cubicBezTo>
                <a:lnTo>
                  <a:pt x="193985" y="227449"/>
                </a:lnTo>
                <a:close/>
                <a:moveTo>
                  <a:pt x="362196" y="187197"/>
                </a:moveTo>
                <a:lnTo>
                  <a:pt x="362196" y="10063"/>
                </a:lnTo>
                <a:lnTo>
                  <a:pt x="412740" y="10063"/>
                </a:lnTo>
                <a:cubicBezTo>
                  <a:pt x="439575" y="10063"/>
                  <a:pt x="461893" y="17877"/>
                  <a:pt x="479694" y="33506"/>
                </a:cubicBezTo>
                <a:cubicBezTo>
                  <a:pt x="497495" y="49134"/>
                  <a:pt x="506396" y="70099"/>
                  <a:pt x="506396" y="96400"/>
                </a:cubicBezTo>
                <a:cubicBezTo>
                  <a:pt x="506396" y="123845"/>
                  <a:pt x="497495" y="145839"/>
                  <a:pt x="479694" y="162382"/>
                </a:cubicBezTo>
                <a:cubicBezTo>
                  <a:pt x="461893" y="178925"/>
                  <a:pt x="438965" y="187197"/>
                  <a:pt x="410910" y="187197"/>
                </a:cubicBezTo>
                <a:lnTo>
                  <a:pt x="362196" y="187197"/>
                </a:lnTo>
                <a:moveTo>
                  <a:pt x="385066" y="30418"/>
                </a:moveTo>
                <a:lnTo>
                  <a:pt x="385066" y="166956"/>
                </a:lnTo>
                <a:lnTo>
                  <a:pt x="410796" y="166956"/>
                </a:lnTo>
                <a:cubicBezTo>
                  <a:pt x="433286" y="166956"/>
                  <a:pt x="450839" y="160819"/>
                  <a:pt x="463456" y="148545"/>
                </a:cubicBezTo>
                <a:cubicBezTo>
                  <a:pt x="476073" y="136271"/>
                  <a:pt x="482381" y="119080"/>
                  <a:pt x="482381" y="96972"/>
                </a:cubicBezTo>
                <a:cubicBezTo>
                  <a:pt x="482381" y="74863"/>
                  <a:pt x="475901" y="58244"/>
                  <a:pt x="462941" y="47114"/>
                </a:cubicBezTo>
                <a:cubicBezTo>
                  <a:pt x="449981" y="35983"/>
                  <a:pt x="432943" y="30418"/>
                  <a:pt x="411825" y="30418"/>
                </a:cubicBezTo>
                <a:lnTo>
                  <a:pt x="385066" y="30418"/>
                </a:lnTo>
                <a:close/>
                <a:moveTo>
                  <a:pt x="541681" y="69527"/>
                </a:moveTo>
                <a:cubicBezTo>
                  <a:pt x="554260" y="61675"/>
                  <a:pt x="568783" y="57749"/>
                  <a:pt x="585250" y="57749"/>
                </a:cubicBezTo>
                <a:cubicBezTo>
                  <a:pt x="615744" y="57749"/>
                  <a:pt x="630991" y="73758"/>
                  <a:pt x="630991" y="105777"/>
                </a:cubicBezTo>
                <a:lnTo>
                  <a:pt x="630991" y="187197"/>
                </a:lnTo>
                <a:lnTo>
                  <a:pt x="608807" y="187197"/>
                </a:lnTo>
                <a:lnTo>
                  <a:pt x="608807" y="167642"/>
                </a:lnTo>
                <a:lnTo>
                  <a:pt x="608235" y="167642"/>
                </a:lnTo>
                <a:cubicBezTo>
                  <a:pt x="599468" y="182661"/>
                  <a:pt x="586546" y="190170"/>
                  <a:pt x="569469" y="190170"/>
                </a:cubicBezTo>
                <a:cubicBezTo>
                  <a:pt x="557195" y="190170"/>
                  <a:pt x="547437" y="186854"/>
                  <a:pt x="540194" y="180221"/>
                </a:cubicBezTo>
                <a:cubicBezTo>
                  <a:pt x="532952" y="173589"/>
                  <a:pt x="529331" y="164631"/>
                  <a:pt x="529331" y="153348"/>
                </a:cubicBezTo>
                <a:cubicBezTo>
                  <a:pt x="529331" y="129715"/>
                  <a:pt x="543320" y="115955"/>
                  <a:pt x="571299" y="112066"/>
                </a:cubicBezTo>
                <a:lnTo>
                  <a:pt x="608807" y="106806"/>
                </a:lnTo>
                <a:cubicBezTo>
                  <a:pt x="608807" y="86146"/>
                  <a:pt x="600268" y="75816"/>
                  <a:pt x="583191" y="75816"/>
                </a:cubicBezTo>
                <a:cubicBezTo>
                  <a:pt x="568020" y="75816"/>
                  <a:pt x="554184" y="80924"/>
                  <a:pt x="541681" y="91140"/>
                </a:cubicBezTo>
                <a:lnTo>
                  <a:pt x="541681" y="69527"/>
                </a:lnTo>
                <a:moveTo>
                  <a:pt x="579189" y="127733"/>
                </a:moveTo>
                <a:cubicBezTo>
                  <a:pt x="568821" y="129105"/>
                  <a:pt x="561674" y="131697"/>
                  <a:pt x="557748" y="135509"/>
                </a:cubicBezTo>
                <a:cubicBezTo>
                  <a:pt x="553821" y="139321"/>
                  <a:pt x="551858" y="144657"/>
                  <a:pt x="551858" y="151518"/>
                </a:cubicBezTo>
                <a:cubicBezTo>
                  <a:pt x="551858" y="157541"/>
                  <a:pt x="553993" y="162458"/>
                  <a:pt x="558262" y="166270"/>
                </a:cubicBezTo>
                <a:cubicBezTo>
                  <a:pt x="562531" y="170082"/>
                  <a:pt x="568173" y="171988"/>
                  <a:pt x="575187" y="171988"/>
                </a:cubicBezTo>
                <a:cubicBezTo>
                  <a:pt x="584945" y="171988"/>
                  <a:pt x="592988" y="168557"/>
                  <a:pt x="599315" y="161696"/>
                </a:cubicBezTo>
                <a:cubicBezTo>
                  <a:pt x="605643" y="154835"/>
                  <a:pt x="608807" y="146220"/>
                  <a:pt x="608807" y="135852"/>
                </a:cubicBezTo>
                <a:lnTo>
                  <a:pt x="608807" y="123731"/>
                </a:lnTo>
                <a:lnTo>
                  <a:pt x="579189" y="127733"/>
                </a:lnTo>
                <a:close/>
                <a:moveTo>
                  <a:pt x="729385" y="185939"/>
                </a:moveTo>
                <a:cubicBezTo>
                  <a:pt x="724506" y="188607"/>
                  <a:pt x="717911" y="189941"/>
                  <a:pt x="709602" y="189941"/>
                </a:cubicBezTo>
                <a:cubicBezTo>
                  <a:pt x="686960" y="189941"/>
                  <a:pt x="675639" y="177400"/>
                  <a:pt x="675639" y="152319"/>
                </a:cubicBezTo>
                <a:lnTo>
                  <a:pt x="675639" y="79247"/>
                </a:lnTo>
                <a:lnTo>
                  <a:pt x="653912" y="79247"/>
                </a:lnTo>
                <a:lnTo>
                  <a:pt x="653912" y="60722"/>
                </a:lnTo>
                <a:lnTo>
                  <a:pt x="675639" y="60722"/>
                </a:lnTo>
                <a:lnTo>
                  <a:pt x="675639" y="30304"/>
                </a:lnTo>
                <a:lnTo>
                  <a:pt x="697938" y="23214"/>
                </a:lnTo>
                <a:lnTo>
                  <a:pt x="697938" y="60722"/>
                </a:lnTo>
                <a:lnTo>
                  <a:pt x="729385" y="60722"/>
                </a:lnTo>
                <a:lnTo>
                  <a:pt x="729385" y="79247"/>
                </a:lnTo>
                <a:lnTo>
                  <a:pt x="697938" y="79247"/>
                </a:lnTo>
                <a:lnTo>
                  <a:pt x="697938" y="148317"/>
                </a:lnTo>
                <a:cubicBezTo>
                  <a:pt x="697938" y="156626"/>
                  <a:pt x="699348" y="162573"/>
                  <a:pt x="702169" y="166156"/>
                </a:cubicBezTo>
                <a:cubicBezTo>
                  <a:pt x="704989" y="169739"/>
                  <a:pt x="709678" y="171530"/>
                  <a:pt x="716234" y="171530"/>
                </a:cubicBezTo>
                <a:cubicBezTo>
                  <a:pt x="721266" y="171530"/>
                  <a:pt x="725649" y="170120"/>
                  <a:pt x="729385" y="167299"/>
                </a:cubicBezTo>
                <a:lnTo>
                  <a:pt x="729385" y="185939"/>
                </a:lnTo>
                <a:close/>
                <a:moveTo>
                  <a:pt x="759436" y="69527"/>
                </a:moveTo>
                <a:cubicBezTo>
                  <a:pt x="772015" y="61675"/>
                  <a:pt x="786538" y="57749"/>
                  <a:pt x="803005" y="57749"/>
                </a:cubicBezTo>
                <a:cubicBezTo>
                  <a:pt x="833499" y="57749"/>
                  <a:pt x="848747" y="73758"/>
                  <a:pt x="848747" y="105777"/>
                </a:cubicBezTo>
                <a:lnTo>
                  <a:pt x="848747" y="187197"/>
                </a:lnTo>
                <a:lnTo>
                  <a:pt x="826562" y="187197"/>
                </a:lnTo>
                <a:lnTo>
                  <a:pt x="826562" y="167642"/>
                </a:lnTo>
                <a:lnTo>
                  <a:pt x="825990" y="167642"/>
                </a:lnTo>
                <a:cubicBezTo>
                  <a:pt x="817223" y="182661"/>
                  <a:pt x="804301" y="190170"/>
                  <a:pt x="787224" y="190170"/>
                </a:cubicBezTo>
                <a:cubicBezTo>
                  <a:pt x="774950" y="190170"/>
                  <a:pt x="765192" y="186854"/>
                  <a:pt x="757950" y="180221"/>
                </a:cubicBezTo>
                <a:cubicBezTo>
                  <a:pt x="750707" y="173589"/>
                  <a:pt x="747086" y="164631"/>
                  <a:pt x="747086" y="153348"/>
                </a:cubicBezTo>
                <a:cubicBezTo>
                  <a:pt x="747086" y="129715"/>
                  <a:pt x="761076" y="115955"/>
                  <a:pt x="789054" y="112066"/>
                </a:cubicBezTo>
                <a:lnTo>
                  <a:pt x="826562" y="106806"/>
                </a:lnTo>
                <a:cubicBezTo>
                  <a:pt x="826562" y="86146"/>
                  <a:pt x="818024" y="75816"/>
                  <a:pt x="800947" y="75816"/>
                </a:cubicBezTo>
                <a:cubicBezTo>
                  <a:pt x="785776" y="75816"/>
                  <a:pt x="771939" y="80924"/>
                  <a:pt x="759436" y="91140"/>
                </a:cubicBezTo>
                <a:lnTo>
                  <a:pt x="759436" y="69527"/>
                </a:lnTo>
                <a:moveTo>
                  <a:pt x="796944" y="127733"/>
                </a:moveTo>
                <a:cubicBezTo>
                  <a:pt x="786576" y="129105"/>
                  <a:pt x="779429" y="131697"/>
                  <a:pt x="775503" y="135509"/>
                </a:cubicBezTo>
                <a:cubicBezTo>
                  <a:pt x="771577" y="139321"/>
                  <a:pt x="769614" y="144657"/>
                  <a:pt x="769614" y="151518"/>
                </a:cubicBezTo>
                <a:cubicBezTo>
                  <a:pt x="769614" y="157541"/>
                  <a:pt x="771749" y="162458"/>
                  <a:pt x="776018" y="166270"/>
                </a:cubicBezTo>
                <a:cubicBezTo>
                  <a:pt x="780287" y="170082"/>
                  <a:pt x="785928" y="171988"/>
                  <a:pt x="792942" y="171988"/>
                </a:cubicBezTo>
                <a:cubicBezTo>
                  <a:pt x="802700" y="171988"/>
                  <a:pt x="810743" y="168557"/>
                  <a:pt x="817071" y="161696"/>
                </a:cubicBezTo>
                <a:cubicBezTo>
                  <a:pt x="823398" y="154835"/>
                  <a:pt x="826562" y="146220"/>
                  <a:pt x="826562" y="135852"/>
                </a:cubicBezTo>
                <a:lnTo>
                  <a:pt x="826562" y="123731"/>
                </a:lnTo>
                <a:lnTo>
                  <a:pt x="796944" y="127733"/>
                </a:lnTo>
                <a:close/>
                <a:moveTo>
                  <a:pt x="1079841" y="179878"/>
                </a:moveTo>
                <a:cubicBezTo>
                  <a:pt x="1066805" y="186739"/>
                  <a:pt x="1050452" y="190170"/>
                  <a:pt x="1030784" y="190170"/>
                </a:cubicBezTo>
                <a:cubicBezTo>
                  <a:pt x="1005397" y="190170"/>
                  <a:pt x="985118" y="182108"/>
                  <a:pt x="969947" y="165984"/>
                </a:cubicBezTo>
                <a:cubicBezTo>
                  <a:pt x="954777" y="149860"/>
                  <a:pt x="947191" y="128533"/>
                  <a:pt x="947191" y="102003"/>
                </a:cubicBezTo>
                <a:cubicBezTo>
                  <a:pt x="947191" y="73491"/>
                  <a:pt x="955729" y="50544"/>
                  <a:pt x="972806" y="33163"/>
                </a:cubicBezTo>
                <a:cubicBezTo>
                  <a:pt x="989883" y="15781"/>
                  <a:pt x="1011572" y="7090"/>
                  <a:pt x="1037873" y="7090"/>
                </a:cubicBezTo>
                <a:cubicBezTo>
                  <a:pt x="1054798" y="7090"/>
                  <a:pt x="1068787" y="9491"/>
                  <a:pt x="1079841" y="14294"/>
                </a:cubicBezTo>
                <a:lnTo>
                  <a:pt x="1079841" y="38194"/>
                </a:lnTo>
                <a:cubicBezTo>
                  <a:pt x="1067186" y="31180"/>
                  <a:pt x="1053273" y="27674"/>
                  <a:pt x="1038102" y="27674"/>
                </a:cubicBezTo>
                <a:cubicBezTo>
                  <a:pt x="1018357" y="27674"/>
                  <a:pt x="1002271" y="34249"/>
                  <a:pt x="989845" y="47400"/>
                </a:cubicBezTo>
                <a:cubicBezTo>
                  <a:pt x="977419" y="60550"/>
                  <a:pt x="971205" y="78294"/>
                  <a:pt x="971205" y="100631"/>
                </a:cubicBezTo>
                <a:cubicBezTo>
                  <a:pt x="971205" y="121825"/>
                  <a:pt x="976999" y="138654"/>
                  <a:pt x="988587" y="151118"/>
                </a:cubicBezTo>
                <a:cubicBezTo>
                  <a:pt x="1000175" y="163583"/>
                  <a:pt x="1015346" y="169815"/>
                  <a:pt x="1034100" y="169815"/>
                </a:cubicBezTo>
                <a:cubicBezTo>
                  <a:pt x="1051634" y="169815"/>
                  <a:pt x="1066881" y="165851"/>
                  <a:pt x="1079841" y="157922"/>
                </a:cubicBezTo>
                <a:lnTo>
                  <a:pt x="1079841" y="179878"/>
                </a:lnTo>
                <a:close/>
                <a:moveTo>
                  <a:pt x="1104662" y="125332"/>
                </a:moveTo>
                <a:cubicBezTo>
                  <a:pt x="1104662" y="104443"/>
                  <a:pt x="1110494" y="87957"/>
                  <a:pt x="1122158" y="75874"/>
                </a:cubicBezTo>
                <a:cubicBezTo>
                  <a:pt x="1133822" y="63790"/>
                  <a:pt x="1149641" y="57749"/>
                  <a:pt x="1169615" y="57749"/>
                </a:cubicBezTo>
                <a:cubicBezTo>
                  <a:pt x="1188597" y="57749"/>
                  <a:pt x="1203482" y="63562"/>
                  <a:pt x="1214270" y="75187"/>
                </a:cubicBezTo>
                <a:cubicBezTo>
                  <a:pt x="1225057" y="86813"/>
                  <a:pt x="1230451" y="102880"/>
                  <a:pt x="1230451" y="123387"/>
                </a:cubicBezTo>
                <a:cubicBezTo>
                  <a:pt x="1230451" y="143361"/>
                  <a:pt x="1224695" y="159485"/>
                  <a:pt x="1213183" y="171759"/>
                </a:cubicBezTo>
                <a:cubicBezTo>
                  <a:pt x="1201672" y="184033"/>
                  <a:pt x="1186234" y="190170"/>
                  <a:pt x="1166870" y="190170"/>
                </a:cubicBezTo>
                <a:cubicBezTo>
                  <a:pt x="1147964" y="190170"/>
                  <a:pt x="1132869" y="184224"/>
                  <a:pt x="1121586" y="172331"/>
                </a:cubicBezTo>
                <a:cubicBezTo>
                  <a:pt x="1110303" y="160438"/>
                  <a:pt x="1104662" y="144772"/>
                  <a:pt x="1104662" y="125332"/>
                </a:cubicBezTo>
                <a:moveTo>
                  <a:pt x="1127532" y="124645"/>
                </a:moveTo>
                <a:cubicBezTo>
                  <a:pt x="1127532" y="139206"/>
                  <a:pt x="1131211" y="150680"/>
                  <a:pt x="1138568" y="159066"/>
                </a:cubicBezTo>
                <a:cubicBezTo>
                  <a:pt x="1145924" y="167452"/>
                  <a:pt x="1155816" y="171645"/>
                  <a:pt x="1168242" y="171645"/>
                </a:cubicBezTo>
                <a:cubicBezTo>
                  <a:pt x="1181050" y="171645"/>
                  <a:pt x="1190808" y="167547"/>
                  <a:pt x="1197517" y="159352"/>
                </a:cubicBezTo>
                <a:cubicBezTo>
                  <a:pt x="1204226" y="151156"/>
                  <a:pt x="1207580" y="139397"/>
                  <a:pt x="1207580" y="124074"/>
                </a:cubicBezTo>
                <a:cubicBezTo>
                  <a:pt x="1207580" y="108674"/>
                  <a:pt x="1204226" y="96857"/>
                  <a:pt x="1197517" y="88624"/>
                </a:cubicBezTo>
                <a:cubicBezTo>
                  <a:pt x="1190808" y="80391"/>
                  <a:pt x="1181050" y="76274"/>
                  <a:pt x="1168242" y="76274"/>
                </a:cubicBezTo>
                <a:cubicBezTo>
                  <a:pt x="1155663" y="76274"/>
                  <a:pt x="1145734" y="80581"/>
                  <a:pt x="1138453" y="89196"/>
                </a:cubicBezTo>
                <a:cubicBezTo>
                  <a:pt x="1131173" y="97810"/>
                  <a:pt x="1127532" y="109627"/>
                  <a:pt x="1127532" y="124645"/>
                </a:cubicBezTo>
                <a:close/>
                <a:moveTo>
                  <a:pt x="1368267" y="187197"/>
                </a:moveTo>
                <a:lnTo>
                  <a:pt x="1345968" y="187197"/>
                </a:lnTo>
                <a:lnTo>
                  <a:pt x="1345968" y="115268"/>
                </a:lnTo>
                <a:cubicBezTo>
                  <a:pt x="1345968" y="89272"/>
                  <a:pt x="1336477" y="76274"/>
                  <a:pt x="1317494" y="76274"/>
                </a:cubicBezTo>
                <a:cubicBezTo>
                  <a:pt x="1307660" y="76274"/>
                  <a:pt x="1299579" y="79933"/>
                  <a:pt x="1293251" y="87252"/>
                </a:cubicBezTo>
                <a:cubicBezTo>
                  <a:pt x="1286924" y="94570"/>
                  <a:pt x="1283760" y="103833"/>
                  <a:pt x="1283760" y="115040"/>
                </a:cubicBezTo>
                <a:lnTo>
                  <a:pt x="1283760" y="187197"/>
                </a:lnTo>
                <a:lnTo>
                  <a:pt x="1261347" y="187197"/>
                </a:lnTo>
                <a:lnTo>
                  <a:pt x="1261347" y="60722"/>
                </a:lnTo>
                <a:lnTo>
                  <a:pt x="1283760" y="60722"/>
                </a:lnTo>
                <a:lnTo>
                  <a:pt x="1283760" y="81648"/>
                </a:lnTo>
                <a:lnTo>
                  <a:pt x="1284217" y="81648"/>
                </a:lnTo>
                <a:cubicBezTo>
                  <a:pt x="1293747" y="65715"/>
                  <a:pt x="1307584" y="57749"/>
                  <a:pt x="1325728" y="57749"/>
                </a:cubicBezTo>
                <a:cubicBezTo>
                  <a:pt x="1339603" y="57749"/>
                  <a:pt x="1350161" y="62189"/>
                  <a:pt x="1357404" y="71071"/>
                </a:cubicBezTo>
                <a:cubicBezTo>
                  <a:pt x="1364646" y="79952"/>
                  <a:pt x="1368267" y="92893"/>
                  <a:pt x="1368267" y="109894"/>
                </a:cubicBezTo>
                <a:lnTo>
                  <a:pt x="1368267" y="187197"/>
                </a:lnTo>
                <a:close/>
                <a:moveTo>
                  <a:pt x="1398732" y="159866"/>
                </a:moveTo>
                <a:cubicBezTo>
                  <a:pt x="1410015" y="168024"/>
                  <a:pt x="1422175" y="172102"/>
                  <a:pt x="1435211" y="172102"/>
                </a:cubicBezTo>
                <a:cubicBezTo>
                  <a:pt x="1452669" y="172102"/>
                  <a:pt x="1461398" y="166384"/>
                  <a:pt x="1461398" y="154949"/>
                </a:cubicBezTo>
                <a:cubicBezTo>
                  <a:pt x="1461398" y="150070"/>
                  <a:pt x="1459492" y="146049"/>
                  <a:pt x="1455680" y="142885"/>
                </a:cubicBezTo>
                <a:cubicBezTo>
                  <a:pt x="1451869" y="139721"/>
                  <a:pt x="1444131" y="135966"/>
                  <a:pt x="1432467" y="131621"/>
                </a:cubicBezTo>
                <a:cubicBezTo>
                  <a:pt x="1418439" y="125980"/>
                  <a:pt x="1409329" y="120395"/>
                  <a:pt x="1405136" y="114868"/>
                </a:cubicBezTo>
                <a:cubicBezTo>
                  <a:pt x="1400943" y="109341"/>
                  <a:pt x="1398847" y="102651"/>
                  <a:pt x="1398847" y="94799"/>
                </a:cubicBezTo>
                <a:cubicBezTo>
                  <a:pt x="1398847" y="83592"/>
                  <a:pt x="1403592" y="74616"/>
                  <a:pt x="1413084" y="67869"/>
                </a:cubicBezTo>
                <a:cubicBezTo>
                  <a:pt x="1422575" y="61122"/>
                  <a:pt x="1434258" y="57749"/>
                  <a:pt x="1448133" y="57749"/>
                </a:cubicBezTo>
                <a:cubicBezTo>
                  <a:pt x="1458882" y="57749"/>
                  <a:pt x="1468869" y="59616"/>
                  <a:pt x="1478094" y="63352"/>
                </a:cubicBezTo>
                <a:lnTo>
                  <a:pt x="1478094" y="84965"/>
                </a:lnTo>
                <a:cubicBezTo>
                  <a:pt x="1468640" y="78866"/>
                  <a:pt x="1457929" y="75816"/>
                  <a:pt x="1445960" y="75816"/>
                </a:cubicBezTo>
                <a:cubicBezTo>
                  <a:pt x="1438794" y="75816"/>
                  <a:pt x="1432962" y="77379"/>
                  <a:pt x="1428464" y="80505"/>
                </a:cubicBezTo>
                <a:cubicBezTo>
                  <a:pt x="1423966" y="83631"/>
                  <a:pt x="1421717" y="87747"/>
                  <a:pt x="1421717" y="92855"/>
                </a:cubicBezTo>
                <a:cubicBezTo>
                  <a:pt x="1421717" y="97887"/>
                  <a:pt x="1423337" y="101813"/>
                  <a:pt x="1426577" y="104634"/>
                </a:cubicBezTo>
                <a:cubicBezTo>
                  <a:pt x="1429817" y="107454"/>
                  <a:pt x="1437003" y="111075"/>
                  <a:pt x="1448133" y="115497"/>
                </a:cubicBezTo>
                <a:cubicBezTo>
                  <a:pt x="1462237" y="120757"/>
                  <a:pt x="1471766" y="126208"/>
                  <a:pt x="1476721" y="131850"/>
                </a:cubicBezTo>
                <a:cubicBezTo>
                  <a:pt x="1481677" y="137491"/>
                  <a:pt x="1484154" y="144467"/>
                  <a:pt x="1484154" y="152776"/>
                </a:cubicBezTo>
                <a:cubicBezTo>
                  <a:pt x="1484154" y="164364"/>
                  <a:pt x="1479409" y="173493"/>
                  <a:pt x="1469917" y="180164"/>
                </a:cubicBezTo>
                <a:cubicBezTo>
                  <a:pt x="1460426" y="186835"/>
                  <a:pt x="1448133" y="190170"/>
                  <a:pt x="1433038" y="190170"/>
                </a:cubicBezTo>
                <a:cubicBezTo>
                  <a:pt x="1419926" y="190170"/>
                  <a:pt x="1408490" y="187692"/>
                  <a:pt x="1398732" y="182737"/>
                </a:cubicBezTo>
                <a:lnTo>
                  <a:pt x="1398732" y="159866"/>
                </a:lnTo>
                <a:close/>
                <a:moveTo>
                  <a:pt x="1574485" y="185939"/>
                </a:moveTo>
                <a:cubicBezTo>
                  <a:pt x="1569606" y="188607"/>
                  <a:pt x="1563012" y="189941"/>
                  <a:pt x="1554702" y="189941"/>
                </a:cubicBezTo>
                <a:cubicBezTo>
                  <a:pt x="1532060" y="189941"/>
                  <a:pt x="1520739" y="177400"/>
                  <a:pt x="1520739" y="152319"/>
                </a:cubicBezTo>
                <a:lnTo>
                  <a:pt x="1520739" y="79247"/>
                </a:lnTo>
                <a:lnTo>
                  <a:pt x="1499012" y="79247"/>
                </a:lnTo>
                <a:lnTo>
                  <a:pt x="1499012" y="60722"/>
                </a:lnTo>
                <a:lnTo>
                  <a:pt x="1520739" y="60722"/>
                </a:lnTo>
                <a:lnTo>
                  <a:pt x="1520739" y="30304"/>
                </a:lnTo>
                <a:lnTo>
                  <a:pt x="1543038" y="23214"/>
                </a:lnTo>
                <a:lnTo>
                  <a:pt x="1543038" y="60722"/>
                </a:lnTo>
                <a:lnTo>
                  <a:pt x="1574485" y="60722"/>
                </a:lnTo>
                <a:lnTo>
                  <a:pt x="1574485" y="79247"/>
                </a:lnTo>
                <a:lnTo>
                  <a:pt x="1543038" y="79247"/>
                </a:lnTo>
                <a:lnTo>
                  <a:pt x="1543038" y="148317"/>
                </a:lnTo>
                <a:cubicBezTo>
                  <a:pt x="1543038" y="156626"/>
                  <a:pt x="1544448" y="162573"/>
                  <a:pt x="1547269" y="166156"/>
                </a:cubicBezTo>
                <a:cubicBezTo>
                  <a:pt x="1550090" y="169739"/>
                  <a:pt x="1554778" y="171530"/>
                  <a:pt x="1561334" y="171530"/>
                </a:cubicBezTo>
                <a:cubicBezTo>
                  <a:pt x="1566366" y="171530"/>
                  <a:pt x="1570750" y="170120"/>
                  <a:pt x="1574485" y="167299"/>
                </a:cubicBezTo>
                <a:lnTo>
                  <a:pt x="1574485" y="185939"/>
                </a:lnTo>
                <a:close/>
                <a:moveTo>
                  <a:pt x="1669375" y="82906"/>
                </a:moveTo>
                <a:cubicBezTo>
                  <a:pt x="1665639" y="80238"/>
                  <a:pt x="1660493" y="78904"/>
                  <a:pt x="1653937" y="78904"/>
                </a:cubicBezTo>
                <a:cubicBezTo>
                  <a:pt x="1645246" y="78904"/>
                  <a:pt x="1638080" y="82964"/>
                  <a:pt x="1632439" y="91083"/>
                </a:cubicBezTo>
                <a:cubicBezTo>
                  <a:pt x="1626797" y="99202"/>
                  <a:pt x="1623976" y="109894"/>
                  <a:pt x="1623976" y="123159"/>
                </a:cubicBezTo>
                <a:lnTo>
                  <a:pt x="1623976" y="187197"/>
                </a:lnTo>
                <a:lnTo>
                  <a:pt x="1601563" y="187197"/>
                </a:lnTo>
                <a:lnTo>
                  <a:pt x="1601563" y="60722"/>
                </a:lnTo>
                <a:lnTo>
                  <a:pt x="1623976" y="60722"/>
                </a:lnTo>
                <a:lnTo>
                  <a:pt x="1623976" y="86451"/>
                </a:lnTo>
                <a:lnTo>
                  <a:pt x="1624434" y="86451"/>
                </a:lnTo>
                <a:cubicBezTo>
                  <a:pt x="1630838" y="67850"/>
                  <a:pt x="1641892" y="58549"/>
                  <a:pt x="1657596" y="58549"/>
                </a:cubicBezTo>
                <a:cubicBezTo>
                  <a:pt x="1662704" y="58549"/>
                  <a:pt x="1666630" y="59121"/>
                  <a:pt x="1669375" y="60264"/>
                </a:cubicBezTo>
                <a:lnTo>
                  <a:pt x="1669375" y="82906"/>
                </a:lnTo>
                <a:close/>
                <a:moveTo>
                  <a:pt x="1795642" y="187197"/>
                </a:moveTo>
                <a:lnTo>
                  <a:pt x="1773114" y="187197"/>
                </a:lnTo>
                <a:lnTo>
                  <a:pt x="1773114" y="167299"/>
                </a:lnTo>
                <a:lnTo>
                  <a:pt x="1772657" y="167299"/>
                </a:lnTo>
                <a:cubicBezTo>
                  <a:pt x="1764195" y="182546"/>
                  <a:pt x="1751197" y="190170"/>
                  <a:pt x="1733662" y="190170"/>
                </a:cubicBezTo>
                <a:cubicBezTo>
                  <a:pt x="1703702" y="190170"/>
                  <a:pt x="1688721" y="172255"/>
                  <a:pt x="1688721" y="136424"/>
                </a:cubicBezTo>
                <a:lnTo>
                  <a:pt x="1688721" y="60722"/>
                </a:lnTo>
                <a:lnTo>
                  <a:pt x="1710906" y="60722"/>
                </a:lnTo>
                <a:lnTo>
                  <a:pt x="1710906" y="133108"/>
                </a:lnTo>
                <a:cubicBezTo>
                  <a:pt x="1710906" y="158799"/>
                  <a:pt x="1720740" y="171645"/>
                  <a:pt x="1740409" y="171645"/>
                </a:cubicBezTo>
                <a:cubicBezTo>
                  <a:pt x="1750167" y="171645"/>
                  <a:pt x="1758058" y="168043"/>
                  <a:pt x="1764080" y="160838"/>
                </a:cubicBezTo>
                <a:cubicBezTo>
                  <a:pt x="1770103" y="153634"/>
                  <a:pt x="1773114" y="144543"/>
                  <a:pt x="1773114" y="133565"/>
                </a:cubicBezTo>
                <a:lnTo>
                  <a:pt x="1773114" y="60722"/>
                </a:lnTo>
                <a:lnTo>
                  <a:pt x="1795642" y="60722"/>
                </a:lnTo>
                <a:lnTo>
                  <a:pt x="1795642" y="187197"/>
                </a:lnTo>
                <a:close/>
                <a:moveTo>
                  <a:pt x="1923079" y="181479"/>
                </a:moveTo>
                <a:cubicBezTo>
                  <a:pt x="1913397" y="187273"/>
                  <a:pt x="1901733" y="190170"/>
                  <a:pt x="1888087" y="190170"/>
                </a:cubicBezTo>
                <a:cubicBezTo>
                  <a:pt x="1869790" y="190170"/>
                  <a:pt x="1855077" y="184300"/>
                  <a:pt x="1843946" y="172560"/>
                </a:cubicBezTo>
                <a:cubicBezTo>
                  <a:pt x="1832816" y="160819"/>
                  <a:pt x="1827251" y="145610"/>
                  <a:pt x="1827251" y="126932"/>
                </a:cubicBezTo>
                <a:cubicBezTo>
                  <a:pt x="1827251" y="106196"/>
                  <a:pt x="1833254" y="89482"/>
                  <a:pt x="1845261" y="76788"/>
                </a:cubicBezTo>
                <a:cubicBezTo>
                  <a:pt x="1857268" y="64095"/>
                  <a:pt x="1873335" y="57749"/>
                  <a:pt x="1893461" y="57749"/>
                </a:cubicBezTo>
                <a:cubicBezTo>
                  <a:pt x="1905049" y="57749"/>
                  <a:pt x="1914960" y="59807"/>
                  <a:pt x="1923193" y="63924"/>
                </a:cubicBezTo>
                <a:lnTo>
                  <a:pt x="1923193" y="86108"/>
                </a:lnTo>
                <a:cubicBezTo>
                  <a:pt x="1914274" y="79552"/>
                  <a:pt x="1904363" y="76274"/>
                  <a:pt x="1893461" y="76274"/>
                </a:cubicBezTo>
                <a:cubicBezTo>
                  <a:pt x="1880654" y="76274"/>
                  <a:pt x="1870228" y="80715"/>
                  <a:pt x="1862186" y="89596"/>
                </a:cubicBezTo>
                <a:cubicBezTo>
                  <a:pt x="1854143" y="98477"/>
                  <a:pt x="1850121" y="110313"/>
                  <a:pt x="1850121" y="125103"/>
                </a:cubicBezTo>
                <a:cubicBezTo>
                  <a:pt x="1850121" y="139664"/>
                  <a:pt x="1853914" y="151061"/>
                  <a:pt x="1861499" y="159295"/>
                </a:cubicBezTo>
                <a:cubicBezTo>
                  <a:pt x="1869085" y="167528"/>
                  <a:pt x="1879320" y="171645"/>
                  <a:pt x="1892203" y="171645"/>
                </a:cubicBezTo>
                <a:cubicBezTo>
                  <a:pt x="1903105" y="171645"/>
                  <a:pt x="1913397" y="168062"/>
                  <a:pt x="1923079" y="160895"/>
                </a:cubicBezTo>
                <a:lnTo>
                  <a:pt x="1923079" y="181479"/>
                </a:lnTo>
                <a:close/>
                <a:moveTo>
                  <a:pt x="2013509" y="185939"/>
                </a:moveTo>
                <a:cubicBezTo>
                  <a:pt x="2008630" y="188607"/>
                  <a:pt x="2002035" y="189941"/>
                  <a:pt x="1993726" y="189941"/>
                </a:cubicBezTo>
                <a:cubicBezTo>
                  <a:pt x="1971084" y="189941"/>
                  <a:pt x="1959763" y="177400"/>
                  <a:pt x="1959763" y="152319"/>
                </a:cubicBezTo>
                <a:lnTo>
                  <a:pt x="1959763" y="79247"/>
                </a:lnTo>
                <a:lnTo>
                  <a:pt x="1938035" y="79247"/>
                </a:lnTo>
                <a:lnTo>
                  <a:pt x="1938035" y="60722"/>
                </a:lnTo>
                <a:lnTo>
                  <a:pt x="1959763" y="60722"/>
                </a:lnTo>
                <a:lnTo>
                  <a:pt x="1959763" y="30304"/>
                </a:lnTo>
                <a:lnTo>
                  <a:pt x="1982062" y="23214"/>
                </a:lnTo>
                <a:lnTo>
                  <a:pt x="1982062" y="60722"/>
                </a:lnTo>
                <a:lnTo>
                  <a:pt x="2013509" y="60722"/>
                </a:lnTo>
                <a:lnTo>
                  <a:pt x="2013509" y="79247"/>
                </a:lnTo>
                <a:lnTo>
                  <a:pt x="1982062" y="79247"/>
                </a:lnTo>
                <a:lnTo>
                  <a:pt x="1982062" y="148317"/>
                </a:lnTo>
                <a:cubicBezTo>
                  <a:pt x="1982062" y="156626"/>
                  <a:pt x="1983472" y="162573"/>
                  <a:pt x="1986293" y="166156"/>
                </a:cubicBezTo>
                <a:cubicBezTo>
                  <a:pt x="1989113" y="169739"/>
                  <a:pt x="1993802" y="171530"/>
                  <a:pt x="2000358" y="171530"/>
                </a:cubicBezTo>
                <a:cubicBezTo>
                  <a:pt x="2005390" y="171530"/>
                  <a:pt x="2009773" y="170120"/>
                  <a:pt x="2013509" y="167299"/>
                </a:cubicBezTo>
                <a:lnTo>
                  <a:pt x="2013509" y="185939"/>
                </a:lnTo>
                <a:close/>
                <a:moveTo>
                  <a:pt x="2037843" y="16124"/>
                </a:moveTo>
                <a:cubicBezTo>
                  <a:pt x="2037843" y="12160"/>
                  <a:pt x="2039196" y="8824"/>
                  <a:pt x="2041903" y="6118"/>
                </a:cubicBezTo>
                <a:cubicBezTo>
                  <a:pt x="2044609" y="3412"/>
                  <a:pt x="2047944" y="2058"/>
                  <a:pt x="2051908" y="2058"/>
                </a:cubicBezTo>
                <a:cubicBezTo>
                  <a:pt x="2055949" y="2058"/>
                  <a:pt x="2059360" y="3392"/>
                  <a:pt x="2062143" y="6061"/>
                </a:cubicBezTo>
                <a:cubicBezTo>
                  <a:pt x="2064926" y="8729"/>
                  <a:pt x="2066317" y="12083"/>
                  <a:pt x="2066317" y="16124"/>
                </a:cubicBezTo>
                <a:cubicBezTo>
                  <a:pt x="2066317" y="20088"/>
                  <a:pt x="2064926" y="23385"/>
                  <a:pt x="2062143" y="26015"/>
                </a:cubicBezTo>
                <a:cubicBezTo>
                  <a:pt x="2059360" y="28646"/>
                  <a:pt x="2055949" y="29961"/>
                  <a:pt x="2051908" y="29961"/>
                </a:cubicBezTo>
                <a:cubicBezTo>
                  <a:pt x="2047868" y="29961"/>
                  <a:pt x="2044514" y="28646"/>
                  <a:pt x="2041845" y="26015"/>
                </a:cubicBezTo>
                <a:cubicBezTo>
                  <a:pt x="2039177" y="23385"/>
                  <a:pt x="2037843" y="20088"/>
                  <a:pt x="2037843" y="16124"/>
                </a:cubicBezTo>
                <a:moveTo>
                  <a:pt x="2040473" y="187197"/>
                </a:moveTo>
                <a:lnTo>
                  <a:pt x="2040473" y="60722"/>
                </a:lnTo>
                <a:lnTo>
                  <a:pt x="2062886" y="60722"/>
                </a:lnTo>
                <a:lnTo>
                  <a:pt x="2062886" y="187197"/>
                </a:lnTo>
                <a:lnTo>
                  <a:pt x="2040473" y="187197"/>
                </a:lnTo>
                <a:close/>
                <a:moveTo>
                  <a:pt x="2094398" y="125332"/>
                </a:moveTo>
                <a:cubicBezTo>
                  <a:pt x="2094398" y="104443"/>
                  <a:pt x="2100230" y="87957"/>
                  <a:pt x="2111894" y="75874"/>
                </a:cubicBezTo>
                <a:cubicBezTo>
                  <a:pt x="2123558" y="63790"/>
                  <a:pt x="2139377" y="57749"/>
                  <a:pt x="2159350" y="57749"/>
                </a:cubicBezTo>
                <a:cubicBezTo>
                  <a:pt x="2178333" y="57749"/>
                  <a:pt x="2193218" y="63562"/>
                  <a:pt x="2204006" y="75187"/>
                </a:cubicBezTo>
                <a:cubicBezTo>
                  <a:pt x="2214793" y="86813"/>
                  <a:pt x="2220187" y="102880"/>
                  <a:pt x="2220187" y="123387"/>
                </a:cubicBezTo>
                <a:cubicBezTo>
                  <a:pt x="2220187" y="143361"/>
                  <a:pt x="2214431" y="159485"/>
                  <a:pt x="2202919" y="171759"/>
                </a:cubicBezTo>
                <a:cubicBezTo>
                  <a:pt x="2191408" y="184033"/>
                  <a:pt x="2175970" y="190170"/>
                  <a:pt x="2156606" y="190170"/>
                </a:cubicBezTo>
                <a:cubicBezTo>
                  <a:pt x="2137700" y="190170"/>
                  <a:pt x="2122605" y="184224"/>
                  <a:pt x="2111322" y="172331"/>
                </a:cubicBezTo>
                <a:cubicBezTo>
                  <a:pt x="2100039" y="160438"/>
                  <a:pt x="2094398" y="144772"/>
                  <a:pt x="2094398" y="125332"/>
                </a:cubicBezTo>
                <a:moveTo>
                  <a:pt x="2117268" y="124645"/>
                </a:moveTo>
                <a:cubicBezTo>
                  <a:pt x="2117268" y="139206"/>
                  <a:pt x="2120947" y="150680"/>
                  <a:pt x="2128304" y="159066"/>
                </a:cubicBezTo>
                <a:cubicBezTo>
                  <a:pt x="2135660" y="167452"/>
                  <a:pt x="2145552" y="171645"/>
                  <a:pt x="2157978" y="171645"/>
                </a:cubicBezTo>
                <a:cubicBezTo>
                  <a:pt x="2170786" y="171645"/>
                  <a:pt x="2180544" y="167547"/>
                  <a:pt x="2187253" y="159352"/>
                </a:cubicBezTo>
                <a:cubicBezTo>
                  <a:pt x="2193962" y="151156"/>
                  <a:pt x="2197316" y="139397"/>
                  <a:pt x="2197316" y="124074"/>
                </a:cubicBezTo>
                <a:cubicBezTo>
                  <a:pt x="2197316" y="108674"/>
                  <a:pt x="2193962" y="96857"/>
                  <a:pt x="2187253" y="88624"/>
                </a:cubicBezTo>
                <a:cubicBezTo>
                  <a:pt x="2180544" y="80391"/>
                  <a:pt x="2170786" y="76274"/>
                  <a:pt x="2157978" y="76274"/>
                </a:cubicBezTo>
                <a:cubicBezTo>
                  <a:pt x="2145399" y="76274"/>
                  <a:pt x="2135470" y="80581"/>
                  <a:pt x="2128189" y="89196"/>
                </a:cubicBezTo>
                <a:cubicBezTo>
                  <a:pt x="2120909" y="97810"/>
                  <a:pt x="2117268" y="109627"/>
                  <a:pt x="2117268" y="124645"/>
                </a:cubicBezTo>
                <a:close/>
                <a:moveTo>
                  <a:pt x="2358003" y="187197"/>
                </a:moveTo>
                <a:lnTo>
                  <a:pt x="2335704" y="187197"/>
                </a:lnTo>
                <a:lnTo>
                  <a:pt x="2335704" y="115268"/>
                </a:lnTo>
                <a:cubicBezTo>
                  <a:pt x="2335704" y="89272"/>
                  <a:pt x="2326213" y="76274"/>
                  <a:pt x="2307230" y="76274"/>
                </a:cubicBezTo>
                <a:cubicBezTo>
                  <a:pt x="2297396" y="76274"/>
                  <a:pt x="2289315" y="79933"/>
                  <a:pt x="2282987" y="87252"/>
                </a:cubicBezTo>
                <a:cubicBezTo>
                  <a:pt x="2276660" y="94570"/>
                  <a:pt x="2273496" y="103833"/>
                  <a:pt x="2273496" y="115040"/>
                </a:cubicBezTo>
                <a:lnTo>
                  <a:pt x="2273496" y="187197"/>
                </a:lnTo>
                <a:lnTo>
                  <a:pt x="2251083" y="187197"/>
                </a:lnTo>
                <a:lnTo>
                  <a:pt x="2251083" y="60722"/>
                </a:lnTo>
                <a:lnTo>
                  <a:pt x="2273496" y="60722"/>
                </a:lnTo>
                <a:lnTo>
                  <a:pt x="2273496" y="81648"/>
                </a:lnTo>
                <a:lnTo>
                  <a:pt x="2273953" y="81648"/>
                </a:lnTo>
                <a:cubicBezTo>
                  <a:pt x="2283483" y="65715"/>
                  <a:pt x="2297320" y="57749"/>
                  <a:pt x="2315464" y="57749"/>
                </a:cubicBezTo>
                <a:cubicBezTo>
                  <a:pt x="2329339" y="57749"/>
                  <a:pt x="2339897" y="62189"/>
                  <a:pt x="2347140" y="71071"/>
                </a:cubicBezTo>
                <a:cubicBezTo>
                  <a:pt x="2354382" y="79952"/>
                  <a:pt x="2358003" y="92893"/>
                  <a:pt x="2358003" y="109894"/>
                </a:cubicBezTo>
                <a:lnTo>
                  <a:pt x="2358003" y="187197"/>
                </a:lnTo>
                <a:close/>
                <a:moveTo>
                  <a:pt x="2559348" y="30418"/>
                </a:moveTo>
                <a:lnTo>
                  <a:pt x="2490965" y="30418"/>
                </a:lnTo>
                <a:lnTo>
                  <a:pt x="2490965" y="89653"/>
                </a:lnTo>
                <a:lnTo>
                  <a:pt x="2554316" y="89653"/>
                </a:lnTo>
                <a:lnTo>
                  <a:pt x="2554316" y="109779"/>
                </a:lnTo>
                <a:lnTo>
                  <a:pt x="2490965" y="109779"/>
                </a:lnTo>
                <a:lnTo>
                  <a:pt x="2490965" y="187197"/>
                </a:lnTo>
                <a:lnTo>
                  <a:pt x="2468094" y="187197"/>
                </a:lnTo>
                <a:lnTo>
                  <a:pt x="2468094" y="10063"/>
                </a:lnTo>
                <a:lnTo>
                  <a:pt x="2559348" y="10063"/>
                </a:lnTo>
                <a:lnTo>
                  <a:pt x="2559348" y="30418"/>
                </a:lnTo>
                <a:close/>
                <a:moveTo>
                  <a:pt x="2657452" y="82906"/>
                </a:moveTo>
                <a:cubicBezTo>
                  <a:pt x="2653716" y="80238"/>
                  <a:pt x="2648570" y="78904"/>
                  <a:pt x="2642014" y="78904"/>
                </a:cubicBezTo>
                <a:cubicBezTo>
                  <a:pt x="2633323" y="78904"/>
                  <a:pt x="2626157" y="82964"/>
                  <a:pt x="2620516" y="91083"/>
                </a:cubicBezTo>
                <a:cubicBezTo>
                  <a:pt x="2614874" y="99202"/>
                  <a:pt x="2612053" y="109894"/>
                  <a:pt x="2612053" y="123159"/>
                </a:cubicBezTo>
                <a:lnTo>
                  <a:pt x="2612053" y="187197"/>
                </a:lnTo>
                <a:lnTo>
                  <a:pt x="2589640" y="187197"/>
                </a:lnTo>
                <a:lnTo>
                  <a:pt x="2589640" y="60722"/>
                </a:lnTo>
                <a:lnTo>
                  <a:pt x="2612053" y="60722"/>
                </a:lnTo>
                <a:lnTo>
                  <a:pt x="2612053" y="86451"/>
                </a:lnTo>
                <a:lnTo>
                  <a:pt x="2612511" y="86451"/>
                </a:lnTo>
                <a:cubicBezTo>
                  <a:pt x="2618915" y="67850"/>
                  <a:pt x="2629969" y="58549"/>
                  <a:pt x="2645673" y="58549"/>
                </a:cubicBezTo>
                <a:cubicBezTo>
                  <a:pt x="2650781" y="58549"/>
                  <a:pt x="2654707" y="59121"/>
                  <a:pt x="2657452" y="60264"/>
                </a:cubicBezTo>
                <a:lnTo>
                  <a:pt x="2657452" y="82906"/>
                </a:lnTo>
                <a:close/>
                <a:moveTo>
                  <a:pt x="2682357" y="69527"/>
                </a:moveTo>
                <a:cubicBezTo>
                  <a:pt x="2694936" y="61675"/>
                  <a:pt x="2709459" y="57749"/>
                  <a:pt x="2725926" y="57749"/>
                </a:cubicBezTo>
                <a:cubicBezTo>
                  <a:pt x="2756420" y="57749"/>
                  <a:pt x="2771667" y="73758"/>
                  <a:pt x="2771667" y="105777"/>
                </a:cubicBezTo>
                <a:lnTo>
                  <a:pt x="2771667" y="187197"/>
                </a:lnTo>
                <a:lnTo>
                  <a:pt x="2749483" y="187197"/>
                </a:lnTo>
                <a:lnTo>
                  <a:pt x="2749483" y="167642"/>
                </a:lnTo>
                <a:lnTo>
                  <a:pt x="2748911" y="167642"/>
                </a:lnTo>
                <a:cubicBezTo>
                  <a:pt x="2740144" y="182661"/>
                  <a:pt x="2727222" y="190170"/>
                  <a:pt x="2710145" y="190170"/>
                </a:cubicBezTo>
                <a:cubicBezTo>
                  <a:pt x="2697871" y="190170"/>
                  <a:pt x="2688113" y="186854"/>
                  <a:pt x="2680870" y="180221"/>
                </a:cubicBezTo>
                <a:cubicBezTo>
                  <a:pt x="2673628" y="173589"/>
                  <a:pt x="2670007" y="164631"/>
                  <a:pt x="2670007" y="153348"/>
                </a:cubicBezTo>
                <a:cubicBezTo>
                  <a:pt x="2670007" y="129715"/>
                  <a:pt x="2683996" y="115955"/>
                  <a:pt x="2711975" y="112066"/>
                </a:cubicBezTo>
                <a:lnTo>
                  <a:pt x="2749483" y="106806"/>
                </a:lnTo>
                <a:cubicBezTo>
                  <a:pt x="2749483" y="86146"/>
                  <a:pt x="2740944" y="75816"/>
                  <a:pt x="2723867" y="75816"/>
                </a:cubicBezTo>
                <a:cubicBezTo>
                  <a:pt x="2708697" y="75816"/>
                  <a:pt x="2694860" y="80924"/>
                  <a:pt x="2682357" y="91140"/>
                </a:cubicBezTo>
                <a:lnTo>
                  <a:pt x="2682357" y="69527"/>
                </a:lnTo>
                <a:moveTo>
                  <a:pt x="2719865" y="127733"/>
                </a:moveTo>
                <a:cubicBezTo>
                  <a:pt x="2709497" y="129105"/>
                  <a:pt x="2702350" y="131697"/>
                  <a:pt x="2698424" y="135509"/>
                </a:cubicBezTo>
                <a:cubicBezTo>
                  <a:pt x="2694498" y="139321"/>
                  <a:pt x="2692535" y="144657"/>
                  <a:pt x="2692535" y="151518"/>
                </a:cubicBezTo>
                <a:cubicBezTo>
                  <a:pt x="2692535" y="157541"/>
                  <a:pt x="2694669" y="162458"/>
                  <a:pt x="2698938" y="166270"/>
                </a:cubicBezTo>
                <a:cubicBezTo>
                  <a:pt x="2703208" y="170082"/>
                  <a:pt x="2708849" y="171988"/>
                  <a:pt x="2715863" y="171988"/>
                </a:cubicBezTo>
                <a:cubicBezTo>
                  <a:pt x="2725621" y="171988"/>
                  <a:pt x="2733664" y="168557"/>
                  <a:pt x="2739991" y="161696"/>
                </a:cubicBezTo>
                <a:cubicBezTo>
                  <a:pt x="2746319" y="154835"/>
                  <a:pt x="2749483" y="146220"/>
                  <a:pt x="2749483" y="135852"/>
                </a:cubicBezTo>
                <a:lnTo>
                  <a:pt x="2749483" y="123731"/>
                </a:lnTo>
                <a:lnTo>
                  <a:pt x="2719865" y="127733"/>
                </a:lnTo>
                <a:close/>
                <a:moveTo>
                  <a:pt x="2991460" y="187197"/>
                </a:moveTo>
                <a:lnTo>
                  <a:pt x="2969047" y="187197"/>
                </a:lnTo>
                <a:lnTo>
                  <a:pt x="2969047" y="114582"/>
                </a:lnTo>
                <a:cubicBezTo>
                  <a:pt x="2969047" y="100860"/>
                  <a:pt x="2966913" y="91044"/>
                  <a:pt x="2962643" y="85136"/>
                </a:cubicBezTo>
                <a:cubicBezTo>
                  <a:pt x="2958374" y="79228"/>
                  <a:pt x="2951360" y="76274"/>
                  <a:pt x="2941602" y="76274"/>
                </a:cubicBezTo>
                <a:cubicBezTo>
                  <a:pt x="2933369" y="76274"/>
                  <a:pt x="2926317" y="80124"/>
                  <a:pt x="2920447" y="87824"/>
                </a:cubicBezTo>
                <a:cubicBezTo>
                  <a:pt x="2914577" y="95523"/>
                  <a:pt x="2911642" y="104634"/>
                  <a:pt x="2911642" y="115154"/>
                </a:cubicBezTo>
                <a:lnTo>
                  <a:pt x="2911642" y="187197"/>
                </a:lnTo>
                <a:lnTo>
                  <a:pt x="2889228" y="187197"/>
                </a:lnTo>
                <a:lnTo>
                  <a:pt x="2889228" y="112295"/>
                </a:lnTo>
                <a:cubicBezTo>
                  <a:pt x="2889228" y="88281"/>
                  <a:pt x="2879966" y="76274"/>
                  <a:pt x="2861440" y="76274"/>
                </a:cubicBezTo>
                <a:cubicBezTo>
                  <a:pt x="2852902" y="76274"/>
                  <a:pt x="2845831" y="79933"/>
                  <a:pt x="2840228" y="87252"/>
                </a:cubicBezTo>
                <a:cubicBezTo>
                  <a:pt x="2834625" y="94570"/>
                  <a:pt x="2831823" y="103909"/>
                  <a:pt x="2831823" y="115268"/>
                </a:cubicBezTo>
                <a:lnTo>
                  <a:pt x="2831823" y="187197"/>
                </a:lnTo>
                <a:lnTo>
                  <a:pt x="2809410" y="187197"/>
                </a:lnTo>
                <a:lnTo>
                  <a:pt x="2809410" y="60722"/>
                </a:lnTo>
                <a:lnTo>
                  <a:pt x="2831823" y="60722"/>
                </a:lnTo>
                <a:lnTo>
                  <a:pt x="2831823" y="80734"/>
                </a:lnTo>
                <a:lnTo>
                  <a:pt x="2832280" y="80734"/>
                </a:lnTo>
                <a:cubicBezTo>
                  <a:pt x="2841276" y="65410"/>
                  <a:pt x="2854427" y="57749"/>
                  <a:pt x="2871732" y="57749"/>
                </a:cubicBezTo>
                <a:cubicBezTo>
                  <a:pt x="2880194" y="57749"/>
                  <a:pt x="2887665" y="60074"/>
                  <a:pt x="2894146" y="64724"/>
                </a:cubicBezTo>
                <a:cubicBezTo>
                  <a:pt x="2900626" y="69374"/>
                  <a:pt x="2905123" y="75664"/>
                  <a:pt x="2907639" y="83592"/>
                </a:cubicBezTo>
                <a:cubicBezTo>
                  <a:pt x="2917016" y="66363"/>
                  <a:pt x="2931044" y="57749"/>
                  <a:pt x="2949721" y="57749"/>
                </a:cubicBezTo>
                <a:cubicBezTo>
                  <a:pt x="2977547" y="57749"/>
                  <a:pt x="2991460" y="74902"/>
                  <a:pt x="2991460" y="109208"/>
                </a:cubicBezTo>
                <a:lnTo>
                  <a:pt x="2991460" y="187197"/>
                </a:lnTo>
                <a:close/>
                <a:moveTo>
                  <a:pt x="3131931" y="129677"/>
                </a:moveTo>
                <a:lnTo>
                  <a:pt x="3043421" y="129677"/>
                </a:lnTo>
                <a:cubicBezTo>
                  <a:pt x="3043802" y="143171"/>
                  <a:pt x="3047500" y="153596"/>
                  <a:pt x="3054513" y="160953"/>
                </a:cubicBezTo>
                <a:cubicBezTo>
                  <a:pt x="3061527" y="168309"/>
                  <a:pt x="3071323" y="171988"/>
                  <a:pt x="3083902" y="171988"/>
                </a:cubicBezTo>
                <a:cubicBezTo>
                  <a:pt x="3098082" y="171988"/>
                  <a:pt x="3111080" y="167452"/>
                  <a:pt x="3122897" y="158380"/>
                </a:cubicBezTo>
                <a:lnTo>
                  <a:pt x="3122897" y="178392"/>
                </a:lnTo>
                <a:cubicBezTo>
                  <a:pt x="3111766" y="186244"/>
                  <a:pt x="3097015" y="190170"/>
                  <a:pt x="3078642" y="190170"/>
                </a:cubicBezTo>
                <a:cubicBezTo>
                  <a:pt x="3060345" y="190170"/>
                  <a:pt x="3046070" y="184376"/>
                  <a:pt x="3035817" y="172788"/>
                </a:cubicBezTo>
                <a:cubicBezTo>
                  <a:pt x="3025563" y="161200"/>
                  <a:pt x="3020436" y="145115"/>
                  <a:pt x="3020436" y="124531"/>
                </a:cubicBezTo>
                <a:cubicBezTo>
                  <a:pt x="3020436" y="105167"/>
                  <a:pt x="3026058" y="89196"/>
                  <a:pt x="3037303" y="76617"/>
                </a:cubicBezTo>
                <a:cubicBezTo>
                  <a:pt x="3048548" y="64038"/>
                  <a:pt x="3062518" y="57749"/>
                  <a:pt x="3079214" y="57749"/>
                </a:cubicBezTo>
                <a:cubicBezTo>
                  <a:pt x="3095757" y="57749"/>
                  <a:pt x="3108679" y="63066"/>
                  <a:pt x="3117980" y="73701"/>
                </a:cubicBezTo>
                <a:cubicBezTo>
                  <a:pt x="3127280" y="84336"/>
                  <a:pt x="3131931" y="99221"/>
                  <a:pt x="3131931" y="118356"/>
                </a:cubicBezTo>
                <a:lnTo>
                  <a:pt x="3131931" y="129677"/>
                </a:lnTo>
                <a:moveTo>
                  <a:pt x="3109517" y="111723"/>
                </a:moveTo>
                <a:cubicBezTo>
                  <a:pt x="3109441" y="100288"/>
                  <a:pt x="3106735" y="91445"/>
                  <a:pt x="3101398" y="85193"/>
                </a:cubicBezTo>
                <a:cubicBezTo>
                  <a:pt x="3096062" y="78942"/>
                  <a:pt x="3088553" y="75816"/>
                  <a:pt x="3078871" y="75816"/>
                </a:cubicBezTo>
                <a:cubicBezTo>
                  <a:pt x="3069951" y="75816"/>
                  <a:pt x="3062232" y="79133"/>
                  <a:pt x="3055714" y="85765"/>
                </a:cubicBezTo>
                <a:cubicBezTo>
                  <a:pt x="3049196" y="92398"/>
                  <a:pt x="3045098" y="101050"/>
                  <a:pt x="3043421" y="111723"/>
                </a:cubicBezTo>
                <a:lnTo>
                  <a:pt x="3109517" y="111723"/>
                </a:lnTo>
                <a:close/>
                <a:moveTo>
                  <a:pt x="3324476" y="60722"/>
                </a:moveTo>
                <a:lnTo>
                  <a:pt x="3286739" y="187197"/>
                </a:lnTo>
                <a:lnTo>
                  <a:pt x="3263411" y="187197"/>
                </a:lnTo>
                <a:lnTo>
                  <a:pt x="3238253" y="98458"/>
                </a:lnTo>
                <a:cubicBezTo>
                  <a:pt x="3237186" y="94647"/>
                  <a:pt x="3236500" y="90606"/>
                  <a:pt x="3236195" y="86337"/>
                </a:cubicBezTo>
                <a:lnTo>
                  <a:pt x="3235737" y="86337"/>
                </a:lnTo>
                <a:cubicBezTo>
                  <a:pt x="3235509" y="89539"/>
                  <a:pt x="3234632" y="93503"/>
                  <a:pt x="3233107" y="98230"/>
                </a:cubicBezTo>
                <a:lnTo>
                  <a:pt x="3205891" y="187197"/>
                </a:lnTo>
                <a:lnTo>
                  <a:pt x="3183249" y="187197"/>
                </a:lnTo>
                <a:lnTo>
                  <a:pt x="3145284" y="60722"/>
                </a:lnTo>
                <a:lnTo>
                  <a:pt x="3168612" y="60722"/>
                </a:lnTo>
                <a:lnTo>
                  <a:pt x="3193884" y="154492"/>
                </a:lnTo>
                <a:cubicBezTo>
                  <a:pt x="3194646" y="157312"/>
                  <a:pt x="3195218" y="161162"/>
                  <a:pt x="3195599" y="166041"/>
                </a:cubicBezTo>
                <a:lnTo>
                  <a:pt x="3196514" y="166041"/>
                </a:lnTo>
                <a:cubicBezTo>
                  <a:pt x="3196819" y="161848"/>
                  <a:pt x="3197543" y="157884"/>
                  <a:pt x="3198687" y="154149"/>
                </a:cubicBezTo>
                <a:lnTo>
                  <a:pt x="3225903" y="60722"/>
                </a:lnTo>
                <a:lnTo>
                  <a:pt x="3246601" y="60722"/>
                </a:lnTo>
                <a:lnTo>
                  <a:pt x="3273131" y="154606"/>
                </a:lnTo>
                <a:cubicBezTo>
                  <a:pt x="3273893" y="157351"/>
                  <a:pt x="3274503" y="161239"/>
                  <a:pt x="3274961" y="166270"/>
                </a:cubicBezTo>
                <a:lnTo>
                  <a:pt x="3275990" y="166270"/>
                </a:lnTo>
                <a:cubicBezTo>
                  <a:pt x="3276142" y="162916"/>
                  <a:pt x="3276829" y="159028"/>
                  <a:pt x="3278048" y="154606"/>
                </a:cubicBezTo>
                <a:lnTo>
                  <a:pt x="3302749" y="60722"/>
                </a:lnTo>
                <a:lnTo>
                  <a:pt x="3324476" y="60722"/>
                </a:lnTo>
                <a:close/>
                <a:moveTo>
                  <a:pt x="3338100" y="125332"/>
                </a:moveTo>
                <a:cubicBezTo>
                  <a:pt x="3338100" y="104443"/>
                  <a:pt x="3343932" y="87957"/>
                  <a:pt x="3355596" y="75874"/>
                </a:cubicBezTo>
                <a:cubicBezTo>
                  <a:pt x="3367260" y="63790"/>
                  <a:pt x="3383079" y="57749"/>
                  <a:pt x="3403053" y="57749"/>
                </a:cubicBezTo>
                <a:cubicBezTo>
                  <a:pt x="3422035" y="57749"/>
                  <a:pt x="3436920" y="63562"/>
                  <a:pt x="3447708" y="75187"/>
                </a:cubicBezTo>
                <a:cubicBezTo>
                  <a:pt x="3458495" y="86813"/>
                  <a:pt x="3463889" y="102880"/>
                  <a:pt x="3463889" y="123387"/>
                </a:cubicBezTo>
                <a:cubicBezTo>
                  <a:pt x="3463889" y="143361"/>
                  <a:pt x="3458133" y="159485"/>
                  <a:pt x="3446621" y="171759"/>
                </a:cubicBezTo>
                <a:cubicBezTo>
                  <a:pt x="3435110" y="184033"/>
                  <a:pt x="3419672" y="190170"/>
                  <a:pt x="3400308" y="190170"/>
                </a:cubicBezTo>
                <a:cubicBezTo>
                  <a:pt x="3381402" y="190170"/>
                  <a:pt x="3366307" y="184224"/>
                  <a:pt x="3355024" y="172331"/>
                </a:cubicBezTo>
                <a:cubicBezTo>
                  <a:pt x="3343741" y="160438"/>
                  <a:pt x="3338100" y="144772"/>
                  <a:pt x="3338100" y="125332"/>
                </a:cubicBezTo>
                <a:moveTo>
                  <a:pt x="3360970" y="124645"/>
                </a:moveTo>
                <a:cubicBezTo>
                  <a:pt x="3360970" y="139206"/>
                  <a:pt x="3364649" y="150680"/>
                  <a:pt x="3372006" y="159066"/>
                </a:cubicBezTo>
                <a:cubicBezTo>
                  <a:pt x="3379362" y="167452"/>
                  <a:pt x="3389254" y="171645"/>
                  <a:pt x="3401680" y="171645"/>
                </a:cubicBezTo>
                <a:cubicBezTo>
                  <a:pt x="3414488" y="171645"/>
                  <a:pt x="3424246" y="167547"/>
                  <a:pt x="3430955" y="159352"/>
                </a:cubicBezTo>
                <a:cubicBezTo>
                  <a:pt x="3437664" y="151156"/>
                  <a:pt x="3441018" y="139397"/>
                  <a:pt x="3441018" y="124074"/>
                </a:cubicBezTo>
                <a:cubicBezTo>
                  <a:pt x="3441018" y="108674"/>
                  <a:pt x="3437664" y="96857"/>
                  <a:pt x="3430955" y="88624"/>
                </a:cubicBezTo>
                <a:cubicBezTo>
                  <a:pt x="3424246" y="80391"/>
                  <a:pt x="3414488" y="76274"/>
                  <a:pt x="3401680" y="76274"/>
                </a:cubicBezTo>
                <a:cubicBezTo>
                  <a:pt x="3389101" y="76274"/>
                  <a:pt x="3379172" y="80581"/>
                  <a:pt x="3371891" y="89196"/>
                </a:cubicBezTo>
                <a:cubicBezTo>
                  <a:pt x="3364611" y="97810"/>
                  <a:pt x="3360970" y="109627"/>
                  <a:pt x="3360970" y="124645"/>
                </a:cubicBezTo>
                <a:close/>
                <a:moveTo>
                  <a:pt x="3562667" y="82906"/>
                </a:moveTo>
                <a:cubicBezTo>
                  <a:pt x="3558931" y="80238"/>
                  <a:pt x="3553785" y="78904"/>
                  <a:pt x="3547229" y="78904"/>
                </a:cubicBezTo>
                <a:cubicBezTo>
                  <a:pt x="3538538" y="78904"/>
                  <a:pt x="3531372" y="82964"/>
                  <a:pt x="3525730" y="91083"/>
                </a:cubicBezTo>
                <a:cubicBezTo>
                  <a:pt x="3520089" y="99202"/>
                  <a:pt x="3517268" y="109894"/>
                  <a:pt x="3517268" y="123159"/>
                </a:cubicBezTo>
                <a:lnTo>
                  <a:pt x="3517268" y="187197"/>
                </a:lnTo>
                <a:lnTo>
                  <a:pt x="3494855" y="187197"/>
                </a:lnTo>
                <a:lnTo>
                  <a:pt x="3494855" y="60722"/>
                </a:lnTo>
                <a:lnTo>
                  <a:pt x="3517268" y="60722"/>
                </a:lnTo>
                <a:lnTo>
                  <a:pt x="3517268" y="86451"/>
                </a:lnTo>
                <a:lnTo>
                  <a:pt x="3517726" y="86451"/>
                </a:lnTo>
                <a:cubicBezTo>
                  <a:pt x="3524129" y="67850"/>
                  <a:pt x="3535184" y="58549"/>
                  <a:pt x="3550888" y="58549"/>
                </a:cubicBezTo>
                <a:cubicBezTo>
                  <a:pt x="3555996" y="58549"/>
                  <a:pt x="3559922" y="59121"/>
                  <a:pt x="3562667" y="60264"/>
                </a:cubicBezTo>
                <a:lnTo>
                  <a:pt x="3562667" y="82906"/>
                </a:lnTo>
                <a:close/>
                <a:moveTo>
                  <a:pt x="3692091" y="187197"/>
                </a:moveTo>
                <a:lnTo>
                  <a:pt x="3661559" y="187197"/>
                </a:lnTo>
                <a:lnTo>
                  <a:pt x="3607469" y="126246"/>
                </a:lnTo>
                <a:lnTo>
                  <a:pt x="3607012" y="126246"/>
                </a:lnTo>
                <a:lnTo>
                  <a:pt x="3607012" y="187197"/>
                </a:lnTo>
                <a:lnTo>
                  <a:pt x="3584599" y="187197"/>
                </a:lnTo>
                <a:lnTo>
                  <a:pt x="3584599" y="0"/>
                </a:lnTo>
                <a:lnTo>
                  <a:pt x="3607012" y="0"/>
                </a:lnTo>
                <a:lnTo>
                  <a:pt x="3607012" y="118699"/>
                </a:lnTo>
                <a:lnTo>
                  <a:pt x="3607469" y="118699"/>
                </a:lnTo>
                <a:lnTo>
                  <a:pt x="3658814" y="60722"/>
                </a:lnTo>
                <a:lnTo>
                  <a:pt x="3687631" y="60722"/>
                </a:lnTo>
                <a:lnTo>
                  <a:pt x="3630455" y="121558"/>
                </a:lnTo>
                <a:lnTo>
                  <a:pt x="3692091" y="187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b98bee24c4855"/>
          <a:stretch xmlns:a="http://schemas.openxmlformats.org/drawingml/2006/main"/>
        </p:blipFill>
        <p:spPr>
          <a:xfrm xmlns:a="http://schemas.openxmlformats.org/drawingml/2006/main">
            <a:off x="4562279" y="3626271"/>
            <a:ext cx="3994199" cy="390197"/>
          </a:xfrm>
          <a:prstGeom xmlns:a="http://schemas.openxmlformats.org/drawingml/2006/main" prst="rect">
            <a:avLst/>
          </a:prstGeom>
        </p:spPr>
      </p:pic>
      <p:sp>
        <p:nvSpPr>
          <p:cNvPr id="150" name="Text (c)InferencePipelineofCodeFast">
            <a:extLst xmlns:a="http://schemas.openxmlformats.org/drawingml/2006/main">
              <a:ext uri="{FF2B5EF4-FFF2-40B4-BE49-F238E27FC236}">
                <a16:creationId xmlns:a16="http://schemas.microsoft.com/office/drawing/2014/main" id="{2646EC6D-02ED-4C71-9275-88E8ED64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530" y="3707739"/>
            <a:ext cx="3716211" cy="248147"/>
          </a:xfrm>
          <a:custGeom xmlns:a="http://schemas.openxmlformats.org/drawingml/2006/main">
            <a:pathLst>
              <a:path w="3716211" h="248147">
                <a:moveTo>
                  <a:pt x="38537" y="230194"/>
                </a:moveTo>
                <a:cubicBezTo>
                  <a:pt x="12846" y="200919"/>
                  <a:pt x="0" y="164974"/>
                  <a:pt x="0" y="122358"/>
                </a:cubicBezTo>
                <a:cubicBezTo>
                  <a:pt x="0" y="79743"/>
                  <a:pt x="12846" y="43226"/>
                  <a:pt x="38537" y="12808"/>
                </a:cubicBezTo>
                <a:lnTo>
                  <a:pt x="58320" y="12808"/>
                </a:lnTo>
                <a:cubicBezTo>
                  <a:pt x="32553" y="44445"/>
                  <a:pt x="19669" y="80886"/>
                  <a:pt x="19669" y="122130"/>
                </a:cubicBezTo>
                <a:cubicBezTo>
                  <a:pt x="19669" y="163297"/>
                  <a:pt x="32476" y="199318"/>
                  <a:pt x="58092" y="230194"/>
                </a:cubicBezTo>
                <a:lnTo>
                  <a:pt x="38537" y="230194"/>
                </a:lnTo>
                <a:close/>
                <a:moveTo>
                  <a:pt x="168548" y="184224"/>
                </a:moveTo>
                <a:cubicBezTo>
                  <a:pt x="158866" y="190018"/>
                  <a:pt x="147202" y="192914"/>
                  <a:pt x="133556" y="192914"/>
                </a:cubicBezTo>
                <a:cubicBezTo>
                  <a:pt x="115259" y="192914"/>
                  <a:pt x="100546" y="187044"/>
                  <a:pt x="89415" y="175304"/>
                </a:cubicBezTo>
                <a:cubicBezTo>
                  <a:pt x="78285" y="163564"/>
                  <a:pt x="72720" y="148355"/>
                  <a:pt x="72720" y="129677"/>
                </a:cubicBezTo>
                <a:cubicBezTo>
                  <a:pt x="72720" y="108941"/>
                  <a:pt x="78723" y="92226"/>
                  <a:pt x="90730" y="79533"/>
                </a:cubicBezTo>
                <a:cubicBezTo>
                  <a:pt x="102738" y="66840"/>
                  <a:pt x="118804" y="60493"/>
                  <a:pt x="138930" y="60493"/>
                </a:cubicBezTo>
                <a:cubicBezTo>
                  <a:pt x="150518" y="60493"/>
                  <a:pt x="160429" y="62551"/>
                  <a:pt x="168662" y="66668"/>
                </a:cubicBezTo>
                <a:lnTo>
                  <a:pt x="168662" y="88853"/>
                </a:lnTo>
                <a:cubicBezTo>
                  <a:pt x="159743" y="82296"/>
                  <a:pt x="149832" y="79018"/>
                  <a:pt x="138930" y="79018"/>
                </a:cubicBezTo>
                <a:cubicBezTo>
                  <a:pt x="126123" y="79018"/>
                  <a:pt x="115698" y="83459"/>
                  <a:pt x="107655" y="92341"/>
                </a:cubicBezTo>
                <a:cubicBezTo>
                  <a:pt x="99612" y="101222"/>
                  <a:pt x="95590" y="113058"/>
                  <a:pt x="95590" y="127847"/>
                </a:cubicBezTo>
                <a:cubicBezTo>
                  <a:pt x="95590" y="142408"/>
                  <a:pt x="99383" y="153806"/>
                  <a:pt x="106969" y="162039"/>
                </a:cubicBezTo>
                <a:cubicBezTo>
                  <a:pt x="114554" y="170272"/>
                  <a:pt x="124789" y="174389"/>
                  <a:pt x="137673" y="174389"/>
                </a:cubicBezTo>
                <a:cubicBezTo>
                  <a:pt x="148574" y="174389"/>
                  <a:pt x="158866" y="170806"/>
                  <a:pt x="168548" y="163640"/>
                </a:cubicBezTo>
                <a:lnTo>
                  <a:pt x="168548" y="184224"/>
                </a:lnTo>
                <a:close/>
                <a:moveTo>
                  <a:pt x="181104" y="230194"/>
                </a:moveTo>
                <a:cubicBezTo>
                  <a:pt x="206796" y="199395"/>
                  <a:pt x="219641" y="163373"/>
                  <a:pt x="219641" y="122130"/>
                </a:cubicBezTo>
                <a:cubicBezTo>
                  <a:pt x="219641" y="80810"/>
                  <a:pt x="206719" y="44369"/>
                  <a:pt x="180875" y="12808"/>
                </a:cubicBezTo>
                <a:lnTo>
                  <a:pt x="200773" y="12808"/>
                </a:lnTo>
                <a:cubicBezTo>
                  <a:pt x="226541" y="42997"/>
                  <a:pt x="239424" y="79514"/>
                  <a:pt x="239424" y="122358"/>
                </a:cubicBezTo>
                <a:cubicBezTo>
                  <a:pt x="239424" y="165203"/>
                  <a:pt x="226541" y="201148"/>
                  <a:pt x="200773" y="230194"/>
                </a:cubicBezTo>
                <a:lnTo>
                  <a:pt x="181104" y="230194"/>
                </a:lnTo>
                <a:close/>
                <a:moveTo>
                  <a:pt x="389224" y="32133"/>
                </a:moveTo>
                <a:lnTo>
                  <a:pt x="372186" y="32133"/>
                </a:lnTo>
                <a:lnTo>
                  <a:pt x="372186" y="170616"/>
                </a:lnTo>
                <a:lnTo>
                  <a:pt x="389224" y="170616"/>
                </a:lnTo>
                <a:lnTo>
                  <a:pt x="389224" y="189941"/>
                </a:lnTo>
                <a:lnTo>
                  <a:pt x="332276" y="189941"/>
                </a:lnTo>
                <a:lnTo>
                  <a:pt x="332276" y="170616"/>
                </a:lnTo>
                <a:lnTo>
                  <a:pt x="349315" y="170616"/>
                </a:lnTo>
                <a:lnTo>
                  <a:pt x="349315" y="32133"/>
                </a:lnTo>
                <a:lnTo>
                  <a:pt x="332276" y="32133"/>
                </a:lnTo>
                <a:lnTo>
                  <a:pt x="332276" y="12808"/>
                </a:lnTo>
                <a:lnTo>
                  <a:pt x="389224" y="12808"/>
                </a:lnTo>
                <a:lnTo>
                  <a:pt x="389224" y="32133"/>
                </a:lnTo>
                <a:close/>
                <a:moveTo>
                  <a:pt x="522910" y="189941"/>
                </a:moveTo>
                <a:lnTo>
                  <a:pt x="500611" y="189941"/>
                </a:lnTo>
                <a:lnTo>
                  <a:pt x="500611" y="118013"/>
                </a:lnTo>
                <a:cubicBezTo>
                  <a:pt x="500611" y="92017"/>
                  <a:pt x="491119" y="79018"/>
                  <a:pt x="472137" y="79018"/>
                </a:cubicBezTo>
                <a:cubicBezTo>
                  <a:pt x="462302" y="79018"/>
                  <a:pt x="454221" y="82678"/>
                  <a:pt x="447894" y="89996"/>
                </a:cubicBezTo>
                <a:cubicBezTo>
                  <a:pt x="441566" y="97315"/>
                  <a:pt x="438402" y="106578"/>
                  <a:pt x="438402" y="117784"/>
                </a:cubicBezTo>
                <a:lnTo>
                  <a:pt x="438402" y="189941"/>
                </a:lnTo>
                <a:lnTo>
                  <a:pt x="415989" y="189941"/>
                </a:lnTo>
                <a:lnTo>
                  <a:pt x="415989" y="63466"/>
                </a:lnTo>
                <a:lnTo>
                  <a:pt x="438402" y="63466"/>
                </a:lnTo>
                <a:lnTo>
                  <a:pt x="438402" y="84393"/>
                </a:lnTo>
                <a:lnTo>
                  <a:pt x="438860" y="84393"/>
                </a:lnTo>
                <a:cubicBezTo>
                  <a:pt x="448389" y="68460"/>
                  <a:pt x="462226" y="60493"/>
                  <a:pt x="480370" y="60493"/>
                </a:cubicBezTo>
                <a:cubicBezTo>
                  <a:pt x="494245" y="60493"/>
                  <a:pt x="504804" y="64934"/>
                  <a:pt x="512046" y="73815"/>
                </a:cubicBezTo>
                <a:cubicBezTo>
                  <a:pt x="519289" y="82697"/>
                  <a:pt x="522910" y="95638"/>
                  <a:pt x="522910" y="112638"/>
                </a:cubicBezTo>
                <a:lnTo>
                  <a:pt x="522910" y="189941"/>
                </a:lnTo>
                <a:close/>
                <a:moveTo>
                  <a:pt x="625303" y="21842"/>
                </a:moveTo>
                <a:cubicBezTo>
                  <a:pt x="621110" y="19631"/>
                  <a:pt x="616574" y="18525"/>
                  <a:pt x="611695" y="18525"/>
                </a:cubicBezTo>
                <a:cubicBezTo>
                  <a:pt x="597668" y="18525"/>
                  <a:pt x="590654" y="27216"/>
                  <a:pt x="590654" y="44598"/>
                </a:cubicBezTo>
                <a:lnTo>
                  <a:pt x="590654" y="63466"/>
                </a:lnTo>
                <a:lnTo>
                  <a:pt x="620272" y="63466"/>
                </a:lnTo>
                <a:lnTo>
                  <a:pt x="620272" y="81992"/>
                </a:lnTo>
                <a:lnTo>
                  <a:pt x="590654" y="81992"/>
                </a:lnTo>
                <a:lnTo>
                  <a:pt x="590654" y="189941"/>
                </a:lnTo>
                <a:lnTo>
                  <a:pt x="568469" y="189941"/>
                </a:lnTo>
                <a:lnTo>
                  <a:pt x="568469" y="81992"/>
                </a:lnTo>
                <a:lnTo>
                  <a:pt x="546857" y="81992"/>
                </a:lnTo>
                <a:lnTo>
                  <a:pt x="546857" y="63466"/>
                </a:lnTo>
                <a:lnTo>
                  <a:pt x="568469" y="63466"/>
                </a:lnTo>
                <a:lnTo>
                  <a:pt x="568469" y="43569"/>
                </a:lnTo>
                <a:cubicBezTo>
                  <a:pt x="568469" y="29999"/>
                  <a:pt x="572376" y="19345"/>
                  <a:pt x="580191" y="11607"/>
                </a:cubicBezTo>
                <a:cubicBezTo>
                  <a:pt x="588005" y="3869"/>
                  <a:pt x="597935" y="0"/>
                  <a:pt x="609980" y="0"/>
                </a:cubicBezTo>
                <a:cubicBezTo>
                  <a:pt x="616384" y="0"/>
                  <a:pt x="621491" y="724"/>
                  <a:pt x="625303" y="2173"/>
                </a:cubicBezTo>
                <a:lnTo>
                  <a:pt x="625303" y="21842"/>
                </a:lnTo>
                <a:close/>
                <a:moveTo>
                  <a:pt x="744037" y="132421"/>
                </a:moveTo>
                <a:lnTo>
                  <a:pt x="655528" y="132421"/>
                </a:lnTo>
                <a:cubicBezTo>
                  <a:pt x="655909" y="145915"/>
                  <a:pt x="659606" y="156340"/>
                  <a:pt x="666620" y="163697"/>
                </a:cubicBezTo>
                <a:cubicBezTo>
                  <a:pt x="673634" y="171054"/>
                  <a:pt x="683430" y="174732"/>
                  <a:pt x="696009" y="174732"/>
                </a:cubicBezTo>
                <a:cubicBezTo>
                  <a:pt x="710189" y="174732"/>
                  <a:pt x="723187" y="170196"/>
                  <a:pt x="735003" y="161124"/>
                </a:cubicBezTo>
                <a:lnTo>
                  <a:pt x="735003" y="181136"/>
                </a:lnTo>
                <a:cubicBezTo>
                  <a:pt x="723873" y="188988"/>
                  <a:pt x="709121" y="192914"/>
                  <a:pt x="690749" y="192914"/>
                </a:cubicBezTo>
                <a:cubicBezTo>
                  <a:pt x="672452" y="192914"/>
                  <a:pt x="658177" y="187121"/>
                  <a:pt x="647923" y="175533"/>
                </a:cubicBezTo>
                <a:cubicBezTo>
                  <a:pt x="637669" y="163945"/>
                  <a:pt x="632543" y="147859"/>
                  <a:pt x="632543" y="127276"/>
                </a:cubicBezTo>
                <a:cubicBezTo>
                  <a:pt x="632543" y="107912"/>
                  <a:pt x="638165" y="91940"/>
                  <a:pt x="649410" y="79361"/>
                </a:cubicBezTo>
                <a:cubicBezTo>
                  <a:pt x="660654" y="66782"/>
                  <a:pt x="674625" y="60493"/>
                  <a:pt x="691320" y="60493"/>
                </a:cubicBezTo>
                <a:cubicBezTo>
                  <a:pt x="707863" y="60493"/>
                  <a:pt x="720785" y="65810"/>
                  <a:pt x="730086" y="76445"/>
                </a:cubicBezTo>
                <a:cubicBezTo>
                  <a:pt x="739387" y="87080"/>
                  <a:pt x="744037" y="101965"/>
                  <a:pt x="744037" y="121100"/>
                </a:cubicBezTo>
                <a:lnTo>
                  <a:pt x="744037" y="132421"/>
                </a:lnTo>
                <a:moveTo>
                  <a:pt x="721624" y="114468"/>
                </a:moveTo>
                <a:cubicBezTo>
                  <a:pt x="721548" y="103033"/>
                  <a:pt x="718841" y="94189"/>
                  <a:pt x="713505" y="87938"/>
                </a:cubicBezTo>
                <a:cubicBezTo>
                  <a:pt x="708168" y="81687"/>
                  <a:pt x="700659" y="78561"/>
                  <a:pt x="690977" y="78561"/>
                </a:cubicBezTo>
                <a:cubicBezTo>
                  <a:pt x="682058" y="78561"/>
                  <a:pt x="674339" y="81877"/>
                  <a:pt x="667821" y="88510"/>
                </a:cubicBezTo>
                <a:cubicBezTo>
                  <a:pt x="661302" y="95142"/>
                  <a:pt x="657205" y="103795"/>
                  <a:pt x="655528" y="114468"/>
                </a:cubicBezTo>
                <a:lnTo>
                  <a:pt x="721624" y="114468"/>
                </a:lnTo>
                <a:close/>
                <a:moveTo>
                  <a:pt x="842284" y="85651"/>
                </a:moveTo>
                <a:cubicBezTo>
                  <a:pt x="838549" y="82983"/>
                  <a:pt x="833403" y="81648"/>
                  <a:pt x="826847" y="81648"/>
                </a:cubicBezTo>
                <a:cubicBezTo>
                  <a:pt x="818156" y="81648"/>
                  <a:pt x="810990" y="85708"/>
                  <a:pt x="805348" y="93827"/>
                </a:cubicBezTo>
                <a:cubicBezTo>
                  <a:pt x="799707" y="101946"/>
                  <a:pt x="796886" y="112638"/>
                  <a:pt x="796886" y="125903"/>
                </a:cubicBezTo>
                <a:lnTo>
                  <a:pt x="796886" y="189941"/>
                </a:lnTo>
                <a:lnTo>
                  <a:pt x="774473" y="189941"/>
                </a:lnTo>
                <a:lnTo>
                  <a:pt x="774473" y="63466"/>
                </a:lnTo>
                <a:lnTo>
                  <a:pt x="796886" y="63466"/>
                </a:lnTo>
                <a:lnTo>
                  <a:pt x="796886" y="89196"/>
                </a:lnTo>
                <a:lnTo>
                  <a:pt x="797344" y="89196"/>
                </a:lnTo>
                <a:cubicBezTo>
                  <a:pt x="803747" y="70594"/>
                  <a:pt x="814802" y="61294"/>
                  <a:pt x="830506" y="61294"/>
                </a:cubicBezTo>
                <a:cubicBezTo>
                  <a:pt x="835614" y="61294"/>
                  <a:pt x="839540" y="61865"/>
                  <a:pt x="842284" y="63009"/>
                </a:cubicBezTo>
                <a:lnTo>
                  <a:pt x="842284" y="85651"/>
                </a:lnTo>
                <a:close/>
                <a:moveTo>
                  <a:pt x="963900" y="132421"/>
                </a:moveTo>
                <a:lnTo>
                  <a:pt x="875391" y="132421"/>
                </a:lnTo>
                <a:cubicBezTo>
                  <a:pt x="875772" y="145915"/>
                  <a:pt x="879469" y="156340"/>
                  <a:pt x="886483" y="163697"/>
                </a:cubicBezTo>
                <a:cubicBezTo>
                  <a:pt x="893497" y="171054"/>
                  <a:pt x="903293" y="174732"/>
                  <a:pt x="915872" y="174732"/>
                </a:cubicBezTo>
                <a:cubicBezTo>
                  <a:pt x="930052" y="174732"/>
                  <a:pt x="943050" y="170196"/>
                  <a:pt x="954867" y="161124"/>
                </a:cubicBezTo>
                <a:lnTo>
                  <a:pt x="954867" y="181136"/>
                </a:lnTo>
                <a:cubicBezTo>
                  <a:pt x="943736" y="188988"/>
                  <a:pt x="928985" y="192914"/>
                  <a:pt x="910612" y="192914"/>
                </a:cubicBezTo>
                <a:cubicBezTo>
                  <a:pt x="892315" y="192914"/>
                  <a:pt x="878040" y="187121"/>
                  <a:pt x="867786" y="175533"/>
                </a:cubicBezTo>
                <a:cubicBezTo>
                  <a:pt x="857533" y="163945"/>
                  <a:pt x="852406" y="147859"/>
                  <a:pt x="852406" y="127276"/>
                </a:cubicBezTo>
                <a:cubicBezTo>
                  <a:pt x="852406" y="107912"/>
                  <a:pt x="858028" y="91940"/>
                  <a:pt x="869273" y="79361"/>
                </a:cubicBezTo>
                <a:cubicBezTo>
                  <a:pt x="880518" y="66782"/>
                  <a:pt x="894488" y="60493"/>
                  <a:pt x="911183" y="60493"/>
                </a:cubicBezTo>
                <a:cubicBezTo>
                  <a:pt x="927727" y="60493"/>
                  <a:pt x="940649" y="65810"/>
                  <a:pt x="949949" y="76445"/>
                </a:cubicBezTo>
                <a:cubicBezTo>
                  <a:pt x="959250" y="87080"/>
                  <a:pt x="963900" y="101965"/>
                  <a:pt x="963900" y="121100"/>
                </a:cubicBezTo>
                <a:lnTo>
                  <a:pt x="963900" y="132421"/>
                </a:lnTo>
                <a:moveTo>
                  <a:pt x="941487" y="114468"/>
                </a:moveTo>
                <a:cubicBezTo>
                  <a:pt x="941411" y="103033"/>
                  <a:pt x="938705" y="94189"/>
                  <a:pt x="933368" y="87938"/>
                </a:cubicBezTo>
                <a:cubicBezTo>
                  <a:pt x="928032" y="81687"/>
                  <a:pt x="920522" y="78561"/>
                  <a:pt x="910840" y="78561"/>
                </a:cubicBezTo>
                <a:cubicBezTo>
                  <a:pt x="901921" y="78561"/>
                  <a:pt x="894202" y="81877"/>
                  <a:pt x="887684" y="88510"/>
                </a:cubicBezTo>
                <a:cubicBezTo>
                  <a:pt x="881166" y="95142"/>
                  <a:pt x="877068" y="103795"/>
                  <a:pt x="875391" y="114468"/>
                </a:cubicBezTo>
                <a:lnTo>
                  <a:pt x="941487" y="114468"/>
                </a:lnTo>
                <a:close/>
                <a:moveTo>
                  <a:pt x="1101257" y="189941"/>
                </a:moveTo>
                <a:lnTo>
                  <a:pt x="1078958" y="189941"/>
                </a:lnTo>
                <a:lnTo>
                  <a:pt x="1078958" y="118013"/>
                </a:lnTo>
                <a:cubicBezTo>
                  <a:pt x="1078958" y="92017"/>
                  <a:pt x="1069467" y="79018"/>
                  <a:pt x="1050484" y="79018"/>
                </a:cubicBezTo>
                <a:cubicBezTo>
                  <a:pt x="1040650" y="79018"/>
                  <a:pt x="1032569" y="82678"/>
                  <a:pt x="1026241" y="89996"/>
                </a:cubicBezTo>
                <a:cubicBezTo>
                  <a:pt x="1019913" y="97315"/>
                  <a:pt x="1016750" y="106578"/>
                  <a:pt x="1016750" y="117784"/>
                </a:cubicBezTo>
                <a:lnTo>
                  <a:pt x="1016750" y="189941"/>
                </a:lnTo>
                <a:lnTo>
                  <a:pt x="994336" y="189941"/>
                </a:lnTo>
                <a:lnTo>
                  <a:pt x="994336" y="63466"/>
                </a:lnTo>
                <a:lnTo>
                  <a:pt x="1016750" y="63466"/>
                </a:lnTo>
                <a:lnTo>
                  <a:pt x="1016750" y="84393"/>
                </a:lnTo>
                <a:lnTo>
                  <a:pt x="1017207" y="84393"/>
                </a:lnTo>
                <a:cubicBezTo>
                  <a:pt x="1026736" y="68460"/>
                  <a:pt x="1040573" y="60493"/>
                  <a:pt x="1058717" y="60493"/>
                </a:cubicBezTo>
                <a:cubicBezTo>
                  <a:pt x="1072592" y="60493"/>
                  <a:pt x="1083151" y="64934"/>
                  <a:pt x="1090393" y="73815"/>
                </a:cubicBezTo>
                <a:cubicBezTo>
                  <a:pt x="1097636" y="82697"/>
                  <a:pt x="1101257" y="95638"/>
                  <a:pt x="1101257" y="112638"/>
                </a:cubicBezTo>
                <a:lnTo>
                  <a:pt x="1101257" y="189941"/>
                </a:lnTo>
                <a:close/>
                <a:moveTo>
                  <a:pt x="1226178" y="184224"/>
                </a:moveTo>
                <a:cubicBezTo>
                  <a:pt x="1216496" y="190018"/>
                  <a:pt x="1204832" y="192914"/>
                  <a:pt x="1191186" y="192914"/>
                </a:cubicBezTo>
                <a:cubicBezTo>
                  <a:pt x="1172889" y="192914"/>
                  <a:pt x="1158176" y="187044"/>
                  <a:pt x="1147046" y="175304"/>
                </a:cubicBezTo>
                <a:cubicBezTo>
                  <a:pt x="1135915" y="163564"/>
                  <a:pt x="1130350" y="148355"/>
                  <a:pt x="1130350" y="129677"/>
                </a:cubicBezTo>
                <a:cubicBezTo>
                  <a:pt x="1130350" y="108941"/>
                  <a:pt x="1136353" y="92226"/>
                  <a:pt x="1148361" y="79533"/>
                </a:cubicBezTo>
                <a:cubicBezTo>
                  <a:pt x="1160368" y="66840"/>
                  <a:pt x="1176434" y="60493"/>
                  <a:pt x="1196561" y="60493"/>
                </a:cubicBezTo>
                <a:cubicBezTo>
                  <a:pt x="1208148" y="60493"/>
                  <a:pt x="1218059" y="62551"/>
                  <a:pt x="1226293" y="66668"/>
                </a:cubicBezTo>
                <a:lnTo>
                  <a:pt x="1226293" y="88853"/>
                </a:lnTo>
                <a:cubicBezTo>
                  <a:pt x="1217373" y="82296"/>
                  <a:pt x="1207462" y="79018"/>
                  <a:pt x="1196561" y="79018"/>
                </a:cubicBezTo>
                <a:cubicBezTo>
                  <a:pt x="1183753" y="79018"/>
                  <a:pt x="1173328" y="83459"/>
                  <a:pt x="1165285" y="92341"/>
                </a:cubicBezTo>
                <a:cubicBezTo>
                  <a:pt x="1157242" y="101222"/>
                  <a:pt x="1153221" y="113058"/>
                  <a:pt x="1153221" y="127847"/>
                </a:cubicBezTo>
                <a:cubicBezTo>
                  <a:pt x="1153221" y="142408"/>
                  <a:pt x="1157013" y="153806"/>
                  <a:pt x="1164599" y="162039"/>
                </a:cubicBezTo>
                <a:cubicBezTo>
                  <a:pt x="1172184" y="170272"/>
                  <a:pt x="1182419" y="174389"/>
                  <a:pt x="1195303" y="174389"/>
                </a:cubicBezTo>
                <a:cubicBezTo>
                  <a:pt x="1206204" y="174389"/>
                  <a:pt x="1216496" y="170806"/>
                  <a:pt x="1226178" y="163640"/>
                </a:cubicBezTo>
                <a:lnTo>
                  <a:pt x="1226178" y="184224"/>
                </a:lnTo>
                <a:close/>
                <a:moveTo>
                  <a:pt x="1358920" y="132421"/>
                </a:moveTo>
                <a:lnTo>
                  <a:pt x="1270410" y="132421"/>
                </a:lnTo>
                <a:cubicBezTo>
                  <a:pt x="1270791" y="145915"/>
                  <a:pt x="1274489" y="156340"/>
                  <a:pt x="1281502" y="163697"/>
                </a:cubicBezTo>
                <a:cubicBezTo>
                  <a:pt x="1288516" y="171054"/>
                  <a:pt x="1298312" y="174732"/>
                  <a:pt x="1310891" y="174732"/>
                </a:cubicBezTo>
                <a:cubicBezTo>
                  <a:pt x="1325071" y="174732"/>
                  <a:pt x="1338069" y="170196"/>
                  <a:pt x="1349886" y="161124"/>
                </a:cubicBezTo>
                <a:lnTo>
                  <a:pt x="1349886" y="181136"/>
                </a:lnTo>
                <a:cubicBezTo>
                  <a:pt x="1338755" y="188988"/>
                  <a:pt x="1324004" y="192914"/>
                  <a:pt x="1305631" y="192914"/>
                </a:cubicBezTo>
                <a:cubicBezTo>
                  <a:pt x="1287334" y="192914"/>
                  <a:pt x="1273059" y="187121"/>
                  <a:pt x="1262805" y="175533"/>
                </a:cubicBezTo>
                <a:cubicBezTo>
                  <a:pt x="1252552" y="163945"/>
                  <a:pt x="1247425" y="147859"/>
                  <a:pt x="1247425" y="127276"/>
                </a:cubicBezTo>
                <a:cubicBezTo>
                  <a:pt x="1247425" y="107912"/>
                  <a:pt x="1253047" y="91940"/>
                  <a:pt x="1264292" y="79361"/>
                </a:cubicBezTo>
                <a:cubicBezTo>
                  <a:pt x="1275537" y="66782"/>
                  <a:pt x="1289507" y="60493"/>
                  <a:pt x="1306203" y="60493"/>
                </a:cubicBezTo>
                <a:cubicBezTo>
                  <a:pt x="1322746" y="60493"/>
                  <a:pt x="1335668" y="65810"/>
                  <a:pt x="1344968" y="76445"/>
                </a:cubicBezTo>
                <a:cubicBezTo>
                  <a:pt x="1354269" y="87080"/>
                  <a:pt x="1358920" y="101965"/>
                  <a:pt x="1358920" y="121100"/>
                </a:cubicBezTo>
                <a:lnTo>
                  <a:pt x="1358920" y="132421"/>
                </a:lnTo>
                <a:moveTo>
                  <a:pt x="1336506" y="114468"/>
                </a:moveTo>
                <a:cubicBezTo>
                  <a:pt x="1336430" y="103033"/>
                  <a:pt x="1333724" y="94189"/>
                  <a:pt x="1328387" y="87938"/>
                </a:cubicBezTo>
                <a:cubicBezTo>
                  <a:pt x="1323051" y="81687"/>
                  <a:pt x="1315541" y="78561"/>
                  <a:pt x="1305860" y="78561"/>
                </a:cubicBezTo>
                <a:cubicBezTo>
                  <a:pt x="1296940" y="78561"/>
                  <a:pt x="1289221" y="81877"/>
                  <a:pt x="1282703" y="88510"/>
                </a:cubicBezTo>
                <a:cubicBezTo>
                  <a:pt x="1276185" y="95142"/>
                  <a:pt x="1272087" y="103795"/>
                  <a:pt x="1270410" y="114468"/>
                </a:cubicBezTo>
                <a:lnTo>
                  <a:pt x="1336506" y="114468"/>
                </a:lnTo>
                <a:close/>
                <a:moveTo>
                  <a:pt x="1484617" y="123731"/>
                </a:moveTo>
                <a:lnTo>
                  <a:pt x="1484617" y="189941"/>
                </a:lnTo>
                <a:lnTo>
                  <a:pt x="1461747" y="189941"/>
                </a:lnTo>
                <a:lnTo>
                  <a:pt x="1461747" y="12808"/>
                </a:lnTo>
                <a:lnTo>
                  <a:pt x="1512062" y="12808"/>
                </a:lnTo>
                <a:cubicBezTo>
                  <a:pt x="1531197" y="12808"/>
                  <a:pt x="1546044" y="17420"/>
                  <a:pt x="1556603" y="26644"/>
                </a:cubicBezTo>
                <a:cubicBezTo>
                  <a:pt x="1567162" y="35869"/>
                  <a:pt x="1572441" y="49058"/>
                  <a:pt x="1572441" y="66211"/>
                </a:cubicBezTo>
                <a:cubicBezTo>
                  <a:pt x="1572441" y="83592"/>
                  <a:pt x="1566266" y="97677"/>
                  <a:pt x="1553916" y="108464"/>
                </a:cubicBezTo>
                <a:cubicBezTo>
                  <a:pt x="1541565" y="119252"/>
                  <a:pt x="1526128" y="124340"/>
                  <a:pt x="1507602" y="123731"/>
                </a:cubicBezTo>
                <a:lnTo>
                  <a:pt x="1484617" y="123731"/>
                </a:lnTo>
                <a:moveTo>
                  <a:pt x="1484617" y="32934"/>
                </a:moveTo>
                <a:lnTo>
                  <a:pt x="1484617" y="103604"/>
                </a:lnTo>
                <a:lnTo>
                  <a:pt x="1505773" y="103604"/>
                </a:lnTo>
                <a:cubicBezTo>
                  <a:pt x="1519724" y="103604"/>
                  <a:pt x="1530321" y="100460"/>
                  <a:pt x="1537563" y="94170"/>
                </a:cubicBezTo>
                <a:cubicBezTo>
                  <a:pt x="1544805" y="87881"/>
                  <a:pt x="1548427" y="78866"/>
                  <a:pt x="1548427" y="67126"/>
                </a:cubicBezTo>
                <a:cubicBezTo>
                  <a:pt x="1548427" y="44331"/>
                  <a:pt x="1534933" y="32934"/>
                  <a:pt x="1507945" y="32934"/>
                </a:cubicBezTo>
                <a:lnTo>
                  <a:pt x="1484617" y="32934"/>
                </a:lnTo>
                <a:close/>
                <a:moveTo>
                  <a:pt x="1598745" y="18868"/>
                </a:moveTo>
                <a:cubicBezTo>
                  <a:pt x="1598745" y="14904"/>
                  <a:pt x="1600099" y="11569"/>
                  <a:pt x="1602805" y="8862"/>
                </a:cubicBezTo>
                <a:cubicBezTo>
                  <a:pt x="1605511" y="6156"/>
                  <a:pt x="1608847" y="4803"/>
                  <a:pt x="1612811" y="4803"/>
                </a:cubicBezTo>
                <a:cubicBezTo>
                  <a:pt x="1616851" y="4803"/>
                  <a:pt x="1620263" y="6137"/>
                  <a:pt x="1623046" y="8805"/>
                </a:cubicBezTo>
                <a:cubicBezTo>
                  <a:pt x="1625828" y="11473"/>
                  <a:pt x="1627219" y="14828"/>
                  <a:pt x="1627219" y="18868"/>
                </a:cubicBezTo>
                <a:cubicBezTo>
                  <a:pt x="1627219" y="22833"/>
                  <a:pt x="1625828" y="26130"/>
                  <a:pt x="1623046" y="28760"/>
                </a:cubicBezTo>
                <a:cubicBezTo>
                  <a:pt x="1620263" y="31390"/>
                  <a:pt x="1616851" y="32705"/>
                  <a:pt x="1612811" y="32705"/>
                </a:cubicBezTo>
                <a:cubicBezTo>
                  <a:pt x="1608770" y="32705"/>
                  <a:pt x="1605416" y="31390"/>
                  <a:pt x="1602748" y="28760"/>
                </a:cubicBezTo>
                <a:cubicBezTo>
                  <a:pt x="1600080" y="26130"/>
                  <a:pt x="1598745" y="22833"/>
                  <a:pt x="1598745" y="18868"/>
                </a:cubicBezTo>
                <a:moveTo>
                  <a:pt x="1601376" y="189941"/>
                </a:moveTo>
                <a:lnTo>
                  <a:pt x="1601376" y="63466"/>
                </a:lnTo>
                <a:lnTo>
                  <a:pt x="1623789" y="63466"/>
                </a:lnTo>
                <a:lnTo>
                  <a:pt x="1623789" y="189941"/>
                </a:lnTo>
                <a:lnTo>
                  <a:pt x="1601376" y="189941"/>
                </a:lnTo>
                <a:close/>
                <a:moveTo>
                  <a:pt x="1686176" y="172102"/>
                </a:moveTo>
                <a:lnTo>
                  <a:pt x="1686176" y="248147"/>
                </a:lnTo>
                <a:lnTo>
                  <a:pt x="1663763" y="248147"/>
                </a:lnTo>
                <a:lnTo>
                  <a:pt x="1663763" y="63466"/>
                </a:lnTo>
                <a:lnTo>
                  <a:pt x="1686176" y="63466"/>
                </a:lnTo>
                <a:lnTo>
                  <a:pt x="1686176" y="85308"/>
                </a:lnTo>
                <a:lnTo>
                  <a:pt x="1686633" y="85308"/>
                </a:lnTo>
                <a:cubicBezTo>
                  <a:pt x="1696544" y="68765"/>
                  <a:pt x="1711029" y="60493"/>
                  <a:pt x="1730088" y="60493"/>
                </a:cubicBezTo>
                <a:cubicBezTo>
                  <a:pt x="1746250" y="60493"/>
                  <a:pt x="1758924" y="66154"/>
                  <a:pt x="1768110" y="77475"/>
                </a:cubicBezTo>
                <a:cubicBezTo>
                  <a:pt x="1777297" y="88796"/>
                  <a:pt x="1781890" y="103986"/>
                  <a:pt x="1781890" y="123044"/>
                </a:cubicBezTo>
                <a:cubicBezTo>
                  <a:pt x="1781890" y="144085"/>
                  <a:pt x="1776687" y="160991"/>
                  <a:pt x="1766281" y="173760"/>
                </a:cubicBezTo>
                <a:cubicBezTo>
                  <a:pt x="1755874" y="186530"/>
                  <a:pt x="1741866" y="192914"/>
                  <a:pt x="1724256" y="192914"/>
                </a:cubicBezTo>
                <a:cubicBezTo>
                  <a:pt x="1708017" y="192914"/>
                  <a:pt x="1695477" y="185977"/>
                  <a:pt x="1686633" y="172102"/>
                </a:cubicBezTo>
                <a:lnTo>
                  <a:pt x="1686176" y="172102"/>
                </a:lnTo>
                <a:moveTo>
                  <a:pt x="1686061" y="137796"/>
                </a:moveTo>
                <a:cubicBezTo>
                  <a:pt x="1686061" y="148088"/>
                  <a:pt x="1689378" y="156760"/>
                  <a:pt x="1696010" y="163811"/>
                </a:cubicBezTo>
                <a:cubicBezTo>
                  <a:pt x="1702643" y="170863"/>
                  <a:pt x="1710952" y="174389"/>
                  <a:pt x="1720939" y="174389"/>
                </a:cubicBezTo>
                <a:cubicBezTo>
                  <a:pt x="1732832" y="174389"/>
                  <a:pt x="1742133" y="169815"/>
                  <a:pt x="1748842" y="160667"/>
                </a:cubicBezTo>
                <a:cubicBezTo>
                  <a:pt x="1755550" y="151518"/>
                  <a:pt x="1758905" y="138863"/>
                  <a:pt x="1758905" y="122701"/>
                </a:cubicBezTo>
                <a:cubicBezTo>
                  <a:pt x="1758905" y="109055"/>
                  <a:pt x="1755779" y="98363"/>
                  <a:pt x="1749528" y="90625"/>
                </a:cubicBezTo>
                <a:cubicBezTo>
                  <a:pt x="1743276" y="82887"/>
                  <a:pt x="1734738" y="79018"/>
                  <a:pt x="1723913" y="79018"/>
                </a:cubicBezTo>
                <a:cubicBezTo>
                  <a:pt x="1712858" y="79018"/>
                  <a:pt x="1703786" y="82944"/>
                  <a:pt x="1696696" y="90797"/>
                </a:cubicBezTo>
                <a:cubicBezTo>
                  <a:pt x="1689606" y="98649"/>
                  <a:pt x="1686061" y="108712"/>
                  <a:pt x="1686061" y="120986"/>
                </a:cubicBezTo>
                <a:lnTo>
                  <a:pt x="1686061" y="137796"/>
                </a:lnTo>
                <a:close/>
                <a:moveTo>
                  <a:pt x="1916892" y="132421"/>
                </a:moveTo>
                <a:lnTo>
                  <a:pt x="1828382" y="132421"/>
                </a:lnTo>
                <a:cubicBezTo>
                  <a:pt x="1828763" y="145915"/>
                  <a:pt x="1832461" y="156340"/>
                  <a:pt x="1839474" y="163697"/>
                </a:cubicBezTo>
                <a:cubicBezTo>
                  <a:pt x="1846488" y="171054"/>
                  <a:pt x="1856284" y="174732"/>
                  <a:pt x="1868863" y="174732"/>
                </a:cubicBezTo>
                <a:cubicBezTo>
                  <a:pt x="1883043" y="174732"/>
                  <a:pt x="1896041" y="170196"/>
                  <a:pt x="1907858" y="161124"/>
                </a:cubicBezTo>
                <a:lnTo>
                  <a:pt x="1907858" y="181136"/>
                </a:lnTo>
                <a:cubicBezTo>
                  <a:pt x="1896727" y="188988"/>
                  <a:pt x="1881976" y="192914"/>
                  <a:pt x="1863603" y="192914"/>
                </a:cubicBezTo>
                <a:cubicBezTo>
                  <a:pt x="1845306" y="192914"/>
                  <a:pt x="1831031" y="187121"/>
                  <a:pt x="1820777" y="175533"/>
                </a:cubicBezTo>
                <a:cubicBezTo>
                  <a:pt x="1810524" y="163945"/>
                  <a:pt x="1805397" y="147859"/>
                  <a:pt x="1805397" y="127276"/>
                </a:cubicBezTo>
                <a:cubicBezTo>
                  <a:pt x="1805397" y="107912"/>
                  <a:pt x="1811019" y="91940"/>
                  <a:pt x="1822264" y="79361"/>
                </a:cubicBezTo>
                <a:cubicBezTo>
                  <a:pt x="1833509" y="66782"/>
                  <a:pt x="1847479" y="60493"/>
                  <a:pt x="1864175" y="60493"/>
                </a:cubicBezTo>
                <a:cubicBezTo>
                  <a:pt x="1880718" y="60493"/>
                  <a:pt x="1893640" y="65810"/>
                  <a:pt x="1902940" y="76445"/>
                </a:cubicBezTo>
                <a:cubicBezTo>
                  <a:pt x="1912241" y="87080"/>
                  <a:pt x="1916892" y="101965"/>
                  <a:pt x="1916892" y="121100"/>
                </a:cubicBezTo>
                <a:lnTo>
                  <a:pt x="1916892" y="132421"/>
                </a:lnTo>
                <a:moveTo>
                  <a:pt x="1894478" y="114468"/>
                </a:moveTo>
                <a:cubicBezTo>
                  <a:pt x="1894402" y="103033"/>
                  <a:pt x="1891696" y="94189"/>
                  <a:pt x="1886359" y="87938"/>
                </a:cubicBezTo>
                <a:cubicBezTo>
                  <a:pt x="1881023" y="81687"/>
                  <a:pt x="1873513" y="78561"/>
                  <a:pt x="1863832" y="78561"/>
                </a:cubicBezTo>
                <a:cubicBezTo>
                  <a:pt x="1854912" y="78561"/>
                  <a:pt x="1847193" y="81877"/>
                  <a:pt x="1840675" y="88510"/>
                </a:cubicBezTo>
                <a:cubicBezTo>
                  <a:pt x="1834157" y="95142"/>
                  <a:pt x="1830059" y="103795"/>
                  <a:pt x="1828382" y="114468"/>
                </a:cubicBezTo>
                <a:lnTo>
                  <a:pt x="1894478" y="114468"/>
                </a:lnTo>
                <a:close/>
                <a:moveTo>
                  <a:pt x="1947212" y="189941"/>
                </a:moveTo>
                <a:lnTo>
                  <a:pt x="1947212" y="2744"/>
                </a:lnTo>
                <a:lnTo>
                  <a:pt x="1969626" y="2744"/>
                </a:lnTo>
                <a:lnTo>
                  <a:pt x="1969626" y="189941"/>
                </a:lnTo>
                <a:lnTo>
                  <a:pt x="1947212" y="189941"/>
                </a:lnTo>
                <a:close/>
                <a:moveTo>
                  <a:pt x="2006855" y="18868"/>
                </a:moveTo>
                <a:cubicBezTo>
                  <a:pt x="2006855" y="14904"/>
                  <a:pt x="2008208" y="11569"/>
                  <a:pt x="2010915" y="8862"/>
                </a:cubicBezTo>
                <a:cubicBezTo>
                  <a:pt x="2013621" y="6156"/>
                  <a:pt x="2016956" y="4803"/>
                  <a:pt x="2020920" y="4803"/>
                </a:cubicBezTo>
                <a:cubicBezTo>
                  <a:pt x="2024961" y="4803"/>
                  <a:pt x="2028373" y="6137"/>
                  <a:pt x="2031155" y="8805"/>
                </a:cubicBezTo>
                <a:cubicBezTo>
                  <a:pt x="2033938" y="11473"/>
                  <a:pt x="2035329" y="14828"/>
                  <a:pt x="2035329" y="18868"/>
                </a:cubicBezTo>
                <a:cubicBezTo>
                  <a:pt x="2035329" y="22833"/>
                  <a:pt x="2033938" y="26130"/>
                  <a:pt x="2031155" y="28760"/>
                </a:cubicBezTo>
                <a:cubicBezTo>
                  <a:pt x="2028373" y="31390"/>
                  <a:pt x="2024961" y="32705"/>
                  <a:pt x="2020920" y="32705"/>
                </a:cubicBezTo>
                <a:cubicBezTo>
                  <a:pt x="2016880" y="32705"/>
                  <a:pt x="2013526" y="31390"/>
                  <a:pt x="2010857" y="28760"/>
                </a:cubicBezTo>
                <a:cubicBezTo>
                  <a:pt x="2008189" y="26130"/>
                  <a:pt x="2006855" y="22833"/>
                  <a:pt x="2006855" y="18868"/>
                </a:cubicBezTo>
                <a:moveTo>
                  <a:pt x="2009485" y="189941"/>
                </a:moveTo>
                <a:lnTo>
                  <a:pt x="2009485" y="63466"/>
                </a:lnTo>
                <a:lnTo>
                  <a:pt x="2031898" y="63466"/>
                </a:lnTo>
                <a:lnTo>
                  <a:pt x="2031898" y="189941"/>
                </a:lnTo>
                <a:lnTo>
                  <a:pt x="2009485" y="189941"/>
                </a:lnTo>
                <a:close/>
                <a:moveTo>
                  <a:pt x="2178792" y="189941"/>
                </a:moveTo>
                <a:lnTo>
                  <a:pt x="2156493" y="189941"/>
                </a:lnTo>
                <a:lnTo>
                  <a:pt x="2156493" y="118013"/>
                </a:lnTo>
                <a:cubicBezTo>
                  <a:pt x="2156493" y="92017"/>
                  <a:pt x="2147002" y="79018"/>
                  <a:pt x="2128019" y="79018"/>
                </a:cubicBezTo>
                <a:cubicBezTo>
                  <a:pt x="2118185" y="79018"/>
                  <a:pt x="2110104" y="82678"/>
                  <a:pt x="2103776" y="89996"/>
                </a:cubicBezTo>
                <a:cubicBezTo>
                  <a:pt x="2097449" y="97315"/>
                  <a:pt x="2094285" y="106578"/>
                  <a:pt x="2094285" y="117784"/>
                </a:cubicBezTo>
                <a:lnTo>
                  <a:pt x="2094285" y="189941"/>
                </a:lnTo>
                <a:lnTo>
                  <a:pt x="2071872" y="189941"/>
                </a:lnTo>
                <a:lnTo>
                  <a:pt x="2071872" y="63466"/>
                </a:lnTo>
                <a:lnTo>
                  <a:pt x="2094285" y="63466"/>
                </a:lnTo>
                <a:lnTo>
                  <a:pt x="2094285" y="84393"/>
                </a:lnTo>
                <a:lnTo>
                  <a:pt x="2094743" y="84393"/>
                </a:lnTo>
                <a:cubicBezTo>
                  <a:pt x="2104272" y="68460"/>
                  <a:pt x="2118109" y="60493"/>
                  <a:pt x="2136253" y="60493"/>
                </a:cubicBezTo>
                <a:cubicBezTo>
                  <a:pt x="2150128" y="60493"/>
                  <a:pt x="2160686" y="64934"/>
                  <a:pt x="2167929" y="73815"/>
                </a:cubicBezTo>
                <a:cubicBezTo>
                  <a:pt x="2175171" y="82697"/>
                  <a:pt x="2178792" y="95638"/>
                  <a:pt x="2178792" y="112638"/>
                </a:cubicBezTo>
                <a:lnTo>
                  <a:pt x="2178792" y="189941"/>
                </a:lnTo>
                <a:close/>
                <a:moveTo>
                  <a:pt x="2319380" y="132421"/>
                </a:moveTo>
                <a:lnTo>
                  <a:pt x="2230871" y="132421"/>
                </a:lnTo>
                <a:cubicBezTo>
                  <a:pt x="2231252" y="145915"/>
                  <a:pt x="2234949" y="156340"/>
                  <a:pt x="2241963" y="163697"/>
                </a:cubicBezTo>
                <a:cubicBezTo>
                  <a:pt x="2248977" y="171054"/>
                  <a:pt x="2258773" y="174732"/>
                  <a:pt x="2271352" y="174732"/>
                </a:cubicBezTo>
                <a:cubicBezTo>
                  <a:pt x="2285532" y="174732"/>
                  <a:pt x="2298530" y="170196"/>
                  <a:pt x="2310347" y="161124"/>
                </a:cubicBezTo>
                <a:lnTo>
                  <a:pt x="2310347" y="181136"/>
                </a:lnTo>
                <a:cubicBezTo>
                  <a:pt x="2299216" y="188988"/>
                  <a:pt x="2284465" y="192914"/>
                  <a:pt x="2266092" y="192914"/>
                </a:cubicBezTo>
                <a:cubicBezTo>
                  <a:pt x="2247795" y="192914"/>
                  <a:pt x="2233520" y="187121"/>
                  <a:pt x="2223266" y="175533"/>
                </a:cubicBezTo>
                <a:cubicBezTo>
                  <a:pt x="2213013" y="163945"/>
                  <a:pt x="2207886" y="147859"/>
                  <a:pt x="2207886" y="127276"/>
                </a:cubicBezTo>
                <a:cubicBezTo>
                  <a:pt x="2207886" y="107912"/>
                  <a:pt x="2213508" y="91940"/>
                  <a:pt x="2224753" y="79361"/>
                </a:cubicBezTo>
                <a:cubicBezTo>
                  <a:pt x="2235998" y="66782"/>
                  <a:pt x="2249968" y="60493"/>
                  <a:pt x="2266663" y="60493"/>
                </a:cubicBezTo>
                <a:cubicBezTo>
                  <a:pt x="2283207" y="60493"/>
                  <a:pt x="2296129" y="65810"/>
                  <a:pt x="2305429" y="76445"/>
                </a:cubicBezTo>
                <a:cubicBezTo>
                  <a:pt x="2314730" y="87080"/>
                  <a:pt x="2319380" y="101965"/>
                  <a:pt x="2319380" y="121100"/>
                </a:cubicBezTo>
                <a:lnTo>
                  <a:pt x="2319380" y="132421"/>
                </a:lnTo>
                <a:moveTo>
                  <a:pt x="2296967" y="114468"/>
                </a:moveTo>
                <a:cubicBezTo>
                  <a:pt x="2296891" y="103033"/>
                  <a:pt x="2294185" y="94189"/>
                  <a:pt x="2288848" y="87938"/>
                </a:cubicBezTo>
                <a:cubicBezTo>
                  <a:pt x="2283512" y="81687"/>
                  <a:pt x="2276002" y="78561"/>
                  <a:pt x="2266320" y="78561"/>
                </a:cubicBezTo>
                <a:cubicBezTo>
                  <a:pt x="2257401" y="78561"/>
                  <a:pt x="2249682" y="81877"/>
                  <a:pt x="2243164" y="88510"/>
                </a:cubicBezTo>
                <a:cubicBezTo>
                  <a:pt x="2236646" y="95142"/>
                  <a:pt x="2232548" y="103795"/>
                  <a:pt x="2230871" y="114468"/>
                </a:cubicBezTo>
                <a:lnTo>
                  <a:pt x="2296967" y="114468"/>
                </a:lnTo>
                <a:close/>
                <a:moveTo>
                  <a:pt x="2410887" y="128076"/>
                </a:moveTo>
                <a:cubicBezTo>
                  <a:pt x="2410887" y="107187"/>
                  <a:pt x="2416719" y="90701"/>
                  <a:pt x="2428383" y="78618"/>
                </a:cubicBezTo>
                <a:cubicBezTo>
                  <a:pt x="2440047" y="66535"/>
                  <a:pt x="2455866" y="60493"/>
                  <a:pt x="2475840" y="60493"/>
                </a:cubicBezTo>
                <a:cubicBezTo>
                  <a:pt x="2494822" y="60493"/>
                  <a:pt x="2509707" y="66306"/>
                  <a:pt x="2520495" y="77932"/>
                </a:cubicBezTo>
                <a:cubicBezTo>
                  <a:pt x="2531282" y="89558"/>
                  <a:pt x="2536676" y="105625"/>
                  <a:pt x="2536676" y="126132"/>
                </a:cubicBezTo>
                <a:cubicBezTo>
                  <a:pt x="2536676" y="146106"/>
                  <a:pt x="2530920" y="162230"/>
                  <a:pt x="2519408" y="174504"/>
                </a:cubicBezTo>
                <a:cubicBezTo>
                  <a:pt x="2507897" y="186777"/>
                  <a:pt x="2492459" y="192914"/>
                  <a:pt x="2473095" y="192914"/>
                </a:cubicBezTo>
                <a:cubicBezTo>
                  <a:pt x="2454189" y="192914"/>
                  <a:pt x="2439094" y="186968"/>
                  <a:pt x="2427811" y="175075"/>
                </a:cubicBezTo>
                <a:cubicBezTo>
                  <a:pt x="2416528" y="163183"/>
                  <a:pt x="2410887" y="147516"/>
                  <a:pt x="2410887" y="128076"/>
                </a:cubicBezTo>
                <a:moveTo>
                  <a:pt x="2433758" y="127390"/>
                </a:moveTo>
                <a:cubicBezTo>
                  <a:pt x="2433758" y="141951"/>
                  <a:pt x="2437436" y="153424"/>
                  <a:pt x="2444793" y="161810"/>
                </a:cubicBezTo>
                <a:cubicBezTo>
                  <a:pt x="2452149" y="170196"/>
                  <a:pt x="2462041" y="174389"/>
                  <a:pt x="2474467" y="174389"/>
                </a:cubicBezTo>
                <a:cubicBezTo>
                  <a:pt x="2487275" y="174389"/>
                  <a:pt x="2497033" y="170292"/>
                  <a:pt x="2503742" y="162096"/>
                </a:cubicBezTo>
                <a:cubicBezTo>
                  <a:pt x="2510451" y="153901"/>
                  <a:pt x="2513805" y="142141"/>
                  <a:pt x="2513805" y="126818"/>
                </a:cubicBezTo>
                <a:cubicBezTo>
                  <a:pt x="2513805" y="111418"/>
                  <a:pt x="2510451" y="99602"/>
                  <a:pt x="2503742" y="91369"/>
                </a:cubicBezTo>
                <a:cubicBezTo>
                  <a:pt x="2497033" y="83135"/>
                  <a:pt x="2487275" y="79018"/>
                  <a:pt x="2474467" y="79018"/>
                </a:cubicBezTo>
                <a:cubicBezTo>
                  <a:pt x="2461889" y="79018"/>
                  <a:pt x="2451959" y="83326"/>
                  <a:pt x="2444678" y="91940"/>
                </a:cubicBezTo>
                <a:cubicBezTo>
                  <a:pt x="2437398" y="100555"/>
                  <a:pt x="2433758" y="112371"/>
                  <a:pt x="2433758" y="127390"/>
                </a:cubicBezTo>
                <a:close/>
                <a:moveTo>
                  <a:pt x="2627727" y="21842"/>
                </a:moveTo>
                <a:cubicBezTo>
                  <a:pt x="2623534" y="19631"/>
                  <a:pt x="2618998" y="18525"/>
                  <a:pt x="2614118" y="18525"/>
                </a:cubicBezTo>
                <a:cubicBezTo>
                  <a:pt x="2600091" y="18525"/>
                  <a:pt x="2593077" y="27216"/>
                  <a:pt x="2593077" y="44598"/>
                </a:cubicBezTo>
                <a:lnTo>
                  <a:pt x="2593077" y="63466"/>
                </a:lnTo>
                <a:lnTo>
                  <a:pt x="2622695" y="63466"/>
                </a:lnTo>
                <a:lnTo>
                  <a:pt x="2622695" y="81992"/>
                </a:lnTo>
                <a:lnTo>
                  <a:pt x="2593077" y="81992"/>
                </a:lnTo>
                <a:lnTo>
                  <a:pt x="2593077" y="189941"/>
                </a:lnTo>
                <a:lnTo>
                  <a:pt x="2570893" y="189941"/>
                </a:lnTo>
                <a:lnTo>
                  <a:pt x="2570893" y="81992"/>
                </a:lnTo>
                <a:lnTo>
                  <a:pt x="2549280" y="81992"/>
                </a:lnTo>
                <a:lnTo>
                  <a:pt x="2549280" y="63466"/>
                </a:lnTo>
                <a:lnTo>
                  <a:pt x="2570893" y="63466"/>
                </a:lnTo>
                <a:lnTo>
                  <a:pt x="2570893" y="43569"/>
                </a:lnTo>
                <a:cubicBezTo>
                  <a:pt x="2570893" y="29999"/>
                  <a:pt x="2574800" y="19345"/>
                  <a:pt x="2582614" y="11607"/>
                </a:cubicBezTo>
                <a:cubicBezTo>
                  <a:pt x="2590428" y="3869"/>
                  <a:pt x="2600358" y="0"/>
                  <a:pt x="2612403" y="0"/>
                </a:cubicBezTo>
                <a:cubicBezTo>
                  <a:pt x="2618807" y="0"/>
                  <a:pt x="2623915" y="724"/>
                  <a:pt x="2627727" y="2173"/>
                </a:cubicBezTo>
                <a:lnTo>
                  <a:pt x="2627727" y="21842"/>
                </a:lnTo>
                <a:close/>
                <a:moveTo>
                  <a:pt x="2837556" y="182623"/>
                </a:moveTo>
                <a:cubicBezTo>
                  <a:pt x="2824520" y="189484"/>
                  <a:pt x="2808167" y="192914"/>
                  <a:pt x="2788498" y="192914"/>
                </a:cubicBezTo>
                <a:cubicBezTo>
                  <a:pt x="2763112" y="192914"/>
                  <a:pt x="2742833" y="184853"/>
                  <a:pt x="2727662" y="168729"/>
                </a:cubicBezTo>
                <a:cubicBezTo>
                  <a:pt x="2712491" y="152605"/>
                  <a:pt x="2704906" y="131278"/>
                  <a:pt x="2704906" y="104748"/>
                </a:cubicBezTo>
                <a:cubicBezTo>
                  <a:pt x="2704906" y="76236"/>
                  <a:pt x="2713444" y="53289"/>
                  <a:pt x="2730521" y="35907"/>
                </a:cubicBezTo>
                <a:cubicBezTo>
                  <a:pt x="2747598" y="18525"/>
                  <a:pt x="2769287" y="9834"/>
                  <a:pt x="2795588" y="9834"/>
                </a:cubicBezTo>
                <a:cubicBezTo>
                  <a:pt x="2812513" y="9834"/>
                  <a:pt x="2826502" y="12236"/>
                  <a:pt x="2837556" y="17039"/>
                </a:cubicBezTo>
                <a:lnTo>
                  <a:pt x="2837556" y="40939"/>
                </a:lnTo>
                <a:cubicBezTo>
                  <a:pt x="2824901" y="33925"/>
                  <a:pt x="2810988" y="30418"/>
                  <a:pt x="2795817" y="30418"/>
                </a:cubicBezTo>
                <a:cubicBezTo>
                  <a:pt x="2776072" y="30418"/>
                  <a:pt x="2759986" y="36993"/>
                  <a:pt x="2747560" y="50144"/>
                </a:cubicBezTo>
                <a:cubicBezTo>
                  <a:pt x="2735133" y="63295"/>
                  <a:pt x="2728920" y="81039"/>
                  <a:pt x="2728920" y="103376"/>
                </a:cubicBezTo>
                <a:cubicBezTo>
                  <a:pt x="2728920" y="124569"/>
                  <a:pt x="2734714" y="141398"/>
                  <a:pt x="2746302" y="153863"/>
                </a:cubicBezTo>
                <a:cubicBezTo>
                  <a:pt x="2757890" y="166327"/>
                  <a:pt x="2773061" y="172560"/>
                  <a:pt x="2791815" y="172560"/>
                </a:cubicBezTo>
                <a:cubicBezTo>
                  <a:pt x="2809349" y="172560"/>
                  <a:pt x="2824596" y="168595"/>
                  <a:pt x="2837556" y="160667"/>
                </a:cubicBezTo>
                <a:lnTo>
                  <a:pt x="2837556" y="182623"/>
                </a:lnTo>
                <a:close/>
                <a:moveTo>
                  <a:pt x="2862376" y="128076"/>
                </a:moveTo>
                <a:cubicBezTo>
                  <a:pt x="2862376" y="107187"/>
                  <a:pt x="2868208" y="90701"/>
                  <a:pt x="2879872" y="78618"/>
                </a:cubicBezTo>
                <a:cubicBezTo>
                  <a:pt x="2891537" y="66535"/>
                  <a:pt x="2907355" y="60493"/>
                  <a:pt x="2927329" y="60493"/>
                </a:cubicBezTo>
                <a:cubicBezTo>
                  <a:pt x="2946312" y="60493"/>
                  <a:pt x="2961197" y="66306"/>
                  <a:pt x="2971984" y="77932"/>
                </a:cubicBezTo>
                <a:cubicBezTo>
                  <a:pt x="2982772" y="89558"/>
                  <a:pt x="2988165" y="105625"/>
                  <a:pt x="2988165" y="126132"/>
                </a:cubicBezTo>
                <a:cubicBezTo>
                  <a:pt x="2988165" y="146106"/>
                  <a:pt x="2982410" y="162230"/>
                  <a:pt x="2970898" y="174504"/>
                </a:cubicBezTo>
                <a:cubicBezTo>
                  <a:pt x="2959386" y="186777"/>
                  <a:pt x="2943949" y="192914"/>
                  <a:pt x="2924585" y="192914"/>
                </a:cubicBezTo>
                <a:cubicBezTo>
                  <a:pt x="2905678" y="192914"/>
                  <a:pt x="2890584" y="186968"/>
                  <a:pt x="2879301" y="175075"/>
                </a:cubicBezTo>
                <a:cubicBezTo>
                  <a:pt x="2868018" y="163183"/>
                  <a:pt x="2862376" y="147516"/>
                  <a:pt x="2862376" y="128076"/>
                </a:cubicBezTo>
                <a:moveTo>
                  <a:pt x="2885247" y="127390"/>
                </a:moveTo>
                <a:cubicBezTo>
                  <a:pt x="2885247" y="141951"/>
                  <a:pt x="2888925" y="153424"/>
                  <a:pt x="2896282" y="161810"/>
                </a:cubicBezTo>
                <a:cubicBezTo>
                  <a:pt x="2903639" y="170196"/>
                  <a:pt x="2913531" y="174389"/>
                  <a:pt x="2925957" y="174389"/>
                </a:cubicBezTo>
                <a:cubicBezTo>
                  <a:pt x="2938765" y="174389"/>
                  <a:pt x="2948523" y="170292"/>
                  <a:pt x="2955231" y="162096"/>
                </a:cubicBezTo>
                <a:cubicBezTo>
                  <a:pt x="2961940" y="153901"/>
                  <a:pt x="2965295" y="142141"/>
                  <a:pt x="2965295" y="126818"/>
                </a:cubicBezTo>
                <a:cubicBezTo>
                  <a:pt x="2965295" y="111418"/>
                  <a:pt x="2961940" y="99602"/>
                  <a:pt x="2955231" y="91369"/>
                </a:cubicBezTo>
                <a:cubicBezTo>
                  <a:pt x="2948523" y="83135"/>
                  <a:pt x="2938765" y="79018"/>
                  <a:pt x="2925957" y="79018"/>
                </a:cubicBezTo>
                <a:cubicBezTo>
                  <a:pt x="2913378" y="79018"/>
                  <a:pt x="2903448" y="83326"/>
                  <a:pt x="2896168" y="91940"/>
                </a:cubicBezTo>
                <a:cubicBezTo>
                  <a:pt x="2888887" y="100555"/>
                  <a:pt x="2885247" y="112371"/>
                  <a:pt x="2885247" y="127390"/>
                </a:cubicBezTo>
                <a:close/>
                <a:moveTo>
                  <a:pt x="3128841" y="189941"/>
                </a:moveTo>
                <a:lnTo>
                  <a:pt x="3106428" y="189941"/>
                </a:lnTo>
                <a:lnTo>
                  <a:pt x="3106428" y="168900"/>
                </a:lnTo>
                <a:lnTo>
                  <a:pt x="3105970" y="168900"/>
                </a:lnTo>
                <a:cubicBezTo>
                  <a:pt x="3096746" y="184910"/>
                  <a:pt x="3082414" y="192914"/>
                  <a:pt x="3062973" y="192914"/>
                </a:cubicBezTo>
                <a:cubicBezTo>
                  <a:pt x="3046964" y="192914"/>
                  <a:pt x="3034233" y="187216"/>
                  <a:pt x="3024779" y="175819"/>
                </a:cubicBezTo>
                <a:cubicBezTo>
                  <a:pt x="3015326" y="164421"/>
                  <a:pt x="3010599" y="149041"/>
                  <a:pt x="3010599" y="129677"/>
                </a:cubicBezTo>
                <a:cubicBezTo>
                  <a:pt x="3010599" y="108788"/>
                  <a:pt x="3015936" y="92036"/>
                  <a:pt x="3026609" y="79419"/>
                </a:cubicBezTo>
                <a:cubicBezTo>
                  <a:pt x="3037282" y="66802"/>
                  <a:pt x="3051233" y="60493"/>
                  <a:pt x="3068462" y="60493"/>
                </a:cubicBezTo>
                <a:cubicBezTo>
                  <a:pt x="3085692" y="60493"/>
                  <a:pt x="3098194" y="67202"/>
                  <a:pt x="3105970" y="80619"/>
                </a:cubicBezTo>
                <a:lnTo>
                  <a:pt x="3106428" y="80619"/>
                </a:lnTo>
                <a:lnTo>
                  <a:pt x="3106428" y="2744"/>
                </a:lnTo>
                <a:lnTo>
                  <a:pt x="3128841" y="2744"/>
                </a:lnTo>
                <a:lnTo>
                  <a:pt x="3128841" y="189941"/>
                </a:lnTo>
                <a:moveTo>
                  <a:pt x="3106542" y="114697"/>
                </a:moveTo>
                <a:cubicBezTo>
                  <a:pt x="3106542" y="104557"/>
                  <a:pt x="3103207" y="96076"/>
                  <a:pt x="3096536" y="89253"/>
                </a:cubicBezTo>
                <a:cubicBezTo>
                  <a:pt x="3089866" y="82430"/>
                  <a:pt x="3081651" y="79018"/>
                  <a:pt x="3071893" y="79018"/>
                </a:cubicBezTo>
                <a:cubicBezTo>
                  <a:pt x="3060000" y="79018"/>
                  <a:pt x="3050623" y="83459"/>
                  <a:pt x="3043762" y="92341"/>
                </a:cubicBezTo>
                <a:cubicBezTo>
                  <a:pt x="3036901" y="101222"/>
                  <a:pt x="3033470" y="113324"/>
                  <a:pt x="3033470" y="128648"/>
                </a:cubicBezTo>
                <a:cubicBezTo>
                  <a:pt x="3033470" y="142751"/>
                  <a:pt x="3036767" y="153901"/>
                  <a:pt x="3043362" y="162096"/>
                </a:cubicBezTo>
                <a:cubicBezTo>
                  <a:pt x="3049956" y="170292"/>
                  <a:pt x="3058742" y="174389"/>
                  <a:pt x="3069720" y="174389"/>
                </a:cubicBezTo>
                <a:cubicBezTo>
                  <a:pt x="3080546" y="174389"/>
                  <a:pt x="3089389" y="170368"/>
                  <a:pt x="3096250" y="162325"/>
                </a:cubicBezTo>
                <a:cubicBezTo>
                  <a:pt x="3103112" y="154282"/>
                  <a:pt x="3106542" y="144276"/>
                  <a:pt x="3106542" y="132307"/>
                </a:cubicBezTo>
                <a:lnTo>
                  <a:pt x="3106542" y="114697"/>
                </a:lnTo>
                <a:close/>
                <a:moveTo>
                  <a:pt x="3272191" y="132421"/>
                </a:moveTo>
                <a:lnTo>
                  <a:pt x="3183681" y="132421"/>
                </a:lnTo>
                <a:cubicBezTo>
                  <a:pt x="3184062" y="145915"/>
                  <a:pt x="3187760" y="156340"/>
                  <a:pt x="3194773" y="163697"/>
                </a:cubicBezTo>
                <a:cubicBezTo>
                  <a:pt x="3201787" y="171054"/>
                  <a:pt x="3211583" y="174732"/>
                  <a:pt x="3224162" y="174732"/>
                </a:cubicBezTo>
                <a:cubicBezTo>
                  <a:pt x="3238342" y="174732"/>
                  <a:pt x="3251340" y="170196"/>
                  <a:pt x="3263157" y="161124"/>
                </a:cubicBezTo>
                <a:lnTo>
                  <a:pt x="3263157" y="181136"/>
                </a:lnTo>
                <a:cubicBezTo>
                  <a:pt x="3252026" y="188988"/>
                  <a:pt x="3237275" y="192914"/>
                  <a:pt x="3218902" y="192914"/>
                </a:cubicBezTo>
                <a:cubicBezTo>
                  <a:pt x="3200605" y="192914"/>
                  <a:pt x="3186330" y="187121"/>
                  <a:pt x="3176077" y="175533"/>
                </a:cubicBezTo>
                <a:cubicBezTo>
                  <a:pt x="3165823" y="163945"/>
                  <a:pt x="3160696" y="147859"/>
                  <a:pt x="3160696" y="127276"/>
                </a:cubicBezTo>
                <a:cubicBezTo>
                  <a:pt x="3160696" y="107912"/>
                  <a:pt x="3166318" y="91940"/>
                  <a:pt x="3177563" y="79361"/>
                </a:cubicBezTo>
                <a:cubicBezTo>
                  <a:pt x="3188808" y="66782"/>
                  <a:pt x="3202778" y="60493"/>
                  <a:pt x="3219474" y="60493"/>
                </a:cubicBezTo>
                <a:cubicBezTo>
                  <a:pt x="3236017" y="60493"/>
                  <a:pt x="3248939" y="65810"/>
                  <a:pt x="3258240" y="76445"/>
                </a:cubicBezTo>
                <a:cubicBezTo>
                  <a:pt x="3267540" y="87080"/>
                  <a:pt x="3272191" y="101965"/>
                  <a:pt x="3272191" y="121100"/>
                </a:cubicBezTo>
                <a:lnTo>
                  <a:pt x="3272191" y="132421"/>
                </a:lnTo>
                <a:moveTo>
                  <a:pt x="3249777" y="114468"/>
                </a:moveTo>
                <a:cubicBezTo>
                  <a:pt x="3249701" y="103033"/>
                  <a:pt x="3246995" y="94189"/>
                  <a:pt x="3241658" y="87938"/>
                </a:cubicBezTo>
                <a:cubicBezTo>
                  <a:pt x="3236322" y="81687"/>
                  <a:pt x="3228813" y="78561"/>
                  <a:pt x="3219131" y="78561"/>
                </a:cubicBezTo>
                <a:cubicBezTo>
                  <a:pt x="3210211" y="78561"/>
                  <a:pt x="3202492" y="81877"/>
                  <a:pt x="3195974" y="88510"/>
                </a:cubicBezTo>
                <a:cubicBezTo>
                  <a:pt x="3189456" y="95142"/>
                  <a:pt x="3185358" y="103795"/>
                  <a:pt x="3183681" y="114468"/>
                </a:cubicBezTo>
                <a:lnTo>
                  <a:pt x="3249777" y="114468"/>
                </a:lnTo>
                <a:close/>
                <a:moveTo>
                  <a:pt x="3396740" y="33163"/>
                </a:moveTo>
                <a:lnTo>
                  <a:pt x="3328356" y="33163"/>
                </a:lnTo>
                <a:lnTo>
                  <a:pt x="3328356" y="92398"/>
                </a:lnTo>
                <a:lnTo>
                  <a:pt x="3391708" y="92398"/>
                </a:lnTo>
                <a:lnTo>
                  <a:pt x="3391708" y="112524"/>
                </a:lnTo>
                <a:lnTo>
                  <a:pt x="3328356" y="112524"/>
                </a:lnTo>
                <a:lnTo>
                  <a:pt x="3328356" y="189941"/>
                </a:lnTo>
                <a:lnTo>
                  <a:pt x="3305485" y="189941"/>
                </a:lnTo>
                <a:lnTo>
                  <a:pt x="3305485" y="12808"/>
                </a:lnTo>
                <a:lnTo>
                  <a:pt x="3396740" y="12808"/>
                </a:lnTo>
                <a:lnTo>
                  <a:pt x="3396740" y="33163"/>
                </a:lnTo>
                <a:close/>
                <a:moveTo>
                  <a:pt x="3420566" y="72271"/>
                </a:moveTo>
                <a:cubicBezTo>
                  <a:pt x="3433145" y="64419"/>
                  <a:pt x="3447668" y="60493"/>
                  <a:pt x="3464135" y="60493"/>
                </a:cubicBezTo>
                <a:cubicBezTo>
                  <a:pt x="3494629" y="60493"/>
                  <a:pt x="3509876" y="76503"/>
                  <a:pt x="3509876" y="108522"/>
                </a:cubicBezTo>
                <a:lnTo>
                  <a:pt x="3509876" y="189941"/>
                </a:lnTo>
                <a:lnTo>
                  <a:pt x="3487691" y="189941"/>
                </a:lnTo>
                <a:lnTo>
                  <a:pt x="3487691" y="170387"/>
                </a:lnTo>
                <a:lnTo>
                  <a:pt x="3487120" y="170387"/>
                </a:lnTo>
                <a:cubicBezTo>
                  <a:pt x="3478352" y="185405"/>
                  <a:pt x="3465431" y="192914"/>
                  <a:pt x="3448354" y="192914"/>
                </a:cubicBezTo>
                <a:cubicBezTo>
                  <a:pt x="3436080" y="192914"/>
                  <a:pt x="3426322" y="189598"/>
                  <a:pt x="3419079" y="182966"/>
                </a:cubicBezTo>
                <a:cubicBezTo>
                  <a:pt x="3411837" y="176333"/>
                  <a:pt x="3408216" y="167376"/>
                  <a:pt x="3408216" y="156093"/>
                </a:cubicBezTo>
                <a:cubicBezTo>
                  <a:pt x="3408216" y="132460"/>
                  <a:pt x="3422205" y="118699"/>
                  <a:pt x="3450183" y="114811"/>
                </a:cubicBezTo>
                <a:lnTo>
                  <a:pt x="3487691" y="109551"/>
                </a:lnTo>
                <a:cubicBezTo>
                  <a:pt x="3487691" y="88891"/>
                  <a:pt x="3479153" y="78561"/>
                  <a:pt x="3462076" y="78561"/>
                </a:cubicBezTo>
                <a:cubicBezTo>
                  <a:pt x="3446905" y="78561"/>
                  <a:pt x="3433068" y="83669"/>
                  <a:pt x="3420566" y="93884"/>
                </a:cubicBezTo>
                <a:lnTo>
                  <a:pt x="3420566" y="72271"/>
                </a:lnTo>
                <a:moveTo>
                  <a:pt x="3458074" y="130477"/>
                </a:moveTo>
                <a:cubicBezTo>
                  <a:pt x="3447706" y="131850"/>
                  <a:pt x="3440559" y="134442"/>
                  <a:pt x="3436632" y="138253"/>
                </a:cubicBezTo>
                <a:cubicBezTo>
                  <a:pt x="3432706" y="142065"/>
                  <a:pt x="3430743" y="147402"/>
                  <a:pt x="3430743" y="154263"/>
                </a:cubicBezTo>
                <a:cubicBezTo>
                  <a:pt x="3430743" y="160286"/>
                  <a:pt x="3432878" y="165203"/>
                  <a:pt x="3437147" y="169015"/>
                </a:cubicBezTo>
                <a:cubicBezTo>
                  <a:pt x="3441416" y="172826"/>
                  <a:pt x="3447058" y="174732"/>
                  <a:pt x="3454071" y="174732"/>
                </a:cubicBezTo>
                <a:cubicBezTo>
                  <a:pt x="3463830" y="174732"/>
                  <a:pt x="3471872" y="171302"/>
                  <a:pt x="3478200" y="164440"/>
                </a:cubicBezTo>
                <a:cubicBezTo>
                  <a:pt x="3484528" y="157579"/>
                  <a:pt x="3487691" y="148965"/>
                  <a:pt x="3487691" y="138597"/>
                </a:cubicBezTo>
                <a:lnTo>
                  <a:pt x="3487691" y="126475"/>
                </a:lnTo>
                <a:lnTo>
                  <a:pt x="3458074" y="130477"/>
                </a:lnTo>
                <a:close/>
                <a:moveTo>
                  <a:pt x="3540458" y="162611"/>
                </a:moveTo>
                <a:cubicBezTo>
                  <a:pt x="3551741" y="170768"/>
                  <a:pt x="3563901" y="174847"/>
                  <a:pt x="3576937" y="174847"/>
                </a:cubicBezTo>
                <a:cubicBezTo>
                  <a:pt x="3594395" y="174847"/>
                  <a:pt x="3603124" y="169129"/>
                  <a:pt x="3603124" y="157694"/>
                </a:cubicBezTo>
                <a:cubicBezTo>
                  <a:pt x="3603124" y="152814"/>
                  <a:pt x="3601218" y="148793"/>
                  <a:pt x="3597406" y="145629"/>
                </a:cubicBezTo>
                <a:cubicBezTo>
                  <a:pt x="3593595" y="142465"/>
                  <a:pt x="3585857" y="138711"/>
                  <a:pt x="3574193" y="134365"/>
                </a:cubicBezTo>
                <a:cubicBezTo>
                  <a:pt x="3560165" y="128724"/>
                  <a:pt x="3551055" y="123140"/>
                  <a:pt x="3546862" y="117613"/>
                </a:cubicBezTo>
                <a:cubicBezTo>
                  <a:pt x="3542669" y="112086"/>
                  <a:pt x="3540573" y="105396"/>
                  <a:pt x="3540573" y="97544"/>
                </a:cubicBezTo>
                <a:cubicBezTo>
                  <a:pt x="3540573" y="86337"/>
                  <a:pt x="3545318" y="77360"/>
                  <a:pt x="3554810" y="70613"/>
                </a:cubicBezTo>
                <a:cubicBezTo>
                  <a:pt x="3564301" y="63866"/>
                  <a:pt x="3575984" y="60493"/>
                  <a:pt x="3589859" y="60493"/>
                </a:cubicBezTo>
                <a:cubicBezTo>
                  <a:pt x="3600608" y="60493"/>
                  <a:pt x="3610595" y="62361"/>
                  <a:pt x="3619820" y="66096"/>
                </a:cubicBezTo>
                <a:lnTo>
                  <a:pt x="3619820" y="87709"/>
                </a:lnTo>
                <a:cubicBezTo>
                  <a:pt x="3610367" y="81610"/>
                  <a:pt x="3599655" y="78561"/>
                  <a:pt x="3587686" y="78561"/>
                </a:cubicBezTo>
                <a:cubicBezTo>
                  <a:pt x="3580520" y="78561"/>
                  <a:pt x="3574688" y="80124"/>
                  <a:pt x="3570190" y="83249"/>
                </a:cubicBezTo>
                <a:cubicBezTo>
                  <a:pt x="3565692" y="86375"/>
                  <a:pt x="3563443" y="90492"/>
                  <a:pt x="3563443" y="95600"/>
                </a:cubicBezTo>
                <a:cubicBezTo>
                  <a:pt x="3563443" y="100631"/>
                  <a:pt x="3565063" y="104557"/>
                  <a:pt x="3568303" y="107378"/>
                </a:cubicBezTo>
                <a:cubicBezTo>
                  <a:pt x="3571543" y="110199"/>
                  <a:pt x="3578729" y="113820"/>
                  <a:pt x="3589859" y="118242"/>
                </a:cubicBezTo>
                <a:cubicBezTo>
                  <a:pt x="3603963" y="123502"/>
                  <a:pt x="3613492" y="128953"/>
                  <a:pt x="3618447" y="134594"/>
                </a:cubicBezTo>
                <a:cubicBezTo>
                  <a:pt x="3623403" y="140236"/>
                  <a:pt x="3625880" y="147211"/>
                  <a:pt x="3625880" y="155521"/>
                </a:cubicBezTo>
                <a:cubicBezTo>
                  <a:pt x="3625880" y="167109"/>
                  <a:pt x="3621135" y="176238"/>
                  <a:pt x="3611643" y="182909"/>
                </a:cubicBezTo>
                <a:cubicBezTo>
                  <a:pt x="3602152" y="189579"/>
                  <a:pt x="3589859" y="192914"/>
                  <a:pt x="3574764" y="192914"/>
                </a:cubicBezTo>
                <a:cubicBezTo>
                  <a:pt x="3561652" y="192914"/>
                  <a:pt x="3550217" y="190437"/>
                  <a:pt x="3540458" y="185481"/>
                </a:cubicBezTo>
                <a:lnTo>
                  <a:pt x="3540458" y="162611"/>
                </a:lnTo>
                <a:close/>
                <a:moveTo>
                  <a:pt x="3716211" y="188683"/>
                </a:moveTo>
                <a:cubicBezTo>
                  <a:pt x="3711332" y="191352"/>
                  <a:pt x="3704738" y="192686"/>
                  <a:pt x="3696428" y="192686"/>
                </a:cubicBezTo>
                <a:cubicBezTo>
                  <a:pt x="3673786" y="192686"/>
                  <a:pt x="3662465" y="180145"/>
                  <a:pt x="3662465" y="155063"/>
                </a:cubicBezTo>
                <a:lnTo>
                  <a:pt x="3662465" y="81992"/>
                </a:lnTo>
                <a:lnTo>
                  <a:pt x="3640738" y="81992"/>
                </a:lnTo>
                <a:lnTo>
                  <a:pt x="3640738" y="63466"/>
                </a:lnTo>
                <a:lnTo>
                  <a:pt x="3662465" y="63466"/>
                </a:lnTo>
                <a:lnTo>
                  <a:pt x="3662465" y="33048"/>
                </a:lnTo>
                <a:lnTo>
                  <a:pt x="3684764" y="25958"/>
                </a:lnTo>
                <a:lnTo>
                  <a:pt x="3684764" y="63466"/>
                </a:lnTo>
                <a:lnTo>
                  <a:pt x="3716211" y="63466"/>
                </a:lnTo>
                <a:lnTo>
                  <a:pt x="3716211" y="81992"/>
                </a:lnTo>
                <a:lnTo>
                  <a:pt x="3684764" y="81992"/>
                </a:lnTo>
                <a:lnTo>
                  <a:pt x="3684764" y="151061"/>
                </a:lnTo>
                <a:cubicBezTo>
                  <a:pt x="3684764" y="159371"/>
                  <a:pt x="3686174" y="165317"/>
                  <a:pt x="3688995" y="168900"/>
                </a:cubicBezTo>
                <a:cubicBezTo>
                  <a:pt x="3691816" y="172483"/>
                  <a:pt x="3696504" y="174275"/>
                  <a:pt x="3703061" y="174275"/>
                </a:cubicBezTo>
                <a:cubicBezTo>
                  <a:pt x="3708092" y="174275"/>
                  <a:pt x="3712476" y="172864"/>
                  <a:pt x="3716211" y="170044"/>
                </a:cubicBezTo>
                <a:lnTo>
                  <a:pt x="3716211" y="188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D12A7A-29C9-48A9-9558-689A5C1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7" y="60456"/>
            <a:ext cx="12826157" cy="6688532"/>
          </a:xfrm>
          <a:custGeom xmlns:a="http://schemas.openxmlformats.org/drawingml/2006/main">
            <a:pathLst>
              <a:path w="12826157" h="6688532" fill="none">
                <a:moveTo>
                  <a:pt x="0" y="214639"/>
                </a:moveTo>
                <a:cubicBezTo>
                  <a:pt x="0" y="96097"/>
                  <a:pt x="96097" y="0"/>
                  <a:pt x="214639" y="0"/>
                </a:cubicBezTo>
                <a:lnTo>
                  <a:pt x="12611519" y="0"/>
                </a:lnTo>
                <a:cubicBezTo>
                  <a:pt x="12730061" y="0"/>
                  <a:pt x="12826157" y="96097"/>
                  <a:pt x="12826157" y="214639"/>
                </a:cubicBezTo>
                <a:lnTo>
                  <a:pt x="12826157" y="6473892"/>
                </a:lnTo>
                <a:cubicBezTo>
                  <a:pt x="12826157" y="6592435"/>
                  <a:pt x="12730061" y="6688532"/>
                  <a:pt x="12611519" y="6688532"/>
                </a:cubicBezTo>
                <a:lnTo>
                  <a:pt x="214639" y="6688532"/>
                </a:lnTo>
                <a:cubicBezTo>
                  <a:pt x="96097" y="6688532"/>
                  <a:pt x="0" y="6592435"/>
                  <a:pt x="0" y="6473892"/>
                </a:cubicBezTo>
                <a:lnTo>
                  <a:pt x="0" y="2146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275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5709A-7949-40E8-9CE2-8C6BD270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5" y="5478420"/>
            <a:ext cx="2464508" cy="944130"/>
          </a:xfrm>
          <a:custGeom xmlns:a="http://schemas.openxmlformats.org/drawingml/2006/main">
            <a:pathLst>
              <a:path w="2464508" h="944130" fill="none">
                <a:moveTo>
                  <a:pt x="0" y="157358"/>
                </a:moveTo>
                <a:cubicBezTo>
                  <a:pt x="0" y="70451"/>
                  <a:pt x="70451" y="0"/>
                  <a:pt x="157358" y="0"/>
                </a:cubicBezTo>
                <a:lnTo>
                  <a:pt x="2307150" y="0"/>
                </a:lnTo>
                <a:cubicBezTo>
                  <a:pt x="2394056" y="0"/>
                  <a:pt x="2464508" y="70451"/>
                  <a:pt x="2464508" y="157358"/>
                </a:cubicBezTo>
                <a:lnTo>
                  <a:pt x="2464508" y="786772"/>
                </a:lnTo>
                <a:cubicBezTo>
                  <a:pt x="2464508" y="873678"/>
                  <a:pt x="2394056" y="944130"/>
                  <a:pt x="2307150" y="944130"/>
                </a:cubicBezTo>
                <a:lnTo>
                  <a:pt x="157358" y="944130"/>
                </a:lnTo>
                <a:cubicBezTo>
                  <a:pt x="70451" y="944130"/>
                  <a:pt x="0" y="873678"/>
                  <a:pt x="0" y="786772"/>
                </a:cubicBezTo>
                <a:lnTo>
                  <a:pt x="0" y="157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pic>
        <p:nvPicPr>
          <p:cNvPr id="4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01a5c204f472e"/>
          <a:stretch xmlns:a="http://schemas.openxmlformats.org/drawingml/2006/main"/>
        </p:blipFill>
        <p:spPr>
          <a:xfrm xmlns:a="http://schemas.openxmlformats.org/drawingml/2006/main">
            <a:off x="2153305" y="5656493"/>
            <a:ext cx="731863" cy="731863"/>
          </a:xfrm>
          <a:prstGeom xmlns:a="http://schemas.openxmlformats.org/drawingml/2006/main" prst="rect">
            <a:avLst/>
          </a:prstGeom>
        </p:spPr>
      </p:pic>
      <p:sp>
        <p:nvSpPr>
          <p:cNvPr id="154" name="Text !">
            <a:extLst xmlns:a="http://schemas.openxmlformats.org/drawingml/2006/main">
              <a:ext uri="{FF2B5EF4-FFF2-40B4-BE49-F238E27FC236}">
                <a16:creationId xmlns:a16="http://schemas.microsoft.com/office/drawing/2014/main" id="{0BEB9BD5-D5B6-476E-B2C1-6B78B403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389" y="5656494"/>
            <a:ext cx="731863" cy="731863"/>
          </a:xfrm>
          <a:custGeom xmlns:a="http://schemas.openxmlformats.org/drawingml/2006/main">
            <a:pathLst>
              <a:path w="731863" h="731863">
                <a:moveTo>
                  <a:pt x="0" y="731863"/>
                </a:moveTo>
                <a:lnTo>
                  <a:pt x="0" y="731863"/>
                </a:lnTo>
                <a:moveTo>
                  <a:pt x="731863" y="0"/>
                </a:moveTo>
                <a:lnTo>
                  <a:pt x="73186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0e8e2722b4ac3"/>
          <a:stretch xmlns:a="http://schemas.openxmlformats.org/drawingml/2006/main"/>
        </p:blipFill>
        <p:spPr>
          <a:xfrm xmlns:a="http://schemas.openxmlformats.org/drawingml/2006/main">
            <a:off x="2360208" y="5566972"/>
            <a:ext cx="311186" cy="311186"/>
          </a:xfrm>
          <a:prstGeom xmlns:a="http://schemas.openxmlformats.org/drawingml/2006/main" prst="rect">
            <a:avLst/>
          </a:prstGeom>
        </p:spPr>
      </p:pic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6460B-AF61-43E4-A519-1732C90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769" y="6514412"/>
            <a:ext cx="512304" cy="14637"/>
          </a:xfrm>
          <a:custGeom xmlns:a="http://schemas.openxmlformats.org/drawingml/2006/main">
            <a:pathLst>
              <a:path w="512304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  <a:moveTo>
                  <a:pt x="87824" y="0"/>
                </a:moveTo>
                <a:lnTo>
                  <a:pt x="102461" y="0"/>
                </a:lnTo>
                <a:lnTo>
                  <a:pt x="102461" y="14637"/>
                </a:lnTo>
                <a:lnTo>
                  <a:pt x="87824" y="14637"/>
                </a:lnTo>
                <a:lnTo>
                  <a:pt x="87824" y="0"/>
                </a:lnTo>
                <a:close/>
                <a:moveTo>
                  <a:pt x="117098" y="0"/>
                </a:moveTo>
                <a:lnTo>
                  <a:pt x="131735" y="0"/>
                </a:lnTo>
                <a:lnTo>
                  <a:pt x="131735" y="14637"/>
                </a:lnTo>
                <a:lnTo>
                  <a:pt x="117098" y="14637"/>
                </a:lnTo>
                <a:lnTo>
                  <a:pt x="117098" y="0"/>
                </a:lnTo>
                <a:close/>
                <a:moveTo>
                  <a:pt x="146373" y="0"/>
                </a:moveTo>
                <a:lnTo>
                  <a:pt x="161010" y="0"/>
                </a:lnTo>
                <a:lnTo>
                  <a:pt x="161010" y="14637"/>
                </a:lnTo>
                <a:lnTo>
                  <a:pt x="146373" y="14637"/>
                </a:lnTo>
                <a:lnTo>
                  <a:pt x="146373" y="0"/>
                </a:lnTo>
                <a:close/>
                <a:moveTo>
                  <a:pt x="175647" y="0"/>
                </a:moveTo>
                <a:lnTo>
                  <a:pt x="190284" y="0"/>
                </a:lnTo>
                <a:lnTo>
                  <a:pt x="190284" y="14637"/>
                </a:lnTo>
                <a:lnTo>
                  <a:pt x="175647" y="14637"/>
                </a:lnTo>
                <a:lnTo>
                  <a:pt x="175647" y="0"/>
                </a:lnTo>
                <a:close/>
                <a:moveTo>
                  <a:pt x="204922" y="0"/>
                </a:moveTo>
                <a:lnTo>
                  <a:pt x="219559" y="0"/>
                </a:lnTo>
                <a:lnTo>
                  <a:pt x="219559" y="14637"/>
                </a:lnTo>
                <a:lnTo>
                  <a:pt x="204922" y="14637"/>
                </a:lnTo>
                <a:lnTo>
                  <a:pt x="204922" y="0"/>
                </a:lnTo>
                <a:close/>
                <a:moveTo>
                  <a:pt x="234196" y="0"/>
                </a:moveTo>
                <a:lnTo>
                  <a:pt x="248833" y="0"/>
                </a:lnTo>
                <a:lnTo>
                  <a:pt x="248833" y="14637"/>
                </a:lnTo>
                <a:lnTo>
                  <a:pt x="234196" y="14637"/>
                </a:lnTo>
                <a:lnTo>
                  <a:pt x="234196" y="0"/>
                </a:lnTo>
                <a:close/>
                <a:moveTo>
                  <a:pt x="263471" y="0"/>
                </a:moveTo>
                <a:lnTo>
                  <a:pt x="278108" y="0"/>
                </a:lnTo>
                <a:lnTo>
                  <a:pt x="278108" y="14637"/>
                </a:lnTo>
                <a:lnTo>
                  <a:pt x="263471" y="14637"/>
                </a:lnTo>
                <a:lnTo>
                  <a:pt x="263471" y="0"/>
                </a:lnTo>
                <a:close/>
                <a:moveTo>
                  <a:pt x="292745" y="0"/>
                </a:moveTo>
                <a:lnTo>
                  <a:pt x="307382" y="0"/>
                </a:lnTo>
                <a:lnTo>
                  <a:pt x="307382" y="14637"/>
                </a:lnTo>
                <a:lnTo>
                  <a:pt x="292745" y="14637"/>
                </a:lnTo>
                <a:lnTo>
                  <a:pt x="292745" y="0"/>
                </a:lnTo>
                <a:close/>
                <a:moveTo>
                  <a:pt x="322020" y="0"/>
                </a:moveTo>
                <a:lnTo>
                  <a:pt x="336657" y="0"/>
                </a:lnTo>
                <a:lnTo>
                  <a:pt x="336657" y="14637"/>
                </a:lnTo>
                <a:lnTo>
                  <a:pt x="322020" y="14637"/>
                </a:lnTo>
                <a:lnTo>
                  <a:pt x="322020" y="0"/>
                </a:lnTo>
                <a:close/>
                <a:moveTo>
                  <a:pt x="351294" y="0"/>
                </a:moveTo>
                <a:lnTo>
                  <a:pt x="365931" y="0"/>
                </a:lnTo>
                <a:lnTo>
                  <a:pt x="365931" y="14637"/>
                </a:lnTo>
                <a:lnTo>
                  <a:pt x="351294" y="14637"/>
                </a:lnTo>
                <a:lnTo>
                  <a:pt x="351294" y="0"/>
                </a:lnTo>
                <a:close/>
                <a:moveTo>
                  <a:pt x="380569" y="0"/>
                </a:moveTo>
                <a:lnTo>
                  <a:pt x="395206" y="0"/>
                </a:lnTo>
                <a:lnTo>
                  <a:pt x="395206" y="14637"/>
                </a:lnTo>
                <a:lnTo>
                  <a:pt x="380569" y="14637"/>
                </a:lnTo>
                <a:lnTo>
                  <a:pt x="380569" y="0"/>
                </a:lnTo>
                <a:close/>
                <a:moveTo>
                  <a:pt x="409843" y="0"/>
                </a:moveTo>
                <a:lnTo>
                  <a:pt x="424480" y="0"/>
                </a:lnTo>
                <a:lnTo>
                  <a:pt x="424480" y="14637"/>
                </a:lnTo>
                <a:lnTo>
                  <a:pt x="409843" y="14637"/>
                </a:lnTo>
                <a:lnTo>
                  <a:pt x="409843" y="0"/>
                </a:lnTo>
                <a:close/>
                <a:moveTo>
                  <a:pt x="439118" y="0"/>
                </a:moveTo>
                <a:lnTo>
                  <a:pt x="453755" y="0"/>
                </a:lnTo>
                <a:lnTo>
                  <a:pt x="453755" y="14637"/>
                </a:lnTo>
                <a:lnTo>
                  <a:pt x="439118" y="14637"/>
                </a:lnTo>
                <a:lnTo>
                  <a:pt x="439118" y="0"/>
                </a:lnTo>
                <a:close/>
                <a:moveTo>
                  <a:pt x="468392" y="0"/>
                </a:moveTo>
                <a:lnTo>
                  <a:pt x="483030" y="0"/>
                </a:lnTo>
                <a:lnTo>
                  <a:pt x="483030" y="14637"/>
                </a:lnTo>
                <a:lnTo>
                  <a:pt x="468392" y="14637"/>
                </a:lnTo>
                <a:lnTo>
                  <a:pt x="468392" y="0"/>
                </a:lnTo>
                <a:close/>
                <a:moveTo>
                  <a:pt x="497667" y="0"/>
                </a:moveTo>
                <a:lnTo>
                  <a:pt x="512304" y="0"/>
                </a:lnTo>
                <a:lnTo>
                  <a:pt x="512304" y="14637"/>
                </a:lnTo>
                <a:lnTo>
                  <a:pt x="497667" y="14637"/>
                </a:lnTo>
                <a:lnTo>
                  <a:pt x="497667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closest">
            <a:extLst xmlns:a="http://schemas.openxmlformats.org/drawingml/2006/main">
              <a:ext uri="{FF2B5EF4-FFF2-40B4-BE49-F238E27FC236}">
                <a16:creationId xmlns:a16="http://schemas.microsoft.com/office/drawing/2014/main" id="{BEE01034-25E8-480B-99F4-9B75DF6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00" y="6383773"/>
            <a:ext cx="465964" cy="118856"/>
          </a:xfrm>
          <a:custGeom xmlns:a="http://schemas.openxmlformats.org/drawingml/2006/main">
            <a:pathLst>
              <a:path w="465964" h="118856">
                <a:moveTo>
                  <a:pt x="59893" y="113424"/>
                </a:moveTo>
                <a:cubicBezTo>
                  <a:pt x="53841" y="117046"/>
                  <a:pt x="46551" y="118856"/>
                  <a:pt x="38023" y="118856"/>
                </a:cubicBezTo>
                <a:cubicBezTo>
                  <a:pt x="26587" y="118856"/>
                  <a:pt x="17391" y="115187"/>
                  <a:pt x="10435" y="107850"/>
                </a:cubicBezTo>
                <a:cubicBezTo>
                  <a:pt x="3478" y="100512"/>
                  <a:pt x="0" y="91006"/>
                  <a:pt x="0" y="79333"/>
                </a:cubicBezTo>
                <a:cubicBezTo>
                  <a:pt x="0" y="66373"/>
                  <a:pt x="3752" y="55926"/>
                  <a:pt x="11257" y="47993"/>
                </a:cubicBezTo>
                <a:cubicBezTo>
                  <a:pt x="18761" y="40059"/>
                  <a:pt x="28803" y="36093"/>
                  <a:pt x="41382" y="36093"/>
                </a:cubicBezTo>
                <a:cubicBezTo>
                  <a:pt x="48624" y="36093"/>
                  <a:pt x="54818" y="37379"/>
                  <a:pt x="59964" y="39952"/>
                </a:cubicBezTo>
                <a:lnTo>
                  <a:pt x="59964" y="53818"/>
                </a:lnTo>
                <a:cubicBezTo>
                  <a:pt x="54389" y="49720"/>
                  <a:pt x="48195" y="47671"/>
                  <a:pt x="41382" y="47671"/>
                </a:cubicBezTo>
                <a:cubicBezTo>
                  <a:pt x="33377" y="47671"/>
                  <a:pt x="26861" y="50447"/>
                  <a:pt x="21834" y="55998"/>
                </a:cubicBezTo>
                <a:cubicBezTo>
                  <a:pt x="16808" y="61548"/>
                  <a:pt x="14294" y="68946"/>
                  <a:pt x="14294" y="78189"/>
                </a:cubicBezTo>
                <a:cubicBezTo>
                  <a:pt x="14294" y="87290"/>
                  <a:pt x="16665" y="94413"/>
                  <a:pt x="21406" y="99559"/>
                </a:cubicBezTo>
                <a:cubicBezTo>
                  <a:pt x="26146" y="104705"/>
                  <a:pt x="32543" y="107278"/>
                  <a:pt x="40596" y="107278"/>
                </a:cubicBezTo>
                <a:cubicBezTo>
                  <a:pt x="47409" y="107278"/>
                  <a:pt x="53841" y="105039"/>
                  <a:pt x="59893" y="100560"/>
                </a:cubicBezTo>
                <a:lnTo>
                  <a:pt x="59893" y="113424"/>
                </a:lnTo>
                <a:close/>
                <a:moveTo>
                  <a:pt x="78404" y="116998"/>
                </a:moveTo>
                <a:lnTo>
                  <a:pt x="78404" y="0"/>
                </a:lnTo>
                <a:lnTo>
                  <a:pt x="92412" y="0"/>
                </a:lnTo>
                <a:lnTo>
                  <a:pt x="92412" y="116998"/>
                </a:lnTo>
                <a:lnTo>
                  <a:pt x="78404" y="116998"/>
                </a:lnTo>
                <a:close/>
                <a:moveTo>
                  <a:pt x="111536" y="78332"/>
                </a:moveTo>
                <a:cubicBezTo>
                  <a:pt x="111536" y="65277"/>
                  <a:pt x="115181" y="54973"/>
                  <a:pt x="122471" y="47421"/>
                </a:cubicBezTo>
                <a:cubicBezTo>
                  <a:pt x="129761" y="39869"/>
                  <a:pt x="139648" y="36093"/>
                  <a:pt x="152131" y="36093"/>
                </a:cubicBezTo>
                <a:cubicBezTo>
                  <a:pt x="163996" y="36093"/>
                  <a:pt x="173299" y="39726"/>
                  <a:pt x="180041" y="46992"/>
                </a:cubicBezTo>
                <a:cubicBezTo>
                  <a:pt x="186783" y="54258"/>
                  <a:pt x="190154" y="64300"/>
                  <a:pt x="190154" y="77117"/>
                </a:cubicBezTo>
                <a:cubicBezTo>
                  <a:pt x="190154" y="89601"/>
                  <a:pt x="186557" y="99678"/>
                  <a:pt x="179362" y="107349"/>
                </a:cubicBezTo>
                <a:cubicBezTo>
                  <a:pt x="172167" y="115021"/>
                  <a:pt x="162519" y="118856"/>
                  <a:pt x="150416" y="118856"/>
                </a:cubicBezTo>
                <a:cubicBezTo>
                  <a:pt x="138600" y="118856"/>
                  <a:pt x="129165" y="115140"/>
                  <a:pt x="122114" y="107707"/>
                </a:cubicBezTo>
                <a:cubicBezTo>
                  <a:pt x="115062" y="100274"/>
                  <a:pt x="111536" y="90482"/>
                  <a:pt x="111536" y="78332"/>
                </a:cubicBezTo>
                <a:moveTo>
                  <a:pt x="125830" y="77903"/>
                </a:moveTo>
                <a:cubicBezTo>
                  <a:pt x="125830" y="87004"/>
                  <a:pt x="128129" y="94175"/>
                  <a:pt x="132727" y="99416"/>
                </a:cubicBezTo>
                <a:cubicBezTo>
                  <a:pt x="137325" y="104657"/>
                  <a:pt x="143507" y="107278"/>
                  <a:pt x="151274" y="107278"/>
                </a:cubicBezTo>
                <a:cubicBezTo>
                  <a:pt x="159279" y="107278"/>
                  <a:pt x="165377" y="104717"/>
                  <a:pt x="169570" y="99595"/>
                </a:cubicBezTo>
                <a:cubicBezTo>
                  <a:pt x="173763" y="94473"/>
                  <a:pt x="175860" y="87123"/>
                  <a:pt x="175860" y="77546"/>
                </a:cubicBezTo>
                <a:cubicBezTo>
                  <a:pt x="175860" y="67921"/>
                  <a:pt x="173763" y="60536"/>
                  <a:pt x="169570" y="55390"/>
                </a:cubicBezTo>
                <a:cubicBezTo>
                  <a:pt x="165377" y="50244"/>
                  <a:pt x="159279" y="47671"/>
                  <a:pt x="151274" y="47671"/>
                </a:cubicBezTo>
                <a:cubicBezTo>
                  <a:pt x="143412" y="47671"/>
                  <a:pt x="137206" y="50363"/>
                  <a:pt x="132656" y="55747"/>
                </a:cubicBezTo>
                <a:cubicBezTo>
                  <a:pt x="128105" y="61132"/>
                  <a:pt x="125830" y="68517"/>
                  <a:pt x="125830" y="77903"/>
                </a:cubicBezTo>
                <a:close/>
                <a:moveTo>
                  <a:pt x="205779" y="99916"/>
                </a:moveTo>
                <a:cubicBezTo>
                  <a:pt x="212831" y="105015"/>
                  <a:pt x="220431" y="107564"/>
                  <a:pt x="228579" y="107564"/>
                </a:cubicBezTo>
                <a:cubicBezTo>
                  <a:pt x="239490" y="107564"/>
                  <a:pt x="244945" y="103990"/>
                  <a:pt x="244945" y="96843"/>
                </a:cubicBezTo>
                <a:cubicBezTo>
                  <a:pt x="244945" y="93794"/>
                  <a:pt x="243754" y="91280"/>
                  <a:pt x="241372" y="89303"/>
                </a:cubicBezTo>
                <a:cubicBezTo>
                  <a:pt x="238989" y="87326"/>
                  <a:pt x="234153" y="84979"/>
                  <a:pt x="226863" y="82263"/>
                </a:cubicBezTo>
                <a:cubicBezTo>
                  <a:pt x="218096" y="78737"/>
                  <a:pt x="212402" y="75247"/>
                  <a:pt x="209782" y="71793"/>
                </a:cubicBezTo>
                <a:cubicBezTo>
                  <a:pt x="207161" y="68338"/>
                  <a:pt x="205851" y="64157"/>
                  <a:pt x="205851" y="59249"/>
                </a:cubicBezTo>
                <a:cubicBezTo>
                  <a:pt x="205851" y="52245"/>
                  <a:pt x="208817" y="46635"/>
                  <a:pt x="214749" y="42418"/>
                </a:cubicBezTo>
                <a:cubicBezTo>
                  <a:pt x="220681" y="38201"/>
                  <a:pt x="227983" y="36093"/>
                  <a:pt x="236655" y="36093"/>
                </a:cubicBezTo>
                <a:cubicBezTo>
                  <a:pt x="243373" y="36093"/>
                  <a:pt x="249615" y="37260"/>
                  <a:pt x="255380" y="39595"/>
                </a:cubicBezTo>
                <a:lnTo>
                  <a:pt x="255380" y="53103"/>
                </a:lnTo>
                <a:cubicBezTo>
                  <a:pt x="249472" y="49291"/>
                  <a:pt x="242777" y="47385"/>
                  <a:pt x="235297" y="47385"/>
                </a:cubicBezTo>
                <a:cubicBezTo>
                  <a:pt x="230818" y="47385"/>
                  <a:pt x="227173" y="48362"/>
                  <a:pt x="224362" y="50316"/>
                </a:cubicBezTo>
                <a:cubicBezTo>
                  <a:pt x="221551" y="52269"/>
                  <a:pt x="220145" y="54842"/>
                  <a:pt x="220145" y="58034"/>
                </a:cubicBezTo>
                <a:cubicBezTo>
                  <a:pt x="220145" y="61179"/>
                  <a:pt x="221157" y="63633"/>
                  <a:pt x="223182" y="65396"/>
                </a:cubicBezTo>
                <a:cubicBezTo>
                  <a:pt x="225207" y="67159"/>
                  <a:pt x="229698" y="69422"/>
                  <a:pt x="236655" y="72186"/>
                </a:cubicBezTo>
                <a:cubicBezTo>
                  <a:pt x="245469" y="75473"/>
                  <a:pt x="251425" y="78880"/>
                  <a:pt x="254522" y="82406"/>
                </a:cubicBezTo>
                <a:cubicBezTo>
                  <a:pt x="257620" y="85932"/>
                  <a:pt x="259168" y="90292"/>
                  <a:pt x="259168" y="95485"/>
                </a:cubicBezTo>
                <a:cubicBezTo>
                  <a:pt x="259168" y="102728"/>
                  <a:pt x="256202" y="108433"/>
                  <a:pt x="250270" y="112603"/>
                </a:cubicBezTo>
                <a:cubicBezTo>
                  <a:pt x="244338" y="116772"/>
                  <a:pt x="236655" y="118856"/>
                  <a:pt x="227221" y="118856"/>
                </a:cubicBezTo>
                <a:cubicBezTo>
                  <a:pt x="219025" y="118856"/>
                  <a:pt x="211878" y="117308"/>
                  <a:pt x="205779" y="114211"/>
                </a:cubicBezTo>
                <a:lnTo>
                  <a:pt x="205779" y="99916"/>
                </a:lnTo>
                <a:close/>
                <a:moveTo>
                  <a:pt x="342376" y="81048"/>
                </a:moveTo>
                <a:lnTo>
                  <a:pt x="287058" y="81048"/>
                </a:lnTo>
                <a:cubicBezTo>
                  <a:pt x="287296" y="89482"/>
                  <a:pt x="289607" y="95997"/>
                  <a:pt x="293990" y="100595"/>
                </a:cubicBezTo>
                <a:cubicBezTo>
                  <a:pt x="298374" y="105193"/>
                  <a:pt x="304497" y="107492"/>
                  <a:pt x="312358" y="107492"/>
                </a:cubicBezTo>
                <a:cubicBezTo>
                  <a:pt x="321221" y="107492"/>
                  <a:pt x="329345" y="104657"/>
                  <a:pt x="336730" y="98987"/>
                </a:cubicBezTo>
                <a:lnTo>
                  <a:pt x="336730" y="111495"/>
                </a:lnTo>
                <a:cubicBezTo>
                  <a:pt x="329774" y="116402"/>
                  <a:pt x="320554" y="118856"/>
                  <a:pt x="309071" y="118856"/>
                </a:cubicBezTo>
                <a:cubicBezTo>
                  <a:pt x="297635" y="118856"/>
                  <a:pt x="288713" y="115235"/>
                  <a:pt x="282305" y="107993"/>
                </a:cubicBezTo>
                <a:cubicBezTo>
                  <a:pt x="275896" y="100750"/>
                  <a:pt x="272692" y="90697"/>
                  <a:pt x="272692" y="77832"/>
                </a:cubicBezTo>
                <a:cubicBezTo>
                  <a:pt x="272692" y="65729"/>
                  <a:pt x="276206" y="55747"/>
                  <a:pt x="283234" y="47886"/>
                </a:cubicBezTo>
                <a:cubicBezTo>
                  <a:pt x="290262" y="40024"/>
                  <a:pt x="298993" y="36093"/>
                  <a:pt x="309428" y="36093"/>
                </a:cubicBezTo>
                <a:cubicBezTo>
                  <a:pt x="319768" y="36093"/>
                  <a:pt x="327844" y="39416"/>
                  <a:pt x="333657" y="46063"/>
                </a:cubicBezTo>
                <a:cubicBezTo>
                  <a:pt x="339470" y="52710"/>
                  <a:pt x="342376" y="62013"/>
                  <a:pt x="342376" y="73972"/>
                </a:cubicBezTo>
                <a:lnTo>
                  <a:pt x="342376" y="81048"/>
                </a:lnTo>
                <a:moveTo>
                  <a:pt x="328368" y="69827"/>
                </a:moveTo>
                <a:cubicBezTo>
                  <a:pt x="328320" y="62680"/>
                  <a:pt x="326629" y="57153"/>
                  <a:pt x="323294" y="53246"/>
                </a:cubicBezTo>
                <a:cubicBezTo>
                  <a:pt x="319958" y="49339"/>
                  <a:pt x="315265" y="47385"/>
                  <a:pt x="309214" y="47385"/>
                </a:cubicBezTo>
                <a:cubicBezTo>
                  <a:pt x="303639" y="47385"/>
                  <a:pt x="298815" y="49458"/>
                  <a:pt x="294741" y="53603"/>
                </a:cubicBezTo>
                <a:cubicBezTo>
                  <a:pt x="290667" y="57749"/>
                  <a:pt x="288106" y="63157"/>
                  <a:pt x="287058" y="69827"/>
                </a:cubicBezTo>
                <a:lnTo>
                  <a:pt x="328368" y="69827"/>
                </a:lnTo>
                <a:close/>
                <a:moveTo>
                  <a:pt x="355811" y="99916"/>
                </a:moveTo>
                <a:cubicBezTo>
                  <a:pt x="362863" y="105015"/>
                  <a:pt x="370462" y="107564"/>
                  <a:pt x="378610" y="107564"/>
                </a:cubicBezTo>
                <a:cubicBezTo>
                  <a:pt x="389521" y="107564"/>
                  <a:pt x="394977" y="103990"/>
                  <a:pt x="394977" y="96843"/>
                </a:cubicBezTo>
                <a:cubicBezTo>
                  <a:pt x="394977" y="93794"/>
                  <a:pt x="393786" y="91280"/>
                  <a:pt x="391403" y="89303"/>
                </a:cubicBezTo>
                <a:cubicBezTo>
                  <a:pt x="389021" y="87326"/>
                  <a:pt x="384185" y="84979"/>
                  <a:pt x="376895" y="82263"/>
                </a:cubicBezTo>
                <a:cubicBezTo>
                  <a:pt x="368128" y="78737"/>
                  <a:pt x="362434" y="75247"/>
                  <a:pt x="359813" y="71793"/>
                </a:cubicBezTo>
                <a:cubicBezTo>
                  <a:pt x="357193" y="68338"/>
                  <a:pt x="355882" y="64157"/>
                  <a:pt x="355882" y="59249"/>
                </a:cubicBezTo>
                <a:cubicBezTo>
                  <a:pt x="355882" y="52245"/>
                  <a:pt x="358848" y="46635"/>
                  <a:pt x="364780" y="42418"/>
                </a:cubicBezTo>
                <a:cubicBezTo>
                  <a:pt x="370713" y="38201"/>
                  <a:pt x="378015" y="36093"/>
                  <a:pt x="386686" y="36093"/>
                </a:cubicBezTo>
                <a:cubicBezTo>
                  <a:pt x="393405" y="36093"/>
                  <a:pt x="399646" y="37260"/>
                  <a:pt x="405412" y="39595"/>
                </a:cubicBezTo>
                <a:lnTo>
                  <a:pt x="405412" y="53103"/>
                </a:lnTo>
                <a:cubicBezTo>
                  <a:pt x="399503" y="49291"/>
                  <a:pt x="392809" y="47385"/>
                  <a:pt x="385328" y="47385"/>
                </a:cubicBezTo>
                <a:cubicBezTo>
                  <a:pt x="380850" y="47385"/>
                  <a:pt x="377205" y="48362"/>
                  <a:pt x="374393" y="50316"/>
                </a:cubicBezTo>
                <a:cubicBezTo>
                  <a:pt x="371582" y="52269"/>
                  <a:pt x="370177" y="54842"/>
                  <a:pt x="370177" y="58034"/>
                </a:cubicBezTo>
                <a:cubicBezTo>
                  <a:pt x="370177" y="61179"/>
                  <a:pt x="371189" y="63633"/>
                  <a:pt x="373214" y="65396"/>
                </a:cubicBezTo>
                <a:cubicBezTo>
                  <a:pt x="375239" y="67159"/>
                  <a:pt x="379730" y="69422"/>
                  <a:pt x="386686" y="72186"/>
                </a:cubicBezTo>
                <a:cubicBezTo>
                  <a:pt x="395501" y="75473"/>
                  <a:pt x="401457" y="78880"/>
                  <a:pt x="404554" y="82406"/>
                </a:cubicBezTo>
                <a:cubicBezTo>
                  <a:pt x="407651" y="85932"/>
                  <a:pt x="409200" y="90292"/>
                  <a:pt x="409200" y="95485"/>
                </a:cubicBezTo>
                <a:cubicBezTo>
                  <a:pt x="409200" y="102728"/>
                  <a:pt x="406234" y="108433"/>
                  <a:pt x="400302" y="112603"/>
                </a:cubicBezTo>
                <a:cubicBezTo>
                  <a:pt x="394369" y="116772"/>
                  <a:pt x="386686" y="118856"/>
                  <a:pt x="377252" y="118856"/>
                </a:cubicBezTo>
                <a:cubicBezTo>
                  <a:pt x="369057" y="118856"/>
                  <a:pt x="361910" y="117308"/>
                  <a:pt x="355811" y="114211"/>
                </a:cubicBezTo>
                <a:lnTo>
                  <a:pt x="355811" y="99916"/>
                </a:lnTo>
                <a:close/>
                <a:moveTo>
                  <a:pt x="465964" y="116212"/>
                </a:moveTo>
                <a:cubicBezTo>
                  <a:pt x="462914" y="117879"/>
                  <a:pt x="458793" y="118713"/>
                  <a:pt x="453599" y="118713"/>
                </a:cubicBezTo>
                <a:cubicBezTo>
                  <a:pt x="439448" y="118713"/>
                  <a:pt x="432373" y="110875"/>
                  <a:pt x="432373" y="95199"/>
                </a:cubicBezTo>
                <a:lnTo>
                  <a:pt x="432373" y="49529"/>
                </a:lnTo>
                <a:lnTo>
                  <a:pt x="418793" y="49529"/>
                </a:lnTo>
                <a:lnTo>
                  <a:pt x="418793" y="37951"/>
                </a:lnTo>
                <a:lnTo>
                  <a:pt x="432373" y="37951"/>
                </a:lnTo>
                <a:lnTo>
                  <a:pt x="432373" y="18940"/>
                </a:lnTo>
                <a:lnTo>
                  <a:pt x="446309" y="14509"/>
                </a:lnTo>
                <a:lnTo>
                  <a:pt x="446309" y="37951"/>
                </a:lnTo>
                <a:lnTo>
                  <a:pt x="465964" y="37951"/>
                </a:lnTo>
                <a:lnTo>
                  <a:pt x="465964" y="49529"/>
                </a:lnTo>
                <a:lnTo>
                  <a:pt x="446309" y="49529"/>
                </a:lnTo>
                <a:lnTo>
                  <a:pt x="446309" y="92698"/>
                </a:lnTo>
                <a:cubicBezTo>
                  <a:pt x="446309" y="97891"/>
                  <a:pt x="447191" y="101608"/>
                  <a:pt x="448954" y="103847"/>
                </a:cubicBezTo>
                <a:cubicBezTo>
                  <a:pt x="450717" y="106087"/>
                  <a:pt x="453647" y="107206"/>
                  <a:pt x="457745" y="107206"/>
                </a:cubicBezTo>
                <a:cubicBezTo>
                  <a:pt x="460889" y="107206"/>
                  <a:pt x="463629" y="106325"/>
                  <a:pt x="465964" y="104562"/>
                </a:cubicBezTo>
                <a:lnTo>
                  <a:pt x="465964" y="11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def">
            <a:extLst xmlns:a="http://schemas.openxmlformats.org/drawingml/2006/main">
              <a:ext uri="{FF2B5EF4-FFF2-40B4-BE49-F238E27FC236}">
                <a16:creationId xmlns:a16="http://schemas.microsoft.com/office/drawing/2014/main" id="{401D5F26-699F-48D8-B9D5-41B911F3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907" y="6382057"/>
            <a:ext cx="221460" cy="120572"/>
          </a:xfrm>
          <a:custGeom xmlns:a="http://schemas.openxmlformats.org/drawingml/2006/main">
            <a:pathLst>
              <a:path w="221460" h="120572">
                <a:moveTo>
                  <a:pt x="73901" y="118713"/>
                </a:moveTo>
                <a:lnTo>
                  <a:pt x="59893" y="118713"/>
                </a:lnTo>
                <a:lnTo>
                  <a:pt x="59893" y="105563"/>
                </a:lnTo>
                <a:lnTo>
                  <a:pt x="59607" y="105563"/>
                </a:lnTo>
                <a:cubicBezTo>
                  <a:pt x="53841" y="115569"/>
                  <a:pt x="44884" y="120572"/>
                  <a:pt x="32734" y="120572"/>
                </a:cubicBezTo>
                <a:cubicBezTo>
                  <a:pt x="22728" y="120572"/>
                  <a:pt x="14771" y="117010"/>
                  <a:pt x="8862" y="109887"/>
                </a:cubicBezTo>
                <a:cubicBezTo>
                  <a:pt x="2954" y="102763"/>
                  <a:pt x="0" y="93151"/>
                  <a:pt x="0" y="81048"/>
                </a:cubicBezTo>
                <a:cubicBezTo>
                  <a:pt x="0" y="67993"/>
                  <a:pt x="3335" y="57522"/>
                  <a:pt x="10006" y="49637"/>
                </a:cubicBezTo>
                <a:cubicBezTo>
                  <a:pt x="16677" y="41751"/>
                  <a:pt x="25396" y="37808"/>
                  <a:pt x="36164" y="37808"/>
                </a:cubicBezTo>
                <a:cubicBezTo>
                  <a:pt x="46933" y="37808"/>
                  <a:pt x="54747" y="42001"/>
                  <a:pt x="59607" y="50387"/>
                </a:cubicBezTo>
                <a:lnTo>
                  <a:pt x="59893" y="50387"/>
                </a:lnTo>
                <a:lnTo>
                  <a:pt x="59893" y="1715"/>
                </a:lnTo>
                <a:lnTo>
                  <a:pt x="73901" y="1715"/>
                </a:lnTo>
                <a:lnTo>
                  <a:pt x="73901" y="118713"/>
                </a:lnTo>
                <a:moveTo>
                  <a:pt x="59964" y="71685"/>
                </a:moveTo>
                <a:cubicBezTo>
                  <a:pt x="59964" y="65348"/>
                  <a:pt x="57880" y="60048"/>
                  <a:pt x="53710" y="55783"/>
                </a:cubicBezTo>
                <a:cubicBezTo>
                  <a:pt x="49541" y="51519"/>
                  <a:pt x="44407" y="49386"/>
                  <a:pt x="38308" y="49386"/>
                </a:cubicBezTo>
                <a:cubicBezTo>
                  <a:pt x="30875" y="49386"/>
                  <a:pt x="25015" y="52162"/>
                  <a:pt x="20727" y="57713"/>
                </a:cubicBezTo>
                <a:cubicBezTo>
                  <a:pt x="16438" y="63264"/>
                  <a:pt x="14294" y="70828"/>
                  <a:pt x="14294" y="80405"/>
                </a:cubicBezTo>
                <a:cubicBezTo>
                  <a:pt x="14294" y="89220"/>
                  <a:pt x="16355" y="96188"/>
                  <a:pt x="20476" y="101310"/>
                </a:cubicBezTo>
                <a:cubicBezTo>
                  <a:pt x="24598" y="106432"/>
                  <a:pt x="30089" y="108993"/>
                  <a:pt x="36950" y="108993"/>
                </a:cubicBezTo>
                <a:cubicBezTo>
                  <a:pt x="43716" y="108993"/>
                  <a:pt x="49244" y="106480"/>
                  <a:pt x="53532" y="101453"/>
                </a:cubicBezTo>
                <a:cubicBezTo>
                  <a:pt x="57820" y="96426"/>
                  <a:pt x="59964" y="90173"/>
                  <a:pt x="59964" y="82692"/>
                </a:cubicBezTo>
                <a:lnTo>
                  <a:pt x="59964" y="71685"/>
                </a:lnTo>
                <a:close/>
                <a:moveTo>
                  <a:pt x="162997" y="82763"/>
                </a:moveTo>
                <a:lnTo>
                  <a:pt x="107678" y="82763"/>
                </a:lnTo>
                <a:cubicBezTo>
                  <a:pt x="107916" y="91197"/>
                  <a:pt x="110227" y="97713"/>
                  <a:pt x="114611" y="102311"/>
                </a:cubicBezTo>
                <a:cubicBezTo>
                  <a:pt x="118994" y="106909"/>
                  <a:pt x="125117" y="109208"/>
                  <a:pt x="132979" y="109208"/>
                </a:cubicBezTo>
                <a:cubicBezTo>
                  <a:pt x="141841" y="109208"/>
                  <a:pt x="149965" y="106373"/>
                  <a:pt x="157351" y="100703"/>
                </a:cubicBezTo>
                <a:lnTo>
                  <a:pt x="157351" y="113210"/>
                </a:lnTo>
                <a:cubicBezTo>
                  <a:pt x="150394" y="118118"/>
                  <a:pt x="141174" y="120572"/>
                  <a:pt x="129691" y="120572"/>
                </a:cubicBezTo>
                <a:cubicBezTo>
                  <a:pt x="118256" y="120572"/>
                  <a:pt x="109334" y="116950"/>
                  <a:pt x="102925" y="109708"/>
                </a:cubicBezTo>
                <a:cubicBezTo>
                  <a:pt x="96517" y="102466"/>
                  <a:pt x="93313" y="92412"/>
                  <a:pt x="93313" y="79547"/>
                </a:cubicBezTo>
                <a:cubicBezTo>
                  <a:pt x="93313" y="67445"/>
                  <a:pt x="96827" y="57463"/>
                  <a:pt x="103854" y="49601"/>
                </a:cubicBezTo>
                <a:cubicBezTo>
                  <a:pt x="110882" y="41739"/>
                  <a:pt x="119614" y="37808"/>
                  <a:pt x="130049" y="37808"/>
                </a:cubicBezTo>
                <a:cubicBezTo>
                  <a:pt x="140388" y="37808"/>
                  <a:pt x="148464" y="41132"/>
                  <a:pt x="154277" y="47778"/>
                </a:cubicBezTo>
                <a:cubicBezTo>
                  <a:pt x="160090" y="54425"/>
                  <a:pt x="162997" y="63728"/>
                  <a:pt x="162997" y="75688"/>
                </a:cubicBezTo>
                <a:lnTo>
                  <a:pt x="162997" y="82763"/>
                </a:lnTo>
                <a:moveTo>
                  <a:pt x="148988" y="71542"/>
                </a:moveTo>
                <a:cubicBezTo>
                  <a:pt x="148941" y="64395"/>
                  <a:pt x="147249" y="58868"/>
                  <a:pt x="143914" y="54961"/>
                </a:cubicBezTo>
                <a:cubicBezTo>
                  <a:pt x="140579" y="51054"/>
                  <a:pt x="135885" y="49101"/>
                  <a:pt x="129834" y="49101"/>
                </a:cubicBezTo>
                <a:cubicBezTo>
                  <a:pt x="124259" y="49101"/>
                  <a:pt x="119435" y="51173"/>
                  <a:pt x="115361" y="55319"/>
                </a:cubicBezTo>
                <a:cubicBezTo>
                  <a:pt x="111287" y="59464"/>
                  <a:pt x="108726" y="64872"/>
                  <a:pt x="107678" y="71542"/>
                </a:cubicBezTo>
                <a:lnTo>
                  <a:pt x="148988" y="71542"/>
                </a:lnTo>
                <a:close/>
                <a:moveTo>
                  <a:pt x="221460" y="13651"/>
                </a:moveTo>
                <a:cubicBezTo>
                  <a:pt x="218839" y="12269"/>
                  <a:pt x="216004" y="11578"/>
                  <a:pt x="212955" y="11578"/>
                </a:cubicBezTo>
                <a:cubicBezTo>
                  <a:pt x="204188" y="11578"/>
                  <a:pt x="199804" y="17010"/>
                  <a:pt x="199804" y="27874"/>
                </a:cubicBezTo>
                <a:lnTo>
                  <a:pt x="199804" y="39666"/>
                </a:lnTo>
                <a:lnTo>
                  <a:pt x="218315" y="39666"/>
                </a:lnTo>
                <a:lnTo>
                  <a:pt x="218315" y="51245"/>
                </a:lnTo>
                <a:lnTo>
                  <a:pt x="199804" y="51245"/>
                </a:lnTo>
                <a:lnTo>
                  <a:pt x="199804" y="118713"/>
                </a:lnTo>
                <a:lnTo>
                  <a:pt x="185939" y="118713"/>
                </a:lnTo>
                <a:lnTo>
                  <a:pt x="185939" y="51245"/>
                </a:lnTo>
                <a:lnTo>
                  <a:pt x="172431" y="51245"/>
                </a:lnTo>
                <a:lnTo>
                  <a:pt x="172431" y="39666"/>
                </a:lnTo>
                <a:lnTo>
                  <a:pt x="185939" y="39666"/>
                </a:lnTo>
                <a:lnTo>
                  <a:pt x="185939" y="27230"/>
                </a:lnTo>
                <a:cubicBezTo>
                  <a:pt x="185939" y="18749"/>
                  <a:pt x="188381" y="12091"/>
                  <a:pt x="193265" y="7254"/>
                </a:cubicBezTo>
                <a:cubicBezTo>
                  <a:pt x="198149" y="2418"/>
                  <a:pt x="204355" y="0"/>
                  <a:pt x="211883" y="0"/>
                </a:cubicBezTo>
                <a:cubicBezTo>
                  <a:pt x="215885" y="0"/>
                  <a:pt x="219078" y="453"/>
                  <a:pt x="221460" y="1358"/>
                </a:cubicBezTo>
                <a:lnTo>
                  <a:pt x="221460" y="136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C1318-1B2E-41D3-AC93-855F6FD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8" y="6499775"/>
            <a:ext cx="219559" cy="14637"/>
          </a:xfrm>
          <a:custGeom xmlns:a="http://schemas.openxmlformats.org/drawingml/2006/main">
            <a:pathLst>
              <a:path w="219559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  <a:moveTo>
                  <a:pt x="87824" y="0"/>
                </a:moveTo>
                <a:lnTo>
                  <a:pt x="102461" y="0"/>
                </a:lnTo>
                <a:lnTo>
                  <a:pt x="102461" y="14637"/>
                </a:lnTo>
                <a:lnTo>
                  <a:pt x="87824" y="14637"/>
                </a:lnTo>
                <a:lnTo>
                  <a:pt x="87824" y="0"/>
                </a:lnTo>
                <a:close/>
                <a:moveTo>
                  <a:pt x="117098" y="0"/>
                </a:moveTo>
                <a:lnTo>
                  <a:pt x="131735" y="0"/>
                </a:lnTo>
                <a:lnTo>
                  <a:pt x="131735" y="14637"/>
                </a:lnTo>
                <a:lnTo>
                  <a:pt x="117098" y="14637"/>
                </a:lnTo>
                <a:lnTo>
                  <a:pt x="117098" y="0"/>
                </a:lnTo>
                <a:close/>
                <a:moveTo>
                  <a:pt x="146373" y="0"/>
                </a:moveTo>
                <a:lnTo>
                  <a:pt x="161010" y="0"/>
                </a:lnTo>
                <a:lnTo>
                  <a:pt x="161010" y="14637"/>
                </a:lnTo>
                <a:lnTo>
                  <a:pt x="146373" y="14637"/>
                </a:lnTo>
                <a:lnTo>
                  <a:pt x="146373" y="0"/>
                </a:lnTo>
                <a:close/>
                <a:moveTo>
                  <a:pt x="175647" y="0"/>
                </a:moveTo>
                <a:lnTo>
                  <a:pt x="190284" y="0"/>
                </a:lnTo>
                <a:lnTo>
                  <a:pt x="190284" y="14637"/>
                </a:lnTo>
                <a:lnTo>
                  <a:pt x="175647" y="14637"/>
                </a:lnTo>
                <a:lnTo>
                  <a:pt x="175647" y="0"/>
                </a:lnTo>
                <a:close/>
                <a:moveTo>
                  <a:pt x="204922" y="0"/>
                </a:moveTo>
                <a:lnTo>
                  <a:pt x="219559" y="0"/>
                </a:lnTo>
                <a:lnTo>
                  <a:pt x="219559" y="14637"/>
                </a:lnTo>
                <a:lnTo>
                  <a:pt x="204922" y="14637"/>
                </a:lnTo>
                <a:lnTo>
                  <a:pt x="204922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_">
            <a:extLst xmlns:a="http://schemas.openxmlformats.org/drawingml/2006/main">
              <a:ext uri="{FF2B5EF4-FFF2-40B4-BE49-F238E27FC236}">
                <a16:creationId xmlns:a16="http://schemas.microsoft.com/office/drawing/2014/main" id="{DEAC69F4-E97B-4DD5-BF22-317CEDD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61" y="6514493"/>
            <a:ext cx="65610" cy="9220"/>
          </a:xfrm>
          <a:custGeom xmlns:a="http://schemas.openxmlformats.org/drawingml/2006/main">
            <a:pathLst>
              <a:path w="65610" h="9220">
                <a:moveTo>
                  <a:pt x="65610" y="9220"/>
                </a:moveTo>
                <a:lnTo>
                  <a:pt x="0" y="9220"/>
                </a:lnTo>
                <a:lnTo>
                  <a:pt x="0" y="0"/>
                </a:lnTo>
                <a:lnTo>
                  <a:pt x="65610" y="0"/>
                </a:lnTo>
                <a:lnTo>
                  <a:pt x="65610" y="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E9D84-8440-417D-9ABF-311EE467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060" y="6514412"/>
            <a:ext cx="73186" cy="14637"/>
          </a:xfrm>
          <a:custGeom xmlns:a="http://schemas.openxmlformats.org/drawingml/2006/main">
            <a:pathLst>
              <a:path w="73186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num">
            <a:extLst xmlns:a="http://schemas.openxmlformats.org/drawingml/2006/main">
              <a:ext uri="{FF2B5EF4-FFF2-40B4-BE49-F238E27FC236}">
                <a16:creationId xmlns:a16="http://schemas.microsoft.com/office/drawing/2014/main" id="{2863C2C0-FFF4-47BC-8690-07E0B3EF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683" y="6419866"/>
            <a:ext cx="293088" cy="82763"/>
          </a:xfrm>
          <a:custGeom xmlns:a="http://schemas.openxmlformats.org/drawingml/2006/main">
            <a:pathLst>
              <a:path w="293088" h="82763">
                <a:moveTo>
                  <a:pt x="66825" y="80905"/>
                </a:moveTo>
                <a:lnTo>
                  <a:pt x="52889" y="80905"/>
                </a:lnTo>
                <a:lnTo>
                  <a:pt x="52889" y="35950"/>
                </a:lnTo>
                <a:cubicBezTo>
                  <a:pt x="52889" y="19702"/>
                  <a:pt x="46956" y="11578"/>
                  <a:pt x="35092" y="11578"/>
                </a:cubicBezTo>
                <a:cubicBezTo>
                  <a:pt x="28946" y="11578"/>
                  <a:pt x="23895" y="13865"/>
                  <a:pt x="19940" y="18440"/>
                </a:cubicBezTo>
                <a:cubicBezTo>
                  <a:pt x="15986" y="23014"/>
                  <a:pt x="14008" y="28803"/>
                  <a:pt x="14008" y="35807"/>
                </a:cubicBezTo>
                <a:lnTo>
                  <a:pt x="14008" y="80905"/>
                </a:lnTo>
                <a:lnTo>
                  <a:pt x="0" y="80905"/>
                </a:lnTo>
                <a:lnTo>
                  <a:pt x="0" y="1858"/>
                </a:lnTo>
                <a:lnTo>
                  <a:pt x="14008" y="1858"/>
                </a:lnTo>
                <a:lnTo>
                  <a:pt x="14008" y="14937"/>
                </a:lnTo>
                <a:lnTo>
                  <a:pt x="14294" y="14937"/>
                </a:lnTo>
                <a:cubicBezTo>
                  <a:pt x="20250" y="4979"/>
                  <a:pt x="28898" y="0"/>
                  <a:pt x="40238" y="0"/>
                </a:cubicBezTo>
                <a:cubicBezTo>
                  <a:pt x="48910" y="0"/>
                  <a:pt x="55509" y="2775"/>
                  <a:pt x="60036" y="8326"/>
                </a:cubicBezTo>
                <a:cubicBezTo>
                  <a:pt x="64562" y="13877"/>
                  <a:pt x="66825" y="21965"/>
                  <a:pt x="66825" y="32591"/>
                </a:cubicBezTo>
                <a:lnTo>
                  <a:pt x="66825" y="80905"/>
                </a:lnTo>
                <a:close/>
                <a:moveTo>
                  <a:pt x="154906" y="80905"/>
                </a:moveTo>
                <a:lnTo>
                  <a:pt x="140826" y="80905"/>
                </a:lnTo>
                <a:lnTo>
                  <a:pt x="140826" y="68469"/>
                </a:lnTo>
                <a:lnTo>
                  <a:pt x="140541" y="68469"/>
                </a:lnTo>
                <a:cubicBezTo>
                  <a:pt x="135252" y="77999"/>
                  <a:pt x="127128" y="82763"/>
                  <a:pt x="116169" y="82763"/>
                </a:cubicBezTo>
                <a:cubicBezTo>
                  <a:pt x="97444" y="82763"/>
                  <a:pt x="88081" y="71566"/>
                  <a:pt x="88081" y="49172"/>
                </a:cubicBezTo>
                <a:lnTo>
                  <a:pt x="88081" y="1858"/>
                </a:lnTo>
                <a:lnTo>
                  <a:pt x="101946" y="1858"/>
                </a:lnTo>
                <a:lnTo>
                  <a:pt x="101946" y="47099"/>
                </a:lnTo>
                <a:cubicBezTo>
                  <a:pt x="101946" y="63157"/>
                  <a:pt x="108093" y="71185"/>
                  <a:pt x="120386" y="71185"/>
                </a:cubicBezTo>
                <a:cubicBezTo>
                  <a:pt x="126485" y="71185"/>
                  <a:pt x="131416" y="68934"/>
                  <a:pt x="135180" y="64431"/>
                </a:cubicBezTo>
                <a:cubicBezTo>
                  <a:pt x="138944" y="59928"/>
                  <a:pt x="140826" y="54246"/>
                  <a:pt x="140826" y="47385"/>
                </a:cubicBezTo>
                <a:lnTo>
                  <a:pt x="140826" y="1858"/>
                </a:lnTo>
                <a:lnTo>
                  <a:pt x="154906" y="1858"/>
                </a:lnTo>
                <a:lnTo>
                  <a:pt x="154906" y="80905"/>
                </a:lnTo>
                <a:close/>
                <a:moveTo>
                  <a:pt x="293088" y="80905"/>
                </a:moveTo>
                <a:lnTo>
                  <a:pt x="279080" y="80905"/>
                </a:lnTo>
                <a:lnTo>
                  <a:pt x="279080" y="35521"/>
                </a:lnTo>
                <a:cubicBezTo>
                  <a:pt x="279080" y="26945"/>
                  <a:pt x="277745" y="20810"/>
                  <a:pt x="275077" y="17117"/>
                </a:cubicBezTo>
                <a:cubicBezTo>
                  <a:pt x="272409" y="13425"/>
                  <a:pt x="268025" y="11578"/>
                  <a:pt x="261927" y="11578"/>
                </a:cubicBezTo>
                <a:cubicBezTo>
                  <a:pt x="256781" y="11578"/>
                  <a:pt x="252373" y="13984"/>
                  <a:pt x="248704" y="18797"/>
                </a:cubicBezTo>
                <a:cubicBezTo>
                  <a:pt x="245036" y="23609"/>
                  <a:pt x="243201" y="29303"/>
                  <a:pt x="243201" y="35878"/>
                </a:cubicBezTo>
                <a:lnTo>
                  <a:pt x="243201" y="80905"/>
                </a:lnTo>
                <a:lnTo>
                  <a:pt x="229193" y="80905"/>
                </a:lnTo>
                <a:lnTo>
                  <a:pt x="229193" y="34092"/>
                </a:lnTo>
                <a:cubicBezTo>
                  <a:pt x="229193" y="19083"/>
                  <a:pt x="223404" y="11578"/>
                  <a:pt x="211825" y="11578"/>
                </a:cubicBezTo>
                <a:cubicBezTo>
                  <a:pt x="206489" y="11578"/>
                  <a:pt x="202070" y="13865"/>
                  <a:pt x="198568" y="18440"/>
                </a:cubicBezTo>
                <a:cubicBezTo>
                  <a:pt x="195065" y="23014"/>
                  <a:pt x="193314" y="28850"/>
                  <a:pt x="193314" y="35950"/>
                </a:cubicBezTo>
                <a:lnTo>
                  <a:pt x="193314" y="80905"/>
                </a:lnTo>
                <a:lnTo>
                  <a:pt x="179306" y="80905"/>
                </a:lnTo>
                <a:lnTo>
                  <a:pt x="179306" y="1858"/>
                </a:lnTo>
                <a:lnTo>
                  <a:pt x="193314" y="1858"/>
                </a:lnTo>
                <a:lnTo>
                  <a:pt x="193314" y="14366"/>
                </a:lnTo>
                <a:lnTo>
                  <a:pt x="193600" y="14366"/>
                </a:lnTo>
                <a:cubicBezTo>
                  <a:pt x="199223" y="4789"/>
                  <a:pt x="207442" y="0"/>
                  <a:pt x="218258" y="0"/>
                </a:cubicBezTo>
                <a:cubicBezTo>
                  <a:pt x="223547" y="0"/>
                  <a:pt x="228216" y="1453"/>
                  <a:pt x="232266" y="4360"/>
                </a:cubicBezTo>
                <a:cubicBezTo>
                  <a:pt x="236316" y="7266"/>
                  <a:pt x="239127" y="11197"/>
                  <a:pt x="240700" y="16152"/>
                </a:cubicBezTo>
                <a:cubicBezTo>
                  <a:pt x="246560" y="5384"/>
                  <a:pt x="255327" y="0"/>
                  <a:pt x="267001" y="0"/>
                </a:cubicBezTo>
                <a:cubicBezTo>
                  <a:pt x="284392" y="0"/>
                  <a:pt x="293088" y="10721"/>
                  <a:pt x="293088" y="32162"/>
                </a:cubicBezTo>
                <a:lnTo>
                  <a:pt x="293088" y="809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07423-F223-49A4-A5AB-ED6C1E6B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175" y="6514412"/>
            <a:ext cx="307382" cy="14637"/>
          </a:xfrm>
          <a:custGeom xmlns:a="http://schemas.openxmlformats.org/drawingml/2006/main">
            <a:pathLst>
              <a:path w="307382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  <a:moveTo>
                  <a:pt x="87824" y="0"/>
                </a:moveTo>
                <a:lnTo>
                  <a:pt x="102461" y="0"/>
                </a:lnTo>
                <a:lnTo>
                  <a:pt x="102461" y="14637"/>
                </a:lnTo>
                <a:lnTo>
                  <a:pt x="87824" y="14637"/>
                </a:lnTo>
                <a:lnTo>
                  <a:pt x="87824" y="0"/>
                </a:lnTo>
                <a:close/>
                <a:moveTo>
                  <a:pt x="117098" y="0"/>
                </a:moveTo>
                <a:lnTo>
                  <a:pt x="131735" y="0"/>
                </a:lnTo>
                <a:lnTo>
                  <a:pt x="131735" y="14637"/>
                </a:lnTo>
                <a:lnTo>
                  <a:pt x="117098" y="14637"/>
                </a:lnTo>
                <a:lnTo>
                  <a:pt x="117098" y="0"/>
                </a:lnTo>
                <a:close/>
                <a:moveTo>
                  <a:pt x="146373" y="0"/>
                </a:moveTo>
                <a:lnTo>
                  <a:pt x="161010" y="0"/>
                </a:lnTo>
                <a:lnTo>
                  <a:pt x="161010" y="14637"/>
                </a:lnTo>
                <a:lnTo>
                  <a:pt x="146373" y="14637"/>
                </a:lnTo>
                <a:lnTo>
                  <a:pt x="146373" y="0"/>
                </a:lnTo>
                <a:close/>
                <a:moveTo>
                  <a:pt x="175647" y="0"/>
                </a:moveTo>
                <a:lnTo>
                  <a:pt x="190284" y="0"/>
                </a:lnTo>
                <a:lnTo>
                  <a:pt x="190284" y="14637"/>
                </a:lnTo>
                <a:lnTo>
                  <a:pt x="175647" y="14637"/>
                </a:lnTo>
                <a:lnTo>
                  <a:pt x="175647" y="0"/>
                </a:lnTo>
                <a:close/>
                <a:moveTo>
                  <a:pt x="204922" y="0"/>
                </a:moveTo>
                <a:lnTo>
                  <a:pt x="219559" y="0"/>
                </a:lnTo>
                <a:lnTo>
                  <a:pt x="219559" y="14637"/>
                </a:lnTo>
                <a:lnTo>
                  <a:pt x="204922" y="14637"/>
                </a:lnTo>
                <a:lnTo>
                  <a:pt x="204922" y="0"/>
                </a:lnTo>
                <a:close/>
                <a:moveTo>
                  <a:pt x="234196" y="0"/>
                </a:moveTo>
                <a:lnTo>
                  <a:pt x="248833" y="0"/>
                </a:lnTo>
                <a:lnTo>
                  <a:pt x="248833" y="14637"/>
                </a:lnTo>
                <a:lnTo>
                  <a:pt x="234196" y="14637"/>
                </a:lnTo>
                <a:lnTo>
                  <a:pt x="234196" y="0"/>
                </a:lnTo>
                <a:close/>
                <a:moveTo>
                  <a:pt x="263471" y="0"/>
                </a:moveTo>
                <a:lnTo>
                  <a:pt x="278108" y="0"/>
                </a:lnTo>
                <a:lnTo>
                  <a:pt x="278108" y="14637"/>
                </a:lnTo>
                <a:lnTo>
                  <a:pt x="263471" y="14637"/>
                </a:lnTo>
                <a:lnTo>
                  <a:pt x="263471" y="0"/>
                </a:lnTo>
                <a:close/>
                <a:moveTo>
                  <a:pt x="292745" y="0"/>
                </a:moveTo>
                <a:lnTo>
                  <a:pt x="307382" y="0"/>
                </a:lnTo>
                <a:lnTo>
                  <a:pt x="307382" y="14637"/>
                </a:lnTo>
                <a:lnTo>
                  <a:pt x="292745" y="14637"/>
                </a:lnTo>
                <a:lnTo>
                  <a:pt x="292745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_">
            <a:extLst xmlns:a="http://schemas.openxmlformats.org/drawingml/2006/main">
              <a:ext uri="{FF2B5EF4-FFF2-40B4-BE49-F238E27FC236}">
                <a16:creationId xmlns:a16="http://schemas.microsoft.com/office/drawing/2014/main" id="{6F216CEF-DDE3-4F26-B66C-5EEE3DD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487" y="6503954"/>
            <a:ext cx="65610" cy="9220"/>
          </a:xfrm>
          <a:custGeom xmlns:a="http://schemas.openxmlformats.org/drawingml/2006/main">
            <a:pathLst>
              <a:path w="65610" h="9220">
                <a:moveTo>
                  <a:pt x="65610" y="9220"/>
                </a:moveTo>
                <a:lnTo>
                  <a:pt x="0" y="9220"/>
                </a:lnTo>
                <a:lnTo>
                  <a:pt x="0" y="0"/>
                </a:lnTo>
                <a:lnTo>
                  <a:pt x="65610" y="0"/>
                </a:lnTo>
                <a:lnTo>
                  <a:pt x="65610" y="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E55EA-224F-4EE3-AEF2-18EC1E45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487" y="6503419"/>
            <a:ext cx="73186" cy="14637"/>
          </a:xfrm>
          <a:custGeom xmlns:a="http://schemas.openxmlformats.org/drawingml/2006/main">
            <a:pathLst>
              <a:path w="73186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04886-CD21-4EF2-A4E7-2791F37F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02" y="6301140"/>
            <a:ext cx="2458766" cy="282142"/>
          </a:xfrm>
          <a:custGeom xmlns:a="http://schemas.openxmlformats.org/drawingml/2006/main">
            <a:pathLst>
              <a:path w="2458766" h="282142" fill="none">
                <a:moveTo>
                  <a:pt x="0" y="47025"/>
                </a:moveTo>
                <a:cubicBezTo>
                  <a:pt x="0" y="21054"/>
                  <a:pt x="21053" y="0"/>
                  <a:pt x="47024" y="0"/>
                </a:cubicBezTo>
                <a:lnTo>
                  <a:pt x="2411742" y="0"/>
                </a:lnTo>
                <a:cubicBezTo>
                  <a:pt x="2437712" y="0"/>
                  <a:pt x="2458766" y="21054"/>
                  <a:pt x="2458766" y="47025"/>
                </a:cubicBezTo>
                <a:lnTo>
                  <a:pt x="2458766" y="235117"/>
                </a:lnTo>
                <a:cubicBezTo>
                  <a:pt x="2458766" y="261088"/>
                  <a:pt x="2437712" y="282142"/>
                  <a:pt x="2411742" y="282142"/>
                </a:cubicBezTo>
                <a:lnTo>
                  <a:pt x="47024" y="282142"/>
                </a:lnTo>
                <a:cubicBezTo>
                  <a:pt x="21053" y="282142"/>
                  <a:pt x="0" y="261088"/>
                  <a:pt x="0" y="235117"/>
                </a:cubicBezTo>
                <a:lnTo>
                  <a:pt x="0" y="470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9DC3E6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6D804-DEFA-4D6D-8B2A-2AE3C746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495" y="6496198"/>
            <a:ext cx="131735" cy="14637"/>
          </a:xfrm>
          <a:custGeom xmlns:a="http://schemas.openxmlformats.org/drawingml/2006/main">
            <a:pathLst>
              <a:path w="131735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  <a:moveTo>
                  <a:pt x="87824" y="0"/>
                </a:moveTo>
                <a:lnTo>
                  <a:pt x="102461" y="0"/>
                </a:lnTo>
                <a:lnTo>
                  <a:pt x="102461" y="14637"/>
                </a:lnTo>
                <a:lnTo>
                  <a:pt x="87824" y="14637"/>
                </a:lnTo>
                <a:lnTo>
                  <a:pt x="87824" y="0"/>
                </a:lnTo>
                <a:close/>
                <a:moveTo>
                  <a:pt x="117098" y="0"/>
                </a:moveTo>
                <a:lnTo>
                  <a:pt x="131735" y="0"/>
                </a:lnTo>
                <a:lnTo>
                  <a:pt x="131735" y="14637"/>
                </a:lnTo>
                <a:lnTo>
                  <a:pt x="117098" y="14637"/>
                </a:lnTo>
                <a:lnTo>
                  <a:pt x="117098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2(">
            <a:extLst xmlns:a="http://schemas.openxmlformats.org/drawingml/2006/main">
              <a:ext uri="{FF2B5EF4-FFF2-40B4-BE49-F238E27FC236}">
                <a16:creationId xmlns:a16="http://schemas.microsoft.com/office/drawing/2014/main" id="{BF53EC48-5AE8-466B-8F14-0AF368D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982" y="6370640"/>
            <a:ext cx="223819" cy="137725"/>
          </a:xfrm>
          <a:custGeom xmlns:a="http://schemas.openxmlformats.org/drawingml/2006/main">
            <a:pathLst>
              <a:path w="223819" h="137725">
                <a:moveTo>
                  <a:pt x="67326" y="112567"/>
                </a:moveTo>
                <a:lnTo>
                  <a:pt x="0" y="112567"/>
                </a:lnTo>
                <a:lnTo>
                  <a:pt x="0" y="100417"/>
                </a:lnTo>
                <a:lnTo>
                  <a:pt x="32162" y="68326"/>
                </a:lnTo>
                <a:cubicBezTo>
                  <a:pt x="41024" y="59464"/>
                  <a:pt x="46956" y="52448"/>
                  <a:pt x="49958" y="47278"/>
                </a:cubicBezTo>
                <a:cubicBezTo>
                  <a:pt x="52960" y="42108"/>
                  <a:pt x="54461" y="36760"/>
                  <a:pt x="54461" y="31233"/>
                </a:cubicBezTo>
                <a:cubicBezTo>
                  <a:pt x="54461" y="24943"/>
                  <a:pt x="52698" y="20119"/>
                  <a:pt x="49172" y="16760"/>
                </a:cubicBezTo>
                <a:cubicBezTo>
                  <a:pt x="45646" y="13401"/>
                  <a:pt x="40548" y="11721"/>
                  <a:pt x="33877" y="11721"/>
                </a:cubicBezTo>
                <a:cubicBezTo>
                  <a:pt x="24014" y="11721"/>
                  <a:pt x="14604" y="15914"/>
                  <a:pt x="5646" y="24300"/>
                </a:cubicBezTo>
                <a:lnTo>
                  <a:pt x="5646" y="10077"/>
                </a:lnTo>
                <a:cubicBezTo>
                  <a:pt x="14366" y="3359"/>
                  <a:pt x="24515" y="0"/>
                  <a:pt x="36093" y="0"/>
                </a:cubicBezTo>
                <a:cubicBezTo>
                  <a:pt x="46051" y="0"/>
                  <a:pt x="53913" y="2692"/>
                  <a:pt x="59678" y="8076"/>
                </a:cubicBezTo>
                <a:cubicBezTo>
                  <a:pt x="65444" y="13460"/>
                  <a:pt x="68326" y="20703"/>
                  <a:pt x="68326" y="29803"/>
                </a:cubicBezTo>
                <a:cubicBezTo>
                  <a:pt x="68326" y="36665"/>
                  <a:pt x="66480" y="43395"/>
                  <a:pt x="62787" y="49994"/>
                </a:cubicBezTo>
                <a:cubicBezTo>
                  <a:pt x="59095" y="56593"/>
                  <a:pt x="52102" y="64991"/>
                  <a:pt x="41811" y="75187"/>
                </a:cubicBezTo>
                <a:lnTo>
                  <a:pt x="16581" y="99845"/>
                </a:lnTo>
                <a:lnTo>
                  <a:pt x="16581" y="100131"/>
                </a:lnTo>
                <a:lnTo>
                  <a:pt x="67326" y="100131"/>
                </a:lnTo>
                <a:lnTo>
                  <a:pt x="67326" y="112567"/>
                </a:lnTo>
                <a:close/>
                <a:moveTo>
                  <a:pt x="211454" y="137725"/>
                </a:moveTo>
                <a:cubicBezTo>
                  <a:pt x="195397" y="119428"/>
                  <a:pt x="187369" y="96962"/>
                  <a:pt x="187369" y="70327"/>
                </a:cubicBezTo>
                <a:cubicBezTo>
                  <a:pt x="187369" y="43693"/>
                  <a:pt x="195397" y="20870"/>
                  <a:pt x="211454" y="1858"/>
                </a:cubicBezTo>
                <a:lnTo>
                  <a:pt x="223819" y="1858"/>
                </a:lnTo>
                <a:cubicBezTo>
                  <a:pt x="207714" y="21632"/>
                  <a:pt x="199662" y="44407"/>
                  <a:pt x="199662" y="70185"/>
                </a:cubicBezTo>
                <a:cubicBezTo>
                  <a:pt x="199662" y="95914"/>
                  <a:pt x="207666" y="118427"/>
                  <a:pt x="223676" y="137725"/>
                </a:cubicBezTo>
                <a:lnTo>
                  <a:pt x="211454" y="137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5B6AE-187F-4A3C-A785-1C19355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416" y="6496424"/>
            <a:ext cx="43912" cy="14637"/>
          </a:xfrm>
          <a:custGeom xmlns:a="http://schemas.openxmlformats.org/drawingml/2006/main">
            <a:pathLst>
              <a:path w="43912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N">
            <a:extLst xmlns:a="http://schemas.openxmlformats.org/drawingml/2006/main">
              <a:ext uri="{FF2B5EF4-FFF2-40B4-BE49-F238E27FC236}">
                <a16:creationId xmlns:a16="http://schemas.microsoft.com/office/drawing/2014/main" id="{C33E56A4-9E29-471E-97C0-CDEEFF8E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68" y="6379523"/>
            <a:ext cx="90411" cy="110709"/>
          </a:xfrm>
          <a:custGeom xmlns:a="http://schemas.openxmlformats.org/drawingml/2006/main">
            <a:pathLst>
              <a:path w="90411" h="110709">
                <a:moveTo>
                  <a:pt x="90411" y="110709"/>
                </a:moveTo>
                <a:lnTo>
                  <a:pt x="73472" y="110709"/>
                </a:lnTo>
                <a:lnTo>
                  <a:pt x="17796" y="24586"/>
                </a:lnTo>
                <a:cubicBezTo>
                  <a:pt x="16224" y="22156"/>
                  <a:pt x="14961" y="19750"/>
                  <a:pt x="14008" y="17367"/>
                </a:cubicBezTo>
                <a:lnTo>
                  <a:pt x="13579" y="17367"/>
                </a:lnTo>
                <a:cubicBezTo>
                  <a:pt x="13961" y="19845"/>
                  <a:pt x="14151" y="25015"/>
                  <a:pt x="14151" y="32877"/>
                </a:cubicBezTo>
                <a:lnTo>
                  <a:pt x="14151" y="110709"/>
                </a:lnTo>
                <a:lnTo>
                  <a:pt x="0" y="110709"/>
                </a:lnTo>
                <a:lnTo>
                  <a:pt x="0" y="0"/>
                </a:lnTo>
                <a:lnTo>
                  <a:pt x="17939" y="0"/>
                </a:lnTo>
                <a:lnTo>
                  <a:pt x="72114" y="84622"/>
                </a:lnTo>
                <a:cubicBezTo>
                  <a:pt x="74687" y="88624"/>
                  <a:pt x="76212" y="91173"/>
                  <a:pt x="76688" y="92269"/>
                </a:cubicBezTo>
                <a:lnTo>
                  <a:pt x="76974" y="92269"/>
                </a:lnTo>
                <a:cubicBezTo>
                  <a:pt x="76498" y="89124"/>
                  <a:pt x="76260" y="83740"/>
                  <a:pt x="76260" y="76117"/>
                </a:cubicBezTo>
                <a:lnTo>
                  <a:pt x="76260" y="0"/>
                </a:lnTo>
                <a:lnTo>
                  <a:pt x="90411" y="0"/>
                </a:lnTo>
                <a:lnTo>
                  <a:pt x="90411" y="110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3188F-FE7C-4269-8458-B8203732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474" y="6503419"/>
            <a:ext cx="102461" cy="14637"/>
          </a:xfrm>
          <a:custGeom xmlns:a="http://schemas.openxmlformats.org/drawingml/2006/main">
            <a:pathLst>
              <a:path w="102461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  <a:moveTo>
                  <a:pt x="87824" y="0"/>
                </a:moveTo>
                <a:lnTo>
                  <a:pt x="102461" y="0"/>
                </a:lnTo>
                <a:lnTo>
                  <a:pt x="102461" y="14637"/>
                </a:lnTo>
                <a:lnTo>
                  <a:pt x="87824" y="14637"/>
                </a:lnTo>
                <a:lnTo>
                  <a:pt x="87824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):">
            <a:extLst xmlns:a="http://schemas.openxmlformats.org/drawingml/2006/main">
              <a:ext uri="{FF2B5EF4-FFF2-40B4-BE49-F238E27FC236}">
                <a16:creationId xmlns:a16="http://schemas.microsoft.com/office/drawing/2014/main" id="{35F718FF-E4E8-460A-B239-29584736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322" y="6376011"/>
            <a:ext cx="74773" cy="135866"/>
          </a:xfrm>
          <a:custGeom xmlns:a="http://schemas.openxmlformats.org/drawingml/2006/main">
            <a:pathLst>
              <a:path w="74773" h="135866">
                <a:moveTo>
                  <a:pt x="143" y="135866"/>
                </a:moveTo>
                <a:cubicBezTo>
                  <a:pt x="16200" y="116617"/>
                  <a:pt x="24229" y="94103"/>
                  <a:pt x="24229" y="68326"/>
                </a:cubicBezTo>
                <a:cubicBezTo>
                  <a:pt x="24229" y="42501"/>
                  <a:pt x="16152" y="19726"/>
                  <a:pt x="0" y="0"/>
                </a:cubicBezTo>
                <a:lnTo>
                  <a:pt x="12436" y="0"/>
                </a:lnTo>
                <a:cubicBezTo>
                  <a:pt x="28541" y="18868"/>
                  <a:pt x="36593" y="41691"/>
                  <a:pt x="36593" y="68469"/>
                </a:cubicBezTo>
                <a:cubicBezTo>
                  <a:pt x="36593" y="95247"/>
                  <a:pt x="28541" y="117713"/>
                  <a:pt x="12436" y="135866"/>
                </a:cubicBezTo>
                <a:lnTo>
                  <a:pt x="143" y="135866"/>
                </a:lnTo>
                <a:close/>
                <a:moveTo>
                  <a:pt x="56262" y="39023"/>
                </a:moveTo>
                <a:cubicBezTo>
                  <a:pt x="56262" y="36450"/>
                  <a:pt x="57167" y="34306"/>
                  <a:pt x="58978" y="32591"/>
                </a:cubicBezTo>
                <a:cubicBezTo>
                  <a:pt x="60788" y="30875"/>
                  <a:pt x="62956" y="30018"/>
                  <a:pt x="65481" y="30018"/>
                </a:cubicBezTo>
                <a:cubicBezTo>
                  <a:pt x="68054" y="30018"/>
                  <a:pt x="70246" y="30887"/>
                  <a:pt x="72057" y="32627"/>
                </a:cubicBezTo>
                <a:cubicBezTo>
                  <a:pt x="73867" y="34366"/>
                  <a:pt x="74773" y="36498"/>
                  <a:pt x="74773" y="39023"/>
                </a:cubicBezTo>
                <a:cubicBezTo>
                  <a:pt x="74773" y="41548"/>
                  <a:pt x="73891" y="43693"/>
                  <a:pt x="72128" y="45456"/>
                </a:cubicBezTo>
                <a:cubicBezTo>
                  <a:pt x="70365" y="47218"/>
                  <a:pt x="68126" y="48100"/>
                  <a:pt x="65410" y="48100"/>
                </a:cubicBezTo>
                <a:cubicBezTo>
                  <a:pt x="62837" y="48100"/>
                  <a:pt x="60669" y="47218"/>
                  <a:pt x="58906" y="45456"/>
                </a:cubicBezTo>
                <a:cubicBezTo>
                  <a:pt x="57143" y="43693"/>
                  <a:pt x="56262" y="41548"/>
                  <a:pt x="56262" y="39023"/>
                </a:cubicBezTo>
                <a:moveTo>
                  <a:pt x="56262" y="103347"/>
                </a:moveTo>
                <a:cubicBezTo>
                  <a:pt x="56262" y="100774"/>
                  <a:pt x="57143" y="98606"/>
                  <a:pt x="58906" y="96843"/>
                </a:cubicBezTo>
                <a:cubicBezTo>
                  <a:pt x="60669" y="95080"/>
                  <a:pt x="62861" y="94199"/>
                  <a:pt x="65481" y="94199"/>
                </a:cubicBezTo>
                <a:cubicBezTo>
                  <a:pt x="68150" y="94199"/>
                  <a:pt x="70365" y="95092"/>
                  <a:pt x="72128" y="96879"/>
                </a:cubicBezTo>
                <a:cubicBezTo>
                  <a:pt x="73891" y="98666"/>
                  <a:pt x="74773" y="100822"/>
                  <a:pt x="74773" y="103347"/>
                </a:cubicBezTo>
                <a:cubicBezTo>
                  <a:pt x="74773" y="105825"/>
                  <a:pt x="73891" y="107957"/>
                  <a:pt x="72128" y="109744"/>
                </a:cubicBezTo>
                <a:cubicBezTo>
                  <a:pt x="70365" y="111530"/>
                  <a:pt x="68126" y="112424"/>
                  <a:pt x="65410" y="112424"/>
                </a:cubicBezTo>
                <a:cubicBezTo>
                  <a:pt x="62789" y="112424"/>
                  <a:pt x="60609" y="111530"/>
                  <a:pt x="58870" y="109744"/>
                </a:cubicBezTo>
                <a:cubicBezTo>
                  <a:pt x="57131" y="107957"/>
                  <a:pt x="56262" y="105825"/>
                  <a:pt x="56262" y="1033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B3B09-EBE7-4A67-A38A-0308476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678" y="6501695"/>
            <a:ext cx="73186" cy="14637"/>
          </a:xfrm>
          <a:custGeom xmlns:a="http://schemas.openxmlformats.org/drawingml/2006/main">
            <a:pathLst>
              <a:path w="73186" h="14637">
                <a:moveTo>
                  <a:pt x="0" y="0"/>
                </a:moveTo>
                <a:lnTo>
                  <a:pt x="14637" y="0"/>
                </a:lnTo>
                <a:lnTo>
                  <a:pt x="14637" y="14637"/>
                </a:lnTo>
                <a:lnTo>
                  <a:pt x="0" y="14637"/>
                </a:lnTo>
                <a:lnTo>
                  <a:pt x="0" y="0"/>
                </a:lnTo>
                <a:close/>
                <a:moveTo>
                  <a:pt x="29275" y="0"/>
                </a:moveTo>
                <a:lnTo>
                  <a:pt x="43912" y="0"/>
                </a:lnTo>
                <a:lnTo>
                  <a:pt x="43912" y="14637"/>
                </a:lnTo>
                <a:lnTo>
                  <a:pt x="29275" y="14637"/>
                </a:lnTo>
                <a:lnTo>
                  <a:pt x="29275" y="0"/>
                </a:lnTo>
                <a:close/>
                <a:moveTo>
                  <a:pt x="58549" y="0"/>
                </a:moveTo>
                <a:lnTo>
                  <a:pt x="73186" y="0"/>
                </a:lnTo>
                <a:lnTo>
                  <a:pt x="73186" y="14637"/>
                </a:lnTo>
                <a:lnTo>
                  <a:pt x="58549" y="14637"/>
                </a:lnTo>
                <a:lnTo>
                  <a:pt x="58549" y="0"/>
                </a:lnTo>
                <a:close/>
              </a:path>
            </a:pathLst>
          </a:custGeom>
          <a:solidFill xmlns:a="http://schemas.openxmlformats.org/drawingml/2006/main">
            <a:srgbClr val="9DC3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CodeLLM">
            <a:extLst xmlns:a="http://schemas.openxmlformats.org/drawingml/2006/main">
              <a:ext uri="{FF2B5EF4-FFF2-40B4-BE49-F238E27FC236}">
                <a16:creationId xmlns:a16="http://schemas.microsoft.com/office/drawing/2014/main" id="{F1B3F92E-2C0F-4980-B615-17976BCD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1" y="6066765"/>
            <a:ext cx="771804" cy="126418"/>
          </a:xfrm>
          <a:custGeom xmlns:a="http://schemas.openxmlformats.org/drawingml/2006/main">
            <a:pathLst>
              <a:path w="771804" h="126418">
                <a:moveTo>
                  <a:pt x="51156" y="126418"/>
                </a:moveTo>
                <a:cubicBezTo>
                  <a:pt x="35047" y="126418"/>
                  <a:pt x="22493" y="120872"/>
                  <a:pt x="13495" y="109779"/>
                </a:cubicBezTo>
                <a:cubicBezTo>
                  <a:pt x="4498" y="98687"/>
                  <a:pt x="0" y="83335"/>
                  <a:pt x="0" y="63724"/>
                </a:cubicBezTo>
                <a:cubicBezTo>
                  <a:pt x="0" y="44226"/>
                  <a:pt x="4427" y="29074"/>
                  <a:pt x="13280" y="18268"/>
                </a:cubicBezTo>
                <a:cubicBezTo>
                  <a:pt x="22135" y="7462"/>
                  <a:pt x="34704" y="2058"/>
                  <a:pt x="50985" y="2058"/>
                </a:cubicBezTo>
                <a:cubicBezTo>
                  <a:pt x="62238" y="2058"/>
                  <a:pt x="71534" y="4517"/>
                  <a:pt x="78874" y="9434"/>
                </a:cubicBezTo>
                <a:cubicBezTo>
                  <a:pt x="86216" y="14351"/>
                  <a:pt x="91744" y="22127"/>
                  <a:pt x="95457" y="32762"/>
                </a:cubicBezTo>
                <a:lnTo>
                  <a:pt x="77124" y="39280"/>
                </a:lnTo>
                <a:cubicBezTo>
                  <a:pt x="75182" y="32534"/>
                  <a:pt x="72012" y="27416"/>
                  <a:pt x="67615" y="23928"/>
                </a:cubicBezTo>
                <a:cubicBezTo>
                  <a:pt x="63218" y="20441"/>
                  <a:pt x="57821" y="18697"/>
                  <a:pt x="51424" y="18697"/>
                </a:cubicBezTo>
                <a:cubicBezTo>
                  <a:pt x="41715" y="18697"/>
                  <a:pt x="34233" y="22598"/>
                  <a:pt x="28978" y="30401"/>
                </a:cubicBezTo>
                <a:cubicBezTo>
                  <a:pt x="23725" y="38204"/>
                  <a:pt x="21098" y="49309"/>
                  <a:pt x="21098" y="63715"/>
                </a:cubicBezTo>
                <a:cubicBezTo>
                  <a:pt x="21098" y="78008"/>
                  <a:pt x="23782" y="89270"/>
                  <a:pt x="29149" y="97502"/>
                </a:cubicBezTo>
                <a:cubicBezTo>
                  <a:pt x="34519" y="105733"/>
                  <a:pt x="41886" y="109849"/>
                  <a:pt x="51253" y="109849"/>
                </a:cubicBezTo>
                <a:cubicBezTo>
                  <a:pt x="57592" y="109849"/>
                  <a:pt x="63032" y="107885"/>
                  <a:pt x="67572" y="103958"/>
                </a:cubicBezTo>
                <a:cubicBezTo>
                  <a:pt x="72112" y="100029"/>
                  <a:pt x="75468" y="94422"/>
                  <a:pt x="77639" y="87137"/>
                </a:cubicBezTo>
                <a:lnTo>
                  <a:pt x="96057" y="94358"/>
                </a:lnTo>
                <a:cubicBezTo>
                  <a:pt x="88059" y="115731"/>
                  <a:pt x="73092" y="126418"/>
                  <a:pt x="51156" y="126418"/>
                </a:cubicBezTo>
                <a:close/>
                <a:moveTo>
                  <a:pt x="198461" y="80534"/>
                </a:moveTo>
                <a:cubicBezTo>
                  <a:pt x="198461" y="94885"/>
                  <a:pt x="194469" y="106120"/>
                  <a:pt x="186486" y="114239"/>
                </a:cubicBezTo>
                <a:cubicBezTo>
                  <a:pt x="178502" y="122358"/>
                  <a:pt x="167299" y="126418"/>
                  <a:pt x="152876" y="126418"/>
                </a:cubicBezTo>
                <a:cubicBezTo>
                  <a:pt x="138911" y="126418"/>
                  <a:pt x="127980" y="122301"/>
                  <a:pt x="120082" y="114068"/>
                </a:cubicBezTo>
                <a:cubicBezTo>
                  <a:pt x="112184" y="105834"/>
                  <a:pt x="108236" y="94656"/>
                  <a:pt x="108236" y="80534"/>
                </a:cubicBezTo>
                <a:cubicBezTo>
                  <a:pt x="108236" y="66182"/>
                  <a:pt x="112199" y="55004"/>
                  <a:pt x="120125" y="46999"/>
                </a:cubicBezTo>
                <a:cubicBezTo>
                  <a:pt x="128051" y="38995"/>
                  <a:pt x="139140" y="34992"/>
                  <a:pt x="153391" y="34992"/>
                </a:cubicBezTo>
                <a:cubicBezTo>
                  <a:pt x="168100" y="34992"/>
                  <a:pt x="179289" y="38895"/>
                  <a:pt x="186957" y="46699"/>
                </a:cubicBezTo>
                <a:cubicBezTo>
                  <a:pt x="194626" y="54504"/>
                  <a:pt x="198461" y="65782"/>
                  <a:pt x="198461" y="80534"/>
                </a:cubicBezTo>
                <a:moveTo>
                  <a:pt x="177705" y="80534"/>
                </a:moveTo>
                <a:cubicBezTo>
                  <a:pt x="177705" y="59893"/>
                  <a:pt x="169744" y="49572"/>
                  <a:pt x="153820" y="49572"/>
                </a:cubicBezTo>
                <a:cubicBezTo>
                  <a:pt x="137267" y="49572"/>
                  <a:pt x="128991" y="59893"/>
                  <a:pt x="128991" y="80534"/>
                </a:cubicBezTo>
                <a:cubicBezTo>
                  <a:pt x="128991" y="90654"/>
                  <a:pt x="131017" y="98401"/>
                  <a:pt x="135069" y="103776"/>
                </a:cubicBezTo>
                <a:cubicBezTo>
                  <a:pt x="139122" y="109150"/>
                  <a:pt x="145000" y="111838"/>
                  <a:pt x="152705" y="111838"/>
                </a:cubicBezTo>
                <a:cubicBezTo>
                  <a:pt x="169372" y="111838"/>
                  <a:pt x="177705" y="101403"/>
                  <a:pt x="177705" y="80534"/>
                </a:cubicBezTo>
                <a:close/>
                <a:moveTo>
                  <a:pt x="233154" y="80534"/>
                </a:moveTo>
                <a:cubicBezTo>
                  <a:pt x="233154" y="101449"/>
                  <a:pt x="240444" y="111907"/>
                  <a:pt x="255024" y="111907"/>
                </a:cubicBezTo>
                <a:cubicBezTo>
                  <a:pt x="262743" y="111907"/>
                  <a:pt x="268603" y="109236"/>
                  <a:pt x="272606" y="103894"/>
                </a:cubicBezTo>
                <a:cubicBezTo>
                  <a:pt x="276608" y="98550"/>
                  <a:pt x="278609" y="90791"/>
                  <a:pt x="278609" y="80619"/>
                </a:cubicBezTo>
                <a:cubicBezTo>
                  <a:pt x="278609" y="70447"/>
                  <a:pt x="276637" y="62718"/>
                  <a:pt x="272691" y="57433"/>
                </a:cubicBezTo>
                <a:cubicBezTo>
                  <a:pt x="268746" y="52146"/>
                  <a:pt x="262943" y="49503"/>
                  <a:pt x="255281" y="49503"/>
                </a:cubicBezTo>
                <a:cubicBezTo>
                  <a:pt x="240529" y="49503"/>
                  <a:pt x="233154" y="59846"/>
                  <a:pt x="233154" y="80534"/>
                </a:cubicBezTo>
                <a:moveTo>
                  <a:pt x="212570" y="80791"/>
                </a:moveTo>
                <a:cubicBezTo>
                  <a:pt x="212570" y="66554"/>
                  <a:pt x="215891" y="55361"/>
                  <a:pt x="222532" y="47214"/>
                </a:cubicBezTo>
                <a:cubicBezTo>
                  <a:pt x="229174" y="39066"/>
                  <a:pt x="238505" y="34992"/>
                  <a:pt x="250526" y="34992"/>
                </a:cubicBezTo>
                <a:cubicBezTo>
                  <a:pt x="257054" y="34992"/>
                  <a:pt x="262550" y="36193"/>
                  <a:pt x="267015" y="38594"/>
                </a:cubicBezTo>
                <a:cubicBezTo>
                  <a:pt x="271482" y="40996"/>
                  <a:pt x="275261" y="44941"/>
                  <a:pt x="278352" y="50430"/>
                </a:cubicBezTo>
                <a:lnTo>
                  <a:pt x="278695" y="50430"/>
                </a:lnTo>
                <a:cubicBezTo>
                  <a:pt x="278581" y="48143"/>
                  <a:pt x="278481" y="45870"/>
                  <a:pt x="278395" y="43612"/>
                </a:cubicBezTo>
                <a:cubicBezTo>
                  <a:pt x="278309" y="41353"/>
                  <a:pt x="278266" y="39080"/>
                  <a:pt x="278266" y="36793"/>
                </a:cubicBezTo>
                <a:lnTo>
                  <a:pt x="278266" y="0"/>
                </a:lnTo>
                <a:lnTo>
                  <a:pt x="298164" y="0"/>
                </a:lnTo>
                <a:lnTo>
                  <a:pt x="298164" y="105062"/>
                </a:lnTo>
                <a:cubicBezTo>
                  <a:pt x="298164" y="111066"/>
                  <a:pt x="298392" y="117613"/>
                  <a:pt x="298850" y="124703"/>
                </a:cubicBezTo>
                <a:lnTo>
                  <a:pt x="279472" y="124703"/>
                </a:lnTo>
                <a:cubicBezTo>
                  <a:pt x="279242" y="123840"/>
                  <a:pt x="279011" y="121511"/>
                  <a:pt x="278781" y="117715"/>
                </a:cubicBezTo>
                <a:cubicBezTo>
                  <a:pt x="278552" y="113920"/>
                  <a:pt x="278438" y="111275"/>
                  <a:pt x="278438" y="109779"/>
                </a:cubicBezTo>
                <a:lnTo>
                  <a:pt x="278095" y="109779"/>
                </a:lnTo>
                <a:cubicBezTo>
                  <a:pt x="272313" y="120757"/>
                  <a:pt x="262952" y="126246"/>
                  <a:pt x="250012" y="126246"/>
                </a:cubicBezTo>
                <a:cubicBezTo>
                  <a:pt x="238046" y="126246"/>
                  <a:pt x="228814" y="122358"/>
                  <a:pt x="222315" y="114582"/>
                </a:cubicBezTo>
                <a:cubicBezTo>
                  <a:pt x="215818" y="106806"/>
                  <a:pt x="212570" y="95542"/>
                  <a:pt x="212570" y="80791"/>
                </a:cubicBezTo>
                <a:close/>
                <a:moveTo>
                  <a:pt x="339588" y="84495"/>
                </a:moveTo>
                <a:cubicBezTo>
                  <a:pt x="339873" y="93461"/>
                  <a:pt x="341854" y="100357"/>
                  <a:pt x="345529" y="105183"/>
                </a:cubicBezTo>
                <a:cubicBezTo>
                  <a:pt x="349207" y="110009"/>
                  <a:pt x="354238" y="112422"/>
                  <a:pt x="360624" y="112422"/>
                </a:cubicBezTo>
                <a:cubicBezTo>
                  <a:pt x="364955" y="112422"/>
                  <a:pt x="368817" y="111330"/>
                  <a:pt x="372208" y="109147"/>
                </a:cubicBezTo>
                <a:cubicBezTo>
                  <a:pt x="375601" y="106963"/>
                  <a:pt x="378665" y="103286"/>
                  <a:pt x="381401" y="98115"/>
                </a:cubicBezTo>
                <a:lnTo>
                  <a:pt x="396879" y="105598"/>
                </a:lnTo>
                <a:cubicBezTo>
                  <a:pt x="393509" y="111048"/>
                  <a:pt x="390139" y="115177"/>
                  <a:pt x="386769" y="117986"/>
                </a:cubicBezTo>
                <a:cubicBezTo>
                  <a:pt x="383399" y="120797"/>
                  <a:pt x="379473" y="122904"/>
                  <a:pt x="374990" y="124309"/>
                </a:cubicBezTo>
                <a:cubicBezTo>
                  <a:pt x="370507" y="125715"/>
                  <a:pt x="365181" y="126418"/>
                  <a:pt x="359013" y="126418"/>
                </a:cubicBezTo>
                <a:cubicBezTo>
                  <a:pt x="346161" y="126418"/>
                  <a:pt x="336251" y="122373"/>
                  <a:pt x="329282" y="114282"/>
                </a:cubicBezTo>
                <a:cubicBezTo>
                  <a:pt x="322316" y="106192"/>
                  <a:pt x="318832" y="94828"/>
                  <a:pt x="318832" y="80190"/>
                </a:cubicBezTo>
                <a:cubicBezTo>
                  <a:pt x="318832" y="65439"/>
                  <a:pt x="322492" y="54218"/>
                  <a:pt x="329810" y="46528"/>
                </a:cubicBezTo>
                <a:cubicBezTo>
                  <a:pt x="337129" y="38837"/>
                  <a:pt x="347106" y="34992"/>
                  <a:pt x="359742" y="34992"/>
                </a:cubicBezTo>
                <a:cubicBezTo>
                  <a:pt x="372264" y="34992"/>
                  <a:pt x="381841" y="39096"/>
                  <a:pt x="388474" y="47305"/>
                </a:cubicBezTo>
                <a:cubicBezTo>
                  <a:pt x="395106" y="55512"/>
                  <a:pt x="398422" y="67108"/>
                  <a:pt x="398422" y="82093"/>
                </a:cubicBezTo>
                <a:lnTo>
                  <a:pt x="398422" y="84495"/>
                </a:lnTo>
                <a:lnTo>
                  <a:pt x="339588" y="84495"/>
                </a:lnTo>
                <a:moveTo>
                  <a:pt x="359056" y="48645"/>
                </a:moveTo>
                <a:cubicBezTo>
                  <a:pt x="353306" y="48645"/>
                  <a:pt x="348723" y="50702"/>
                  <a:pt x="345307" y="54817"/>
                </a:cubicBezTo>
                <a:cubicBezTo>
                  <a:pt x="341892" y="58931"/>
                  <a:pt x="340043" y="64615"/>
                  <a:pt x="339759" y="71871"/>
                </a:cubicBezTo>
                <a:lnTo>
                  <a:pt x="377839" y="71871"/>
                </a:lnTo>
                <a:cubicBezTo>
                  <a:pt x="377269" y="64101"/>
                  <a:pt x="375504" y="58287"/>
                  <a:pt x="372543" y="54431"/>
                </a:cubicBezTo>
                <a:cubicBezTo>
                  <a:pt x="369584" y="50574"/>
                  <a:pt x="365088" y="48645"/>
                  <a:pt x="359056" y="48645"/>
                </a:cubicBezTo>
                <a:close/>
                <a:moveTo>
                  <a:pt x="488175" y="3774"/>
                </a:moveTo>
                <a:lnTo>
                  <a:pt x="488175" y="108134"/>
                </a:lnTo>
                <a:lnTo>
                  <a:pt x="534660" y="108134"/>
                </a:lnTo>
                <a:lnTo>
                  <a:pt x="534660" y="124703"/>
                </a:lnTo>
                <a:lnTo>
                  <a:pt x="467249" y="124703"/>
                </a:lnTo>
                <a:lnTo>
                  <a:pt x="467249" y="3774"/>
                </a:lnTo>
                <a:lnTo>
                  <a:pt x="488175" y="3774"/>
                </a:lnTo>
                <a:close/>
                <a:moveTo>
                  <a:pt x="574242" y="3774"/>
                </a:moveTo>
                <a:lnTo>
                  <a:pt x="574242" y="108134"/>
                </a:lnTo>
                <a:lnTo>
                  <a:pt x="620727" y="108134"/>
                </a:lnTo>
                <a:lnTo>
                  <a:pt x="620727" y="124703"/>
                </a:lnTo>
                <a:lnTo>
                  <a:pt x="553316" y="124703"/>
                </a:lnTo>
                <a:lnTo>
                  <a:pt x="553316" y="3774"/>
                </a:lnTo>
                <a:lnTo>
                  <a:pt x="574242" y="3774"/>
                </a:lnTo>
                <a:close/>
                <a:moveTo>
                  <a:pt x="667790" y="3774"/>
                </a:moveTo>
                <a:lnTo>
                  <a:pt x="696711" y="74838"/>
                </a:lnTo>
                <a:cubicBezTo>
                  <a:pt x="698198" y="78328"/>
                  <a:pt x="701259" y="86939"/>
                  <a:pt x="705894" y="100672"/>
                </a:cubicBezTo>
                <a:cubicBezTo>
                  <a:pt x="707611" y="95123"/>
                  <a:pt x="710815" y="86511"/>
                  <a:pt x="715505" y="74838"/>
                </a:cubicBezTo>
                <a:lnTo>
                  <a:pt x="743569" y="3774"/>
                </a:lnTo>
                <a:lnTo>
                  <a:pt x="771804" y="3774"/>
                </a:lnTo>
                <a:lnTo>
                  <a:pt x="771804" y="124703"/>
                </a:lnTo>
                <a:lnTo>
                  <a:pt x="752764" y="124703"/>
                </a:lnTo>
                <a:lnTo>
                  <a:pt x="752764" y="44542"/>
                </a:lnTo>
                <a:cubicBezTo>
                  <a:pt x="752764" y="40993"/>
                  <a:pt x="752822" y="37431"/>
                  <a:pt x="752936" y="33856"/>
                </a:cubicBezTo>
                <a:cubicBezTo>
                  <a:pt x="753050" y="30279"/>
                  <a:pt x="753165" y="26688"/>
                  <a:pt x="753279" y="23084"/>
                </a:cubicBezTo>
                <a:cubicBezTo>
                  <a:pt x="751964" y="26745"/>
                  <a:pt x="750878" y="29735"/>
                  <a:pt x="750020" y="32052"/>
                </a:cubicBezTo>
                <a:cubicBezTo>
                  <a:pt x="749162" y="34370"/>
                  <a:pt x="747275" y="39276"/>
                  <a:pt x="744359" y="46772"/>
                </a:cubicBezTo>
                <a:lnTo>
                  <a:pt x="713741" y="124703"/>
                </a:lnTo>
                <a:lnTo>
                  <a:pt x="697960" y="124703"/>
                </a:lnTo>
                <a:lnTo>
                  <a:pt x="666227" y="45828"/>
                </a:lnTo>
                <a:cubicBezTo>
                  <a:pt x="662854" y="37303"/>
                  <a:pt x="660052" y="29722"/>
                  <a:pt x="657822" y="23084"/>
                </a:cubicBezTo>
                <a:cubicBezTo>
                  <a:pt x="657937" y="26631"/>
                  <a:pt x="658037" y="30150"/>
                  <a:pt x="658123" y="33641"/>
                </a:cubicBezTo>
                <a:cubicBezTo>
                  <a:pt x="658208" y="37131"/>
                  <a:pt x="658251" y="40650"/>
                  <a:pt x="658251" y="44199"/>
                </a:cubicBezTo>
                <a:lnTo>
                  <a:pt x="658251" y="124703"/>
                </a:lnTo>
                <a:lnTo>
                  <a:pt x="639383" y="124703"/>
                </a:lnTo>
                <a:lnTo>
                  <a:pt x="639383" y="3774"/>
                </a:lnTo>
                <a:lnTo>
                  <a:pt x="667790" y="3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896d11a2e4559"/>
          <a:stretch xmlns:a="http://schemas.openxmlformats.org/drawingml/2006/main"/>
        </p:blipFill>
        <p:spPr>
          <a:xfrm xmlns:a="http://schemas.openxmlformats.org/drawingml/2006/main">
            <a:off x="6297328" y="4169348"/>
            <a:ext cx="234196" cy="234196"/>
          </a:xfrm>
          <a:prstGeom xmlns:a="http://schemas.openxmlformats.org/drawingml/2006/main" prst="rect">
            <a:avLst/>
          </a:prstGeom>
        </p:spPr>
      </p:pic>
      <p:sp>
        <p:nvSpPr>
          <p:cNvPr id="176" name="Text !">
            <a:extLst xmlns:a="http://schemas.openxmlformats.org/drawingml/2006/main">
              <a:ext uri="{FF2B5EF4-FFF2-40B4-BE49-F238E27FC236}">
                <a16:creationId xmlns:a16="http://schemas.microsoft.com/office/drawing/2014/main" id="{0ADA0EB6-1720-4ADE-BD73-86EAB9E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035" y="4169349"/>
            <a:ext cx="234196" cy="234196"/>
          </a:xfrm>
          <a:custGeom xmlns:a="http://schemas.openxmlformats.org/drawingml/2006/main">
            <a:pathLst>
              <a:path w="234196" h="234196">
                <a:moveTo>
                  <a:pt x="0" y="234196"/>
                </a:moveTo>
                <a:lnTo>
                  <a:pt x="0" y="234196"/>
                </a:lnTo>
                <a:moveTo>
                  <a:pt x="234196" y="0"/>
                </a:moveTo>
                <a:lnTo>
                  <a:pt x="23419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stopgeneration">
            <a:extLst xmlns:a="http://schemas.openxmlformats.org/drawingml/2006/main">
              <a:ext uri="{FF2B5EF4-FFF2-40B4-BE49-F238E27FC236}">
                <a16:creationId xmlns:a16="http://schemas.microsoft.com/office/drawing/2014/main" id="{5EF2AF2E-C2B9-44B5-BFCB-B1DA834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944" y="6382929"/>
            <a:ext cx="1250703" cy="158666"/>
          </a:xfrm>
          <a:custGeom xmlns:a="http://schemas.openxmlformats.org/drawingml/2006/main">
            <a:pathLst>
              <a:path w="1250703" h="158666">
                <a:moveTo>
                  <a:pt x="66382" y="99402"/>
                </a:moveTo>
                <a:cubicBezTo>
                  <a:pt x="66382" y="107864"/>
                  <a:pt x="63509" y="114482"/>
                  <a:pt x="57763" y="119256"/>
                </a:cubicBezTo>
                <a:cubicBezTo>
                  <a:pt x="52017" y="124031"/>
                  <a:pt x="43969" y="126418"/>
                  <a:pt x="33620" y="126418"/>
                </a:cubicBezTo>
                <a:cubicBezTo>
                  <a:pt x="22871" y="126418"/>
                  <a:pt x="14980" y="124731"/>
                  <a:pt x="9949" y="121358"/>
                </a:cubicBezTo>
                <a:cubicBezTo>
                  <a:pt x="4917" y="117984"/>
                  <a:pt x="1601" y="112553"/>
                  <a:pt x="0" y="105062"/>
                </a:cubicBezTo>
                <a:lnTo>
                  <a:pt x="16982" y="102404"/>
                </a:lnTo>
                <a:cubicBezTo>
                  <a:pt x="17782" y="106343"/>
                  <a:pt x="19483" y="109170"/>
                  <a:pt x="22085" y="110884"/>
                </a:cubicBezTo>
                <a:cubicBezTo>
                  <a:pt x="24686" y="112595"/>
                  <a:pt x="28417" y="113451"/>
                  <a:pt x="33277" y="113451"/>
                </a:cubicBezTo>
                <a:cubicBezTo>
                  <a:pt x="37680" y="113451"/>
                  <a:pt x="41239" y="112509"/>
                  <a:pt x="43955" y="110624"/>
                </a:cubicBezTo>
                <a:cubicBezTo>
                  <a:pt x="46671" y="108737"/>
                  <a:pt x="48029" y="105680"/>
                  <a:pt x="48029" y="101452"/>
                </a:cubicBezTo>
                <a:cubicBezTo>
                  <a:pt x="48029" y="98881"/>
                  <a:pt x="47428" y="96753"/>
                  <a:pt x="46227" y="95068"/>
                </a:cubicBezTo>
                <a:cubicBezTo>
                  <a:pt x="45027" y="93381"/>
                  <a:pt x="43240" y="91924"/>
                  <a:pt x="40867" y="90697"/>
                </a:cubicBezTo>
                <a:cubicBezTo>
                  <a:pt x="38494" y="89467"/>
                  <a:pt x="33877" y="87938"/>
                  <a:pt x="27016" y="86108"/>
                </a:cubicBezTo>
                <a:cubicBezTo>
                  <a:pt x="20727" y="84450"/>
                  <a:pt x="16052" y="82578"/>
                  <a:pt x="12993" y="80491"/>
                </a:cubicBezTo>
                <a:cubicBezTo>
                  <a:pt x="9934" y="78404"/>
                  <a:pt x="7576" y="75774"/>
                  <a:pt x="5918" y="72600"/>
                </a:cubicBezTo>
                <a:cubicBezTo>
                  <a:pt x="4260" y="69427"/>
                  <a:pt x="3431" y="65525"/>
                  <a:pt x="3431" y="60893"/>
                </a:cubicBezTo>
                <a:cubicBezTo>
                  <a:pt x="3431" y="52717"/>
                  <a:pt x="5986" y="46356"/>
                  <a:pt x="11096" y="41811"/>
                </a:cubicBezTo>
                <a:cubicBezTo>
                  <a:pt x="16206" y="37265"/>
                  <a:pt x="23671" y="34992"/>
                  <a:pt x="33491" y="34992"/>
                </a:cubicBezTo>
                <a:cubicBezTo>
                  <a:pt x="42570" y="34992"/>
                  <a:pt x="49550" y="36658"/>
                  <a:pt x="54431" y="39991"/>
                </a:cubicBezTo>
                <a:cubicBezTo>
                  <a:pt x="59313" y="43323"/>
                  <a:pt x="62382" y="48435"/>
                  <a:pt x="63638" y="55327"/>
                </a:cubicBezTo>
                <a:lnTo>
                  <a:pt x="46520" y="57120"/>
                </a:lnTo>
                <a:cubicBezTo>
                  <a:pt x="45892" y="53778"/>
                  <a:pt x="44509" y="51428"/>
                  <a:pt x="42368" y="50068"/>
                </a:cubicBezTo>
                <a:cubicBezTo>
                  <a:pt x="40229" y="48708"/>
                  <a:pt x="37334" y="48029"/>
                  <a:pt x="33682" y="48029"/>
                </a:cubicBezTo>
                <a:cubicBezTo>
                  <a:pt x="25636" y="48029"/>
                  <a:pt x="21613" y="51573"/>
                  <a:pt x="21613" y="58663"/>
                </a:cubicBezTo>
                <a:cubicBezTo>
                  <a:pt x="21613" y="60950"/>
                  <a:pt x="22113" y="62837"/>
                  <a:pt x="23114" y="64324"/>
                </a:cubicBezTo>
                <a:cubicBezTo>
                  <a:pt x="24114" y="65810"/>
                  <a:pt x="25572" y="67083"/>
                  <a:pt x="27488" y="68140"/>
                </a:cubicBezTo>
                <a:cubicBezTo>
                  <a:pt x="29403" y="69198"/>
                  <a:pt x="33763" y="70699"/>
                  <a:pt x="40567" y="72643"/>
                </a:cubicBezTo>
                <a:cubicBezTo>
                  <a:pt x="48057" y="74759"/>
                  <a:pt x="53375" y="76888"/>
                  <a:pt x="56519" y="79033"/>
                </a:cubicBezTo>
                <a:cubicBezTo>
                  <a:pt x="59664" y="81177"/>
                  <a:pt x="62094" y="83878"/>
                  <a:pt x="63809" y="87137"/>
                </a:cubicBezTo>
                <a:cubicBezTo>
                  <a:pt x="65525" y="90397"/>
                  <a:pt x="66382" y="94485"/>
                  <a:pt x="66382" y="99402"/>
                </a:cubicBezTo>
                <a:close/>
                <a:moveTo>
                  <a:pt x="110143" y="126246"/>
                </a:moveTo>
                <a:cubicBezTo>
                  <a:pt x="103268" y="126246"/>
                  <a:pt x="97839" y="124286"/>
                  <a:pt x="93856" y="120366"/>
                </a:cubicBezTo>
                <a:cubicBezTo>
                  <a:pt x="89875" y="116446"/>
                  <a:pt x="87884" y="110823"/>
                  <a:pt x="87884" y="103497"/>
                </a:cubicBezTo>
                <a:lnTo>
                  <a:pt x="87884" y="51046"/>
                </a:lnTo>
                <a:lnTo>
                  <a:pt x="74848" y="51046"/>
                </a:lnTo>
                <a:lnTo>
                  <a:pt x="74848" y="36708"/>
                </a:lnTo>
                <a:lnTo>
                  <a:pt x="88142" y="36708"/>
                </a:lnTo>
                <a:lnTo>
                  <a:pt x="94429" y="15438"/>
                </a:lnTo>
                <a:lnTo>
                  <a:pt x="107610" y="15438"/>
                </a:lnTo>
                <a:lnTo>
                  <a:pt x="107610" y="36708"/>
                </a:lnTo>
                <a:lnTo>
                  <a:pt x="128794" y="36708"/>
                </a:lnTo>
                <a:lnTo>
                  <a:pt x="128794" y="51046"/>
                </a:lnTo>
                <a:lnTo>
                  <a:pt x="107610" y="51046"/>
                </a:lnTo>
                <a:lnTo>
                  <a:pt x="107610" y="98517"/>
                </a:lnTo>
                <a:cubicBezTo>
                  <a:pt x="107610" y="107215"/>
                  <a:pt x="111298" y="111564"/>
                  <a:pt x="118674" y="111564"/>
                </a:cubicBezTo>
                <a:cubicBezTo>
                  <a:pt x="122162" y="111564"/>
                  <a:pt x="125907" y="111193"/>
                  <a:pt x="129909" y="110449"/>
                </a:cubicBezTo>
                <a:lnTo>
                  <a:pt x="129909" y="123671"/>
                </a:lnTo>
                <a:cubicBezTo>
                  <a:pt x="123379" y="125388"/>
                  <a:pt x="116790" y="126246"/>
                  <a:pt x="110143" y="126246"/>
                </a:cubicBezTo>
                <a:close/>
                <a:moveTo>
                  <a:pt x="232804" y="80534"/>
                </a:moveTo>
                <a:cubicBezTo>
                  <a:pt x="232804" y="94885"/>
                  <a:pt x="228812" y="106120"/>
                  <a:pt x="220829" y="114239"/>
                </a:cubicBezTo>
                <a:cubicBezTo>
                  <a:pt x="212846" y="122358"/>
                  <a:pt x="201643" y="126418"/>
                  <a:pt x="187220" y="126418"/>
                </a:cubicBezTo>
                <a:cubicBezTo>
                  <a:pt x="173254" y="126418"/>
                  <a:pt x="162323" y="122301"/>
                  <a:pt x="154425" y="114068"/>
                </a:cubicBezTo>
                <a:cubicBezTo>
                  <a:pt x="146528" y="105834"/>
                  <a:pt x="142579" y="94656"/>
                  <a:pt x="142579" y="80534"/>
                </a:cubicBezTo>
                <a:cubicBezTo>
                  <a:pt x="142579" y="66182"/>
                  <a:pt x="146542" y="55004"/>
                  <a:pt x="154468" y="46999"/>
                </a:cubicBezTo>
                <a:cubicBezTo>
                  <a:pt x="162394" y="38995"/>
                  <a:pt x="173483" y="34992"/>
                  <a:pt x="187735" y="34992"/>
                </a:cubicBezTo>
                <a:cubicBezTo>
                  <a:pt x="202443" y="34992"/>
                  <a:pt x="213632" y="38895"/>
                  <a:pt x="221301" y="46699"/>
                </a:cubicBezTo>
                <a:cubicBezTo>
                  <a:pt x="228970" y="54504"/>
                  <a:pt x="232804" y="65782"/>
                  <a:pt x="232804" y="80534"/>
                </a:cubicBezTo>
                <a:moveTo>
                  <a:pt x="212049" y="80534"/>
                </a:moveTo>
                <a:cubicBezTo>
                  <a:pt x="212049" y="59893"/>
                  <a:pt x="204087" y="49572"/>
                  <a:pt x="188163" y="49572"/>
                </a:cubicBezTo>
                <a:cubicBezTo>
                  <a:pt x="171611" y="49572"/>
                  <a:pt x="163334" y="59893"/>
                  <a:pt x="163334" y="80534"/>
                </a:cubicBezTo>
                <a:cubicBezTo>
                  <a:pt x="163334" y="90654"/>
                  <a:pt x="165361" y="98401"/>
                  <a:pt x="169413" y="103776"/>
                </a:cubicBezTo>
                <a:cubicBezTo>
                  <a:pt x="173465" y="109150"/>
                  <a:pt x="179344" y="111838"/>
                  <a:pt x="187048" y="111838"/>
                </a:cubicBezTo>
                <a:cubicBezTo>
                  <a:pt x="203715" y="111838"/>
                  <a:pt x="212049" y="101403"/>
                  <a:pt x="212049" y="80534"/>
                </a:cubicBezTo>
                <a:close/>
                <a:moveTo>
                  <a:pt x="337842" y="80276"/>
                </a:moveTo>
                <a:cubicBezTo>
                  <a:pt x="337842" y="94685"/>
                  <a:pt x="334492" y="105977"/>
                  <a:pt x="327791" y="114153"/>
                </a:cubicBezTo>
                <a:cubicBezTo>
                  <a:pt x="321091" y="122330"/>
                  <a:pt x="311781" y="126418"/>
                  <a:pt x="299861" y="126418"/>
                </a:cubicBezTo>
                <a:cubicBezTo>
                  <a:pt x="293018" y="126418"/>
                  <a:pt x="287400" y="125103"/>
                  <a:pt x="283008" y="122473"/>
                </a:cubicBezTo>
                <a:cubicBezTo>
                  <a:pt x="278618" y="119843"/>
                  <a:pt x="275112" y="116012"/>
                  <a:pt x="272489" y="110980"/>
                </a:cubicBezTo>
                <a:lnTo>
                  <a:pt x="272060" y="110980"/>
                </a:lnTo>
                <a:cubicBezTo>
                  <a:pt x="272174" y="113267"/>
                  <a:pt x="272274" y="115526"/>
                  <a:pt x="272360" y="117756"/>
                </a:cubicBezTo>
                <a:cubicBezTo>
                  <a:pt x="272446" y="119985"/>
                  <a:pt x="272489" y="122244"/>
                  <a:pt x="272489" y="124531"/>
                </a:cubicBezTo>
                <a:lnTo>
                  <a:pt x="272489" y="158494"/>
                </a:lnTo>
                <a:lnTo>
                  <a:pt x="252591" y="158494"/>
                </a:lnTo>
                <a:lnTo>
                  <a:pt x="252591" y="56275"/>
                </a:lnTo>
                <a:cubicBezTo>
                  <a:pt x="252591" y="50325"/>
                  <a:pt x="252363" y="43803"/>
                  <a:pt x="251905" y="36708"/>
                </a:cubicBezTo>
                <a:lnTo>
                  <a:pt x="271025" y="36708"/>
                </a:lnTo>
                <a:cubicBezTo>
                  <a:pt x="271772" y="42654"/>
                  <a:pt x="272146" y="47628"/>
                  <a:pt x="272146" y="51631"/>
                </a:cubicBezTo>
                <a:lnTo>
                  <a:pt x="272489" y="51631"/>
                </a:lnTo>
                <a:cubicBezTo>
                  <a:pt x="277963" y="40538"/>
                  <a:pt x="287573" y="34992"/>
                  <a:pt x="301317" y="34992"/>
                </a:cubicBezTo>
                <a:cubicBezTo>
                  <a:pt x="313120" y="34992"/>
                  <a:pt x="322158" y="38895"/>
                  <a:pt x="328432" y="46699"/>
                </a:cubicBezTo>
                <a:cubicBezTo>
                  <a:pt x="334705" y="54504"/>
                  <a:pt x="337842" y="65696"/>
                  <a:pt x="337842" y="80276"/>
                </a:cubicBezTo>
                <a:moveTo>
                  <a:pt x="317258" y="80448"/>
                </a:moveTo>
                <a:cubicBezTo>
                  <a:pt x="317258" y="59864"/>
                  <a:pt x="310053" y="49572"/>
                  <a:pt x="295643" y="49572"/>
                </a:cubicBezTo>
                <a:cubicBezTo>
                  <a:pt x="287952" y="49572"/>
                  <a:pt x="282113" y="52231"/>
                  <a:pt x="278125" y="57548"/>
                </a:cubicBezTo>
                <a:cubicBezTo>
                  <a:pt x="274139" y="62866"/>
                  <a:pt x="272146" y="70585"/>
                  <a:pt x="272146" y="80705"/>
                </a:cubicBezTo>
                <a:cubicBezTo>
                  <a:pt x="272146" y="90825"/>
                  <a:pt x="274083" y="98544"/>
                  <a:pt x="277956" y="103862"/>
                </a:cubicBezTo>
                <a:cubicBezTo>
                  <a:pt x="281830" y="109179"/>
                  <a:pt x="287611" y="111838"/>
                  <a:pt x="295300" y="111838"/>
                </a:cubicBezTo>
                <a:cubicBezTo>
                  <a:pt x="309939" y="111838"/>
                  <a:pt x="317258" y="101374"/>
                  <a:pt x="317258" y="80448"/>
                </a:cubicBezTo>
                <a:close/>
                <a:moveTo>
                  <a:pt x="400829" y="80190"/>
                </a:moveTo>
                <a:cubicBezTo>
                  <a:pt x="400829" y="65641"/>
                  <a:pt x="404041" y="54471"/>
                  <a:pt x="410464" y="46680"/>
                </a:cubicBezTo>
                <a:cubicBezTo>
                  <a:pt x="416889" y="38888"/>
                  <a:pt x="426069" y="34992"/>
                  <a:pt x="438003" y="34992"/>
                </a:cubicBezTo>
                <a:cubicBezTo>
                  <a:pt x="444512" y="34992"/>
                  <a:pt x="450236" y="36473"/>
                  <a:pt x="455175" y="39433"/>
                </a:cubicBezTo>
                <a:cubicBezTo>
                  <a:pt x="460115" y="42392"/>
                  <a:pt x="463870" y="46572"/>
                  <a:pt x="466439" y="51974"/>
                </a:cubicBezTo>
                <a:lnTo>
                  <a:pt x="466782" y="51974"/>
                </a:lnTo>
                <a:cubicBezTo>
                  <a:pt x="466782" y="47028"/>
                  <a:pt x="467154" y="41939"/>
                  <a:pt x="467897" y="36708"/>
                </a:cubicBezTo>
                <a:lnTo>
                  <a:pt x="486766" y="36708"/>
                </a:lnTo>
                <a:cubicBezTo>
                  <a:pt x="486308" y="41861"/>
                  <a:pt x="486080" y="48388"/>
                  <a:pt x="486080" y="56289"/>
                </a:cubicBezTo>
                <a:lnTo>
                  <a:pt x="486080" y="122164"/>
                </a:lnTo>
                <a:cubicBezTo>
                  <a:pt x="486080" y="132128"/>
                  <a:pt x="482399" y="140701"/>
                  <a:pt x="475037" y="147886"/>
                </a:cubicBezTo>
                <a:cubicBezTo>
                  <a:pt x="467678" y="155072"/>
                  <a:pt x="457208" y="158666"/>
                  <a:pt x="443628" y="158666"/>
                </a:cubicBezTo>
                <a:cubicBezTo>
                  <a:pt x="421206" y="158666"/>
                  <a:pt x="408255" y="150804"/>
                  <a:pt x="404774" y="135080"/>
                </a:cubicBezTo>
                <a:lnTo>
                  <a:pt x="424361" y="132078"/>
                </a:lnTo>
                <a:cubicBezTo>
                  <a:pt x="426526" y="140130"/>
                  <a:pt x="433140" y="144155"/>
                  <a:pt x="444202" y="144155"/>
                </a:cubicBezTo>
                <a:cubicBezTo>
                  <a:pt x="451444" y="144155"/>
                  <a:pt x="456975" y="141983"/>
                  <a:pt x="460795" y="137640"/>
                </a:cubicBezTo>
                <a:cubicBezTo>
                  <a:pt x="464615" y="133296"/>
                  <a:pt x="466525" y="128239"/>
                  <a:pt x="466525" y="122467"/>
                </a:cubicBezTo>
                <a:lnTo>
                  <a:pt x="466525" y="113207"/>
                </a:lnTo>
                <a:cubicBezTo>
                  <a:pt x="466525" y="111322"/>
                  <a:pt x="466611" y="109436"/>
                  <a:pt x="466782" y="107550"/>
                </a:cubicBezTo>
                <a:lnTo>
                  <a:pt x="466439" y="107550"/>
                </a:lnTo>
                <a:cubicBezTo>
                  <a:pt x="463470" y="113439"/>
                  <a:pt x="459543" y="117827"/>
                  <a:pt x="454660" y="120714"/>
                </a:cubicBezTo>
                <a:cubicBezTo>
                  <a:pt x="449779" y="123602"/>
                  <a:pt x="443655" y="125046"/>
                  <a:pt x="436290" y="125046"/>
                </a:cubicBezTo>
                <a:cubicBezTo>
                  <a:pt x="424869" y="125046"/>
                  <a:pt x="416103" y="121150"/>
                  <a:pt x="409992" y="113360"/>
                </a:cubicBezTo>
                <a:cubicBezTo>
                  <a:pt x="403883" y="105568"/>
                  <a:pt x="400829" y="94511"/>
                  <a:pt x="400829" y="80190"/>
                </a:cubicBezTo>
                <a:moveTo>
                  <a:pt x="421584" y="80190"/>
                </a:moveTo>
                <a:cubicBezTo>
                  <a:pt x="421584" y="100374"/>
                  <a:pt x="428988" y="110466"/>
                  <a:pt x="443797" y="110466"/>
                </a:cubicBezTo>
                <a:cubicBezTo>
                  <a:pt x="451261" y="110466"/>
                  <a:pt x="456928" y="107785"/>
                  <a:pt x="460800" y="102425"/>
                </a:cubicBezTo>
                <a:cubicBezTo>
                  <a:pt x="464674" y="97063"/>
                  <a:pt x="466611" y="89508"/>
                  <a:pt x="466611" y="79762"/>
                </a:cubicBezTo>
                <a:cubicBezTo>
                  <a:pt x="466611" y="70013"/>
                  <a:pt x="464674" y="62516"/>
                  <a:pt x="460800" y="57270"/>
                </a:cubicBezTo>
                <a:cubicBezTo>
                  <a:pt x="456928" y="52024"/>
                  <a:pt x="451318" y="49401"/>
                  <a:pt x="443969" y="49401"/>
                </a:cubicBezTo>
                <a:cubicBezTo>
                  <a:pt x="436849" y="49401"/>
                  <a:pt x="431337" y="51909"/>
                  <a:pt x="427435" y="56927"/>
                </a:cubicBezTo>
                <a:cubicBezTo>
                  <a:pt x="423534" y="61944"/>
                  <a:pt x="421584" y="69699"/>
                  <a:pt x="421584" y="80190"/>
                </a:cubicBezTo>
                <a:close/>
                <a:moveTo>
                  <a:pt x="527692" y="84495"/>
                </a:moveTo>
                <a:cubicBezTo>
                  <a:pt x="527978" y="93461"/>
                  <a:pt x="529958" y="100357"/>
                  <a:pt x="533634" y="105183"/>
                </a:cubicBezTo>
                <a:cubicBezTo>
                  <a:pt x="537311" y="110009"/>
                  <a:pt x="542342" y="112422"/>
                  <a:pt x="548728" y="112422"/>
                </a:cubicBezTo>
                <a:cubicBezTo>
                  <a:pt x="553059" y="112422"/>
                  <a:pt x="556921" y="111330"/>
                  <a:pt x="560312" y="109147"/>
                </a:cubicBezTo>
                <a:cubicBezTo>
                  <a:pt x="563705" y="106963"/>
                  <a:pt x="566769" y="103286"/>
                  <a:pt x="569505" y="98115"/>
                </a:cubicBezTo>
                <a:lnTo>
                  <a:pt x="584983" y="105598"/>
                </a:lnTo>
                <a:cubicBezTo>
                  <a:pt x="581613" y="111048"/>
                  <a:pt x="578243" y="115177"/>
                  <a:pt x="574873" y="117986"/>
                </a:cubicBezTo>
                <a:cubicBezTo>
                  <a:pt x="571503" y="120797"/>
                  <a:pt x="567577" y="122904"/>
                  <a:pt x="563094" y="124309"/>
                </a:cubicBezTo>
                <a:cubicBezTo>
                  <a:pt x="558611" y="125715"/>
                  <a:pt x="553285" y="126418"/>
                  <a:pt x="547117" y="126418"/>
                </a:cubicBezTo>
                <a:cubicBezTo>
                  <a:pt x="534265" y="126418"/>
                  <a:pt x="524355" y="122373"/>
                  <a:pt x="517386" y="114282"/>
                </a:cubicBezTo>
                <a:cubicBezTo>
                  <a:pt x="510420" y="106192"/>
                  <a:pt x="506936" y="94828"/>
                  <a:pt x="506936" y="80190"/>
                </a:cubicBezTo>
                <a:cubicBezTo>
                  <a:pt x="506936" y="65439"/>
                  <a:pt x="510596" y="54218"/>
                  <a:pt x="517914" y="46528"/>
                </a:cubicBezTo>
                <a:cubicBezTo>
                  <a:pt x="525233" y="38837"/>
                  <a:pt x="535210" y="34992"/>
                  <a:pt x="547846" y="34992"/>
                </a:cubicBezTo>
                <a:cubicBezTo>
                  <a:pt x="560368" y="34992"/>
                  <a:pt x="569945" y="39096"/>
                  <a:pt x="576578" y="47305"/>
                </a:cubicBezTo>
                <a:cubicBezTo>
                  <a:pt x="583210" y="55512"/>
                  <a:pt x="586527" y="67108"/>
                  <a:pt x="586527" y="82093"/>
                </a:cubicBezTo>
                <a:lnTo>
                  <a:pt x="586527" y="84495"/>
                </a:lnTo>
                <a:lnTo>
                  <a:pt x="527692" y="84495"/>
                </a:lnTo>
                <a:moveTo>
                  <a:pt x="547160" y="48645"/>
                </a:moveTo>
                <a:cubicBezTo>
                  <a:pt x="541411" y="48645"/>
                  <a:pt x="536827" y="50702"/>
                  <a:pt x="533411" y="54817"/>
                </a:cubicBezTo>
                <a:cubicBezTo>
                  <a:pt x="529997" y="58931"/>
                  <a:pt x="528147" y="64615"/>
                  <a:pt x="527863" y="71871"/>
                </a:cubicBezTo>
                <a:lnTo>
                  <a:pt x="565943" y="71871"/>
                </a:lnTo>
                <a:cubicBezTo>
                  <a:pt x="565373" y="64101"/>
                  <a:pt x="563608" y="58287"/>
                  <a:pt x="560647" y="54431"/>
                </a:cubicBezTo>
                <a:cubicBezTo>
                  <a:pt x="557688" y="50574"/>
                  <a:pt x="553192" y="48645"/>
                  <a:pt x="547160" y="48645"/>
                </a:cubicBezTo>
                <a:close/>
                <a:moveTo>
                  <a:pt x="663518" y="124703"/>
                </a:moveTo>
                <a:lnTo>
                  <a:pt x="663518" y="75570"/>
                </a:lnTo>
                <a:cubicBezTo>
                  <a:pt x="663518" y="66652"/>
                  <a:pt x="662132" y="60250"/>
                  <a:pt x="659359" y="56364"/>
                </a:cubicBezTo>
                <a:cubicBezTo>
                  <a:pt x="656586" y="52476"/>
                  <a:pt x="652197" y="50532"/>
                  <a:pt x="646194" y="50532"/>
                </a:cubicBezTo>
                <a:cubicBezTo>
                  <a:pt x="639733" y="50532"/>
                  <a:pt x="634658" y="53019"/>
                  <a:pt x="630970" y="57993"/>
                </a:cubicBezTo>
                <a:cubicBezTo>
                  <a:pt x="627282" y="62966"/>
                  <a:pt x="625439" y="69711"/>
                  <a:pt x="625439" y="78229"/>
                </a:cubicBezTo>
                <a:lnTo>
                  <a:pt x="625439" y="124703"/>
                </a:lnTo>
                <a:lnTo>
                  <a:pt x="605713" y="124703"/>
                </a:lnTo>
                <a:lnTo>
                  <a:pt x="605713" y="56967"/>
                </a:lnTo>
                <a:cubicBezTo>
                  <a:pt x="605713" y="50157"/>
                  <a:pt x="605455" y="43404"/>
                  <a:pt x="604941" y="36708"/>
                </a:cubicBezTo>
                <a:lnTo>
                  <a:pt x="623723" y="36708"/>
                </a:lnTo>
                <a:cubicBezTo>
                  <a:pt x="624352" y="45284"/>
                  <a:pt x="624667" y="50945"/>
                  <a:pt x="624667" y="53689"/>
                </a:cubicBezTo>
                <a:lnTo>
                  <a:pt x="625010" y="53689"/>
                </a:lnTo>
                <a:cubicBezTo>
                  <a:pt x="628388" y="47144"/>
                  <a:pt x="632310" y="42392"/>
                  <a:pt x="636776" y="39433"/>
                </a:cubicBezTo>
                <a:cubicBezTo>
                  <a:pt x="641243" y="36473"/>
                  <a:pt x="646998" y="34992"/>
                  <a:pt x="654041" y="34992"/>
                </a:cubicBezTo>
                <a:cubicBezTo>
                  <a:pt x="663833" y="34992"/>
                  <a:pt x="671176" y="37880"/>
                  <a:pt x="676072" y="43654"/>
                </a:cubicBezTo>
                <a:cubicBezTo>
                  <a:pt x="680968" y="49429"/>
                  <a:pt x="683416" y="58349"/>
                  <a:pt x="683416" y="70413"/>
                </a:cubicBezTo>
                <a:lnTo>
                  <a:pt x="683416" y="124703"/>
                </a:lnTo>
                <a:lnTo>
                  <a:pt x="663518" y="124703"/>
                </a:lnTo>
                <a:close/>
                <a:moveTo>
                  <a:pt x="723398" y="84495"/>
                </a:moveTo>
                <a:cubicBezTo>
                  <a:pt x="723684" y="93461"/>
                  <a:pt x="725665" y="100357"/>
                  <a:pt x="729340" y="105183"/>
                </a:cubicBezTo>
                <a:cubicBezTo>
                  <a:pt x="733017" y="110009"/>
                  <a:pt x="738049" y="112422"/>
                  <a:pt x="744435" y="112422"/>
                </a:cubicBezTo>
                <a:cubicBezTo>
                  <a:pt x="748766" y="112422"/>
                  <a:pt x="752627" y="111330"/>
                  <a:pt x="756018" y="109147"/>
                </a:cubicBezTo>
                <a:cubicBezTo>
                  <a:pt x="759411" y="106963"/>
                  <a:pt x="762476" y="103286"/>
                  <a:pt x="765211" y="98115"/>
                </a:cubicBezTo>
                <a:lnTo>
                  <a:pt x="780689" y="105598"/>
                </a:lnTo>
                <a:cubicBezTo>
                  <a:pt x="777319" y="111048"/>
                  <a:pt x="773950" y="115177"/>
                  <a:pt x="770580" y="117986"/>
                </a:cubicBezTo>
                <a:cubicBezTo>
                  <a:pt x="767210" y="120797"/>
                  <a:pt x="763283" y="122904"/>
                  <a:pt x="758800" y="124309"/>
                </a:cubicBezTo>
                <a:cubicBezTo>
                  <a:pt x="754317" y="125715"/>
                  <a:pt x="748992" y="126418"/>
                  <a:pt x="742824" y="126418"/>
                </a:cubicBezTo>
                <a:cubicBezTo>
                  <a:pt x="729972" y="126418"/>
                  <a:pt x="720061" y="122373"/>
                  <a:pt x="713093" y="114282"/>
                </a:cubicBezTo>
                <a:cubicBezTo>
                  <a:pt x="706126" y="106192"/>
                  <a:pt x="702643" y="94828"/>
                  <a:pt x="702643" y="80190"/>
                </a:cubicBezTo>
                <a:cubicBezTo>
                  <a:pt x="702643" y="65439"/>
                  <a:pt x="706302" y="54218"/>
                  <a:pt x="713621" y="46528"/>
                </a:cubicBezTo>
                <a:cubicBezTo>
                  <a:pt x="720940" y="38837"/>
                  <a:pt x="730917" y="34992"/>
                  <a:pt x="743553" y="34992"/>
                </a:cubicBezTo>
                <a:cubicBezTo>
                  <a:pt x="756075" y="34992"/>
                  <a:pt x="765652" y="39096"/>
                  <a:pt x="772284" y="47305"/>
                </a:cubicBezTo>
                <a:cubicBezTo>
                  <a:pt x="778917" y="55512"/>
                  <a:pt x="782233" y="67108"/>
                  <a:pt x="782233" y="82093"/>
                </a:cubicBezTo>
                <a:lnTo>
                  <a:pt x="782233" y="84495"/>
                </a:lnTo>
                <a:lnTo>
                  <a:pt x="723398" y="84495"/>
                </a:lnTo>
                <a:moveTo>
                  <a:pt x="742867" y="48645"/>
                </a:moveTo>
                <a:cubicBezTo>
                  <a:pt x="737117" y="48645"/>
                  <a:pt x="732534" y="50702"/>
                  <a:pt x="729118" y="54817"/>
                </a:cubicBezTo>
                <a:cubicBezTo>
                  <a:pt x="725703" y="58931"/>
                  <a:pt x="723854" y="64615"/>
                  <a:pt x="723570" y="71871"/>
                </a:cubicBezTo>
                <a:lnTo>
                  <a:pt x="761649" y="71871"/>
                </a:lnTo>
                <a:cubicBezTo>
                  <a:pt x="761079" y="64101"/>
                  <a:pt x="759314" y="58287"/>
                  <a:pt x="756353" y="54431"/>
                </a:cubicBezTo>
                <a:cubicBezTo>
                  <a:pt x="753394" y="50574"/>
                  <a:pt x="748899" y="48645"/>
                  <a:pt x="742867" y="48645"/>
                </a:cubicBezTo>
                <a:close/>
                <a:moveTo>
                  <a:pt x="842130" y="51389"/>
                </a:moveTo>
                <a:cubicBezTo>
                  <a:pt x="835708" y="51389"/>
                  <a:pt x="830577" y="54205"/>
                  <a:pt x="826735" y="59837"/>
                </a:cubicBezTo>
                <a:cubicBezTo>
                  <a:pt x="822894" y="65467"/>
                  <a:pt x="820973" y="73055"/>
                  <a:pt x="820973" y="82600"/>
                </a:cubicBezTo>
                <a:lnTo>
                  <a:pt x="820973" y="124703"/>
                </a:lnTo>
                <a:lnTo>
                  <a:pt x="801247" y="124703"/>
                </a:lnTo>
                <a:lnTo>
                  <a:pt x="801247" y="58428"/>
                </a:lnTo>
                <a:cubicBezTo>
                  <a:pt x="801247" y="49156"/>
                  <a:pt x="801018" y="41916"/>
                  <a:pt x="800561" y="36708"/>
                </a:cubicBezTo>
                <a:lnTo>
                  <a:pt x="819426" y="36708"/>
                </a:lnTo>
                <a:cubicBezTo>
                  <a:pt x="820000" y="43569"/>
                  <a:pt x="820287" y="50201"/>
                  <a:pt x="820287" y="56605"/>
                </a:cubicBezTo>
                <a:lnTo>
                  <a:pt x="820630" y="56605"/>
                </a:lnTo>
                <a:cubicBezTo>
                  <a:pt x="823383" y="48518"/>
                  <a:pt x="826565" y="42894"/>
                  <a:pt x="830177" y="39733"/>
                </a:cubicBezTo>
                <a:cubicBezTo>
                  <a:pt x="833789" y="36573"/>
                  <a:pt x="838548" y="34992"/>
                  <a:pt x="844454" y="34992"/>
                </a:cubicBezTo>
                <a:cubicBezTo>
                  <a:pt x="847148" y="34992"/>
                  <a:pt x="849384" y="35364"/>
                  <a:pt x="851162" y="36107"/>
                </a:cubicBezTo>
                <a:lnTo>
                  <a:pt x="851162" y="52317"/>
                </a:lnTo>
                <a:cubicBezTo>
                  <a:pt x="848237" y="51699"/>
                  <a:pt x="845227" y="51389"/>
                  <a:pt x="842130" y="51389"/>
                </a:cubicBezTo>
                <a:close/>
                <a:moveTo>
                  <a:pt x="894748" y="112524"/>
                </a:moveTo>
                <a:cubicBezTo>
                  <a:pt x="900866" y="112524"/>
                  <a:pt x="905698" y="110389"/>
                  <a:pt x="909243" y="106118"/>
                </a:cubicBezTo>
                <a:cubicBezTo>
                  <a:pt x="912788" y="101846"/>
                  <a:pt x="914560" y="96355"/>
                  <a:pt x="914560" y="89646"/>
                </a:cubicBezTo>
                <a:lnTo>
                  <a:pt x="914560" y="81648"/>
                </a:lnTo>
                <a:lnTo>
                  <a:pt x="905212" y="81992"/>
                </a:lnTo>
                <a:cubicBezTo>
                  <a:pt x="896807" y="82394"/>
                  <a:pt x="890760" y="83885"/>
                  <a:pt x="887072" y="86465"/>
                </a:cubicBezTo>
                <a:cubicBezTo>
                  <a:pt x="883384" y="89045"/>
                  <a:pt x="881541" y="93087"/>
                  <a:pt x="881541" y="98592"/>
                </a:cubicBezTo>
                <a:cubicBezTo>
                  <a:pt x="881541" y="107880"/>
                  <a:pt x="885943" y="112524"/>
                  <a:pt x="894748" y="112524"/>
                </a:cubicBezTo>
                <a:moveTo>
                  <a:pt x="934200" y="124703"/>
                </a:moveTo>
                <a:lnTo>
                  <a:pt x="915160" y="124703"/>
                </a:lnTo>
                <a:lnTo>
                  <a:pt x="914474" y="110809"/>
                </a:lnTo>
                <a:cubicBezTo>
                  <a:pt x="911553" y="116526"/>
                  <a:pt x="908030" y="120557"/>
                  <a:pt x="903906" y="122902"/>
                </a:cubicBezTo>
                <a:cubicBezTo>
                  <a:pt x="899784" y="125246"/>
                  <a:pt x="894717" y="126418"/>
                  <a:pt x="888705" y="126418"/>
                </a:cubicBezTo>
                <a:cubicBezTo>
                  <a:pt x="879656" y="126418"/>
                  <a:pt x="872741" y="124070"/>
                  <a:pt x="867957" y="119374"/>
                </a:cubicBezTo>
                <a:cubicBezTo>
                  <a:pt x="863176" y="114679"/>
                  <a:pt x="860785" y="108151"/>
                  <a:pt x="860785" y="99790"/>
                </a:cubicBezTo>
                <a:cubicBezTo>
                  <a:pt x="860785" y="90628"/>
                  <a:pt x="864050" y="83613"/>
                  <a:pt x="870579" y="78746"/>
                </a:cubicBezTo>
                <a:cubicBezTo>
                  <a:pt x="877108" y="73879"/>
                  <a:pt x="886728" y="71244"/>
                  <a:pt x="899441" y="70842"/>
                </a:cubicBezTo>
                <a:lnTo>
                  <a:pt x="914474" y="70327"/>
                </a:lnTo>
                <a:lnTo>
                  <a:pt x="914474" y="67596"/>
                </a:lnTo>
                <a:cubicBezTo>
                  <a:pt x="914474" y="60823"/>
                  <a:pt x="913372" y="55914"/>
                  <a:pt x="911167" y="52869"/>
                </a:cubicBezTo>
                <a:cubicBezTo>
                  <a:pt x="908962" y="49824"/>
                  <a:pt x="905224" y="48302"/>
                  <a:pt x="899953" y="48302"/>
                </a:cubicBezTo>
                <a:cubicBezTo>
                  <a:pt x="895315" y="48302"/>
                  <a:pt x="891892" y="49173"/>
                  <a:pt x="889686" y="50915"/>
                </a:cubicBezTo>
                <a:cubicBezTo>
                  <a:pt x="887481" y="52655"/>
                  <a:pt x="885978" y="55352"/>
                  <a:pt x="885178" y="59006"/>
                </a:cubicBezTo>
                <a:lnTo>
                  <a:pt x="866103" y="56005"/>
                </a:lnTo>
                <a:cubicBezTo>
                  <a:pt x="867820" y="48515"/>
                  <a:pt x="871412" y="43140"/>
                  <a:pt x="876880" y="39881"/>
                </a:cubicBezTo>
                <a:cubicBezTo>
                  <a:pt x="882347" y="36622"/>
                  <a:pt x="890119" y="34992"/>
                  <a:pt x="900194" y="34992"/>
                </a:cubicBezTo>
                <a:cubicBezTo>
                  <a:pt x="911930" y="34992"/>
                  <a:pt x="920532" y="37765"/>
                  <a:pt x="925999" y="43311"/>
                </a:cubicBezTo>
                <a:cubicBezTo>
                  <a:pt x="931467" y="48858"/>
                  <a:pt x="934200" y="57463"/>
                  <a:pt x="934200" y="69127"/>
                </a:cubicBezTo>
                <a:lnTo>
                  <a:pt x="934200" y="124703"/>
                </a:lnTo>
                <a:close/>
                <a:moveTo>
                  <a:pt x="984865" y="126246"/>
                </a:moveTo>
                <a:cubicBezTo>
                  <a:pt x="977990" y="126246"/>
                  <a:pt x="972560" y="124286"/>
                  <a:pt x="968578" y="120366"/>
                </a:cubicBezTo>
                <a:cubicBezTo>
                  <a:pt x="964597" y="116446"/>
                  <a:pt x="962606" y="110823"/>
                  <a:pt x="962606" y="103497"/>
                </a:cubicBezTo>
                <a:lnTo>
                  <a:pt x="962606" y="51046"/>
                </a:lnTo>
                <a:lnTo>
                  <a:pt x="949570" y="51046"/>
                </a:lnTo>
                <a:lnTo>
                  <a:pt x="949570" y="36708"/>
                </a:lnTo>
                <a:lnTo>
                  <a:pt x="962864" y="36708"/>
                </a:lnTo>
                <a:lnTo>
                  <a:pt x="969151" y="15438"/>
                </a:lnTo>
                <a:lnTo>
                  <a:pt x="982332" y="15438"/>
                </a:lnTo>
                <a:lnTo>
                  <a:pt x="982332" y="36708"/>
                </a:lnTo>
                <a:lnTo>
                  <a:pt x="1003516" y="36708"/>
                </a:lnTo>
                <a:lnTo>
                  <a:pt x="1003516" y="51046"/>
                </a:lnTo>
                <a:lnTo>
                  <a:pt x="982332" y="51046"/>
                </a:lnTo>
                <a:lnTo>
                  <a:pt x="982332" y="98517"/>
                </a:lnTo>
                <a:cubicBezTo>
                  <a:pt x="982332" y="107215"/>
                  <a:pt x="986020" y="111564"/>
                  <a:pt x="993396" y="111564"/>
                </a:cubicBezTo>
                <a:cubicBezTo>
                  <a:pt x="996884" y="111564"/>
                  <a:pt x="1000629" y="111193"/>
                  <a:pt x="1004631" y="110449"/>
                </a:cubicBezTo>
                <a:lnTo>
                  <a:pt x="1004631" y="123671"/>
                </a:lnTo>
                <a:cubicBezTo>
                  <a:pt x="998101" y="125388"/>
                  <a:pt x="991512" y="126246"/>
                  <a:pt x="984865" y="126246"/>
                </a:cubicBezTo>
                <a:close/>
                <a:moveTo>
                  <a:pt x="1022962" y="16912"/>
                </a:moveTo>
                <a:lnTo>
                  <a:pt x="1022962" y="0"/>
                </a:lnTo>
                <a:lnTo>
                  <a:pt x="1042602" y="0"/>
                </a:lnTo>
                <a:lnTo>
                  <a:pt x="1042602" y="16912"/>
                </a:lnTo>
                <a:lnTo>
                  <a:pt x="1022962" y="16912"/>
                </a:lnTo>
                <a:moveTo>
                  <a:pt x="1022962" y="124703"/>
                </a:moveTo>
                <a:lnTo>
                  <a:pt x="1022962" y="36708"/>
                </a:lnTo>
                <a:lnTo>
                  <a:pt x="1042688" y="36708"/>
                </a:lnTo>
                <a:lnTo>
                  <a:pt x="1042688" y="124703"/>
                </a:lnTo>
                <a:lnTo>
                  <a:pt x="1022962" y="124703"/>
                </a:lnTo>
                <a:close/>
                <a:moveTo>
                  <a:pt x="1153212" y="80534"/>
                </a:moveTo>
                <a:cubicBezTo>
                  <a:pt x="1153212" y="94885"/>
                  <a:pt x="1149221" y="106120"/>
                  <a:pt x="1141237" y="114239"/>
                </a:cubicBezTo>
                <a:cubicBezTo>
                  <a:pt x="1133254" y="122358"/>
                  <a:pt x="1122051" y="126418"/>
                  <a:pt x="1107628" y="126418"/>
                </a:cubicBezTo>
                <a:cubicBezTo>
                  <a:pt x="1093663" y="126418"/>
                  <a:pt x="1082731" y="122301"/>
                  <a:pt x="1074834" y="114068"/>
                </a:cubicBezTo>
                <a:cubicBezTo>
                  <a:pt x="1066936" y="105834"/>
                  <a:pt x="1062987" y="94656"/>
                  <a:pt x="1062987" y="80534"/>
                </a:cubicBezTo>
                <a:cubicBezTo>
                  <a:pt x="1062987" y="66182"/>
                  <a:pt x="1066950" y="55004"/>
                  <a:pt x="1074877" y="46999"/>
                </a:cubicBezTo>
                <a:cubicBezTo>
                  <a:pt x="1082803" y="38995"/>
                  <a:pt x="1093891" y="34992"/>
                  <a:pt x="1108143" y="34992"/>
                </a:cubicBezTo>
                <a:cubicBezTo>
                  <a:pt x="1122851" y="34992"/>
                  <a:pt x="1134040" y="38895"/>
                  <a:pt x="1141709" y="46699"/>
                </a:cubicBezTo>
                <a:cubicBezTo>
                  <a:pt x="1149378" y="54504"/>
                  <a:pt x="1153212" y="65782"/>
                  <a:pt x="1153212" y="80534"/>
                </a:cubicBezTo>
                <a:moveTo>
                  <a:pt x="1132457" y="80534"/>
                </a:moveTo>
                <a:cubicBezTo>
                  <a:pt x="1132457" y="59893"/>
                  <a:pt x="1124495" y="49572"/>
                  <a:pt x="1108572" y="49572"/>
                </a:cubicBezTo>
                <a:cubicBezTo>
                  <a:pt x="1092019" y="49572"/>
                  <a:pt x="1083742" y="59893"/>
                  <a:pt x="1083742" y="80534"/>
                </a:cubicBezTo>
                <a:cubicBezTo>
                  <a:pt x="1083742" y="90654"/>
                  <a:pt x="1085769" y="98401"/>
                  <a:pt x="1089821" y="103776"/>
                </a:cubicBezTo>
                <a:cubicBezTo>
                  <a:pt x="1093874" y="109150"/>
                  <a:pt x="1099752" y="111838"/>
                  <a:pt x="1107457" y="111838"/>
                </a:cubicBezTo>
                <a:cubicBezTo>
                  <a:pt x="1124124" y="111838"/>
                  <a:pt x="1132457" y="101403"/>
                  <a:pt x="1132457" y="80534"/>
                </a:cubicBezTo>
                <a:close/>
                <a:moveTo>
                  <a:pt x="1230805" y="124703"/>
                </a:moveTo>
                <a:lnTo>
                  <a:pt x="1230805" y="75570"/>
                </a:lnTo>
                <a:cubicBezTo>
                  <a:pt x="1230805" y="66652"/>
                  <a:pt x="1229419" y="60250"/>
                  <a:pt x="1226646" y="56364"/>
                </a:cubicBezTo>
                <a:cubicBezTo>
                  <a:pt x="1223872" y="52476"/>
                  <a:pt x="1219484" y="50532"/>
                  <a:pt x="1213481" y="50532"/>
                </a:cubicBezTo>
                <a:cubicBezTo>
                  <a:pt x="1207020" y="50532"/>
                  <a:pt x="1201945" y="53019"/>
                  <a:pt x="1198257" y="57993"/>
                </a:cubicBezTo>
                <a:cubicBezTo>
                  <a:pt x="1194569" y="62966"/>
                  <a:pt x="1192725" y="69711"/>
                  <a:pt x="1192725" y="78229"/>
                </a:cubicBezTo>
                <a:lnTo>
                  <a:pt x="1192725" y="124703"/>
                </a:lnTo>
                <a:lnTo>
                  <a:pt x="1172999" y="124703"/>
                </a:lnTo>
                <a:lnTo>
                  <a:pt x="1172999" y="56967"/>
                </a:lnTo>
                <a:cubicBezTo>
                  <a:pt x="1172999" y="50157"/>
                  <a:pt x="1172742" y="43404"/>
                  <a:pt x="1172228" y="36708"/>
                </a:cubicBezTo>
                <a:lnTo>
                  <a:pt x="1191010" y="36708"/>
                </a:lnTo>
                <a:cubicBezTo>
                  <a:pt x="1191639" y="45284"/>
                  <a:pt x="1191954" y="50945"/>
                  <a:pt x="1191954" y="53689"/>
                </a:cubicBezTo>
                <a:lnTo>
                  <a:pt x="1192297" y="53689"/>
                </a:lnTo>
                <a:cubicBezTo>
                  <a:pt x="1195675" y="47144"/>
                  <a:pt x="1199597" y="42392"/>
                  <a:pt x="1204063" y="39433"/>
                </a:cubicBezTo>
                <a:cubicBezTo>
                  <a:pt x="1208529" y="36473"/>
                  <a:pt x="1214285" y="34992"/>
                  <a:pt x="1221328" y="34992"/>
                </a:cubicBezTo>
                <a:cubicBezTo>
                  <a:pt x="1231120" y="34992"/>
                  <a:pt x="1238463" y="37880"/>
                  <a:pt x="1243359" y="43654"/>
                </a:cubicBezTo>
                <a:cubicBezTo>
                  <a:pt x="1248255" y="49429"/>
                  <a:pt x="1250703" y="58349"/>
                  <a:pt x="1250703" y="70413"/>
                </a:cubicBezTo>
                <a:lnTo>
                  <a:pt x="1250703" y="124703"/>
                </a:lnTo>
                <a:lnTo>
                  <a:pt x="1230805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ADB61-30D2-4C37-B7CC-16D5D74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277" y="6296726"/>
            <a:ext cx="2175143" cy="319252"/>
          </a:xfrm>
          <a:custGeom xmlns:a="http://schemas.openxmlformats.org/drawingml/2006/main">
            <a:pathLst>
              <a:path w="2175143" h="319252" fill="none">
                <a:moveTo>
                  <a:pt x="0" y="53211"/>
                </a:moveTo>
                <a:cubicBezTo>
                  <a:pt x="0" y="23823"/>
                  <a:pt x="23823" y="0"/>
                  <a:pt x="53211" y="0"/>
                </a:cubicBezTo>
                <a:lnTo>
                  <a:pt x="2121932" y="0"/>
                </a:lnTo>
                <a:cubicBezTo>
                  <a:pt x="2151320" y="0"/>
                  <a:pt x="2175143" y="23823"/>
                  <a:pt x="2175143" y="53211"/>
                </a:cubicBezTo>
                <a:lnTo>
                  <a:pt x="2175143" y="266042"/>
                </a:lnTo>
                <a:cubicBezTo>
                  <a:pt x="2175143" y="295429"/>
                  <a:pt x="2151320" y="319252"/>
                  <a:pt x="2121932" y="319252"/>
                </a:cubicBezTo>
                <a:lnTo>
                  <a:pt x="53211" y="319252"/>
                </a:lnTo>
                <a:cubicBezTo>
                  <a:pt x="23823" y="319252"/>
                  <a:pt x="0" y="295429"/>
                  <a:pt x="0" y="266042"/>
                </a:cubicBezTo>
                <a:lnTo>
                  <a:pt x="0" y="532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BD109-7975-45E4-9B60-6719AC0C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9" y="6416974"/>
            <a:ext cx="468602" cy="87824"/>
          </a:xfrm>
          <a:custGeom xmlns:a="http://schemas.openxmlformats.org/drawingml/2006/main">
            <a:pathLst>
              <a:path w="468602" h="87824">
                <a:moveTo>
                  <a:pt x="380778" y="54889"/>
                </a:moveTo>
                <a:lnTo>
                  <a:pt x="468602" y="54889"/>
                </a:lnTo>
                <a:lnTo>
                  <a:pt x="468602" y="32933"/>
                </a:lnTo>
                <a:lnTo>
                  <a:pt x="380778" y="32933"/>
                </a:lnTo>
                <a:lnTo>
                  <a:pt x="380778" y="54889"/>
                </a:lnTo>
                <a:close/>
                <a:moveTo>
                  <a:pt x="227087" y="54889"/>
                </a:moveTo>
                <a:lnTo>
                  <a:pt x="314910" y="54889"/>
                </a:lnTo>
                <a:lnTo>
                  <a:pt x="314910" y="32933"/>
                </a:lnTo>
                <a:lnTo>
                  <a:pt x="227087" y="32934"/>
                </a:lnTo>
                <a:lnTo>
                  <a:pt x="227087" y="54889"/>
                </a:lnTo>
                <a:close/>
                <a:moveTo>
                  <a:pt x="87824" y="0"/>
                </a:moveTo>
                <a:lnTo>
                  <a:pt x="0" y="43912"/>
                </a:lnTo>
                <a:lnTo>
                  <a:pt x="87824" y="87824"/>
                </a:lnTo>
                <a:lnTo>
                  <a:pt x="87824" y="54890"/>
                </a:lnTo>
                <a:lnTo>
                  <a:pt x="161219" y="54890"/>
                </a:lnTo>
                <a:lnTo>
                  <a:pt x="161219" y="32934"/>
                </a:lnTo>
                <a:lnTo>
                  <a:pt x="87824" y="32934"/>
                </a:lnTo>
                <a:lnTo>
                  <a:pt x="87824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continuegeneration">
            <a:extLst xmlns:a="http://schemas.openxmlformats.org/drawingml/2006/main">
              <a:ext uri="{FF2B5EF4-FFF2-40B4-BE49-F238E27FC236}">
                <a16:creationId xmlns:a16="http://schemas.microsoft.com/office/drawing/2014/main" id="{A93B01F1-958C-4D1A-B14A-CD75650B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826" y="4981266"/>
            <a:ext cx="1595264" cy="158666"/>
          </a:xfrm>
          <a:custGeom xmlns:a="http://schemas.openxmlformats.org/drawingml/2006/main">
            <a:pathLst>
              <a:path w="1595264" h="158666">
                <a:moveTo>
                  <a:pt x="37737" y="126418"/>
                </a:moveTo>
                <a:cubicBezTo>
                  <a:pt x="25672" y="126418"/>
                  <a:pt x="16367" y="122473"/>
                  <a:pt x="9820" y="114582"/>
                </a:cubicBezTo>
                <a:cubicBezTo>
                  <a:pt x="3273" y="106692"/>
                  <a:pt x="0" y="95571"/>
                  <a:pt x="0" y="81220"/>
                </a:cubicBezTo>
                <a:cubicBezTo>
                  <a:pt x="0" y="66468"/>
                  <a:pt x="3345" y="55076"/>
                  <a:pt x="10035" y="47042"/>
                </a:cubicBezTo>
                <a:cubicBezTo>
                  <a:pt x="16724" y="39009"/>
                  <a:pt x="26187" y="34992"/>
                  <a:pt x="38423" y="34992"/>
                </a:cubicBezTo>
                <a:cubicBezTo>
                  <a:pt x="58378" y="34992"/>
                  <a:pt x="69813" y="44112"/>
                  <a:pt x="72729" y="62351"/>
                </a:cubicBezTo>
                <a:lnTo>
                  <a:pt x="53003" y="63981"/>
                </a:lnTo>
                <a:cubicBezTo>
                  <a:pt x="52374" y="59121"/>
                  <a:pt x="50759" y="55476"/>
                  <a:pt x="48157" y="53046"/>
                </a:cubicBezTo>
                <a:cubicBezTo>
                  <a:pt x="45556" y="50616"/>
                  <a:pt x="42368" y="49401"/>
                  <a:pt x="38594" y="49401"/>
                </a:cubicBezTo>
                <a:cubicBezTo>
                  <a:pt x="32133" y="49401"/>
                  <a:pt x="27402" y="51945"/>
                  <a:pt x="24400" y="57034"/>
                </a:cubicBezTo>
                <a:cubicBezTo>
                  <a:pt x="21398" y="62121"/>
                  <a:pt x="19898" y="69894"/>
                  <a:pt x="19898" y="80354"/>
                </a:cubicBezTo>
                <a:cubicBezTo>
                  <a:pt x="19898" y="90987"/>
                  <a:pt x="21456" y="98933"/>
                  <a:pt x="24572" y="104191"/>
                </a:cubicBezTo>
                <a:cubicBezTo>
                  <a:pt x="27688" y="109450"/>
                  <a:pt x="32133" y="112079"/>
                  <a:pt x="37908" y="112079"/>
                </a:cubicBezTo>
                <a:cubicBezTo>
                  <a:pt x="46542" y="112079"/>
                  <a:pt x="51688" y="106681"/>
                  <a:pt x="53346" y="95885"/>
                </a:cubicBezTo>
                <a:lnTo>
                  <a:pt x="72557" y="97944"/>
                </a:lnTo>
                <a:cubicBezTo>
                  <a:pt x="69470" y="116927"/>
                  <a:pt x="57863" y="126418"/>
                  <a:pt x="37737" y="126418"/>
                </a:cubicBezTo>
                <a:close/>
                <a:moveTo>
                  <a:pt x="172551" y="80534"/>
                </a:moveTo>
                <a:cubicBezTo>
                  <a:pt x="172551" y="94885"/>
                  <a:pt x="168559" y="106120"/>
                  <a:pt x="160576" y="114239"/>
                </a:cubicBezTo>
                <a:cubicBezTo>
                  <a:pt x="152593" y="122358"/>
                  <a:pt x="141390" y="126418"/>
                  <a:pt x="126967" y="126418"/>
                </a:cubicBezTo>
                <a:cubicBezTo>
                  <a:pt x="113001" y="126418"/>
                  <a:pt x="102070" y="122301"/>
                  <a:pt x="94172" y="114068"/>
                </a:cubicBezTo>
                <a:cubicBezTo>
                  <a:pt x="86275" y="105834"/>
                  <a:pt x="82326" y="94656"/>
                  <a:pt x="82326" y="80534"/>
                </a:cubicBezTo>
                <a:cubicBezTo>
                  <a:pt x="82326" y="66182"/>
                  <a:pt x="86289" y="55004"/>
                  <a:pt x="94215" y="46999"/>
                </a:cubicBezTo>
                <a:cubicBezTo>
                  <a:pt x="102141" y="38995"/>
                  <a:pt x="113230" y="34992"/>
                  <a:pt x="127481" y="34992"/>
                </a:cubicBezTo>
                <a:cubicBezTo>
                  <a:pt x="142190" y="34992"/>
                  <a:pt x="153379" y="38895"/>
                  <a:pt x="161048" y="46699"/>
                </a:cubicBezTo>
                <a:cubicBezTo>
                  <a:pt x="168717" y="54504"/>
                  <a:pt x="172551" y="65782"/>
                  <a:pt x="172551" y="80534"/>
                </a:cubicBezTo>
                <a:moveTo>
                  <a:pt x="151796" y="80534"/>
                </a:moveTo>
                <a:cubicBezTo>
                  <a:pt x="151796" y="59893"/>
                  <a:pt x="143834" y="49572"/>
                  <a:pt x="127910" y="49572"/>
                </a:cubicBezTo>
                <a:cubicBezTo>
                  <a:pt x="111358" y="49572"/>
                  <a:pt x="103081" y="59893"/>
                  <a:pt x="103081" y="80534"/>
                </a:cubicBezTo>
                <a:cubicBezTo>
                  <a:pt x="103081" y="90654"/>
                  <a:pt x="105107" y="98401"/>
                  <a:pt x="109160" y="103776"/>
                </a:cubicBezTo>
                <a:cubicBezTo>
                  <a:pt x="113212" y="109150"/>
                  <a:pt x="119091" y="111838"/>
                  <a:pt x="126795" y="111838"/>
                </a:cubicBezTo>
                <a:cubicBezTo>
                  <a:pt x="143462" y="111838"/>
                  <a:pt x="151796" y="101403"/>
                  <a:pt x="151796" y="80534"/>
                </a:cubicBezTo>
                <a:close/>
                <a:moveTo>
                  <a:pt x="250074" y="124703"/>
                </a:moveTo>
                <a:lnTo>
                  <a:pt x="250074" y="75570"/>
                </a:lnTo>
                <a:cubicBezTo>
                  <a:pt x="250074" y="66652"/>
                  <a:pt x="248688" y="60250"/>
                  <a:pt x="245915" y="56364"/>
                </a:cubicBezTo>
                <a:cubicBezTo>
                  <a:pt x="243142" y="52476"/>
                  <a:pt x="238753" y="50532"/>
                  <a:pt x="232750" y="50532"/>
                </a:cubicBezTo>
                <a:cubicBezTo>
                  <a:pt x="226289" y="50532"/>
                  <a:pt x="221214" y="53019"/>
                  <a:pt x="217527" y="57993"/>
                </a:cubicBezTo>
                <a:cubicBezTo>
                  <a:pt x="213839" y="62966"/>
                  <a:pt x="211995" y="69711"/>
                  <a:pt x="211995" y="78229"/>
                </a:cubicBezTo>
                <a:lnTo>
                  <a:pt x="211995" y="124703"/>
                </a:lnTo>
                <a:lnTo>
                  <a:pt x="192269" y="124703"/>
                </a:lnTo>
                <a:lnTo>
                  <a:pt x="192269" y="56967"/>
                </a:lnTo>
                <a:cubicBezTo>
                  <a:pt x="192269" y="50157"/>
                  <a:pt x="192011" y="43404"/>
                  <a:pt x="191497" y="36708"/>
                </a:cubicBezTo>
                <a:lnTo>
                  <a:pt x="210279" y="36708"/>
                </a:lnTo>
                <a:cubicBezTo>
                  <a:pt x="210908" y="45284"/>
                  <a:pt x="211223" y="50945"/>
                  <a:pt x="211223" y="53689"/>
                </a:cubicBezTo>
                <a:lnTo>
                  <a:pt x="211566" y="53689"/>
                </a:lnTo>
                <a:cubicBezTo>
                  <a:pt x="214945" y="47144"/>
                  <a:pt x="218867" y="42392"/>
                  <a:pt x="223332" y="39433"/>
                </a:cubicBezTo>
                <a:cubicBezTo>
                  <a:pt x="227799" y="36473"/>
                  <a:pt x="233554" y="34992"/>
                  <a:pt x="240597" y="34992"/>
                </a:cubicBezTo>
                <a:cubicBezTo>
                  <a:pt x="250389" y="34992"/>
                  <a:pt x="257733" y="37880"/>
                  <a:pt x="262628" y="43654"/>
                </a:cubicBezTo>
                <a:cubicBezTo>
                  <a:pt x="267524" y="49429"/>
                  <a:pt x="269972" y="58349"/>
                  <a:pt x="269972" y="70413"/>
                </a:cubicBezTo>
                <a:lnTo>
                  <a:pt x="269972" y="124703"/>
                </a:lnTo>
                <a:lnTo>
                  <a:pt x="250074" y="124703"/>
                </a:lnTo>
                <a:close/>
                <a:moveTo>
                  <a:pt x="320826" y="126246"/>
                </a:moveTo>
                <a:cubicBezTo>
                  <a:pt x="313950" y="126246"/>
                  <a:pt x="308521" y="124286"/>
                  <a:pt x="304539" y="120366"/>
                </a:cubicBezTo>
                <a:cubicBezTo>
                  <a:pt x="300558" y="116446"/>
                  <a:pt x="298567" y="110823"/>
                  <a:pt x="298567" y="103497"/>
                </a:cubicBezTo>
                <a:lnTo>
                  <a:pt x="298567" y="51046"/>
                </a:lnTo>
                <a:lnTo>
                  <a:pt x="285531" y="51046"/>
                </a:lnTo>
                <a:lnTo>
                  <a:pt x="285531" y="36708"/>
                </a:lnTo>
                <a:lnTo>
                  <a:pt x="298824" y="36708"/>
                </a:lnTo>
                <a:lnTo>
                  <a:pt x="305112" y="15438"/>
                </a:lnTo>
                <a:lnTo>
                  <a:pt x="318293" y="15438"/>
                </a:lnTo>
                <a:lnTo>
                  <a:pt x="318293" y="36708"/>
                </a:lnTo>
                <a:lnTo>
                  <a:pt x="339477" y="36708"/>
                </a:lnTo>
                <a:lnTo>
                  <a:pt x="339477" y="51046"/>
                </a:lnTo>
                <a:lnTo>
                  <a:pt x="318293" y="51046"/>
                </a:lnTo>
                <a:lnTo>
                  <a:pt x="318293" y="98517"/>
                </a:lnTo>
                <a:cubicBezTo>
                  <a:pt x="318293" y="107215"/>
                  <a:pt x="321981" y="111564"/>
                  <a:pt x="329357" y="111564"/>
                </a:cubicBezTo>
                <a:cubicBezTo>
                  <a:pt x="332845" y="111564"/>
                  <a:pt x="336590" y="111193"/>
                  <a:pt x="340592" y="110449"/>
                </a:cubicBezTo>
                <a:lnTo>
                  <a:pt x="340592" y="123671"/>
                </a:lnTo>
                <a:cubicBezTo>
                  <a:pt x="334061" y="125388"/>
                  <a:pt x="327473" y="126246"/>
                  <a:pt x="320826" y="126246"/>
                </a:cubicBezTo>
                <a:close/>
                <a:moveTo>
                  <a:pt x="358852" y="16912"/>
                </a:moveTo>
                <a:lnTo>
                  <a:pt x="358852" y="0"/>
                </a:lnTo>
                <a:lnTo>
                  <a:pt x="378492" y="0"/>
                </a:lnTo>
                <a:lnTo>
                  <a:pt x="378492" y="16912"/>
                </a:lnTo>
                <a:lnTo>
                  <a:pt x="358852" y="16912"/>
                </a:lnTo>
                <a:moveTo>
                  <a:pt x="358852" y="124703"/>
                </a:moveTo>
                <a:lnTo>
                  <a:pt x="358852" y="36708"/>
                </a:lnTo>
                <a:lnTo>
                  <a:pt x="378578" y="36708"/>
                </a:lnTo>
                <a:lnTo>
                  <a:pt x="378578" y="124703"/>
                </a:lnTo>
                <a:lnTo>
                  <a:pt x="358852" y="124703"/>
                </a:lnTo>
                <a:close/>
                <a:moveTo>
                  <a:pt x="462449" y="124703"/>
                </a:moveTo>
                <a:lnTo>
                  <a:pt x="462449" y="75570"/>
                </a:lnTo>
                <a:cubicBezTo>
                  <a:pt x="462449" y="66652"/>
                  <a:pt x="461063" y="60250"/>
                  <a:pt x="458290" y="56364"/>
                </a:cubicBezTo>
                <a:cubicBezTo>
                  <a:pt x="455517" y="52476"/>
                  <a:pt x="451128" y="50532"/>
                  <a:pt x="445125" y="50532"/>
                </a:cubicBezTo>
                <a:cubicBezTo>
                  <a:pt x="438664" y="50532"/>
                  <a:pt x="433589" y="53019"/>
                  <a:pt x="429901" y="57993"/>
                </a:cubicBezTo>
                <a:cubicBezTo>
                  <a:pt x="426213" y="62966"/>
                  <a:pt x="424370" y="69711"/>
                  <a:pt x="424370" y="78229"/>
                </a:cubicBezTo>
                <a:lnTo>
                  <a:pt x="424370" y="124703"/>
                </a:lnTo>
                <a:lnTo>
                  <a:pt x="404644" y="124703"/>
                </a:lnTo>
                <a:lnTo>
                  <a:pt x="404644" y="56967"/>
                </a:lnTo>
                <a:cubicBezTo>
                  <a:pt x="404644" y="50157"/>
                  <a:pt x="404386" y="43404"/>
                  <a:pt x="403872" y="36708"/>
                </a:cubicBezTo>
                <a:lnTo>
                  <a:pt x="422654" y="36708"/>
                </a:lnTo>
                <a:cubicBezTo>
                  <a:pt x="423283" y="45284"/>
                  <a:pt x="423598" y="50945"/>
                  <a:pt x="423598" y="53689"/>
                </a:cubicBezTo>
                <a:lnTo>
                  <a:pt x="423941" y="53689"/>
                </a:lnTo>
                <a:cubicBezTo>
                  <a:pt x="427319" y="47144"/>
                  <a:pt x="431241" y="42392"/>
                  <a:pt x="435707" y="39433"/>
                </a:cubicBezTo>
                <a:cubicBezTo>
                  <a:pt x="440174" y="36473"/>
                  <a:pt x="445929" y="34992"/>
                  <a:pt x="452972" y="34992"/>
                </a:cubicBezTo>
                <a:cubicBezTo>
                  <a:pt x="462764" y="34992"/>
                  <a:pt x="470107" y="37880"/>
                  <a:pt x="475003" y="43654"/>
                </a:cubicBezTo>
                <a:cubicBezTo>
                  <a:pt x="479899" y="49429"/>
                  <a:pt x="482347" y="58349"/>
                  <a:pt x="482347" y="70413"/>
                </a:cubicBezTo>
                <a:lnTo>
                  <a:pt x="482347" y="124703"/>
                </a:lnTo>
                <a:lnTo>
                  <a:pt x="462449" y="124703"/>
                </a:lnTo>
                <a:close/>
                <a:moveTo>
                  <a:pt x="525694" y="36708"/>
                </a:moveTo>
                <a:lnTo>
                  <a:pt x="525694" y="85907"/>
                </a:lnTo>
                <a:cubicBezTo>
                  <a:pt x="525694" y="94838"/>
                  <a:pt x="527097" y="101249"/>
                  <a:pt x="529904" y="105143"/>
                </a:cubicBezTo>
                <a:cubicBezTo>
                  <a:pt x="532713" y="109034"/>
                  <a:pt x="537097" y="110980"/>
                  <a:pt x="543056" y="110980"/>
                </a:cubicBezTo>
                <a:cubicBezTo>
                  <a:pt x="549476" y="110980"/>
                  <a:pt x="554576" y="108533"/>
                  <a:pt x="558357" y="103639"/>
                </a:cubicBezTo>
                <a:cubicBezTo>
                  <a:pt x="562139" y="98745"/>
                  <a:pt x="564031" y="91919"/>
                  <a:pt x="564031" y="83160"/>
                </a:cubicBezTo>
                <a:lnTo>
                  <a:pt x="564031" y="36708"/>
                </a:lnTo>
                <a:lnTo>
                  <a:pt x="583757" y="36708"/>
                </a:lnTo>
                <a:lnTo>
                  <a:pt x="583757" y="104357"/>
                </a:lnTo>
                <a:cubicBezTo>
                  <a:pt x="583757" y="111224"/>
                  <a:pt x="584014" y="118006"/>
                  <a:pt x="584529" y="124703"/>
                </a:cubicBezTo>
                <a:lnTo>
                  <a:pt x="565746" y="124703"/>
                </a:lnTo>
                <a:cubicBezTo>
                  <a:pt x="565117" y="116012"/>
                  <a:pt x="564803" y="110351"/>
                  <a:pt x="564803" y="107721"/>
                </a:cubicBezTo>
                <a:lnTo>
                  <a:pt x="564459" y="107721"/>
                </a:lnTo>
                <a:cubicBezTo>
                  <a:pt x="561024" y="114468"/>
                  <a:pt x="557058" y="119271"/>
                  <a:pt x="552562" y="122130"/>
                </a:cubicBezTo>
                <a:cubicBezTo>
                  <a:pt x="548068" y="124988"/>
                  <a:pt x="542300" y="126418"/>
                  <a:pt x="535256" y="126418"/>
                </a:cubicBezTo>
                <a:cubicBezTo>
                  <a:pt x="525522" y="126418"/>
                  <a:pt x="518207" y="123513"/>
                  <a:pt x="513311" y="117705"/>
                </a:cubicBezTo>
                <a:cubicBezTo>
                  <a:pt x="508415" y="111896"/>
                  <a:pt x="505968" y="102982"/>
                  <a:pt x="505968" y="90962"/>
                </a:cubicBezTo>
                <a:lnTo>
                  <a:pt x="505968" y="36708"/>
                </a:lnTo>
                <a:lnTo>
                  <a:pt x="525694" y="36708"/>
                </a:lnTo>
                <a:close/>
                <a:moveTo>
                  <a:pt x="624960" y="84495"/>
                </a:moveTo>
                <a:cubicBezTo>
                  <a:pt x="625246" y="93461"/>
                  <a:pt x="627226" y="100357"/>
                  <a:pt x="630902" y="105183"/>
                </a:cubicBezTo>
                <a:cubicBezTo>
                  <a:pt x="634579" y="110009"/>
                  <a:pt x="639610" y="112422"/>
                  <a:pt x="645996" y="112422"/>
                </a:cubicBezTo>
                <a:cubicBezTo>
                  <a:pt x="650327" y="112422"/>
                  <a:pt x="654189" y="111330"/>
                  <a:pt x="657580" y="109147"/>
                </a:cubicBezTo>
                <a:cubicBezTo>
                  <a:pt x="660973" y="106963"/>
                  <a:pt x="664037" y="103286"/>
                  <a:pt x="666773" y="98115"/>
                </a:cubicBezTo>
                <a:lnTo>
                  <a:pt x="682251" y="105598"/>
                </a:lnTo>
                <a:cubicBezTo>
                  <a:pt x="678881" y="111048"/>
                  <a:pt x="675511" y="115177"/>
                  <a:pt x="672141" y="117986"/>
                </a:cubicBezTo>
                <a:cubicBezTo>
                  <a:pt x="668771" y="120797"/>
                  <a:pt x="664845" y="122904"/>
                  <a:pt x="660362" y="124309"/>
                </a:cubicBezTo>
                <a:cubicBezTo>
                  <a:pt x="655879" y="125715"/>
                  <a:pt x="650553" y="126418"/>
                  <a:pt x="644385" y="126418"/>
                </a:cubicBezTo>
                <a:cubicBezTo>
                  <a:pt x="631533" y="126418"/>
                  <a:pt x="621623" y="122373"/>
                  <a:pt x="614654" y="114282"/>
                </a:cubicBezTo>
                <a:cubicBezTo>
                  <a:pt x="607688" y="106192"/>
                  <a:pt x="604204" y="94828"/>
                  <a:pt x="604204" y="80190"/>
                </a:cubicBezTo>
                <a:cubicBezTo>
                  <a:pt x="604204" y="65439"/>
                  <a:pt x="607864" y="54218"/>
                  <a:pt x="615182" y="46528"/>
                </a:cubicBezTo>
                <a:cubicBezTo>
                  <a:pt x="622501" y="38837"/>
                  <a:pt x="632478" y="34992"/>
                  <a:pt x="645114" y="34992"/>
                </a:cubicBezTo>
                <a:cubicBezTo>
                  <a:pt x="657636" y="34992"/>
                  <a:pt x="667213" y="39096"/>
                  <a:pt x="673846" y="47305"/>
                </a:cubicBezTo>
                <a:cubicBezTo>
                  <a:pt x="680478" y="55512"/>
                  <a:pt x="683795" y="67108"/>
                  <a:pt x="683795" y="82093"/>
                </a:cubicBezTo>
                <a:lnTo>
                  <a:pt x="683795" y="84495"/>
                </a:lnTo>
                <a:lnTo>
                  <a:pt x="624960" y="84495"/>
                </a:lnTo>
                <a:moveTo>
                  <a:pt x="644428" y="48645"/>
                </a:moveTo>
                <a:cubicBezTo>
                  <a:pt x="638678" y="48645"/>
                  <a:pt x="634095" y="50702"/>
                  <a:pt x="630679" y="54817"/>
                </a:cubicBezTo>
                <a:cubicBezTo>
                  <a:pt x="627265" y="58931"/>
                  <a:pt x="625415" y="64615"/>
                  <a:pt x="625131" y="71871"/>
                </a:cubicBezTo>
                <a:lnTo>
                  <a:pt x="663211" y="71871"/>
                </a:lnTo>
                <a:cubicBezTo>
                  <a:pt x="662641" y="64101"/>
                  <a:pt x="660876" y="58287"/>
                  <a:pt x="657915" y="54431"/>
                </a:cubicBezTo>
                <a:cubicBezTo>
                  <a:pt x="654956" y="50574"/>
                  <a:pt x="650460" y="48645"/>
                  <a:pt x="644428" y="48645"/>
                </a:cubicBezTo>
                <a:close/>
                <a:moveTo>
                  <a:pt x="745144" y="80190"/>
                </a:moveTo>
                <a:cubicBezTo>
                  <a:pt x="745144" y="65641"/>
                  <a:pt x="748356" y="54471"/>
                  <a:pt x="754779" y="46680"/>
                </a:cubicBezTo>
                <a:cubicBezTo>
                  <a:pt x="761204" y="38888"/>
                  <a:pt x="770384" y="34992"/>
                  <a:pt x="782318" y="34992"/>
                </a:cubicBezTo>
                <a:cubicBezTo>
                  <a:pt x="788827" y="34992"/>
                  <a:pt x="794551" y="36473"/>
                  <a:pt x="799490" y="39433"/>
                </a:cubicBezTo>
                <a:cubicBezTo>
                  <a:pt x="804430" y="42392"/>
                  <a:pt x="808185" y="46572"/>
                  <a:pt x="810754" y="51974"/>
                </a:cubicBezTo>
                <a:lnTo>
                  <a:pt x="811097" y="51974"/>
                </a:lnTo>
                <a:cubicBezTo>
                  <a:pt x="811097" y="47028"/>
                  <a:pt x="811469" y="41939"/>
                  <a:pt x="812212" y="36708"/>
                </a:cubicBezTo>
                <a:lnTo>
                  <a:pt x="831081" y="36708"/>
                </a:lnTo>
                <a:cubicBezTo>
                  <a:pt x="830623" y="41861"/>
                  <a:pt x="830395" y="48388"/>
                  <a:pt x="830395" y="56289"/>
                </a:cubicBezTo>
                <a:lnTo>
                  <a:pt x="830395" y="122164"/>
                </a:lnTo>
                <a:cubicBezTo>
                  <a:pt x="830395" y="132128"/>
                  <a:pt x="826714" y="140701"/>
                  <a:pt x="819352" y="147886"/>
                </a:cubicBezTo>
                <a:cubicBezTo>
                  <a:pt x="811993" y="155072"/>
                  <a:pt x="801523" y="158666"/>
                  <a:pt x="787944" y="158666"/>
                </a:cubicBezTo>
                <a:cubicBezTo>
                  <a:pt x="765521" y="158666"/>
                  <a:pt x="752570" y="150804"/>
                  <a:pt x="749089" y="135080"/>
                </a:cubicBezTo>
                <a:lnTo>
                  <a:pt x="768676" y="132078"/>
                </a:lnTo>
                <a:cubicBezTo>
                  <a:pt x="770841" y="140130"/>
                  <a:pt x="777455" y="144155"/>
                  <a:pt x="788517" y="144155"/>
                </a:cubicBezTo>
                <a:cubicBezTo>
                  <a:pt x="795759" y="144155"/>
                  <a:pt x="801290" y="141983"/>
                  <a:pt x="805110" y="137640"/>
                </a:cubicBezTo>
                <a:cubicBezTo>
                  <a:pt x="808930" y="133296"/>
                  <a:pt x="810840" y="128239"/>
                  <a:pt x="810840" y="122467"/>
                </a:cubicBezTo>
                <a:lnTo>
                  <a:pt x="810840" y="113207"/>
                </a:lnTo>
                <a:cubicBezTo>
                  <a:pt x="810840" y="111322"/>
                  <a:pt x="810926" y="109436"/>
                  <a:pt x="811097" y="107550"/>
                </a:cubicBezTo>
                <a:lnTo>
                  <a:pt x="810754" y="107550"/>
                </a:lnTo>
                <a:cubicBezTo>
                  <a:pt x="807785" y="113439"/>
                  <a:pt x="803858" y="117827"/>
                  <a:pt x="798975" y="120714"/>
                </a:cubicBezTo>
                <a:cubicBezTo>
                  <a:pt x="794094" y="123602"/>
                  <a:pt x="787970" y="125046"/>
                  <a:pt x="780605" y="125046"/>
                </a:cubicBezTo>
                <a:cubicBezTo>
                  <a:pt x="769184" y="125046"/>
                  <a:pt x="760418" y="121150"/>
                  <a:pt x="754308" y="113360"/>
                </a:cubicBezTo>
                <a:cubicBezTo>
                  <a:pt x="748199" y="105568"/>
                  <a:pt x="745144" y="94511"/>
                  <a:pt x="745144" y="80190"/>
                </a:cubicBezTo>
                <a:moveTo>
                  <a:pt x="765899" y="80190"/>
                </a:moveTo>
                <a:cubicBezTo>
                  <a:pt x="765899" y="100374"/>
                  <a:pt x="773304" y="110466"/>
                  <a:pt x="788112" y="110466"/>
                </a:cubicBezTo>
                <a:cubicBezTo>
                  <a:pt x="795576" y="110466"/>
                  <a:pt x="801243" y="107785"/>
                  <a:pt x="805115" y="102425"/>
                </a:cubicBezTo>
                <a:cubicBezTo>
                  <a:pt x="808989" y="97063"/>
                  <a:pt x="810926" y="89508"/>
                  <a:pt x="810926" y="79762"/>
                </a:cubicBezTo>
                <a:cubicBezTo>
                  <a:pt x="810926" y="70013"/>
                  <a:pt x="808989" y="62516"/>
                  <a:pt x="805115" y="57270"/>
                </a:cubicBezTo>
                <a:cubicBezTo>
                  <a:pt x="801243" y="52024"/>
                  <a:pt x="795633" y="49401"/>
                  <a:pt x="788284" y="49401"/>
                </a:cubicBezTo>
                <a:cubicBezTo>
                  <a:pt x="781164" y="49401"/>
                  <a:pt x="775652" y="51909"/>
                  <a:pt x="771750" y="56927"/>
                </a:cubicBezTo>
                <a:cubicBezTo>
                  <a:pt x="767850" y="61944"/>
                  <a:pt x="765899" y="69699"/>
                  <a:pt x="765899" y="80190"/>
                </a:cubicBezTo>
                <a:close/>
                <a:moveTo>
                  <a:pt x="872113" y="84495"/>
                </a:moveTo>
                <a:cubicBezTo>
                  <a:pt x="872399" y="93461"/>
                  <a:pt x="874379" y="100357"/>
                  <a:pt x="878055" y="105183"/>
                </a:cubicBezTo>
                <a:cubicBezTo>
                  <a:pt x="881732" y="110009"/>
                  <a:pt x="886763" y="112422"/>
                  <a:pt x="893149" y="112422"/>
                </a:cubicBezTo>
                <a:cubicBezTo>
                  <a:pt x="897481" y="112422"/>
                  <a:pt x="901342" y="111330"/>
                  <a:pt x="904733" y="109147"/>
                </a:cubicBezTo>
                <a:cubicBezTo>
                  <a:pt x="908126" y="106963"/>
                  <a:pt x="911190" y="103286"/>
                  <a:pt x="913926" y="98115"/>
                </a:cubicBezTo>
                <a:lnTo>
                  <a:pt x="929404" y="105598"/>
                </a:lnTo>
                <a:cubicBezTo>
                  <a:pt x="926034" y="111048"/>
                  <a:pt x="922664" y="115177"/>
                  <a:pt x="919294" y="117986"/>
                </a:cubicBezTo>
                <a:cubicBezTo>
                  <a:pt x="915925" y="120797"/>
                  <a:pt x="911998" y="122904"/>
                  <a:pt x="907515" y="124309"/>
                </a:cubicBezTo>
                <a:cubicBezTo>
                  <a:pt x="903032" y="125715"/>
                  <a:pt x="897707" y="126418"/>
                  <a:pt x="891539" y="126418"/>
                </a:cubicBezTo>
                <a:cubicBezTo>
                  <a:pt x="878686" y="126418"/>
                  <a:pt x="868776" y="122373"/>
                  <a:pt x="861808" y="114282"/>
                </a:cubicBezTo>
                <a:cubicBezTo>
                  <a:pt x="854841" y="106192"/>
                  <a:pt x="851358" y="94828"/>
                  <a:pt x="851358" y="80190"/>
                </a:cubicBezTo>
                <a:cubicBezTo>
                  <a:pt x="851358" y="65439"/>
                  <a:pt x="855017" y="54218"/>
                  <a:pt x="862336" y="46528"/>
                </a:cubicBezTo>
                <a:cubicBezTo>
                  <a:pt x="869654" y="38837"/>
                  <a:pt x="879632" y="34992"/>
                  <a:pt x="892268" y="34992"/>
                </a:cubicBezTo>
                <a:cubicBezTo>
                  <a:pt x="904789" y="34992"/>
                  <a:pt x="914366" y="39096"/>
                  <a:pt x="920999" y="47305"/>
                </a:cubicBezTo>
                <a:cubicBezTo>
                  <a:pt x="927631" y="55512"/>
                  <a:pt x="930948" y="67108"/>
                  <a:pt x="930948" y="82093"/>
                </a:cubicBezTo>
                <a:lnTo>
                  <a:pt x="930948" y="84495"/>
                </a:lnTo>
                <a:lnTo>
                  <a:pt x="872113" y="84495"/>
                </a:lnTo>
                <a:moveTo>
                  <a:pt x="891582" y="48645"/>
                </a:moveTo>
                <a:cubicBezTo>
                  <a:pt x="885832" y="48645"/>
                  <a:pt x="881249" y="50702"/>
                  <a:pt x="877832" y="54817"/>
                </a:cubicBezTo>
                <a:cubicBezTo>
                  <a:pt x="874418" y="58931"/>
                  <a:pt x="872568" y="64615"/>
                  <a:pt x="872284" y="71871"/>
                </a:cubicBezTo>
                <a:lnTo>
                  <a:pt x="910364" y="71871"/>
                </a:lnTo>
                <a:cubicBezTo>
                  <a:pt x="909794" y="64101"/>
                  <a:pt x="908029" y="58287"/>
                  <a:pt x="905068" y="54431"/>
                </a:cubicBezTo>
                <a:cubicBezTo>
                  <a:pt x="902109" y="50574"/>
                  <a:pt x="897614" y="48645"/>
                  <a:pt x="891582" y="48645"/>
                </a:cubicBezTo>
                <a:close/>
                <a:moveTo>
                  <a:pt x="1008044" y="124703"/>
                </a:moveTo>
                <a:lnTo>
                  <a:pt x="1008044" y="75570"/>
                </a:lnTo>
                <a:cubicBezTo>
                  <a:pt x="1008044" y="66652"/>
                  <a:pt x="1006658" y="60250"/>
                  <a:pt x="1003885" y="56364"/>
                </a:cubicBezTo>
                <a:cubicBezTo>
                  <a:pt x="1001112" y="52476"/>
                  <a:pt x="996723" y="50532"/>
                  <a:pt x="990720" y="50532"/>
                </a:cubicBezTo>
                <a:cubicBezTo>
                  <a:pt x="984259" y="50532"/>
                  <a:pt x="979184" y="53019"/>
                  <a:pt x="975496" y="57993"/>
                </a:cubicBezTo>
                <a:cubicBezTo>
                  <a:pt x="971809" y="62966"/>
                  <a:pt x="969965" y="69711"/>
                  <a:pt x="969965" y="78229"/>
                </a:cubicBezTo>
                <a:lnTo>
                  <a:pt x="969965" y="124703"/>
                </a:lnTo>
                <a:lnTo>
                  <a:pt x="950239" y="124703"/>
                </a:lnTo>
                <a:lnTo>
                  <a:pt x="950239" y="56967"/>
                </a:lnTo>
                <a:cubicBezTo>
                  <a:pt x="950239" y="50157"/>
                  <a:pt x="949981" y="43404"/>
                  <a:pt x="949467" y="36708"/>
                </a:cubicBezTo>
                <a:lnTo>
                  <a:pt x="968249" y="36708"/>
                </a:lnTo>
                <a:cubicBezTo>
                  <a:pt x="968878" y="45284"/>
                  <a:pt x="969193" y="50945"/>
                  <a:pt x="969193" y="53689"/>
                </a:cubicBezTo>
                <a:lnTo>
                  <a:pt x="969536" y="53689"/>
                </a:lnTo>
                <a:cubicBezTo>
                  <a:pt x="972915" y="47144"/>
                  <a:pt x="976836" y="42392"/>
                  <a:pt x="981302" y="39433"/>
                </a:cubicBezTo>
                <a:cubicBezTo>
                  <a:pt x="985769" y="36473"/>
                  <a:pt x="991524" y="34992"/>
                  <a:pt x="998567" y="34992"/>
                </a:cubicBezTo>
                <a:cubicBezTo>
                  <a:pt x="1008359" y="34992"/>
                  <a:pt x="1015702" y="37880"/>
                  <a:pt x="1020598" y="43654"/>
                </a:cubicBezTo>
                <a:cubicBezTo>
                  <a:pt x="1025494" y="49429"/>
                  <a:pt x="1027942" y="58349"/>
                  <a:pt x="1027942" y="70413"/>
                </a:cubicBezTo>
                <a:lnTo>
                  <a:pt x="1027942" y="124703"/>
                </a:lnTo>
                <a:lnTo>
                  <a:pt x="1008044" y="124703"/>
                </a:lnTo>
                <a:close/>
                <a:moveTo>
                  <a:pt x="1068029" y="84495"/>
                </a:moveTo>
                <a:cubicBezTo>
                  <a:pt x="1068315" y="93461"/>
                  <a:pt x="1070296" y="100357"/>
                  <a:pt x="1073971" y="105183"/>
                </a:cubicBezTo>
                <a:cubicBezTo>
                  <a:pt x="1077648" y="110009"/>
                  <a:pt x="1082680" y="112422"/>
                  <a:pt x="1089066" y="112422"/>
                </a:cubicBezTo>
                <a:cubicBezTo>
                  <a:pt x="1093397" y="112422"/>
                  <a:pt x="1097258" y="111330"/>
                  <a:pt x="1100650" y="109147"/>
                </a:cubicBezTo>
                <a:cubicBezTo>
                  <a:pt x="1104043" y="106963"/>
                  <a:pt x="1107107" y="103286"/>
                  <a:pt x="1109842" y="98115"/>
                </a:cubicBezTo>
                <a:lnTo>
                  <a:pt x="1125320" y="105598"/>
                </a:lnTo>
                <a:cubicBezTo>
                  <a:pt x="1121951" y="111048"/>
                  <a:pt x="1118581" y="115177"/>
                  <a:pt x="1115211" y="117986"/>
                </a:cubicBezTo>
                <a:cubicBezTo>
                  <a:pt x="1111841" y="120797"/>
                  <a:pt x="1107915" y="122904"/>
                  <a:pt x="1103432" y="124309"/>
                </a:cubicBezTo>
                <a:cubicBezTo>
                  <a:pt x="1098949" y="125715"/>
                  <a:pt x="1093623" y="126418"/>
                  <a:pt x="1087455" y="126418"/>
                </a:cubicBezTo>
                <a:cubicBezTo>
                  <a:pt x="1074603" y="126418"/>
                  <a:pt x="1064692" y="122373"/>
                  <a:pt x="1057724" y="114282"/>
                </a:cubicBezTo>
                <a:cubicBezTo>
                  <a:pt x="1050757" y="106192"/>
                  <a:pt x="1047274" y="94828"/>
                  <a:pt x="1047274" y="80190"/>
                </a:cubicBezTo>
                <a:cubicBezTo>
                  <a:pt x="1047274" y="65439"/>
                  <a:pt x="1050933" y="54218"/>
                  <a:pt x="1058252" y="46528"/>
                </a:cubicBezTo>
                <a:cubicBezTo>
                  <a:pt x="1065571" y="38837"/>
                  <a:pt x="1075548" y="34992"/>
                  <a:pt x="1088184" y="34992"/>
                </a:cubicBezTo>
                <a:cubicBezTo>
                  <a:pt x="1100706" y="34992"/>
                  <a:pt x="1110283" y="39096"/>
                  <a:pt x="1116915" y="47305"/>
                </a:cubicBezTo>
                <a:cubicBezTo>
                  <a:pt x="1123548" y="55512"/>
                  <a:pt x="1126864" y="67108"/>
                  <a:pt x="1126864" y="82093"/>
                </a:cubicBezTo>
                <a:lnTo>
                  <a:pt x="1126864" y="84495"/>
                </a:lnTo>
                <a:lnTo>
                  <a:pt x="1068029" y="84495"/>
                </a:lnTo>
                <a:moveTo>
                  <a:pt x="1087498" y="48645"/>
                </a:moveTo>
                <a:cubicBezTo>
                  <a:pt x="1081748" y="48645"/>
                  <a:pt x="1077165" y="50702"/>
                  <a:pt x="1073749" y="54817"/>
                </a:cubicBezTo>
                <a:cubicBezTo>
                  <a:pt x="1070334" y="58931"/>
                  <a:pt x="1068485" y="64615"/>
                  <a:pt x="1068201" y="71871"/>
                </a:cubicBezTo>
                <a:lnTo>
                  <a:pt x="1106281" y="71871"/>
                </a:lnTo>
                <a:cubicBezTo>
                  <a:pt x="1105711" y="64101"/>
                  <a:pt x="1103945" y="58287"/>
                  <a:pt x="1100985" y="54431"/>
                </a:cubicBezTo>
                <a:cubicBezTo>
                  <a:pt x="1098026" y="50574"/>
                  <a:pt x="1093530" y="48645"/>
                  <a:pt x="1087498" y="48645"/>
                </a:cubicBezTo>
                <a:close/>
                <a:moveTo>
                  <a:pt x="1186866" y="51389"/>
                </a:moveTo>
                <a:cubicBezTo>
                  <a:pt x="1180445" y="51389"/>
                  <a:pt x="1175313" y="54205"/>
                  <a:pt x="1171472" y="59837"/>
                </a:cubicBezTo>
                <a:cubicBezTo>
                  <a:pt x="1167630" y="65467"/>
                  <a:pt x="1165709" y="73055"/>
                  <a:pt x="1165709" y="82600"/>
                </a:cubicBezTo>
                <a:lnTo>
                  <a:pt x="1165709" y="124703"/>
                </a:lnTo>
                <a:lnTo>
                  <a:pt x="1145983" y="124703"/>
                </a:lnTo>
                <a:lnTo>
                  <a:pt x="1145983" y="58428"/>
                </a:lnTo>
                <a:cubicBezTo>
                  <a:pt x="1145983" y="49156"/>
                  <a:pt x="1145755" y="41916"/>
                  <a:pt x="1145297" y="36708"/>
                </a:cubicBezTo>
                <a:lnTo>
                  <a:pt x="1164163" y="36708"/>
                </a:lnTo>
                <a:cubicBezTo>
                  <a:pt x="1164736" y="43569"/>
                  <a:pt x="1165023" y="50201"/>
                  <a:pt x="1165023" y="56605"/>
                </a:cubicBezTo>
                <a:lnTo>
                  <a:pt x="1165366" y="56605"/>
                </a:lnTo>
                <a:cubicBezTo>
                  <a:pt x="1168120" y="48518"/>
                  <a:pt x="1171302" y="42894"/>
                  <a:pt x="1174913" y="39733"/>
                </a:cubicBezTo>
                <a:cubicBezTo>
                  <a:pt x="1178526" y="36573"/>
                  <a:pt x="1183285" y="34992"/>
                  <a:pt x="1189190" y="34992"/>
                </a:cubicBezTo>
                <a:cubicBezTo>
                  <a:pt x="1191885" y="34992"/>
                  <a:pt x="1194121" y="35364"/>
                  <a:pt x="1195899" y="36107"/>
                </a:cubicBezTo>
                <a:lnTo>
                  <a:pt x="1195899" y="52317"/>
                </a:lnTo>
                <a:cubicBezTo>
                  <a:pt x="1192974" y="51699"/>
                  <a:pt x="1189963" y="51389"/>
                  <a:pt x="1186866" y="51389"/>
                </a:cubicBezTo>
                <a:close/>
                <a:moveTo>
                  <a:pt x="1239415" y="112524"/>
                </a:moveTo>
                <a:cubicBezTo>
                  <a:pt x="1245533" y="112524"/>
                  <a:pt x="1250364" y="110389"/>
                  <a:pt x="1253909" y="106118"/>
                </a:cubicBezTo>
                <a:cubicBezTo>
                  <a:pt x="1257454" y="101846"/>
                  <a:pt x="1259227" y="96355"/>
                  <a:pt x="1259227" y="89646"/>
                </a:cubicBezTo>
                <a:lnTo>
                  <a:pt x="1259227" y="81648"/>
                </a:lnTo>
                <a:lnTo>
                  <a:pt x="1249878" y="81992"/>
                </a:lnTo>
                <a:cubicBezTo>
                  <a:pt x="1241473" y="82394"/>
                  <a:pt x="1235427" y="83885"/>
                  <a:pt x="1231739" y="86465"/>
                </a:cubicBezTo>
                <a:cubicBezTo>
                  <a:pt x="1228051" y="89045"/>
                  <a:pt x="1226207" y="93087"/>
                  <a:pt x="1226207" y="98592"/>
                </a:cubicBezTo>
                <a:cubicBezTo>
                  <a:pt x="1226207" y="107880"/>
                  <a:pt x="1230610" y="112524"/>
                  <a:pt x="1239415" y="112524"/>
                </a:cubicBezTo>
                <a:moveTo>
                  <a:pt x="1278867" y="124703"/>
                </a:moveTo>
                <a:lnTo>
                  <a:pt x="1259827" y="124703"/>
                </a:lnTo>
                <a:lnTo>
                  <a:pt x="1259141" y="110809"/>
                </a:lnTo>
                <a:cubicBezTo>
                  <a:pt x="1256220" y="116526"/>
                  <a:pt x="1252697" y="120557"/>
                  <a:pt x="1248573" y="122902"/>
                </a:cubicBezTo>
                <a:cubicBezTo>
                  <a:pt x="1244451" y="125246"/>
                  <a:pt x="1239384" y="126418"/>
                  <a:pt x="1233371" y="126418"/>
                </a:cubicBezTo>
                <a:cubicBezTo>
                  <a:pt x="1224323" y="126418"/>
                  <a:pt x="1217407" y="124070"/>
                  <a:pt x="1212624" y="119374"/>
                </a:cubicBezTo>
                <a:cubicBezTo>
                  <a:pt x="1207843" y="114679"/>
                  <a:pt x="1205452" y="108151"/>
                  <a:pt x="1205452" y="99790"/>
                </a:cubicBezTo>
                <a:cubicBezTo>
                  <a:pt x="1205452" y="90628"/>
                  <a:pt x="1208716" y="83613"/>
                  <a:pt x="1215245" y="78746"/>
                </a:cubicBezTo>
                <a:cubicBezTo>
                  <a:pt x="1221774" y="73879"/>
                  <a:pt x="1231395" y="71244"/>
                  <a:pt x="1244108" y="70842"/>
                </a:cubicBezTo>
                <a:lnTo>
                  <a:pt x="1259141" y="70327"/>
                </a:lnTo>
                <a:lnTo>
                  <a:pt x="1259141" y="67596"/>
                </a:lnTo>
                <a:cubicBezTo>
                  <a:pt x="1259141" y="60823"/>
                  <a:pt x="1258039" y="55914"/>
                  <a:pt x="1255834" y="52869"/>
                </a:cubicBezTo>
                <a:cubicBezTo>
                  <a:pt x="1253629" y="49824"/>
                  <a:pt x="1249891" y="48302"/>
                  <a:pt x="1244620" y="48302"/>
                </a:cubicBezTo>
                <a:cubicBezTo>
                  <a:pt x="1239981" y="48302"/>
                  <a:pt x="1236559" y="49173"/>
                  <a:pt x="1234352" y="50915"/>
                </a:cubicBezTo>
                <a:cubicBezTo>
                  <a:pt x="1232147" y="52655"/>
                  <a:pt x="1230645" y="55352"/>
                  <a:pt x="1229844" y="59006"/>
                </a:cubicBezTo>
                <a:lnTo>
                  <a:pt x="1210769" y="56005"/>
                </a:lnTo>
                <a:cubicBezTo>
                  <a:pt x="1212487" y="48515"/>
                  <a:pt x="1216079" y="43140"/>
                  <a:pt x="1221546" y="39881"/>
                </a:cubicBezTo>
                <a:cubicBezTo>
                  <a:pt x="1227014" y="36622"/>
                  <a:pt x="1234785" y="34992"/>
                  <a:pt x="1244861" y="34992"/>
                </a:cubicBezTo>
                <a:cubicBezTo>
                  <a:pt x="1256597" y="34992"/>
                  <a:pt x="1265198" y="37765"/>
                  <a:pt x="1270666" y="43311"/>
                </a:cubicBezTo>
                <a:cubicBezTo>
                  <a:pt x="1276133" y="48858"/>
                  <a:pt x="1278867" y="57463"/>
                  <a:pt x="1278867" y="69127"/>
                </a:cubicBezTo>
                <a:lnTo>
                  <a:pt x="1278867" y="124703"/>
                </a:lnTo>
                <a:close/>
                <a:moveTo>
                  <a:pt x="1329462" y="126246"/>
                </a:moveTo>
                <a:cubicBezTo>
                  <a:pt x="1322586" y="126246"/>
                  <a:pt x="1317157" y="124286"/>
                  <a:pt x="1313175" y="120366"/>
                </a:cubicBezTo>
                <a:cubicBezTo>
                  <a:pt x="1309194" y="116446"/>
                  <a:pt x="1307203" y="110823"/>
                  <a:pt x="1307203" y="103497"/>
                </a:cubicBezTo>
                <a:lnTo>
                  <a:pt x="1307203" y="51046"/>
                </a:lnTo>
                <a:lnTo>
                  <a:pt x="1294167" y="51046"/>
                </a:lnTo>
                <a:lnTo>
                  <a:pt x="1294167" y="36708"/>
                </a:lnTo>
                <a:lnTo>
                  <a:pt x="1307461" y="36708"/>
                </a:lnTo>
                <a:lnTo>
                  <a:pt x="1313748" y="15438"/>
                </a:lnTo>
                <a:lnTo>
                  <a:pt x="1326929" y="15438"/>
                </a:lnTo>
                <a:lnTo>
                  <a:pt x="1326929" y="36708"/>
                </a:lnTo>
                <a:lnTo>
                  <a:pt x="1348113" y="36708"/>
                </a:lnTo>
                <a:lnTo>
                  <a:pt x="1348113" y="51046"/>
                </a:lnTo>
                <a:lnTo>
                  <a:pt x="1326929" y="51046"/>
                </a:lnTo>
                <a:lnTo>
                  <a:pt x="1326929" y="98517"/>
                </a:lnTo>
                <a:cubicBezTo>
                  <a:pt x="1326929" y="107215"/>
                  <a:pt x="1330617" y="111564"/>
                  <a:pt x="1337993" y="111564"/>
                </a:cubicBezTo>
                <a:cubicBezTo>
                  <a:pt x="1341481" y="111564"/>
                  <a:pt x="1345226" y="111193"/>
                  <a:pt x="1349228" y="110449"/>
                </a:cubicBezTo>
                <a:lnTo>
                  <a:pt x="1349228" y="123671"/>
                </a:lnTo>
                <a:cubicBezTo>
                  <a:pt x="1342698" y="125388"/>
                  <a:pt x="1336109" y="126246"/>
                  <a:pt x="1329462" y="126246"/>
                </a:cubicBezTo>
                <a:close/>
                <a:moveTo>
                  <a:pt x="1367488" y="16912"/>
                </a:moveTo>
                <a:lnTo>
                  <a:pt x="1367488" y="0"/>
                </a:lnTo>
                <a:lnTo>
                  <a:pt x="1387128" y="0"/>
                </a:lnTo>
                <a:lnTo>
                  <a:pt x="1387128" y="16912"/>
                </a:lnTo>
                <a:lnTo>
                  <a:pt x="1367488" y="16912"/>
                </a:lnTo>
                <a:moveTo>
                  <a:pt x="1367488" y="124703"/>
                </a:moveTo>
                <a:lnTo>
                  <a:pt x="1367488" y="36708"/>
                </a:lnTo>
                <a:lnTo>
                  <a:pt x="1387214" y="36708"/>
                </a:lnTo>
                <a:lnTo>
                  <a:pt x="1387214" y="124703"/>
                </a:lnTo>
                <a:lnTo>
                  <a:pt x="1367488" y="124703"/>
                </a:lnTo>
                <a:close/>
                <a:moveTo>
                  <a:pt x="1497843" y="80534"/>
                </a:moveTo>
                <a:cubicBezTo>
                  <a:pt x="1497843" y="94885"/>
                  <a:pt x="1493852" y="106120"/>
                  <a:pt x="1485868" y="114239"/>
                </a:cubicBezTo>
                <a:cubicBezTo>
                  <a:pt x="1477885" y="122358"/>
                  <a:pt x="1466682" y="126418"/>
                  <a:pt x="1452259" y="126418"/>
                </a:cubicBezTo>
                <a:cubicBezTo>
                  <a:pt x="1438294" y="126418"/>
                  <a:pt x="1427362" y="122301"/>
                  <a:pt x="1419465" y="114068"/>
                </a:cubicBezTo>
                <a:cubicBezTo>
                  <a:pt x="1411567" y="105834"/>
                  <a:pt x="1407618" y="94656"/>
                  <a:pt x="1407618" y="80534"/>
                </a:cubicBezTo>
                <a:cubicBezTo>
                  <a:pt x="1407618" y="66182"/>
                  <a:pt x="1411581" y="55004"/>
                  <a:pt x="1419507" y="46999"/>
                </a:cubicBezTo>
                <a:cubicBezTo>
                  <a:pt x="1427434" y="38995"/>
                  <a:pt x="1438522" y="34992"/>
                  <a:pt x="1452774" y="34992"/>
                </a:cubicBezTo>
                <a:cubicBezTo>
                  <a:pt x="1467482" y="34992"/>
                  <a:pt x="1478671" y="38895"/>
                  <a:pt x="1486340" y="46699"/>
                </a:cubicBezTo>
                <a:cubicBezTo>
                  <a:pt x="1494009" y="54504"/>
                  <a:pt x="1497843" y="65782"/>
                  <a:pt x="1497843" y="80534"/>
                </a:cubicBezTo>
                <a:moveTo>
                  <a:pt x="1477088" y="80534"/>
                </a:moveTo>
                <a:cubicBezTo>
                  <a:pt x="1477088" y="59893"/>
                  <a:pt x="1469126" y="49572"/>
                  <a:pt x="1453202" y="49572"/>
                </a:cubicBezTo>
                <a:cubicBezTo>
                  <a:pt x="1436650" y="49572"/>
                  <a:pt x="1428373" y="59893"/>
                  <a:pt x="1428373" y="80534"/>
                </a:cubicBezTo>
                <a:cubicBezTo>
                  <a:pt x="1428373" y="90654"/>
                  <a:pt x="1430400" y="98401"/>
                  <a:pt x="1434452" y="103776"/>
                </a:cubicBezTo>
                <a:cubicBezTo>
                  <a:pt x="1438504" y="109150"/>
                  <a:pt x="1444383" y="111838"/>
                  <a:pt x="1452087" y="111838"/>
                </a:cubicBezTo>
                <a:cubicBezTo>
                  <a:pt x="1468754" y="111838"/>
                  <a:pt x="1477088" y="101403"/>
                  <a:pt x="1477088" y="80534"/>
                </a:cubicBezTo>
                <a:close/>
                <a:moveTo>
                  <a:pt x="1575366" y="124703"/>
                </a:moveTo>
                <a:lnTo>
                  <a:pt x="1575366" y="75570"/>
                </a:lnTo>
                <a:cubicBezTo>
                  <a:pt x="1575366" y="66652"/>
                  <a:pt x="1573980" y="60250"/>
                  <a:pt x="1571207" y="56364"/>
                </a:cubicBezTo>
                <a:cubicBezTo>
                  <a:pt x="1568434" y="52476"/>
                  <a:pt x="1564045" y="50532"/>
                  <a:pt x="1558042" y="50532"/>
                </a:cubicBezTo>
                <a:cubicBezTo>
                  <a:pt x="1551581" y="50532"/>
                  <a:pt x="1546506" y="53019"/>
                  <a:pt x="1542818" y="57993"/>
                </a:cubicBezTo>
                <a:cubicBezTo>
                  <a:pt x="1539131" y="62966"/>
                  <a:pt x="1537287" y="69711"/>
                  <a:pt x="1537287" y="78229"/>
                </a:cubicBezTo>
                <a:lnTo>
                  <a:pt x="1537287" y="124703"/>
                </a:lnTo>
                <a:lnTo>
                  <a:pt x="1517561" y="124703"/>
                </a:lnTo>
                <a:lnTo>
                  <a:pt x="1517561" y="56967"/>
                </a:lnTo>
                <a:cubicBezTo>
                  <a:pt x="1517561" y="50157"/>
                  <a:pt x="1517303" y="43404"/>
                  <a:pt x="1516789" y="36708"/>
                </a:cubicBezTo>
                <a:lnTo>
                  <a:pt x="1535571" y="36708"/>
                </a:lnTo>
                <a:cubicBezTo>
                  <a:pt x="1536200" y="45284"/>
                  <a:pt x="1536515" y="50945"/>
                  <a:pt x="1536515" y="53689"/>
                </a:cubicBezTo>
                <a:lnTo>
                  <a:pt x="1536858" y="53689"/>
                </a:lnTo>
                <a:cubicBezTo>
                  <a:pt x="1540237" y="47144"/>
                  <a:pt x="1544159" y="42392"/>
                  <a:pt x="1548624" y="39433"/>
                </a:cubicBezTo>
                <a:cubicBezTo>
                  <a:pt x="1553091" y="36473"/>
                  <a:pt x="1558846" y="34992"/>
                  <a:pt x="1565889" y="34992"/>
                </a:cubicBezTo>
                <a:cubicBezTo>
                  <a:pt x="1575681" y="34992"/>
                  <a:pt x="1583024" y="37880"/>
                  <a:pt x="1587920" y="43654"/>
                </a:cubicBezTo>
                <a:cubicBezTo>
                  <a:pt x="1592816" y="49429"/>
                  <a:pt x="1595264" y="58349"/>
                  <a:pt x="1595264" y="70413"/>
                </a:cubicBezTo>
                <a:lnTo>
                  <a:pt x="1595264" y="124703"/>
                </a:lnTo>
                <a:lnTo>
                  <a:pt x="1575366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37BF6-2809-4318-B4E6-187284E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677" y="4876298"/>
            <a:ext cx="2133428" cy="335552"/>
          </a:xfrm>
          <a:custGeom xmlns:a="http://schemas.openxmlformats.org/drawingml/2006/main">
            <a:pathLst>
              <a:path w="2133428" h="335552" fill="none">
                <a:moveTo>
                  <a:pt x="0" y="55926"/>
                </a:moveTo>
                <a:cubicBezTo>
                  <a:pt x="0" y="25039"/>
                  <a:pt x="25039" y="0"/>
                  <a:pt x="55925" y="0"/>
                </a:cubicBezTo>
                <a:lnTo>
                  <a:pt x="2077502" y="0"/>
                </a:lnTo>
                <a:cubicBezTo>
                  <a:pt x="2108389" y="0"/>
                  <a:pt x="2133428" y="25039"/>
                  <a:pt x="2133428" y="55926"/>
                </a:cubicBezTo>
                <a:lnTo>
                  <a:pt x="2133428" y="279626"/>
                </a:lnTo>
                <a:cubicBezTo>
                  <a:pt x="2133428" y="310513"/>
                  <a:pt x="2108389" y="335552"/>
                  <a:pt x="2077502" y="335552"/>
                </a:cubicBezTo>
                <a:lnTo>
                  <a:pt x="55925" y="335552"/>
                </a:lnTo>
                <a:cubicBezTo>
                  <a:pt x="25039" y="335552"/>
                  <a:pt x="0" y="310513"/>
                  <a:pt x="0" y="279626"/>
                </a:cubicBezTo>
                <a:lnTo>
                  <a:pt x="0" y="559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548235"/>
            </a:solidFill>
            <a:custDash>
              <a:ds d="400000" sp="300000"/>
            </a:custDash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B2598-FABB-4C84-BE45-4BC58187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105" y="4999297"/>
            <a:ext cx="517388" cy="87819"/>
          </a:xfrm>
          <a:custGeom xmlns:a="http://schemas.openxmlformats.org/drawingml/2006/main">
            <a:pathLst>
              <a:path w="517388" h="87819">
                <a:moveTo>
                  <a:pt x="517171" y="28686"/>
                </a:moveTo>
                <a:lnTo>
                  <a:pt x="429350" y="29554"/>
                </a:lnTo>
                <a:lnTo>
                  <a:pt x="429568" y="51510"/>
                </a:lnTo>
                <a:lnTo>
                  <a:pt x="517388" y="50641"/>
                </a:lnTo>
                <a:lnTo>
                  <a:pt x="517171" y="28686"/>
                </a:lnTo>
                <a:close/>
                <a:moveTo>
                  <a:pt x="363487" y="30205"/>
                </a:moveTo>
                <a:lnTo>
                  <a:pt x="275668" y="31075"/>
                </a:lnTo>
                <a:lnTo>
                  <a:pt x="275885" y="53029"/>
                </a:lnTo>
                <a:lnTo>
                  <a:pt x="363704" y="52161"/>
                </a:lnTo>
                <a:lnTo>
                  <a:pt x="363487" y="30205"/>
                </a:lnTo>
                <a:close/>
                <a:moveTo>
                  <a:pt x="209803" y="31725"/>
                </a:moveTo>
                <a:lnTo>
                  <a:pt x="121984" y="32594"/>
                </a:lnTo>
                <a:lnTo>
                  <a:pt x="122201" y="54549"/>
                </a:lnTo>
                <a:lnTo>
                  <a:pt x="210020" y="53681"/>
                </a:lnTo>
                <a:lnTo>
                  <a:pt x="209803" y="31725"/>
                </a:lnTo>
                <a:close/>
                <a:moveTo>
                  <a:pt x="87384" y="0"/>
                </a:moveTo>
                <a:lnTo>
                  <a:pt x="0" y="44778"/>
                </a:lnTo>
                <a:lnTo>
                  <a:pt x="88252" y="87819"/>
                </a:lnTo>
                <a:lnTo>
                  <a:pt x="87384" y="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b36552b044c1c"/>
          <a:stretch xmlns:a="http://schemas.openxmlformats.org/drawingml/2006/main"/>
        </p:blipFill>
        <p:spPr>
          <a:xfrm xmlns:a="http://schemas.openxmlformats.org/drawingml/2006/main">
            <a:off x="8983388" y="496561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84" name="Text ✅">
            <a:extLst xmlns:a="http://schemas.openxmlformats.org/drawingml/2006/main">
              <a:ext uri="{FF2B5EF4-FFF2-40B4-BE49-F238E27FC236}">
                <a16:creationId xmlns:a16="http://schemas.microsoft.com/office/drawing/2014/main" id="{DD6BAA95-4A55-4F39-94B3-355DB98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168" y="4965615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f8fc25a35473f"/>
          <a:stretch xmlns:a="http://schemas.openxmlformats.org/drawingml/2006/main"/>
        </p:blipFill>
        <p:spPr>
          <a:xfrm xmlns:a="http://schemas.openxmlformats.org/drawingml/2006/main">
            <a:off x="8852914" y="6381330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8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8133170D-1257-495F-8F1A-4D2485AD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694" y="6381331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92B5A-BECE-4373-8538-1AE605AF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777" y="250247"/>
            <a:ext cx="124476" cy="124475"/>
          </a:xfrm>
          <a:custGeom xmlns:a="http://schemas.openxmlformats.org/drawingml/2006/main">
            <a:pathLst>
              <a:path w="124476" h="124475">
                <a:moveTo>
                  <a:pt x="0" y="124475"/>
                </a:moveTo>
                <a:lnTo>
                  <a:pt x="124476" y="124475"/>
                </a:lnTo>
                <a:lnTo>
                  <a:pt x="124476" y="0"/>
                </a:lnTo>
                <a:lnTo>
                  <a:pt x="0" y="0"/>
                </a:lnTo>
                <a:lnTo>
                  <a:pt x="0" y="124475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E1218-4D2C-4B68-871D-D2A07CE2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777" y="250248"/>
            <a:ext cx="124474" cy="124474"/>
          </a:xfrm>
          <a:custGeom xmlns:a="http://schemas.openxmlformats.org/drawingml/2006/main">
            <a:pathLst>
              <a:path w="124474" h="124474" fill="none">
                <a:moveTo>
                  <a:pt x="0" y="0"/>
                </a:moveTo>
                <a:lnTo>
                  <a:pt x="124474" y="0"/>
                </a:lnTo>
                <a:lnTo>
                  <a:pt x="124474" y="124474"/>
                </a:lnTo>
                <a:lnTo>
                  <a:pt x="0" y="1244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37" cap="flat">
            <a:solidFill>
              <a:srgbClr val="000000"/>
            </a:solidFill>
            <a:miter/>
          </a:ln>
        </p:spPr>
      </p:sp>
      <p:sp>
        <p:nvSpPr>
          <p:cNvPr id="189" name="Text :Prompt">
            <a:extLst xmlns:a="http://schemas.openxmlformats.org/drawingml/2006/main">
              <a:ext uri="{FF2B5EF4-FFF2-40B4-BE49-F238E27FC236}">
                <a16:creationId xmlns:a16="http://schemas.microsoft.com/office/drawing/2014/main" id="{16B3EC60-2B21-4377-B6DD-D7483583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0713" y="258066"/>
            <a:ext cx="561476" cy="128934"/>
          </a:xfrm>
          <a:custGeom xmlns:a="http://schemas.openxmlformats.org/drawingml/2006/main">
            <a:pathLst>
              <a:path w="561476" h="128934">
                <a:moveTo>
                  <a:pt x="0" y="100774"/>
                </a:moveTo>
                <a:lnTo>
                  <a:pt x="0" y="83335"/>
                </a:lnTo>
                <a:lnTo>
                  <a:pt x="17296" y="83335"/>
                </a:lnTo>
                <a:lnTo>
                  <a:pt x="17296" y="100774"/>
                </a:lnTo>
                <a:lnTo>
                  <a:pt x="0" y="100774"/>
                </a:lnTo>
                <a:moveTo>
                  <a:pt x="0" y="45170"/>
                </a:moveTo>
                <a:lnTo>
                  <a:pt x="0" y="27874"/>
                </a:lnTo>
                <a:lnTo>
                  <a:pt x="17296" y="27874"/>
                </a:lnTo>
                <a:lnTo>
                  <a:pt x="17296" y="45170"/>
                </a:lnTo>
                <a:lnTo>
                  <a:pt x="0" y="45170"/>
                </a:lnTo>
                <a:close/>
                <a:moveTo>
                  <a:pt x="129478" y="31018"/>
                </a:moveTo>
                <a:cubicBezTo>
                  <a:pt x="129478" y="25205"/>
                  <a:pt x="127723" y="20679"/>
                  <a:pt x="124213" y="17439"/>
                </a:cubicBezTo>
                <a:cubicBezTo>
                  <a:pt x="120704" y="14199"/>
                  <a:pt x="115416" y="12579"/>
                  <a:pt x="108349" y="12579"/>
                </a:cubicBezTo>
                <a:lnTo>
                  <a:pt x="95886" y="12579"/>
                </a:lnTo>
                <a:lnTo>
                  <a:pt x="95886" y="50173"/>
                </a:lnTo>
                <a:lnTo>
                  <a:pt x="108921" y="50173"/>
                </a:lnTo>
                <a:cubicBezTo>
                  <a:pt x="115416" y="50173"/>
                  <a:pt x="120466" y="48517"/>
                  <a:pt x="124070" y="45205"/>
                </a:cubicBezTo>
                <a:cubicBezTo>
                  <a:pt x="127675" y="41894"/>
                  <a:pt x="129478" y="37165"/>
                  <a:pt x="129478" y="31018"/>
                </a:cubicBezTo>
                <a:moveTo>
                  <a:pt x="146917" y="30875"/>
                </a:moveTo>
                <a:cubicBezTo>
                  <a:pt x="146917" y="37165"/>
                  <a:pt x="145497" y="42692"/>
                  <a:pt x="142657" y="47457"/>
                </a:cubicBezTo>
                <a:cubicBezTo>
                  <a:pt x="139819" y="52221"/>
                  <a:pt x="135692" y="55938"/>
                  <a:pt x="130275" y="58606"/>
                </a:cubicBezTo>
                <a:cubicBezTo>
                  <a:pt x="124860" y="61274"/>
                  <a:pt x="118455" y="62609"/>
                  <a:pt x="111061" y="62609"/>
                </a:cubicBezTo>
                <a:lnTo>
                  <a:pt x="95886" y="62609"/>
                </a:lnTo>
                <a:lnTo>
                  <a:pt x="95886" y="100774"/>
                </a:lnTo>
                <a:lnTo>
                  <a:pt x="78590" y="100774"/>
                </a:lnTo>
                <a:lnTo>
                  <a:pt x="78590" y="0"/>
                </a:lnTo>
                <a:lnTo>
                  <a:pt x="110357" y="0"/>
                </a:lnTo>
                <a:cubicBezTo>
                  <a:pt x="122090" y="0"/>
                  <a:pt x="131116" y="2680"/>
                  <a:pt x="137436" y="8040"/>
                </a:cubicBezTo>
                <a:cubicBezTo>
                  <a:pt x="143756" y="13401"/>
                  <a:pt x="146917" y="21012"/>
                  <a:pt x="146917" y="30875"/>
                </a:cubicBezTo>
                <a:close/>
                <a:moveTo>
                  <a:pt x="196795" y="39680"/>
                </a:moveTo>
                <a:cubicBezTo>
                  <a:pt x="191444" y="39680"/>
                  <a:pt x="187167" y="42026"/>
                  <a:pt x="183966" y="46720"/>
                </a:cubicBezTo>
                <a:cubicBezTo>
                  <a:pt x="180765" y="51411"/>
                  <a:pt x="179164" y="57734"/>
                  <a:pt x="179164" y="65689"/>
                </a:cubicBezTo>
                <a:lnTo>
                  <a:pt x="179164" y="100774"/>
                </a:lnTo>
                <a:lnTo>
                  <a:pt x="162726" y="100774"/>
                </a:lnTo>
                <a:lnTo>
                  <a:pt x="162726" y="45545"/>
                </a:lnTo>
                <a:cubicBezTo>
                  <a:pt x="162726" y="37819"/>
                  <a:pt x="162535" y="31785"/>
                  <a:pt x="162154" y="27445"/>
                </a:cubicBezTo>
                <a:lnTo>
                  <a:pt x="177875" y="27445"/>
                </a:lnTo>
                <a:cubicBezTo>
                  <a:pt x="178353" y="33163"/>
                  <a:pt x="178592" y="38690"/>
                  <a:pt x="178592" y="44026"/>
                </a:cubicBezTo>
                <a:lnTo>
                  <a:pt x="178878" y="44026"/>
                </a:lnTo>
                <a:cubicBezTo>
                  <a:pt x="181173" y="37287"/>
                  <a:pt x="183825" y="32600"/>
                  <a:pt x="186834" y="29966"/>
                </a:cubicBezTo>
                <a:cubicBezTo>
                  <a:pt x="189844" y="27332"/>
                  <a:pt x="193810" y="26015"/>
                  <a:pt x="198731" y="26015"/>
                </a:cubicBezTo>
                <a:cubicBezTo>
                  <a:pt x="200977" y="26015"/>
                  <a:pt x="202840" y="26325"/>
                  <a:pt x="204322" y="26945"/>
                </a:cubicBezTo>
                <a:lnTo>
                  <a:pt x="204322" y="40453"/>
                </a:lnTo>
                <a:cubicBezTo>
                  <a:pt x="201884" y="39937"/>
                  <a:pt x="199375" y="39680"/>
                  <a:pt x="196795" y="39680"/>
                </a:cubicBezTo>
                <a:close/>
                <a:moveTo>
                  <a:pt x="288229" y="63967"/>
                </a:moveTo>
                <a:cubicBezTo>
                  <a:pt x="288229" y="75926"/>
                  <a:pt x="284902" y="85289"/>
                  <a:pt x="278250" y="92055"/>
                </a:cubicBezTo>
                <a:cubicBezTo>
                  <a:pt x="271597" y="98821"/>
                  <a:pt x="262261" y="102204"/>
                  <a:pt x="250242" y="102204"/>
                </a:cubicBezTo>
                <a:cubicBezTo>
                  <a:pt x="238604" y="102204"/>
                  <a:pt x="229495" y="98773"/>
                  <a:pt x="222913" y="91912"/>
                </a:cubicBezTo>
                <a:cubicBezTo>
                  <a:pt x="216332" y="85050"/>
                  <a:pt x="213041" y="75735"/>
                  <a:pt x="213041" y="63967"/>
                </a:cubicBezTo>
                <a:cubicBezTo>
                  <a:pt x="213041" y="52007"/>
                  <a:pt x="216344" y="42692"/>
                  <a:pt x="222949" y="36021"/>
                </a:cubicBezTo>
                <a:cubicBezTo>
                  <a:pt x="229554" y="29351"/>
                  <a:pt x="238795" y="26015"/>
                  <a:pt x="250671" y="26015"/>
                </a:cubicBezTo>
                <a:cubicBezTo>
                  <a:pt x="262928" y="26015"/>
                  <a:pt x="272252" y="29267"/>
                  <a:pt x="278643" y="35771"/>
                </a:cubicBezTo>
                <a:cubicBezTo>
                  <a:pt x="285033" y="42275"/>
                  <a:pt x="288229" y="51674"/>
                  <a:pt x="288229" y="63967"/>
                </a:cubicBezTo>
                <a:moveTo>
                  <a:pt x="270933" y="63967"/>
                </a:moveTo>
                <a:cubicBezTo>
                  <a:pt x="270933" y="46766"/>
                  <a:pt x="264298" y="38166"/>
                  <a:pt x="251028" y="38166"/>
                </a:cubicBezTo>
                <a:cubicBezTo>
                  <a:pt x="237234" y="38166"/>
                  <a:pt x="230337" y="46766"/>
                  <a:pt x="230337" y="63967"/>
                </a:cubicBezTo>
                <a:cubicBezTo>
                  <a:pt x="230337" y="72400"/>
                  <a:pt x="232026" y="78856"/>
                  <a:pt x="235403" y="83335"/>
                </a:cubicBezTo>
                <a:cubicBezTo>
                  <a:pt x="238780" y="87814"/>
                  <a:pt x="243679" y="90053"/>
                  <a:pt x="250099" y="90053"/>
                </a:cubicBezTo>
                <a:cubicBezTo>
                  <a:pt x="263988" y="90053"/>
                  <a:pt x="270933" y="81358"/>
                  <a:pt x="270933" y="63967"/>
                </a:cubicBezTo>
                <a:close/>
                <a:moveTo>
                  <a:pt x="351752" y="100774"/>
                </a:moveTo>
                <a:lnTo>
                  <a:pt x="351752" y="59830"/>
                </a:lnTo>
                <a:cubicBezTo>
                  <a:pt x="351752" y="52256"/>
                  <a:pt x="350692" y="46885"/>
                  <a:pt x="348571" y="43718"/>
                </a:cubicBezTo>
                <a:cubicBezTo>
                  <a:pt x="346451" y="40549"/>
                  <a:pt x="343080" y="38965"/>
                  <a:pt x="338458" y="38965"/>
                </a:cubicBezTo>
                <a:cubicBezTo>
                  <a:pt x="333408" y="38965"/>
                  <a:pt x="329405" y="41014"/>
                  <a:pt x="326451" y="45112"/>
                </a:cubicBezTo>
                <a:cubicBezTo>
                  <a:pt x="323497" y="49208"/>
                  <a:pt x="322020" y="54852"/>
                  <a:pt x="322020" y="62046"/>
                </a:cubicBezTo>
                <a:lnTo>
                  <a:pt x="322020" y="100774"/>
                </a:lnTo>
                <a:lnTo>
                  <a:pt x="305582" y="100774"/>
                </a:lnTo>
                <a:lnTo>
                  <a:pt x="305582" y="44328"/>
                </a:lnTo>
                <a:cubicBezTo>
                  <a:pt x="305582" y="38653"/>
                  <a:pt x="305367" y="33026"/>
                  <a:pt x="304938" y="27445"/>
                </a:cubicBezTo>
                <a:lnTo>
                  <a:pt x="320591" y="27445"/>
                </a:lnTo>
                <a:cubicBezTo>
                  <a:pt x="321115" y="34592"/>
                  <a:pt x="321377" y="39309"/>
                  <a:pt x="321377" y="41596"/>
                </a:cubicBezTo>
                <a:lnTo>
                  <a:pt x="321663" y="41596"/>
                </a:lnTo>
                <a:cubicBezTo>
                  <a:pt x="324431" y="35999"/>
                  <a:pt x="327628" y="32003"/>
                  <a:pt x="331255" y="29609"/>
                </a:cubicBezTo>
                <a:cubicBezTo>
                  <a:pt x="334883" y="27213"/>
                  <a:pt x="339487" y="26015"/>
                  <a:pt x="345069" y="26015"/>
                </a:cubicBezTo>
                <a:cubicBezTo>
                  <a:pt x="356570" y="26015"/>
                  <a:pt x="363824" y="31209"/>
                  <a:pt x="366830" y="41596"/>
                </a:cubicBezTo>
                <a:lnTo>
                  <a:pt x="367333" y="41596"/>
                </a:lnTo>
                <a:cubicBezTo>
                  <a:pt x="369908" y="36237"/>
                  <a:pt x="373046" y="32301"/>
                  <a:pt x="376744" y="29788"/>
                </a:cubicBezTo>
                <a:cubicBezTo>
                  <a:pt x="380443" y="27273"/>
                  <a:pt x="385227" y="26015"/>
                  <a:pt x="391097" y="26015"/>
                </a:cubicBezTo>
                <a:cubicBezTo>
                  <a:pt x="398970" y="26015"/>
                  <a:pt x="404864" y="28398"/>
                  <a:pt x="408777" y="33163"/>
                </a:cubicBezTo>
                <a:cubicBezTo>
                  <a:pt x="412690" y="37927"/>
                  <a:pt x="414646" y="45384"/>
                  <a:pt x="414646" y="55533"/>
                </a:cubicBezTo>
                <a:lnTo>
                  <a:pt x="414646" y="100774"/>
                </a:lnTo>
                <a:lnTo>
                  <a:pt x="398065" y="100774"/>
                </a:lnTo>
                <a:lnTo>
                  <a:pt x="398065" y="59830"/>
                </a:lnTo>
                <a:cubicBezTo>
                  <a:pt x="398065" y="52399"/>
                  <a:pt x="396981" y="47064"/>
                  <a:pt x="394813" y="43825"/>
                </a:cubicBezTo>
                <a:cubicBezTo>
                  <a:pt x="392645" y="40585"/>
                  <a:pt x="389203" y="38965"/>
                  <a:pt x="384486" y="38965"/>
                </a:cubicBezTo>
                <a:cubicBezTo>
                  <a:pt x="379483" y="38965"/>
                  <a:pt x="375540" y="40978"/>
                  <a:pt x="372657" y="45004"/>
                </a:cubicBezTo>
                <a:cubicBezTo>
                  <a:pt x="369774" y="49029"/>
                  <a:pt x="368333" y="54567"/>
                  <a:pt x="368333" y="61617"/>
                </a:cubicBezTo>
                <a:lnTo>
                  <a:pt x="368333" y="100774"/>
                </a:lnTo>
                <a:lnTo>
                  <a:pt x="351752" y="100774"/>
                </a:lnTo>
                <a:close/>
                <a:moveTo>
                  <a:pt x="506530" y="63752"/>
                </a:moveTo>
                <a:cubicBezTo>
                  <a:pt x="506530" y="75759"/>
                  <a:pt x="503738" y="85170"/>
                  <a:pt x="498154" y="91983"/>
                </a:cubicBezTo>
                <a:cubicBezTo>
                  <a:pt x="492571" y="98797"/>
                  <a:pt x="484812" y="102204"/>
                  <a:pt x="474879" y="102204"/>
                </a:cubicBezTo>
                <a:cubicBezTo>
                  <a:pt x="469176" y="102204"/>
                  <a:pt x="464495" y="101108"/>
                  <a:pt x="460835" y="98916"/>
                </a:cubicBezTo>
                <a:cubicBezTo>
                  <a:pt x="457177" y="96724"/>
                  <a:pt x="454255" y="93532"/>
                  <a:pt x="452069" y="89339"/>
                </a:cubicBezTo>
                <a:lnTo>
                  <a:pt x="451711" y="89339"/>
                </a:lnTo>
                <a:cubicBezTo>
                  <a:pt x="451807" y="91245"/>
                  <a:pt x="451890" y="93127"/>
                  <a:pt x="451962" y="94985"/>
                </a:cubicBezTo>
                <a:cubicBezTo>
                  <a:pt x="452033" y="96843"/>
                  <a:pt x="452069" y="98725"/>
                  <a:pt x="452069" y="100631"/>
                </a:cubicBezTo>
                <a:lnTo>
                  <a:pt x="452069" y="128934"/>
                </a:lnTo>
                <a:lnTo>
                  <a:pt x="435488" y="128934"/>
                </a:lnTo>
                <a:lnTo>
                  <a:pt x="435488" y="43751"/>
                </a:lnTo>
                <a:cubicBezTo>
                  <a:pt x="435488" y="38793"/>
                  <a:pt x="435297" y="33358"/>
                  <a:pt x="434916" y="27445"/>
                </a:cubicBezTo>
                <a:lnTo>
                  <a:pt x="450849" y="27445"/>
                </a:lnTo>
                <a:cubicBezTo>
                  <a:pt x="451472" y="32400"/>
                  <a:pt x="451783" y="36545"/>
                  <a:pt x="451783" y="39881"/>
                </a:cubicBezTo>
                <a:lnTo>
                  <a:pt x="452069" y="39881"/>
                </a:lnTo>
                <a:cubicBezTo>
                  <a:pt x="456631" y="30637"/>
                  <a:pt x="464639" y="26015"/>
                  <a:pt x="476092" y="26015"/>
                </a:cubicBezTo>
                <a:cubicBezTo>
                  <a:pt x="485928" y="26015"/>
                  <a:pt x="493460" y="29267"/>
                  <a:pt x="498688" y="35771"/>
                </a:cubicBezTo>
                <a:cubicBezTo>
                  <a:pt x="503916" y="42275"/>
                  <a:pt x="506530" y="51602"/>
                  <a:pt x="506530" y="63752"/>
                </a:cubicBezTo>
                <a:moveTo>
                  <a:pt x="489377" y="63895"/>
                </a:moveTo>
                <a:cubicBezTo>
                  <a:pt x="489377" y="46742"/>
                  <a:pt x="483372" y="38166"/>
                  <a:pt x="471364" y="38166"/>
                </a:cubicBezTo>
                <a:cubicBezTo>
                  <a:pt x="464955" y="38166"/>
                  <a:pt x="460089" y="40381"/>
                  <a:pt x="456766" y="44812"/>
                </a:cubicBezTo>
                <a:cubicBezTo>
                  <a:pt x="453444" y="49244"/>
                  <a:pt x="451783" y="55676"/>
                  <a:pt x="451783" y="64109"/>
                </a:cubicBezTo>
                <a:cubicBezTo>
                  <a:pt x="451783" y="72543"/>
                  <a:pt x="453397" y="78975"/>
                  <a:pt x="456625" y="83407"/>
                </a:cubicBezTo>
                <a:cubicBezTo>
                  <a:pt x="459853" y="87838"/>
                  <a:pt x="464671" y="90053"/>
                  <a:pt x="471078" y="90053"/>
                </a:cubicBezTo>
                <a:cubicBezTo>
                  <a:pt x="483277" y="90053"/>
                  <a:pt x="489377" y="81334"/>
                  <a:pt x="489377" y="63895"/>
                </a:cubicBezTo>
                <a:close/>
                <a:moveTo>
                  <a:pt x="545004" y="102061"/>
                </a:moveTo>
                <a:cubicBezTo>
                  <a:pt x="539275" y="102061"/>
                  <a:pt x="534750" y="100427"/>
                  <a:pt x="531431" y="97160"/>
                </a:cubicBezTo>
                <a:cubicBezTo>
                  <a:pt x="528114" y="93894"/>
                  <a:pt x="526455" y="89208"/>
                  <a:pt x="526455" y="83103"/>
                </a:cubicBezTo>
                <a:lnTo>
                  <a:pt x="526455" y="39394"/>
                </a:lnTo>
                <a:lnTo>
                  <a:pt x="515592" y="39394"/>
                </a:lnTo>
                <a:lnTo>
                  <a:pt x="515592" y="27445"/>
                </a:lnTo>
                <a:lnTo>
                  <a:pt x="526670" y="27445"/>
                </a:lnTo>
                <a:lnTo>
                  <a:pt x="531909" y="9720"/>
                </a:lnTo>
                <a:lnTo>
                  <a:pt x="542894" y="9720"/>
                </a:lnTo>
                <a:lnTo>
                  <a:pt x="542894" y="27445"/>
                </a:lnTo>
                <a:lnTo>
                  <a:pt x="560547" y="27445"/>
                </a:lnTo>
                <a:lnTo>
                  <a:pt x="560547" y="39394"/>
                </a:lnTo>
                <a:lnTo>
                  <a:pt x="542894" y="39394"/>
                </a:lnTo>
                <a:lnTo>
                  <a:pt x="542894" y="78953"/>
                </a:lnTo>
                <a:cubicBezTo>
                  <a:pt x="542894" y="86201"/>
                  <a:pt x="545967" y="89826"/>
                  <a:pt x="552113" y="89826"/>
                </a:cubicBezTo>
                <a:cubicBezTo>
                  <a:pt x="555020" y="89826"/>
                  <a:pt x="558141" y="89516"/>
                  <a:pt x="561476" y="88897"/>
                </a:cubicBezTo>
                <a:lnTo>
                  <a:pt x="561476" y="99914"/>
                </a:lnTo>
                <a:cubicBezTo>
                  <a:pt x="556034" y="101345"/>
                  <a:pt x="550543" y="102061"/>
                  <a:pt x="545004" y="1020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BBB41-EC9C-452A-B998-DF76808C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591" y="493924"/>
            <a:ext cx="124475" cy="124474"/>
          </a:xfrm>
          <a:custGeom xmlns:a="http://schemas.openxmlformats.org/drawingml/2006/main">
            <a:pathLst>
              <a:path w="124475" h="124474">
                <a:moveTo>
                  <a:pt x="0" y="124474"/>
                </a:moveTo>
                <a:lnTo>
                  <a:pt x="124475" y="124474"/>
                </a:lnTo>
                <a:lnTo>
                  <a:pt x="124475" y="0"/>
                </a:lnTo>
                <a:lnTo>
                  <a:pt x="0" y="0"/>
                </a:lnTo>
                <a:lnTo>
                  <a:pt x="0" y="124474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BAFC8-B581-4947-8650-03ADA43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591" y="493924"/>
            <a:ext cx="124474" cy="124474"/>
          </a:xfrm>
          <a:custGeom xmlns:a="http://schemas.openxmlformats.org/drawingml/2006/main">
            <a:pathLst>
              <a:path w="124474" h="124474" fill="none">
                <a:moveTo>
                  <a:pt x="0" y="0"/>
                </a:moveTo>
                <a:lnTo>
                  <a:pt x="124474" y="0"/>
                </a:lnTo>
                <a:lnTo>
                  <a:pt x="124474" y="124474"/>
                </a:lnTo>
                <a:lnTo>
                  <a:pt x="0" y="1244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37" cap="flat">
            <a:solidFill>
              <a:srgbClr val="000000"/>
            </a:solidFill>
            <a:miter/>
          </a:ln>
        </p:spPr>
      </p:sp>
      <p:sp>
        <p:nvSpPr>
          <p:cNvPr id="192" name="Text :ExpectedGeneration">
            <a:extLst xmlns:a="http://schemas.openxmlformats.org/drawingml/2006/main">
              <a:ext uri="{FF2B5EF4-FFF2-40B4-BE49-F238E27FC236}">
                <a16:creationId xmlns:a16="http://schemas.microsoft.com/office/drawing/2014/main" id="{4573970D-2168-4724-B129-2606BDE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974" y="497314"/>
            <a:ext cx="1442513" cy="132078"/>
          </a:xfrm>
          <a:custGeom xmlns:a="http://schemas.openxmlformats.org/drawingml/2006/main">
            <a:pathLst>
              <a:path w="1442513" h="132078">
                <a:moveTo>
                  <a:pt x="0" y="103919"/>
                </a:moveTo>
                <a:lnTo>
                  <a:pt x="0" y="86480"/>
                </a:lnTo>
                <a:lnTo>
                  <a:pt x="17296" y="86480"/>
                </a:lnTo>
                <a:lnTo>
                  <a:pt x="17296" y="103919"/>
                </a:lnTo>
                <a:lnTo>
                  <a:pt x="0" y="103919"/>
                </a:lnTo>
                <a:moveTo>
                  <a:pt x="0" y="48314"/>
                </a:moveTo>
                <a:lnTo>
                  <a:pt x="0" y="31018"/>
                </a:lnTo>
                <a:lnTo>
                  <a:pt x="17296" y="31018"/>
                </a:lnTo>
                <a:lnTo>
                  <a:pt x="17296" y="48314"/>
                </a:lnTo>
                <a:lnTo>
                  <a:pt x="0" y="48314"/>
                </a:lnTo>
                <a:close/>
                <a:moveTo>
                  <a:pt x="136338" y="103919"/>
                </a:moveTo>
                <a:lnTo>
                  <a:pt x="78589" y="103919"/>
                </a:lnTo>
                <a:lnTo>
                  <a:pt x="78589" y="3145"/>
                </a:lnTo>
                <a:lnTo>
                  <a:pt x="133479" y="3145"/>
                </a:lnTo>
                <a:lnTo>
                  <a:pt x="133479" y="16952"/>
                </a:lnTo>
                <a:lnTo>
                  <a:pt x="96028" y="16952"/>
                </a:lnTo>
                <a:lnTo>
                  <a:pt x="96028" y="45884"/>
                </a:lnTo>
                <a:lnTo>
                  <a:pt x="129048" y="45884"/>
                </a:lnTo>
                <a:lnTo>
                  <a:pt x="129048" y="59321"/>
                </a:lnTo>
                <a:lnTo>
                  <a:pt x="96028" y="59321"/>
                </a:lnTo>
                <a:lnTo>
                  <a:pt x="96028" y="90254"/>
                </a:lnTo>
                <a:lnTo>
                  <a:pt x="136338" y="90254"/>
                </a:lnTo>
                <a:lnTo>
                  <a:pt x="136338" y="103919"/>
                </a:lnTo>
                <a:close/>
                <a:moveTo>
                  <a:pt x="177512" y="57418"/>
                </a:moveTo>
                <a:lnTo>
                  <a:pt x="194290" y="30590"/>
                </a:lnTo>
                <a:lnTo>
                  <a:pt x="212212" y="30590"/>
                </a:lnTo>
                <a:lnTo>
                  <a:pt x="186768" y="66001"/>
                </a:lnTo>
                <a:lnTo>
                  <a:pt x="213784" y="103919"/>
                </a:lnTo>
                <a:lnTo>
                  <a:pt x="195863" y="103919"/>
                </a:lnTo>
                <a:lnTo>
                  <a:pt x="177512" y="75947"/>
                </a:lnTo>
                <a:lnTo>
                  <a:pt x="159019" y="103919"/>
                </a:lnTo>
                <a:lnTo>
                  <a:pt x="141598" y="103919"/>
                </a:lnTo>
                <a:lnTo>
                  <a:pt x="168257" y="66218"/>
                </a:lnTo>
                <a:lnTo>
                  <a:pt x="142885" y="30590"/>
                </a:lnTo>
                <a:lnTo>
                  <a:pt x="160592" y="30590"/>
                </a:lnTo>
                <a:lnTo>
                  <a:pt x="177512" y="57418"/>
                </a:lnTo>
                <a:close/>
                <a:moveTo>
                  <a:pt x="296119" y="66897"/>
                </a:moveTo>
                <a:cubicBezTo>
                  <a:pt x="296119" y="78904"/>
                  <a:pt x="293327" y="88314"/>
                  <a:pt x="287743" y="95128"/>
                </a:cubicBezTo>
                <a:cubicBezTo>
                  <a:pt x="282159" y="101941"/>
                  <a:pt x="274401" y="105348"/>
                  <a:pt x="264468" y="105348"/>
                </a:cubicBezTo>
                <a:cubicBezTo>
                  <a:pt x="258765" y="105348"/>
                  <a:pt x="254084" y="104252"/>
                  <a:pt x="250424" y="102061"/>
                </a:cubicBezTo>
                <a:cubicBezTo>
                  <a:pt x="246766" y="99869"/>
                  <a:pt x="243844" y="96676"/>
                  <a:pt x="241658" y="92483"/>
                </a:cubicBezTo>
                <a:lnTo>
                  <a:pt x="241300" y="92483"/>
                </a:lnTo>
                <a:cubicBezTo>
                  <a:pt x="241396" y="94389"/>
                  <a:pt x="241479" y="96271"/>
                  <a:pt x="241550" y="98130"/>
                </a:cubicBezTo>
                <a:cubicBezTo>
                  <a:pt x="241622" y="99988"/>
                  <a:pt x="241658" y="101870"/>
                  <a:pt x="241658" y="103776"/>
                </a:cubicBezTo>
                <a:lnTo>
                  <a:pt x="241658" y="132078"/>
                </a:lnTo>
                <a:lnTo>
                  <a:pt x="225076" y="132078"/>
                </a:lnTo>
                <a:lnTo>
                  <a:pt x="225076" y="46896"/>
                </a:lnTo>
                <a:cubicBezTo>
                  <a:pt x="225076" y="41938"/>
                  <a:pt x="224886" y="36502"/>
                  <a:pt x="224505" y="30590"/>
                </a:cubicBezTo>
                <a:lnTo>
                  <a:pt x="240438" y="30590"/>
                </a:lnTo>
                <a:cubicBezTo>
                  <a:pt x="241061" y="35545"/>
                  <a:pt x="241372" y="39690"/>
                  <a:pt x="241372" y="43026"/>
                </a:cubicBezTo>
                <a:lnTo>
                  <a:pt x="241658" y="43026"/>
                </a:lnTo>
                <a:cubicBezTo>
                  <a:pt x="246220" y="33782"/>
                  <a:pt x="254228" y="29160"/>
                  <a:pt x="265681" y="29160"/>
                </a:cubicBezTo>
                <a:cubicBezTo>
                  <a:pt x="275517" y="29160"/>
                  <a:pt x="283049" y="32412"/>
                  <a:pt x="288277" y="38916"/>
                </a:cubicBezTo>
                <a:cubicBezTo>
                  <a:pt x="293505" y="45420"/>
                  <a:pt x="296119" y="54747"/>
                  <a:pt x="296119" y="66897"/>
                </a:cubicBezTo>
                <a:moveTo>
                  <a:pt x="278966" y="67040"/>
                </a:moveTo>
                <a:cubicBezTo>
                  <a:pt x="278966" y="49887"/>
                  <a:pt x="272961" y="41310"/>
                  <a:pt x="260953" y="41310"/>
                </a:cubicBezTo>
                <a:cubicBezTo>
                  <a:pt x="254544" y="41310"/>
                  <a:pt x="249678" y="43526"/>
                  <a:pt x="246355" y="47957"/>
                </a:cubicBezTo>
                <a:cubicBezTo>
                  <a:pt x="243033" y="52388"/>
                  <a:pt x="241372" y="58821"/>
                  <a:pt x="241372" y="67254"/>
                </a:cubicBezTo>
                <a:cubicBezTo>
                  <a:pt x="241372" y="75688"/>
                  <a:pt x="242986" y="82120"/>
                  <a:pt x="246214" y="86551"/>
                </a:cubicBezTo>
                <a:cubicBezTo>
                  <a:pt x="249442" y="90983"/>
                  <a:pt x="254260" y="93198"/>
                  <a:pt x="260667" y="93198"/>
                </a:cubicBezTo>
                <a:cubicBezTo>
                  <a:pt x="272866" y="93198"/>
                  <a:pt x="278966" y="84479"/>
                  <a:pt x="278966" y="67040"/>
                </a:cubicBezTo>
                <a:close/>
                <a:moveTo>
                  <a:pt x="325622" y="70412"/>
                </a:moveTo>
                <a:cubicBezTo>
                  <a:pt x="325860" y="77884"/>
                  <a:pt x="327511" y="83631"/>
                  <a:pt x="330573" y="87652"/>
                </a:cubicBezTo>
                <a:cubicBezTo>
                  <a:pt x="333638" y="91674"/>
                  <a:pt x="337831" y="93685"/>
                  <a:pt x="343152" y="93685"/>
                </a:cubicBezTo>
                <a:cubicBezTo>
                  <a:pt x="346762" y="93685"/>
                  <a:pt x="349979" y="92775"/>
                  <a:pt x="352805" y="90956"/>
                </a:cubicBezTo>
                <a:cubicBezTo>
                  <a:pt x="355633" y="89136"/>
                  <a:pt x="358187" y="86072"/>
                  <a:pt x="360466" y="81763"/>
                </a:cubicBezTo>
                <a:lnTo>
                  <a:pt x="373364" y="87999"/>
                </a:lnTo>
                <a:cubicBezTo>
                  <a:pt x="370556" y="92540"/>
                  <a:pt x="367748" y="95981"/>
                  <a:pt x="364940" y="98322"/>
                </a:cubicBezTo>
                <a:cubicBezTo>
                  <a:pt x="362132" y="100664"/>
                  <a:pt x="358860" y="102420"/>
                  <a:pt x="355124" y="103590"/>
                </a:cubicBezTo>
                <a:cubicBezTo>
                  <a:pt x="351388" y="104762"/>
                  <a:pt x="346950" y="105348"/>
                  <a:pt x="341810" y="105348"/>
                </a:cubicBezTo>
                <a:cubicBezTo>
                  <a:pt x="331100" y="105348"/>
                  <a:pt x="322841" y="101977"/>
                  <a:pt x="317034" y="95235"/>
                </a:cubicBezTo>
                <a:cubicBezTo>
                  <a:pt x="311229" y="88493"/>
                  <a:pt x="308326" y="79023"/>
                  <a:pt x="308326" y="66825"/>
                </a:cubicBezTo>
                <a:cubicBezTo>
                  <a:pt x="308326" y="54532"/>
                  <a:pt x="311375" y="45182"/>
                  <a:pt x="317474" y="38773"/>
                </a:cubicBezTo>
                <a:cubicBezTo>
                  <a:pt x="323573" y="32364"/>
                  <a:pt x="331887" y="29160"/>
                  <a:pt x="342417" y="29160"/>
                </a:cubicBezTo>
                <a:cubicBezTo>
                  <a:pt x="352852" y="29160"/>
                  <a:pt x="360833" y="32580"/>
                  <a:pt x="366360" y="39421"/>
                </a:cubicBezTo>
                <a:cubicBezTo>
                  <a:pt x="371887" y="46260"/>
                  <a:pt x="374651" y="55923"/>
                  <a:pt x="374651" y="68411"/>
                </a:cubicBezTo>
                <a:lnTo>
                  <a:pt x="374651" y="70412"/>
                </a:lnTo>
                <a:lnTo>
                  <a:pt x="325622" y="70412"/>
                </a:lnTo>
                <a:moveTo>
                  <a:pt x="341846" y="40537"/>
                </a:moveTo>
                <a:cubicBezTo>
                  <a:pt x="337054" y="40537"/>
                  <a:pt x="333235" y="42252"/>
                  <a:pt x="330388" y="45681"/>
                </a:cubicBezTo>
                <a:cubicBezTo>
                  <a:pt x="327543" y="49109"/>
                  <a:pt x="326002" y="53846"/>
                  <a:pt x="325765" y="59893"/>
                </a:cubicBezTo>
                <a:lnTo>
                  <a:pt x="357498" y="59893"/>
                </a:lnTo>
                <a:cubicBezTo>
                  <a:pt x="357023" y="53417"/>
                  <a:pt x="355552" y="48573"/>
                  <a:pt x="353085" y="45360"/>
                </a:cubicBezTo>
                <a:cubicBezTo>
                  <a:pt x="350619" y="42145"/>
                  <a:pt x="346873" y="40537"/>
                  <a:pt x="341846" y="40537"/>
                </a:cubicBezTo>
                <a:close/>
                <a:moveTo>
                  <a:pt x="418305" y="105348"/>
                </a:moveTo>
                <a:cubicBezTo>
                  <a:pt x="408252" y="105348"/>
                  <a:pt x="400497" y="102061"/>
                  <a:pt x="395041" y="95485"/>
                </a:cubicBezTo>
                <a:cubicBezTo>
                  <a:pt x="389586" y="88910"/>
                  <a:pt x="386858" y="79642"/>
                  <a:pt x="386858" y="67683"/>
                </a:cubicBezTo>
                <a:cubicBezTo>
                  <a:pt x="386858" y="55390"/>
                  <a:pt x="389645" y="45896"/>
                  <a:pt x="395220" y="39202"/>
                </a:cubicBezTo>
                <a:cubicBezTo>
                  <a:pt x="400795" y="32507"/>
                  <a:pt x="408680" y="29160"/>
                  <a:pt x="418877" y="29160"/>
                </a:cubicBezTo>
                <a:cubicBezTo>
                  <a:pt x="435506" y="29160"/>
                  <a:pt x="445035" y="36760"/>
                  <a:pt x="447465" y="51959"/>
                </a:cubicBezTo>
                <a:lnTo>
                  <a:pt x="431027" y="53317"/>
                </a:lnTo>
                <a:cubicBezTo>
                  <a:pt x="430503" y="49267"/>
                  <a:pt x="429157" y="46230"/>
                  <a:pt x="426989" y="44205"/>
                </a:cubicBezTo>
                <a:cubicBezTo>
                  <a:pt x="424821" y="42180"/>
                  <a:pt x="422165" y="41167"/>
                  <a:pt x="419020" y="41167"/>
                </a:cubicBezTo>
                <a:cubicBezTo>
                  <a:pt x="413636" y="41167"/>
                  <a:pt x="409693" y="43288"/>
                  <a:pt x="407191" y="47528"/>
                </a:cubicBezTo>
                <a:cubicBezTo>
                  <a:pt x="404690" y="51767"/>
                  <a:pt x="403439" y="58245"/>
                  <a:pt x="403439" y="66962"/>
                </a:cubicBezTo>
                <a:cubicBezTo>
                  <a:pt x="403439" y="75823"/>
                  <a:pt x="404738" y="82444"/>
                  <a:pt x="407334" y="86826"/>
                </a:cubicBezTo>
                <a:cubicBezTo>
                  <a:pt x="409931" y="91208"/>
                  <a:pt x="413636" y="93399"/>
                  <a:pt x="418448" y="93399"/>
                </a:cubicBezTo>
                <a:cubicBezTo>
                  <a:pt x="425643" y="93399"/>
                  <a:pt x="429931" y="88901"/>
                  <a:pt x="431313" y="79905"/>
                </a:cubicBezTo>
                <a:lnTo>
                  <a:pt x="447322" y="81620"/>
                </a:lnTo>
                <a:cubicBezTo>
                  <a:pt x="444749" y="97439"/>
                  <a:pt x="435077" y="105348"/>
                  <a:pt x="418305" y="105348"/>
                </a:cubicBezTo>
                <a:close/>
                <a:moveTo>
                  <a:pt x="482796" y="105205"/>
                </a:moveTo>
                <a:cubicBezTo>
                  <a:pt x="477066" y="105205"/>
                  <a:pt x="472542" y="103572"/>
                  <a:pt x="469223" y="100305"/>
                </a:cubicBezTo>
                <a:cubicBezTo>
                  <a:pt x="465905" y="97038"/>
                  <a:pt x="464247" y="92352"/>
                  <a:pt x="464247" y="86248"/>
                </a:cubicBezTo>
                <a:lnTo>
                  <a:pt x="464247" y="42539"/>
                </a:lnTo>
                <a:lnTo>
                  <a:pt x="453383" y="42539"/>
                </a:lnTo>
                <a:lnTo>
                  <a:pt x="453383" y="30590"/>
                </a:lnTo>
                <a:lnTo>
                  <a:pt x="464461" y="30590"/>
                </a:lnTo>
                <a:lnTo>
                  <a:pt x="469701" y="12865"/>
                </a:lnTo>
                <a:lnTo>
                  <a:pt x="480685" y="12865"/>
                </a:lnTo>
                <a:lnTo>
                  <a:pt x="480685" y="30590"/>
                </a:lnTo>
                <a:lnTo>
                  <a:pt x="498338" y="30590"/>
                </a:lnTo>
                <a:lnTo>
                  <a:pt x="498338" y="42539"/>
                </a:lnTo>
                <a:lnTo>
                  <a:pt x="480685" y="42539"/>
                </a:lnTo>
                <a:lnTo>
                  <a:pt x="480685" y="82098"/>
                </a:lnTo>
                <a:cubicBezTo>
                  <a:pt x="480685" y="89346"/>
                  <a:pt x="483758" y="92970"/>
                  <a:pt x="489905" y="92970"/>
                </a:cubicBezTo>
                <a:cubicBezTo>
                  <a:pt x="492811" y="92970"/>
                  <a:pt x="495932" y="92661"/>
                  <a:pt x="499267" y="92041"/>
                </a:cubicBezTo>
                <a:lnTo>
                  <a:pt x="499267" y="103059"/>
                </a:lnTo>
                <a:cubicBezTo>
                  <a:pt x="493825" y="104490"/>
                  <a:pt x="488335" y="105205"/>
                  <a:pt x="482796" y="105205"/>
                </a:cubicBezTo>
                <a:close/>
                <a:moveTo>
                  <a:pt x="526884" y="70412"/>
                </a:moveTo>
                <a:cubicBezTo>
                  <a:pt x="527122" y="77884"/>
                  <a:pt x="528773" y="83631"/>
                  <a:pt x="531835" y="87652"/>
                </a:cubicBezTo>
                <a:cubicBezTo>
                  <a:pt x="534900" y="91674"/>
                  <a:pt x="539093" y="93685"/>
                  <a:pt x="544414" y="93685"/>
                </a:cubicBezTo>
                <a:cubicBezTo>
                  <a:pt x="548024" y="93685"/>
                  <a:pt x="551241" y="92775"/>
                  <a:pt x="554067" y="90956"/>
                </a:cubicBezTo>
                <a:cubicBezTo>
                  <a:pt x="556895" y="89136"/>
                  <a:pt x="559449" y="86072"/>
                  <a:pt x="561728" y="81763"/>
                </a:cubicBezTo>
                <a:lnTo>
                  <a:pt x="574626" y="87999"/>
                </a:lnTo>
                <a:cubicBezTo>
                  <a:pt x="571818" y="92540"/>
                  <a:pt x="569010" y="95981"/>
                  <a:pt x="566202" y="98322"/>
                </a:cubicBezTo>
                <a:cubicBezTo>
                  <a:pt x="563394" y="100664"/>
                  <a:pt x="560122" y="102420"/>
                  <a:pt x="556386" y="103590"/>
                </a:cubicBezTo>
                <a:cubicBezTo>
                  <a:pt x="552650" y="104762"/>
                  <a:pt x="548212" y="105348"/>
                  <a:pt x="543072" y="105348"/>
                </a:cubicBezTo>
                <a:cubicBezTo>
                  <a:pt x="532362" y="105348"/>
                  <a:pt x="524103" y="101977"/>
                  <a:pt x="518296" y="95235"/>
                </a:cubicBezTo>
                <a:cubicBezTo>
                  <a:pt x="512491" y="88493"/>
                  <a:pt x="509588" y="79023"/>
                  <a:pt x="509588" y="66825"/>
                </a:cubicBezTo>
                <a:cubicBezTo>
                  <a:pt x="509588" y="54532"/>
                  <a:pt x="512637" y="45182"/>
                  <a:pt x="518736" y="38773"/>
                </a:cubicBezTo>
                <a:cubicBezTo>
                  <a:pt x="524835" y="32364"/>
                  <a:pt x="533149" y="29160"/>
                  <a:pt x="543680" y="29160"/>
                </a:cubicBezTo>
                <a:cubicBezTo>
                  <a:pt x="554114" y="29160"/>
                  <a:pt x="562095" y="32580"/>
                  <a:pt x="567622" y="39421"/>
                </a:cubicBezTo>
                <a:cubicBezTo>
                  <a:pt x="573149" y="46260"/>
                  <a:pt x="575913" y="55923"/>
                  <a:pt x="575913" y="68411"/>
                </a:cubicBezTo>
                <a:lnTo>
                  <a:pt x="575913" y="70412"/>
                </a:lnTo>
                <a:lnTo>
                  <a:pt x="526884" y="70412"/>
                </a:lnTo>
                <a:moveTo>
                  <a:pt x="543108" y="40537"/>
                </a:moveTo>
                <a:cubicBezTo>
                  <a:pt x="538316" y="40537"/>
                  <a:pt x="534497" y="42252"/>
                  <a:pt x="531650" y="45681"/>
                </a:cubicBezTo>
                <a:cubicBezTo>
                  <a:pt x="528805" y="49109"/>
                  <a:pt x="527264" y="53846"/>
                  <a:pt x="527027" y="59893"/>
                </a:cubicBezTo>
                <a:lnTo>
                  <a:pt x="558760" y="59893"/>
                </a:lnTo>
                <a:cubicBezTo>
                  <a:pt x="558285" y="53417"/>
                  <a:pt x="556814" y="48573"/>
                  <a:pt x="554347" y="45360"/>
                </a:cubicBezTo>
                <a:cubicBezTo>
                  <a:pt x="551881" y="42145"/>
                  <a:pt x="548135" y="40537"/>
                  <a:pt x="543108" y="40537"/>
                </a:cubicBezTo>
                <a:close/>
                <a:moveTo>
                  <a:pt x="605273" y="67111"/>
                </a:moveTo>
                <a:cubicBezTo>
                  <a:pt x="605273" y="84541"/>
                  <a:pt x="611349" y="93256"/>
                  <a:pt x="623499" y="93256"/>
                </a:cubicBezTo>
                <a:cubicBezTo>
                  <a:pt x="629931" y="93256"/>
                  <a:pt x="634815" y="91030"/>
                  <a:pt x="638150" y="86578"/>
                </a:cubicBezTo>
                <a:cubicBezTo>
                  <a:pt x="641485" y="82125"/>
                  <a:pt x="643153" y="75659"/>
                  <a:pt x="643153" y="67183"/>
                </a:cubicBezTo>
                <a:cubicBezTo>
                  <a:pt x="643153" y="58706"/>
                  <a:pt x="641509" y="52265"/>
                  <a:pt x="638222" y="47861"/>
                </a:cubicBezTo>
                <a:cubicBezTo>
                  <a:pt x="634934" y="43455"/>
                  <a:pt x="630098" y="41252"/>
                  <a:pt x="623713" y="41252"/>
                </a:cubicBezTo>
                <a:cubicBezTo>
                  <a:pt x="611420" y="41252"/>
                  <a:pt x="605273" y="49872"/>
                  <a:pt x="605273" y="67111"/>
                </a:cubicBezTo>
                <a:moveTo>
                  <a:pt x="588120" y="67326"/>
                </a:moveTo>
                <a:cubicBezTo>
                  <a:pt x="588120" y="55461"/>
                  <a:pt x="590888" y="46135"/>
                  <a:pt x="596422" y="39345"/>
                </a:cubicBezTo>
                <a:cubicBezTo>
                  <a:pt x="601957" y="32555"/>
                  <a:pt x="609733" y="29160"/>
                  <a:pt x="619751" y="29160"/>
                </a:cubicBezTo>
                <a:cubicBezTo>
                  <a:pt x="625190" y="29160"/>
                  <a:pt x="629770" y="30161"/>
                  <a:pt x="633491" y="32162"/>
                </a:cubicBezTo>
                <a:cubicBezTo>
                  <a:pt x="637214" y="34163"/>
                  <a:pt x="640363" y="37451"/>
                  <a:pt x="642939" y="42025"/>
                </a:cubicBezTo>
                <a:lnTo>
                  <a:pt x="643225" y="42025"/>
                </a:lnTo>
                <a:cubicBezTo>
                  <a:pt x="643129" y="40119"/>
                  <a:pt x="643046" y="38225"/>
                  <a:pt x="642974" y="36343"/>
                </a:cubicBezTo>
                <a:cubicBezTo>
                  <a:pt x="642903" y="34461"/>
                  <a:pt x="642867" y="32567"/>
                  <a:pt x="642867" y="30661"/>
                </a:cubicBezTo>
                <a:lnTo>
                  <a:pt x="642867" y="0"/>
                </a:lnTo>
                <a:lnTo>
                  <a:pt x="659448" y="0"/>
                </a:lnTo>
                <a:lnTo>
                  <a:pt x="659448" y="87552"/>
                </a:lnTo>
                <a:cubicBezTo>
                  <a:pt x="659448" y="92555"/>
                  <a:pt x="659639" y="98011"/>
                  <a:pt x="660020" y="103919"/>
                </a:cubicBezTo>
                <a:lnTo>
                  <a:pt x="643872" y="103919"/>
                </a:lnTo>
                <a:cubicBezTo>
                  <a:pt x="643680" y="103200"/>
                  <a:pt x="643488" y="101259"/>
                  <a:pt x="643296" y="98096"/>
                </a:cubicBezTo>
                <a:cubicBezTo>
                  <a:pt x="643105" y="94934"/>
                  <a:pt x="643010" y="92729"/>
                  <a:pt x="643010" y="91483"/>
                </a:cubicBezTo>
                <a:lnTo>
                  <a:pt x="642724" y="91483"/>
                </a:lnTo>
                <a:cubicBezTo>
                  <a:pt x="637906" y="100631"/>
                  <a:pt x="630105" y="105205"/>
                  <a:pt x="619322" y="105205"/>
                </a:cubicBezTo>
                <a:cubicBezTo>
                  <a:pt x="609350" y="105205"/>
                  <a:pt x="601657" y="101965"/>
                  <a:pt x="596241" y="95485"/>
                </a:cubicBezTo>
                <a:cubicBezTo>
                  <a:pt x="590827" y="89005"/>
                  <a:pt x="588120" y="79619"/>
                  <a:pt x="588120" y="67326"/>
                </a:cubicBezTo>
                <a:close/>
                <a:moveTo>
                  <a:pt x="763439" y="105348"/>
                </a:moveTo>
                <a:cubicBezTo>
                  <a:pt x="748859" y="105348"/>
                  <a:pt x="737554" y="100762"/>
                  <a:pt x="729526" y="91590"/>
                </a:cubicBezTo>
                <a:cubicBezTo>
                  <a:pt x="721497" y="82418"/>
                  <a:pt x="717483" y="69589"/>
                  <a:pt x="717483" y="53103"/>
                </a:cubicBezTo>
                <a:cubicBezTo>
                  <a:pt x="717483" y="36522"/>
                  <a:pt x="721414" y="23812"/>
                  <a:pt x="729276" y="14973"/>
                </a:cubicBezTo>
                <a:cubicBezTo>
                  <a:pt x="737137" y="6135"/>
                  <a:pt x="748358" y="1715"/>
                  <a:pt x="762938" y="1715"/>
                </a:cubicBezTo>
                <a:cubicBezTo>
                  <a:pt x="772992" y="1715"/>
                  <a:pt x="781259" y="3705"/>
                  <a:pt x="787739" y="7683"/>
                </a:cubicBezTo>
                <a:cubicBezTo>
                  <a:pt x="794219" y="11662"/>
                  <a:pt x="798960" y="17725"/>
                  <a:pt x="801962" y="25872"/>
                </a:cubicBezTo>
                <a:lnTo>
                  <a:pt x="785952" y="30733"/>
                </a:lnTo>
                <a:cubicBezTo>
                  <a:pt x="782236" y="20631"/>
                  <a:pt x="774493" y="15581"/>
                  <a:pt x="762724" y="15581"/>
                </a:cubicBezTo>
                <a:cubicBezTo>
                  <a:pt x="753671" y="15581"/>
                  <a:pt x="746798" y="18808"/>
                  <a:pt x="742105" y="25263"/>
                </a:cubicBezTo>
                <a:cubicBezTo>
                  <a:pt x="737411" y="31717"/>
                  <a:pt x="735065" y="40995"/>
                  <a:pt x="735065" y="53096"/>
                </a:cubicBezTo>
                <a:cubicBezTo>
                  <a:pt x="735065" y="65197"/>
                  <a:pt x="737578" y="74630"/>
                  <a:pt x="742605" y="81394"/>
                </a:cubicBezTo>
                <a:cubicBezTo>
                  <a:pt x="747632" y="88159"/>
                  <a:pt x="754624" y="91541"/>
                  <a:pt x="763582" y="91541"/>
                </a:cubicBezTo>
                <a:cubicBezTo>
                  <a:pt x="772873" y="91541"/>
                  <a:pt x="780616" y="88590"/>
                  <a:pt x="786810" y="82687"/>
                </a:cubicBezTo>
                <a:lnTo>
                  <a:pt x="786810" y="64981"/>
                </a:lnTo>
                <a:lnTo>
                  <a:pt x="763081" y="64981"/>
                </a:lnTo>
                <a:lnTo>
                  <a:pt x="763081" y="52174"/>
                </a:lnTo>
                <a:lnTo>
                  <a:pt x="803105" y="52174"/>
                </a:lnTo>
                <a:lnTo>
                  <a:pt x="803105" y="88910"/>
                </a:lnTo>
                <a:cubicBezTo>
                  <a:pt x="798674" y="93913"/>
                  <a:pt x="792932" y="97903"/>
                  <a:pt x="785881" y="100881"/>
                </a:cubicBezTo>
                <a:cubicBezTo>
                  <a:pt x="778829" y="103859"/>
                  <a:pt x="771348" y="105348"/>
                  <a:pt x="763439" y="105348"/>
                </a:cubicBezTo>
                <a:close/>
                <a:moveTo>
                  <a:pt x="836096" y="70412"/>
                </a:moveTo>
                <a:cubicBezTo>
                  <a:pt x="836334" y="77884"/>
                  <a:pt x="837985" y="83631"/>
                  <a:pt x="841047" y="87652"/>
                </a:cubicBezTo>
                <a:cubicBezTo>
                  <a:pt x="844112" y="91674"/>
                  <a:pt x="848305" y="93685"/>
                  <a:pt x="853626" y="93685"/>
                </a:cubicBezTo>
                <a:cubicBezTo>
                  <a:pt x="857236" y="93685"/>
                  <a:pt x="860453" y="92775"/>
                  <a:pt x="863279" y="90956"/>
                </a:cubicBezTo>
                <a:cubicBezTo>
                  <a:pt x="866107" y="89136"/>
                  <a:pt x="868661" y="86072"/>
                  <a:pt x="870940" y="81763"/>
                </a:cubicBezTo>
                <a:lnTo>
                  <a:pt x="883839" y="87999"/>
                </a:lnTo>
                <a:cubicBezTo>
                  <a:pt x="881030" y="92540"/>
                  <a:pt x="878222" y="95981"/>
                  <a:pt x="875414" y="98322"/>
                </a:cubicBezTo>
                <a:cubicBezTo>
                  <a:pt x="872606" y="100664"/>
                  <a:pt x="869334" y="102420"/>
                  <a:pt x="865598" y="103590"/>
                </a:cubicBezTo>
                <a:cubicBezTo>
                  <a:pt x="861862" y="104762"/>
                  <a:pt x="857424" y="105348"/>
                  <a:pt x="852284" y="105348"/>
                </a:cubicBezTo>
                <a:cubicBezTo>
                  <a:pt x="841574" y="105348"/>
                  <a:pt x="833315" y="101977"/>
                  <a:pt x="827508" y="95235"/>
                </a:cubicBezTo>
                <a:cubicBezTo>
                  <a:pt x="821703" y="88493"/>
                  <a:pt x="818800" y="79023"/>
                  <a:pt x="818800" y="66825"/>
                </a:cubicBezTo>
                <a:cubicBezTo>
                  <a:pt x="818800" y="54532"/>
                  <a:pt x="821849" y="45182"/>
                  <a:pt x="827948" y="38773"/>
                </a:cubicBezTo>
                <a:cubicBezTo>
                  <a:pt x="834047" y="32364"/>
                  <a:pt x="842362" y="29160"/>
                  <a:pt x="852892" y="29160"/>
                </a:cubicBezTo>
                <a:cubicBezTo>
                  <a:pt x="863326" y="29160"/>
                  <a:pt x="871307" y="32580"/>
                  <a:pt x="876834" y="39421"/>
                </a:cubicBezTo>
                <a:cubicBezTo>
                  <a:pt x="882361" y="46260"/>
                  <a:pt x="885125" y="55923"/>
                  <a:pt x="885125" y="68411"/>
                </a:cubicBezTo>
                <a:lnTo>
                  <a:pt x="885125" y="70412"/>
                </a:lnTo>
                <a:lnTo>
                  <a:pt x="836096" y="70412"/>
                </a:lnTo>
                <a:moveTo>
                  <a:pt x="852320" y="40537"/>
                </a:moveTo>
                <a:cubicBezTo>
                  <a:pt x="847528" y="40537"/>
                  <a:pt x="843709" y="42252"/>
                  <a:pt x="840862" y="45681"/>
                </a:cubicBezTo>
                <a:cubicBezTo>
                  <a:pt x="838017" y="49109"/>
                  <a:pt x="836476" y="53846"/>
                  <a:pt x="836239" y="59893"/>
                </a:cubicBezTo>
                <a:lnTo>
                  <a:pt x="867972" y="59893"/>
                </a:lnTo>
                <a:cubicBezTo>
                  <a:pt x="867497" y="53417"/>
                  <a:pt x="866026" y="48573"/>
                  <a:pt x="863559" y="45360"/>
                </a:cubicBezTo>
                <a:cubicBezTo>
                  <a:pt x="861093" y="42145"/>
                  <a:pt x="857347" y="40537"/>
                  <a:pt x="852320" y="40537"/>
                </a:cubicBezTo>
                <a:close/>
                <a:moveTo>
                  <a:pt x="950221" y="103919"/>
                </a:moveTo>
                <a:lnTo>
                  <a:pt x="950221" y="62975"/>
                </a:lnTo>
                <a:cubicBezTo>
                  <a:pt x="950221" y="55543"/>
                  <a:pt x="949066" y="50208"/>
                  <a:pt x="946755" y="46970"/>
                </a:cubicBezTo>
                <a:cubicBezTo>
                  <a:pt x="944444" y="43730"/>
                  <a:pt x="940787" y="42110"/>
                  <a:pt x="935784" y="42110"/>
                </a:cubicBezTo>
                <a:cubicBezTo>
                  <a:pt x="930400" y="42110"/>
                  <a:pt x="926171" y="44182"/>
                  <a:pt x="923098" y="48328"/>
                </a:cubicBezTo>
                <a:cubicBezTo>
                  <a:pt x="920025" y="52472"/>
                  <a:pt x="918488" y="58093"/>
                  <a:pt x="918488" y="65190"/>
                </a:cubicBezTo>
                <a:lnTo>
                  <a:pt x="918488" y="103919"/>
                </a:lnTo>
                <a:lnTo>
                  <a:pt x="902050" y="103919"/>
                </a:lnTo>
                <a:lnTo>
                  <a:pt x="902050" y="47472"/>
                </a:lnTo>
                <a:cubicBezTo>
                  <a:pt x="902050" y="41798"/>
                  <a:pt x="901835" y="36170"/>
                  <a:pt x="901406" y="30590"/>
                </a:cubicBezTo>
                <a:lnTo>
                  <a:pt x="917059" y="30590"/>
                </a:lnTo>
                <a:cubicBezTo>
                  <a:pt x="917583" y="37737"/>
                  <a:pt x="917845" y="42454"/>
                  <a:pt x="917845" y="44741"/>
                </a:cubicBezTo>
                <a:lnTo>
                  <a:pt x="918131" y="44741"/>
                </a:lnTo>
                <a:cubicBezTo>
                  <a:pt x="920946" y="39287"/>
                  <a:pt x="924215" y="35327"/>
                  <a:pt x="927936" y="32861"/>
                </a:cubicBezTo>
                <a:cubicBezTo>
                  <a:pt x="931658" y="30394"/>
                  <a:pt x="936454" y="29160"/>
                  <a:pt x="942324" y="29160"/>
                </a:cubicBezTo>
                <a:cubicBezTo>
                  <a:pt x="950483" y="29160"/>
                  <a:pt x="956603" y="31566"/>
                  <a:pt x="960683" y="36379"/>
                </a:cubicBezTo>
                <a:cubicBezTo>
                  <a:pt x="964762" y="41191"/>
                  <a:pt x="966802" y="48624"/>
                  <a:pt x="966802" y="58678"/>
                </a:cubicBezTo>
                <a:lnTo>
                  <a:pt x="966802" y="103919"/>
                </a:lnTo>
                <a:lnTo>
                  <a:pt x="950221" y="103919"/>
                </a:lnTo>
                <a:close/>
                <a:moveTo>
                  <a:pt x="1000765" y="70412"/>
                </a:moveTo>
                <a:cubicBezTo>
                  <a:pt x="1001003" y="77884"/>
                  <a:pt x="1002654" y="83631"/>
                  <a:pt x="1005717" y="87652"/>
                </a:cubicBezTo>
                <a:cubicBezTo>
                  <a:pt x="1008781" y="91674"/>
                  <a:pt x="1012974" y="93685"/>
                  <a:pt x="1018296" y="93685"/>
                </a:cubicBezTo>
                <a:cubicBezTo>
                  <a:pt x="1021905" y="93685"/>
                  <a:pt x="1025123" y="92775"/>
                  <a:pt x="1027949" y="90956"/>
                </a:cubicBezTo>
                <a:cubicBezTo>
                  <a:pt x="1030776" y="89136"/>
                  <a:pt x="1033330" y="86072"/>
                  <a:pt x="1035609" y="81763"/>
                </a:cubicBezTo>
                <a:lnTo>
                  <a:pt x="1048508" y="87999"/>
                </a:lnTo>
                <a:cubicBezTo>
                  <a:pt x="1045699" y="92540"/>
                  <a:pt x="1042891" y="95981"/>
                  <a:pt x="1040083" y="98322"/>
                </a:cubicBezTo>
                <a:cubicBezTo>
                  <a:pt x="1037275" y="100664"/>
                  <a:pt x="1034003" y="102420"/>
                  <a:pt x="1030267" y="103590"/>
                </a:cubicBezTo>
                <a:cubicBezTo>
                  <a:pt x="1026531" y="104762"/>
                  <a:pt x="1022093" y="105348"/>
                  <a:pt x="1016953" y="105348"/>
                </a:cubicBezTo>
                <a:cubicBezTo>
                  <a:pt x="1006243" y="105348"/>
                  <a:pt x="997984" y="101977"/>
                  <a:pt x="992177" y="95235"/>
                </a:cubicBezTo>
                <a:cubicBezTo>
                  <a:pt x="986372" y="88493"/>
                  <a:pt x="983469" y="79023"/>
                  <a:pt x="983469" y="66825"/>
                </a:cubicBezTo>
                <a:cubicBezTo>
                  <a:pt x="983469" y="54532"/>
                  <a:pt x="986519" y="45182"/>
                  <a:pt x="992617" y="38773"/>
                </a:cubicBezTo>
                <a:cubicBezTo>
                  <a:pt x="998716" y="32364"/>
                  <a:pt x="1007031" y="29160"/>
                  <a:pt x="1017561" y="29160"/>
                </a:cubicBezTo>
                <a:cubicBezTo>
                  <a:pt x="1027995" y="29160"/>
                  <a:pt x="1035976" y="32580"/>
                  <a:pt x="1041504" y="39421"/>
                </a:cubicBezTo>
                <a:cubicBezTo>
                  <a:pt x="1047031" y="46260"/>
                  <a:pt x="1049794" y="55923"/>
                  <a:pt x="1049794" y="68411"/>
                </a:cubicBezTo>
                <a:lnTo>
                  <a:pt x="1049794" y="70412"/>
                </a:lnTo>
                <a:lnTo>
                  <a:pt x="1000765" y="70412"/>
                </a:lnTo>
                <a:moveTo>
                  <a:pt x="1016989" y="40537"/>
                </a:moveTo>
                <a:cubicBezTo>
                  <a:pt x="1012197" y="40537"/>
                  <a:pt x="1008378" y="42252"/>
                  <a:pt x="1005531" y="45681"/>
                </a:cubicBezTo>
                <a:cubicBezTo>
                  <a:pt x="1002686" y="49109"/>
                  <a:pt x="1001145" y="53846"/>
                  <a:pt x="1000908" y="59893"/>
                </a:cubicBezTo>
                <a:lnTo>
                  <a:pt x="1032641" y="59893"/>
                </a:lnTo>
                <a:cubicBezTo>
                  <a:pt x="1032166" y="53417"/>
                  <a:pt x="1030695" y="48573"/>
                  <a:pt x="1028228" y="45360"/>
                </a:cubicBezTo>
                <a:cubicBezTo>
                  <a:pt x="1025762" y="42145"/>
                  <a:pt x="1022016" y="40537"/>
                  <a:pt x="1016989" y="40537"/>
                </a:cubicBezTo>
                <a:close/>
                <a:moveTo>
                  <a:pt x="1100645" y="42825"/>
                </a:moveTo>
                <a:cubicBezTo>
                  <a:pt x="1095294" y="42825"/>
                  <a:pt x="1091017" y="45171"/>
                  <a:pt x="1087816" y="49864"/>
                </a:cubicBezTo>
                <a:cubicBezTo>
                  <a:pt x="1084615" y="54556"/>
                  <a:pt x="1083014" y="60879"/>
                  <a:pt x="1083014" y="68833"/>
                </a:cubicBezTo>
                <a:lnTo>
                  <a:pt x="1083014" y="103919"/>
                </a:lnTo>
                <a:lnTo>
                  <a:pt x="1066576" y="103919"/>
                </a:lnTo>
                <a:lnTo>
                  <a:pt x="1066576" y="48690"/>
                </a:lnTo>
                <a:cubicBezTo>
                  <a:pt x="1066576" y="40963"/>
                  <a:pt x="1066385" y="34930"/>
                  <a:pt x="1066004" y="30590"/>
                </a:cubicBezTo>
                <a:lnTo>
                  <a:pt x="1081725" y="30590"/>
                </a:lnTo>
                <a:cubicBezTo>
                  <a:pt x="1082203" y="36307"/>
                  <a:pt x="1082442" y="41834"/>
                  <a:pt x="1082442" y="47171"/>
                </a:cubicBezTo>
                <a:lnTo>
                  <a:pt x="1082728" y="47171"/>
                </a:lnTo>
                <a:cubicBezTo>
                  <a:pt x="1085023" y="40432"/>
                  <a:pt x="1087675" y="35745"/>
                  <a:pt x="1090684" y="33111"/>
                </a:cubicBezTo>
                <a:cubicBezTo>
                  <a:pt x="1093695" y="30477"/>
                  <a:pt x="1097660" y="29160"/>
                  <a:pt x="1102582" y="29160"/>
                </a:cubicBezTo>
                <a:cubicBezTo>
                  <a:pt x="1104827" y="29160"/>
                  <a:pt x="1106690" y="29470"/>
                  <a:pt x="1108172" y="30089"/>
                </a:cubicBezTo>
                <a:lnTo>
                  <a:pt x="1108172" y="43597"/>
                </a:lnTo>
                <a:cubicBezTo>
                  <a:pt x="1105734" y="43082"/>
                  <a:pt x="1103226" y="42825"/>
                  <a:pt x="1100645" y="42825"/>
                </a:cubicBezTo>
                <a:close/>
                <a:moveTo>
                  <a:pt x="1144479" y="93770"/>
                </a:moveTo>
                <a:cubicBezTo>
                  <a:pt x="1149577" y="93770"/>
                  <a:pt x="1153604" y="91991"/>
                  <a:pt x="1156558" y="88432"/>
                </a:cubicBezTo>
                <a:cubicBezTo>
                  <a:pt x="1159512" y="84872"/>
                  <a:pt x="1160989" y="80296"/>
                  <a:pt x="1160989" y="74705"/>
                </a:cubicBezTo>
                <a:lnTo>
                  <a:pt x="1160989" y="68040"/>
                </a:lnTo>
                <a:lnTo>
                  <a:pt x="1153199" y="68326"/>
                </a:lnTo>
                <a:cubicBezTo>
                  <a:pt x="1146194" y="68661"/>
                  <a:pt x="1141156" y="69904"/>
                  <a:pt x="1138083" y="72054"/>
                </a:cubicBezTo>
                <a:cubicBezTo>
                  <a:pt x="1135009" y="74204"/>
                  <a:pt x="1133473" y="77573"/>
                  <a:pt x="1133473" y="82160"/>
                </a:cubicBezTo>
                <a:cubicBezTo>
                  <a:pt x="1133473" y="89900"/>
                  <a:pt x="1137142" y="93770"/>
                  <a:pt x="1144479" y="93770"/>
                </a:cubicBezTo>
                <a:moveTo>
                  <a:pt x="1177356" y="103919"/>
                </a:moveTo>
                <a:lnTo>
                  <a:pt x="1161489" y="103919"/>
                </a:lnTo>
                <a:lnTo>
                  <a:pt x="1160918" y="92341"/>
                </a:lnTo>
                <a:cubicBezTo>
                  <a:pt x="1158483" y="97105"/>
                  <a:pt x="1155548" y="100464"/>
                  <a:pt x="1152111" y="102418"/>
                </a:cubicBezTo>
                <a:cubicBezTo>
                  <a:pt x="1148676" y="104371"/>
                  <a:pt x="1144453" y="105348"/>
                  <a:pt x="1139443" y="105348"/>
                </a:cubicBezTo>
                <a:cubicBezTo>
                  <a:pt x="1131903" y="105348"/>
                  <a:pt x="1126139" y="103392"/>
                  <a:pt x="1122153" y="99479"/>
                </a:cubicBezTo>
                <a:cubicBezTo>
                  <a:pt x="1118169" y="95566"/>
                  <a:pt x="1116177" y="90126"/>
                  <a:pt x="1116177" y="83159"/>
                </a:cubicBezTo>
                <a:cubicBezTo>
                  <a:pt x="1116177" y="75523"/>
                  <a:pt x="1118897" y="69678"/>
                  <a:pt x="1124338" y="65622"/>
                </a:cubicBezTo>
                <a:cubicBezTo>
                  <a:pt x="1129779" y="61566"/>
                  <a:pt x="1137796" y="59370"/>
                  <a:pt x="1148390" y="59035"/>
                </a:cubicBezTo>
                <a:lnTo>
                  <a:pt x="1160918" y="58606"/>
                </a:lnTo>
                <a:lnTo>
                  <a:pt x="1160918" y="56330"/>
                </a:lnTo>
                <a:cubicBezTo>
                  <a:pt x="1160918" y="50686"/>
                  <a:pt x="1159999" y="46595"/>
                  <a:pt x="1158161" y="44057"/>
                </a:cubicBezTo>
                <a:cubicBezTo>
                  <a:pt x="1156324" y="41520"/>
                  <a:pt x="1153209" y="40252"/>
                  <a:pt x="1148817" y="40252"/>
                </a:cubicBezTo>
                <a:cubicBezTo>
                  <a:pt x="1144951" y="40252"/>
                  <a:pt x="1142099" y="40977"/>
                  <a:pt x="1140260" y="42429"/>
                </a:cubicBezTo>
                <a:cubicBezTo>
                  <a:pt x="1138423" y="43879"/>
                  <a:pt x="1137171" y="46127"/>
                  <a:pt x="1136503" y="49172"/>
                </a:cubicBezTo>
                <a:lnTo>
                  <a:pt x="1120608" y="46671"/>
                </a:lnTo>
                <a:cubicBezTo>
                  <a:pt x="1122039" y="40429"/>
                  <a:pt x="1125032" y="35950"/>
                  <a:pt x="1129589" y="33234"/>
                </a:cubicBezTo>
                <a:cubicBezTo>
                  <a:pt x="1134145" y="30518"/>
                  <a:pt x="1140621" y="29160"/>
                  <a:pt x="1149018" y="29160"/>
                </a:cubicBezTo>
                <a:cubicBezTo>
                  <a:pt x="1158797" y="29160"/>
                  <a:pt x="1165965" y="31471"/>
                  <a:pt x="1170521" y="36093"/>
                </a:cubicBezTo>
                <a:cubicBezTo>
                  <a:pt x="1175078" y="40715"/>
                  <a:pt x="1177356" y="47886"/>
                  <a:pt x="1177356" y="57606"/>
                </a:cubicBezTo>
                <a:lnTo>
                  <a:pt x="1177356" y="103919"/>
                </a:lnTo>
                <a:close/>
                <a:moveTo>
                  <a:pt x="1220147" y="105205"/>
                </a:moveTo>
                <a:cubicBezTo>
                  <a:pt x="1214418" y="105205"/>
                  <a:pt x="1209894" y="103572"/>
                  <a:pt x="1206575" y="100305"/>
                </a:cubicBezTo>
                <a:cubicBezTo>
                  <a:pt x="1203257" y="97038"/>
                  <a:pt x="1201599" y="92352"/>
                  <a:pt x="1201599" y="86248"/>
                </a:cubicBezTo>
                <a:lnTo>
                  <a:pt x="1201599" y="42539"/>
                </a:lnTo>
                <a:lnTo>
                  <a:pt x="1190735" y="42539"/>
                </a:lnTo>
                <a:lnTo>
                  <a:pt x="1190735" y="30590"/>
                </a:lnTo>
                <a:lnTo>
                  <a:pt x="1201813" y="30590"/>
                </a:lnTo>
                <a:lnTo>
                  <a:pt x="1207053" y="12865"/>
                </a:lnTo>
                <a:lnTo>
                  <a:pt x="1218037" y="12865"/>
                </a:lnTo>
                <a:lnTo>
                  <a:pt x="1218037" y="30590"/>
                </a:lnTo>
                <a:lnTo>
                  <a:pt x="1235690" y="30590"/>
                </a:lnTo>
                <a:lnTo>
                  <a:pt x="1235690" y="42539"/>
                </a:lnTo>
                <a:lnTo>
                  <a:pt x="1218037" y="42539"/>
                </a:lnTo>
                <a:lnTo>
                  <a:pt x="1218037" y="82098"/>
                </a:lnTo>
                <a:cubicBezTo>
                  <a:pt x="1218037" y="89346"/>
                  <a:pt x="1221110" y="92970"/>
                  <a:pt x="1227257" y="92970"/>
                </a:cubicBezTo>
                <a:cubicBezTo>
                  <a:pt x="1230163" y="92970"/>
                  <a:pt x="1233284" y="92661"/>
                  <a:pt x="1236619" y="92041"/>
                </a:cubicBezTo>
                <a:lnTo>
                  <a:pt x="1236619" y="103059"/>
                </a:lnTo>
                <a:cubicBezTo>
                  <a:pt x="1231177" y="104490"/>
                  <a:pt x="1225686" y="105205"/>
                  <a:pt x="1220147" y="105205"/>
                </a:cubicBezTo>
                <a:close/>
                <a:moveTo>
                  <a:pt x="1251514" y="14093"/>
                </a:moveTo>
                <a:lnTo>
                  <a:pt x="1251514" y="0"/>
                </a:lnTo>
                <a:lnTo>
                  <a:pt x="1267881" y="0"/>
                </a:lnTo>
                <a:lnTo>
                  <a:pt x="1267881" y="14093"/>
                </a:lnTo>
                <a:lnTo>
                  <a:pt x="1251514" y="14093"/>
                </a:lnTo>
                <a:moveTo>
                  <a:pt x="1251514" y="103919"/>
                </a:moveTo>
                <a:lnTo>
                  <a:pt x="1251514" y="30590"/>
                </a:lnTo>
                <a:lnTo>
                  <a:pt x="1267952" y="30590"/>
                </a:lnTo>
                <a:lnTo>
                  <a:pt x="1267952" y="103919"/>
                </a:lnTo>
                <a:lnTo>
                  <a:pt x="1251514" y="103919"/>
                </a:lnTo>
                <a:close/>
                <a:moveTo>
                  <a:pt x="1360407" y="67111"/>
                </a:moveTo>
                <a:cubicBezTo>
                  <a:pt x="1360407" y="79071"/>
                  <a:pt x="1357081" y="88433"/>
                  <a:pt x="1350428" y="95199"/>
                </a:cubicBezTo>
                <a:cubicBezTo>
                  <a:pt x="1343775" y="101965"/>
                  <a:pt x="1334440" y="105348"/>
                  <a:pt x="1322421" y="105348"/>
                </a:cubicBezTo>
                <a:cubicBezTo>
                  <a:pt x="1310783" y="105348"/>
                  <a:pt x="1301673" y="101918"/>
                  <a:pt x="1295092" y="95056"/>
                </a:cubicBezTo>
                <a:cubicBezTo>
                  <a:pt x="1288511" y="88195"/>
                  <a:pt x="1285220" y="78880"/>
                  <a:pt x="1285220" y="67111"/>
                </a:cubicBezTo>
                <a:cubicBezTo>
                  <a:pt x="1285220" y="55152"/>
                  <a:pt x="1288522" y="45837"/>
                  <a:pt x="1295128" y="39166"/>
                </a:cubicBezTo>
                <a:cubicBezTo>
                  <a:pt x="1301733" y="32495"/>
                  <a:pt x="1310973" y="29160"/>
                  <a:pt x="1322849" y="29160"/>
                </a:cubicBezTo>
                <a:cubicBezTo>
                  <a:pt x="1335107" y="29160"/>
                  <a:pt x="1344431" y="32412"/>
                  <a:pt x="1350821" y="38916"/>
                </a:cubicBezTo>
                <a:cubicBezTo>
                  <a:pt x="1357212" y="45420"/>
                  <a:pt x="1360407" y="54818"/>
                  <a:pt x="1360407" y="67111"/>
                </a:cubicBezTo>
                <a:moveTo>
                  <a:pt x="1343111" y="67111"/>
                </a:moveTo>
                <a:cubicBezTo>
                  <a:pt x="1343111" y="49911"/>
                  <a:pt x="1336476" y="41310"/>
                  <a:pt x="1323207" y="41310"/>
                </a:cubicBezTo>
                <a:cubicBezTo>
                  <a:pt x="1309413" y="41310"/>
                  <a:pt x="1302516" y="49911"/>
                  <a:pt x="1302516" y="67111"/>
                </a:cubicBezTo>
                <a:cubicBezTo>
                  <a:pt x="1302516" y="75545"/>
                  <a:pt x="1304204" y="82001"/>
                  <a:pt x="1307581" y="86480"/>
                </a:cubicBezTo>
                <a:cubicBezTo>
                  <a:pt x="1310958" y="90959"/>
                  <a:pt x="1315857" y="93198"/>
                  <a:pt x="1322278" y="93198"/>
                </a:cubicBezTo>
                <a:cubicBezTo>
                  <a:pt x="1336167" y="93198"/>
                  <a:pt x="1343111" y="84503"/>
                  <a:pt x="1343111" y="67111"/>
                </a:cubicBezTo>
                <a:close/>
                <a:moveTo>
                  <a:pt x="1425932" y="103919"/>
                </a:moveTo>
                <a:lnTo>
                  <a:pt x="1425932" y="62975"/>
                </a:lnTo>
                <a:cubicBezTo>
                  <a:pt x="1425932" y="55543"/>
                  <a:pt x="1424776" y="50208"/>
                  <a:pt x="1422466" y="46970"/>
                </a:cubicBezTo>
                <a:cubicBezTo>
                  <a:pt x="1420155" y="43730"/>
                  <a:pt x="1416498" y="42110"/>
                  <a:pt x="1411495" y="42110"/>
                </a:cubicBezTo>
                <a:cubicBezTo>
                  <a:pt x="1406111" y="42110"/>
                  <a:pt x="1401882" y="44182"/>
                  <a:pt x="1398809" y="48328"/>
                </a:cubicBezTo>
                <a:cubicBezTo>
                  <a:pt x="1395735" y="52472"/>
                  <a:pt x="1394199" y="58093"/>
                  <a:pt x="1394199" y="65190"/>
                </a:cubicBezTo>
                <a:lnTo>
                  <a:pt x="1394199" y="103919"/>
                </a:lnTo>
                <a:lnTo>
                  <a:pt x="1377760" y="103919"/>
                </a:lnTo>
                <a:lnTo>
                  <a:pt x="1377760" y="47472"/>
                </a:lnTo>
                <a:cubicBezTo>
                  <a:pt x="1377760" y="41798"/>
                  <a:pt x="1377546" y="36170"/>
                  <a:pt x="1377117" y="30590"/>
                </a:cubicBezTo>
                <a:lnTo>
                  <a:pt x="1392769" y="30590"/>
                </a:lnTo>
                <a:cubicBezTo>
                  <a:pt x="1393294" y="37737"/>
                  <a:pt x="1393556" y="42454"/>
                  <a:pt x="1393556" y="44741"/>
                </a:cubicBezTo>
                <a:lnTo>
                  <a:pt x="1393841" y="44741"/>
                </a:lnTo>
                <a:cubicBezTo>
                  <a:pt x="1396657" y="39287"/>
                  <a:pt x="1399925" y="35327"/>
                  <a:pt x="1403646" y="32861"/>
                </a:cubicBezTo>
                <a:cubicBezTo>
                  <a:pt x="1407369" y="30394"/>
                  <a:pt x="1412165" y="29160"/>
                  <a:pt x="1418034" y="29160"/>
                </a:cubicBezTo>
                <a:cubicBezTo>
                  <a:pt x="1426194" y="29160"/>
                  <a:pt x="1432314" y="31566"/>
                  <a:pt x="1436394" y="36379"/>
                </a:cubicBezTo>
                <a:cubicBezTo>
                  <a:pt x="1440473" y="41191"/>
                  <a:pt x="1442513" y="48624"/>
                  <a:pt x="1442513" y="58678"/>
                </a:cubicBezTo>
                <a:lnTo>
                  <a:pt x="1442513" y="103919"/>
                </a:lnTo>
                <a:lnTo>
                  <a:pt x="1425932" y="103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:ExcessGeneration">
            <a:extLst xmlns:a="http://schemas.openxmlformats.org/drawingml/2006/main">
              <a:ext uri="{FF2B5EF4-FFF2-40B4-BE49-F238E27FC236}">
                <a16:creationId xmlns:a16="http://schemas.microsoft.com/office/drawing/2014/main" id="{1AF54C92-652F-4751-B40A-51671B7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169" y="500827"/>
            <a:ext cx="1259547" cy="105348"/>
          </a:xfrm>
          <a:custGeom xmlns:a="http://schemas.openxmlformats.org/drawingml/2006/main">
            <a:pathLst>
              <a:path w="1259547" h="105348">
                <a:moveTo>
                  <a:pt x="0" y="103919"/>
                </a:moveTo>
                <a:lnTo>
                  <a:pt x="0" y="86480"/>
                </a:lnTo>
                <a:lnTo>
                  <a:pt x="17296" y="86480"/>
                </a:lnTo>
                <a:lnTo>
                  <a:pt x="17296" y="103919"/>
                </a:lnTo>
                <a:lnTo>
                  <a:pt x="0" y="103919"/>
                </a:lnTo>
                <a:moveTo>
                  <a:pt x="0" y="48314"/>
                </a:moveTo>
                <a:lnTo>
                  <a:pt x="0" y="31018"/>
                </a:lnTo>
                <a:lnTo>
                  <a:pt x="17296" y="31018"/>
                </a:lnTo>
                <a:lnTo>
                  <a:pt x="17296" y="48314"/>
                </a:lnTo>
                <a:lnTo>
                  <a:pt x="0" y="48314"/>
                </a:lnTo>
                <a:close/>
                <a:moveTo>
                  <a:pt x="136338" y="103919"/>
                </a:moveTo>
                <a:lnTo>
                  <a:pt x="78589" y="103919"/>
                </a:lnTo>
                <a:lnTo>
                  <a:pt x="78589" y="3145"/>
                </a:lnTo>
                <a:lnTo>
                  <a:pt x="133479" y="3145"/>
                </a:lnTo>
                <a:lnTo>
                  <a:pt x="133479" y="16952"/>
                </a:lnTo>
                <a:lnTo>
                  <a:pt x="96028" y="16952"/>
                </a:lnTo>
                <a:lnTo>
                  <a:pt x="96028" y="45884"/>
                </a:lnTo>
                <a:lnTo>
                  <a:pt x="129048" y="45884"/>
                </a:lnTo>
                <a:lnTo>
                  <a:pt x="129048" y="59321"/>
                </a:lnTo>
                <a:lnTo>
                  <a:pt x="96028" y="59321"/>
                </a:lnTo>
                <a:lnTo>
                  <a:pt x="96028" y="90254"/>
                </a:lnTo>
                <a:lnTo>
                  <a:pt x="136338" y="90254"/>
                </a:lnTo>
                <a:lnTo>
                  <a:pt x="136338" y="103919"/>
                </a:lnTo>
                <a:close/>
                <a:moveTo>
                  <a:pt x="177512" y="57418"/>
                </a:moveTo>
                <a:lnTo>
                  <a:pt x="194290" y="30590"/>
                </a:lnTo>
                <a:lnTo>
                  <a:pt x="212212" y="30590"/>
                </a:lnTo>
                <a:lnTo>
                  <a:pt x="186768" y="66001"/>
                </a:lnTo>
                <a:lnTo>
                  <a:pt x="213784" y="103919"/>
                </a:lnTo>
                <a:lnTo>
                  <a:pt x="195863" y="103919"/>
                </a:lnTo>
                <a:lnTo>
                  <a:pt x="177512" y="75947"/>
                </a:lnTo>
                <a:lnTo>
                  <a:pt x="159019" y="103919"/>
                </a:lnTo>
                <a:lnTo>
                  <a:pt x="141598" y="103919"/>
                </a:lnTo>
                <a:lnTo>
                  <a:pt x="168257" y="66218"/>
                </a:lnTo>
                <a:lnTo>
                  <a:pt x="142885" y="30590"/>
                </a:lnTo>
                <a:lnTo>
                  <a:pt x="160592" y="30590"/>
                </a:lnTo>
                <a:lnTo>
                  <a:pt x="177512" y="57418"/>
                </a:lnTo>
                <a:close/>
                <a:moveTo>
                  <a:pt x="251807" y="105348"/>
                </a:moveTo>
                <a:cubicBezTo>
                  <a:pt x="241753" y="105348"/>
                  <a:pt x="233998" y="102061"/>
                  <a:pt x="228543" y="95485"/>
                </a:cubicBezTo>
                <a:cubicBezTo>
                  <a:pt x="223087" y="88910"/>
                  <a:pt x="220359" y="79642"/>
                  <a:pt x="220359" y="67683"/>
                </a:cubicBezTo>
                <a:cubicBezTo>
                  <a:pt x="220359" y="55390"/>
                  <a:pt x="223147" y="45896"/>
                  <a:pt x="228721" y="39202"/>
                </a:cubicBezTo>
                <a:cubicBezTo>
                  <a:pt x="234296" y="32507"/>
                  <a:pt x="242182" y="29160"/>
                  <a:pt x="252378" y="29160"/>
                </a:cubicBezTo>
                <a:cubicBezTo>
                  <a:pt x="269007" y="29160"/>
                  <a:pt x="278537" y="36760"/>
                  <a:pt x="280967" y="51959"/>
                </a:cubicBezTo>
                <a:lnTo>
                  <a:pt x="264528" y="53317"/>
                </a:lnTo>
                <a:cubicBezTo>
                  <a:pt x="264004" y="49267"/>
                  <a:pt x="262658" y="46230"/>
                  <a:pt x="260490" y="44205"/>
                </a:cubicBezTo>
                <a:cubicBezTo>
                  <a:pt x="258322" y="42180"/>
                  <a:pt x="255666" y="41167"/>
                  <a:pt x="252521" y="41167"/>
                </a:cubicBezTo>
                <a:cubicBezTo>
                  <a:pt x="247137" y="41167"/>
                  <a:pt x="243194" y="43288"/>
                  <a:pt x="240693" y="47528"/>
                </a:cubicBezTo>
                <a:cubicBezTo>
                  <a:pt x="238191" y="51767"/>
                  <a:pt x="236941" y="58245"/>
                  <a:pt x="236941" y="66962"/>
                </a:cubicBezTo>
                <a:cubicBezTo>
                  <a:pt x="236941" y="75823"/>
                  <a:pt x="238239" y="82444"/>
                  <a:pt x="240836" y="86826"/>
                </a:cubicBezTo>
                <a:cubicBezTo>
                  <a:pt x="243433" y="91208"/>
                  <a:pt x="247137" y="93399"/>
                  <a:pt x="251950" y="93399"/>
                </a:cubicBezTo>
                <a:cubicBezTo>
                  <a:pt x="259144" y="93399"/>
                  <a:pt x="263433" y="88901"/>
                  <a:pt x="264814" y="79905"/>
                </a:cubicBezTo>
                <a:lnTo>
                  <a:pt x="280824" y="81620"/>
                </a:lnTo>
                <a:cubicBezTo>
                  <a:pt x="278251" y="97439"/>
                  <a:pt x="268578" y="105348"/>
                  <a:pt x="251807" y="105348"/>
                </a:cubicBezTo>
                <a:close/>
                <a:moveTo>
                  <a:pt x="307326" y="70412"/>
                </a:moveTo>
                <a:cubicBezTo>
                  <a:pt x="307564" y="77884"/>
                  <a:pt x="309215" y="83631"/>
                  <a:pt x="312277" y="87652"/>
                </a:cubicBezTo>
                <a:cubicBezTo>
                  <a:pt x="315342" y="91674"/>
                  <a:pt x="319535" y="93685"/>
                  <a:pt x="324856" y="93685"/>
                </a:cubicBezTo>
                <a:cubicBezTo>
                  <a:pt x="328466" y="93685"/>
                  <a:pt x="331683" y="92775"/>
                  <a:pt x="334509" y="90956"/>
                </a:cubicBezTo>
                <a:cubicBezTo>
                  <a:pt x="337337" y="89136"/>
                  <a:pt x="339891" y="86072"/>
                  <a:pt x="342170" y="81763"/>
                </a:cubicBezTo>
                <a:lnTo>
                  <a:pt x="355068" y="87999"/>
                </a:lnTo>
                <a:cubicBezTo>
                  <a:pt x="352260" y="92540"/>
                  <a:pt x="349452" y="95981"/>
                  <a:pt x="346644" y="98322"/>
                </a:cubicBezTo>
                <a:cubicBezTo>
                  <a:pt x="343836" y="100664"/>
                  <a:pt x="340564" y="102420"/>
                  <a:pt x="336828" y="103590"/>
                </a:cubicBezTo>
                <a:cubicBezTo>
                  <a:pt x="333092" y="104762"/>
                  <a:pt x="328654" y="105348"/>
                  <a:pt x="323514" y="105348"/>
                </a:cubicBezTo>
                <a:cubicBezTo>
                  <a:pt x="312804" y="105348"/>
                  <a:pt x="304545" y="101977"/>
                  <a:pt x="298738" y="95235"/>
                </a:cubicBezTo>
                <a:cubicBezTo>
                  <a:pt x="292933" y="88493"/>
                  <a:pt x="290030" y="79023"/>
                  <a:pt x="290030" y="66825"/>
                </a:cubicBezTo>
                <a:cubicBezTo>
                  <a:pt x="290030" y="54532"/>
                  <a:pt x="293079" y="45182"/>
                  <a:pt x="299178" y="38773"/>
                </a:cubicBezTo>
                <a:cubicBezTo>
                  <a:pt x="305277" y="32364"/>
                  <a:pt x="313591" y="29160"/>
                  <a:pt x="324121" y="29160"/>
                </a:cubicBezTo>
                <a:cubicBezTo>
                  <a:pt x="334556" y="29160"/>
                  <a:pt x="342537" y="32580"/>
                  <a:pt x="348064" y="39421"/>
                </a:cubicBezTo>
                <a:cubicBezTo>
                  <a:pt x="353591" y="46260"/>
                  <a:pt x="356355" y="55923"/>
                  <a:pt x="356355" y="68411"/>
                </a:cubicBezTo>
                <a:lnTo>
                  <a:pt x="356355" y="70412"/>
                </a:lnTo>
                <a:lnTo>
                  <a:pt x="307326" y="70412"/>
                </a:lnTo>
                <a:moveTo>
                  <a:pt x="323550" y="40537"/>
                </a:moveTo>
                <a:cubicBezTo>
                  <a:pt x="318758" y="40537"/>
                  <a:pt x="314939" y="42252"/>
                  <a:pt x="312092" y="45681"/>
                </a:cubicBezTo>
                <a:cubicBezTo>
                  <a:pt x="309247" y="49109"/>
                  <a:pt x="307705" y="53846"/>
                  <a:pt x="307469" y="59893"/>
                </a:cubicBezTo>
                <a:lnTo>
                  <a:pt x="339202" y="59893"/>
                </a:lnTo>
                <a:cubicBezTo>
                  <a:pt x="338727" y="53417"/>
                  <a:pt x="337256" y="48573"/>
                  <a:pt x="334789" y="45360"/>
                </a:cubicBezTo>
                <a:cubicBezTo>
                  <a:pt x="332323" y="42145"/>
                  <a:pt x="328577" y="40537"/>
                  <a:pt x="323550" y="40537"/>
                </a:cubicBezTo>
                <a:close/>
                <a:moveTo>
                  <a:pt x="421021" y="82835"/>
                </a:moveTo>
                <a:cubicBezTo>
                  <a:pt x="421021" y="89887"/>
                  <a:pt x="418627" y="95402"/>
                  <a:pt x="413838" y="99380"/>
                </a:cubicBezTo>
                <a:cubicBezTo>
                  <a:pt x="409050" y="103359"/>
                  <a:pt x="402343" y="105348"/>
                  <a:pt x="393719" y="105348"/>
                </a:cubicBezTo>
                <a:cubicBezTo>
                  <a:pt x="384761" y="105348"/>
                  <a:pt x="378186" y="103943"/>
                  <a:pt x="373993" y="101131"/>
                </a:cubicBezTo>
                <a:cubicBezTo>
                  <a:pt x="369800" y="98320"/>
                  <a:pt x="367037" y="93794"/>
                  <a:pt x="365702" y="87552"/>
                </a:cubicBezTo>
                <a:lnTo>
                  <a:pt x="379854" y="85336"/>
                </a:lnTo>
                <a:cubicBezTo>
                  <a:pt x="380521" y="88620"/>
                  <a:pt x="381938" y="90975"/>
                  <a:pt x="384106" y="92403"/>
                </a:cubicBezTo>
                <a:cubicBezTo>
                  <a:pt x="386274" y="93829"/>
                  <a:pt x="389383" y="94543"/>
                  <a:pt x="393433" y="94543"/>
                </a:cubicBezTo>
                <a:cubicBezTo>
                  <a:pt x="397102" y="94543"/>
                  <a:pt x="400068" y="93757"/>
                  <a:pt x="402331" y="92186"/>
                </a:cubicBezTo>
                <a:cubicBezTo>
                  <a:pt x="404595" y="90614"/>
                  <a:pt x="405726" y="88066"/>
                  <a:pt x="405726" y="84543"/>
                </a:cubicBezTo>
                <a:cubicBezTo>
                  <a:pt x="405726" y="82401"/>
                  <a:pt x="405226" y="80627"/>
                  <a:pt x="404225" y="79223"/>
                </a:cubicBezTo>
                <a:cubicBezTo>
                  <a:pt x="403225" y="77818"/>
                  <a:pt x="401736" y="76603"/>
                  <a:pt x="399758" y="75581"/>
                </a:cubicBezTo>
                <a:cubicBezTo>
                  <a:pt x="397781" y="74556"/>
                  <a:pt x="393933" y="73282"/>
                  <a:pt x="388216" y="71757"/>
                </a:cubicBezTo>
                <a:cubicBezTo>
                  <a:pt x="382975" y="70375"/>
                  <a:pt x="379079" y="68815"/>
                  <a:pt x="376530" y="67076"/>
                </a:cubicBezTo>
                <a:cubicBezTo>
                  <a:pt x="373981" y="65336"/>
                  <a:pt x="372016" y="63145"/>
                  <a:pt x="370634" y="60500"/>
                </a:cubicBezTo>
                <a:cubicBezTo>
                  <a:pt x="369252" y="57856"/>
                  <a:pt x="368561" y="54604"/>
                  <a:pt x="368561" y="50744"/>
                </a:cubicBezTo>
                <a:cubicBezTo>
                  <a:pt x="368561" y="43931"/>
                  <a:pt x="370691" y="38630"/>
                  <a:pt x="374949" y="34842"/>
                </a:cubicBezTo>
                <a:cubicBezTo>
                  <a:pt x="379207" y="31054"/>
                  <a:pt x="385428" y="29160"/>
                  <a:pt x="393612" y="29160"/>
                </a:cubicBezTo>
                <a:cubicBezTo>
                  <a:pt x="401177" y="29160"/>
                  <a:pt x="406994" y="30549"/>
                  <a:pt x="411062" y="33326"/>
                </a:cubicBezTo>
                <a:cubicBezTo>
                  <a:pt x="415130" y="36103"/>
                  <a:pt x="417687" y="40362"/>
                  <a:pt x="418734" y="46105"/>
                </a:cubicBezTo>
                <a:lnTo>
                  <a:pt x="404469" y="47600"/>
                </a:lnTo>
                <a:cubicBezTo>
                  <a:pt x="403946" y="44815"/>
                  <a:pt x="402793" y="42857"/>
                  <a:pt x="401009" y="41723"/>
                </a:cubicBezTo>
                <a:cubicBezTo>
                  <a:pt x="399227" y="40590"/>
                  <a:pt x="396814" y="40024"/>
                  <a:pt x="393770" y="40024"/>
                </a:cubicBezTo>
                <a:cubicBezTo>
                  <a:pt x="387066" y="40024"/>
                  <a:pt x="383713" y="42978"/>
                  <a:pt x="383713" y="48886"/>
                </a:cubicBezTo>
                <a:cubicBezTo>
                  <a:pt x="383713" y="50792"/>
                  <a:pt x="384130" y="52364"/>
                  <a:pt x="384964" y="53603"/>
                </a:cubicBezTo>
                <a:cubicBezTo>
                  <a:pt x="385798" y="54842"/>
                  <a:pt x="387013" y="55902"/>
                  <a:pt x="388609" y="56784"/>
                </a:cubicBezTo>
                <a:cubicBezTo>
                  <a:pt x="390205" y="57665"/>
                  <a:pt x="393838" y="58916"/>
                  <a:pt x="399508" y="60536"/>
                </a:cubicBezTo>
                <a:cubicBezTo>
                  <a:pt x="405750" y="62299"/>
                  <a:pt x="410181" y="64074"/>
                  <a:pt x="412802" y="65861"/>
                </a:cubicBezTo>
                <a:cubicBezTo>
                  <a:pt x="415422" y="67647"/>
                  <a:pt x="417447" y="69899"/>
                  <a:pt x="418877" y="72615"/>
                </a:cubicBezTo>
                <a:cubicBezTo>
                  <a:pt x="420306" y="75330"/>
                  <a:pt x="421021" y="78737"/>
                  <a:pt x="421021" y="82835"/>
                </a:cubicBezTo>
                <a:close/>
                <a:moveTo>
                  <a:pt x="483230" y="82835"/>
                </a:moveTo>
                <a:cubicBezTo>
                  <a:pt x="483230" y="89887"/>
                  <a:pt x="480836" y="95402"/>
                  <a:pt x="476047" y="99380"/>
                </a:cubicBezTo>
                <a:cubicBezTo>
                  <a:pt x="471259" y="103359"/>
                  <a:pt x="464552" y="105348"/>
                  <a:pt x="455928" y="105348"/>
                </a:cubicBezTo>
                <a:cubicBezTo>
                  <a:pt x="446970" y="105348"/>
                  <a:pt x="440395" y="103943"/>
                  <a:pt x="436202" y="101131"/>
                </a:cubicBezTo>
                <a:cubicBezTo>
                  <a:pt x="432009" y="98320"/>
                  <a:pt x="429246" y="93794"/>
                  <a:pt x="427911" y="87552"/>
                </a:cubicBezTo>
                <a:lnTo>
                  <a:pt x="442063" y="85336"/>
                </a:lnTo>
                <a:cubicBezTo>
                  <a:pt x="442730" y="88620"/>
                  <a:pt x="444147" y="90975"/>
                  <a:pt x="446315" y="92403"/>
                </a:cubicBezTo>
                <a:cubicBezTo>
                  <a:pt x="448483" y="93829"/>
                  <a:pt x="451592" y="94543"/>
                  <a:pt x="455642" y="94543"/>
                </a:cubicBezTo>
                <a:cubicBezTo>
                  <a:pt x="459311" y="94543"/>
                  <a:pt x="462277" y="93757"/>
                  <a:pt x="464540" y="92186"/>
                </a:cubicBezTo>
                <a:cubicBezTo>
                  <a:pt x="466804" y="90614"/>
                  <a:pt x="467935" y="88066"/>
                  <a:pt x="467935" y="84543"/>
                </a:cubicBezTo>
                <a:cubicBezTo>
                  <a:pt x="467935" y="82401"/>
                  <a:pt x="467435" y="80627"/>
                  <a:pt x="466434" y="79223"/>
                </a:cubicBezTo>
                <a:cubicBezTo>
                  <a:pt x="465434" y="77818"/>
                  <a:pt x="463945" y="76603"/>
                  <a:pt x="461967" y="75581"/>
                </a:cubicBezTo>
                <a:cubicBezTo>
                  <a:pt x="459990" y="74556"/>
                  <a:pt x="456142" y="73282"/>
                  <a:pt x="450425" y="71757"/>
                </a:cubicBezTo>
                <a:cubicBezTo>
                  <a:pt x="445184" y="70375"/>
                  <a:pt x="441288" y="68815"/>
                  <a:pt x="438739" y="67076"/>
                </a:cubicBezTo>
                <a:cubicBezTo>
                  <a:pt x="436190" y="65336"/>
                  <a:pt x="434225" y="63145"/>
                  <a:pt x="432843" y="60500"/>
                </a:cubicBezTo>
                <a:cubicBezTo>
                  <a:pt x="431461" y="57856"/>
                  <a:pt x="430770" y="54604"/>
                  <a:pt x="430770" y="50744"/>
                </a:cubicBezTo>
                <a:cubicBezTo>
                  <a:pt x="430770" y="43931"/>
                  <a:pt x="432899" y="38630"/>
                  <a:pt x="437158" y="34842"/>
                </a:cubicBezTo>
                <a:cubicBezTo>
                  <a:pt x="441416" y="31054"/>
                  <a:pt x="447637" y="29160"/>
                  <a:pt x="455821" y="29160"/>
                </a:cubicBezTo>
                <a:cubicBezTo>
                  <a:pt x="463386" y="29160"/>
                  <a:pt x="469203" y="30549"/>
                  <a:pt x="473271" y="33326"/>
                </a:cubicBezTo>
                <a:cubicBezTo>
                  <a:pt x="477339" y="36103"/>
                  <a:pt x="479896" y="40362"/>
                  <a:pt x="480943" y="46105"/>
                </a:cubicBezTo>
                <a:lnTo>
                  <a:pt x="466678" y="47600"/>
                </a:lnTo>
                <a:cubicBezTo>
                  <a:pt x="466155" y="44815"/>
                  <a:pt x="465002" y="42857"/>
                  <a:pt x="463218" y="41723"/>
                </a:cubicBezTo>
                <a:cubicBezTo>
                  <a:pt x="461436" y="40590"/>
                  <a:pt x="459023" y="40024"/>
                  <a:pt x="455979" y="40024"/>
                </a:cubicBezTo>
                <a:cubicBezTo>
                  <a:pt x="449274" y="40024"/>
                  <a:pt x="445922" y="42978"/>
                  <a:pt x="445922" y="48886"/>
                </a:cubicBezTo>
                <a:cubicBezTo>
                  <a:pt x="445922" y="50792"/>
                  <a:pt x="446339" y="52364"/>
                  <a:pt x="447173" y="53603"/>
                </a:cubicBezTo>
                <a:cubicBezTo>
                  <a:pt x="448007" y="54842"/>
                  <a:pt x="449222" y="55902"/>
                  <a:pt x="450818" y="56784"/>
                </a:cubicBezTo>
                <a:cubicBezTo>
                  <a:pt x="452414" y="57665"/>
                  <a:pt x="456047" y="58916"/>
                  <a:pt x="461717" y="60536"/>
                </a:cubicBezTo>
                <a:cubicBezTo>
                  <a:pt x="467959" y="62299"/>
                  <a:pt x="472390" y="64074"/>
                  <a:pt x="475011" y="65861"/>
                </a:cubicBezTo>
                <a:cubicBezTo>
                  <a:pt x="477631" y="67647"/>
                  <a:pt x="479656" y="69899"/>
                  <a:pt x="481086" y="72615"/>
                </a:cubicBezTo>
                <a:cubicBezTo>
                  <a:pt x="482515" y="75330"/>
                  <a:pt x="483230" y="78737"/>
                  <a:pt x="483230" y="82835"/>
                </a:cubicBezTo>
                <a:close/>
                <a:moveTo>
                  <a:pt x="580473" y="105348"/>
                </a:moveTo>
                <a:cubicBezTo>
                  <a:pt x="565893" y="105348"/>
                  <a:pt x="554588" y="100762"/>
                  <a:pt x="546560" y="91590"/>
                </a:cubicBezTo>
                <a:cubicBezTo>
                  <a:pt x="538531" y="82418"/>
                  <a:pt x="534517" y="69589"/>
                  <a:pt x="534517" y="53103"/>
                </a:cubicBezTo>
                <a:cubicBezTo>
                  <a:pt x="534517" y="36522"/>
                  <a:pt x="538448" y="23812"/>
                  <a:pt x="546310" y="14973"/>
                </a:cubicBezTo>
                <a:cubicBezTo>
                  <a:pt x="554171" y="6135"/>
                  <a:pt x="565392" y="1715"/>
                  <a:pt x="579972" y="1715"/>
                </a:cubicBezTo>
                <a:cubicBezTo>
                  <a:pt x="590026" y="1715"/>
                  <a:pt x="598293" y="3705"/>
                  <a:pt x="604773" y="7683"/>
                </a:cubicBezTo>
                <a:cubicBezTo>
                  <a:pt x="611253" y="11662"/>
                  <a:pt x="615994" y="17725"/>
                  <a:pt x="618996" y="25872"/>
                </a:cubicBezTo>
                <a:lnTo>
                  <a:pt x="602986" y="30733"/>
                </a:lnTo>
                <a:cubicBezTo>
                  <a:pt x="599270" y="20631"/>
                  <a:pt x="591527" y="15581"/>
                  <a:pt x="579758" y="15581"/>
                </a:cubicBezTo>
                <a:cubicBezTo>
                  <a:pt x="570705" y="15581"/>
                  <a:pt x="563832" y="18808"/>
                  <a:pt x="559139" y="25263"/>
                </a:cubicBezTo>
                <a:cubicBezTo>
                  <a:pt x="554445" y="31717"/>
                  <a:pt x="552099" y="40995"/>
                  <a:pt x="552099" y="53096"/>
                </a:cubicBezTo>
                <a:cubicBezTo>
                  <a:pt x="552099" y="65197"/>
                  <a:pt x="554612" y="74630"/>
                  <a:pt x="559639" y="81394"/>
                </a:cubicBezTo>
                <a:cubicBezTo>
                  <a:pt x="564666" y="88159"/>
                  <a:pt x="571658" y="91541"/>
                  <a:pt x="580616" y="91541"/>
                </a:cubicBezTo>
                <a:cubicBezTo>
                  <a:pt x="589907" y="91541"/>
                  <a:pt x="597650" y="88590"/>
                  <a:pt x="603844" y="82687"/>
                </a:cubicBezTo>
                <a:lnTo>
                  <a:pt x="603844" y="64981"/>
                </a:lnTo>
                <a:lnTo>
                  <a:pt x="580115" y="64981"/>
                </a:lnTo>
                <a:lnTo>
                  <a:pt x="580115" y="52174"/>
                </a:lnTo>
                <a:lnTo>
                  <a:pt x="620139" y="52174"/>
                </a:lnTo>
                <a:lnTo>
                  <a:pt x="620139" y="88910"/>
                </a:lnTo>
                <a:cubicBezTo>
                  <a:pt x="615708" y="93913"/>
                  <a:pt x="609966" y="97903"/>
                  <a:pt x="602915" y="100881"/>
                </a:cubicBezTo>
                <a:cubicBezTo>
                  <a:pt x="595863" y="103859"/>
                  <a:pt x="588382" y="105348"/>
                  <a:pt x="580473" y="105348"/>
                </a:cubicBezTo>
                <a:close/>
                <a:moveTo>
                  <a:pt x="653130" y="70412"/>
                </a:moveTo>
                <a:cubicBezTo>
                  <a:pt x="653369" y="77884"/>
                  <a:pt x="655019" y="83631"/>
                  <a:pt x="658082" y="87652"/>
                </a:cubicBezTo>
                <a:cubicBezTo>
                  <a:pt x="661146" y="91674"/>
                  <a:pt x="665339" y="93685"/>
                  <a:pt x="670661" y="93685"/>
                </a:cubicBezTo>
                <a:cubicBezTo>
                  <a:pt x="674270" y="93685"/>
                  <a:pt x="677488" y="92775"/>
                  <a:pt x="680314" y="90956"/>
                </a:cubicBezTo>
                <a:cubicBezTo>
                  <a:pt x="683142" y="89136"/>
                  <a:pt x="685695" y="86072"/>
                  <a:pt x="687975" y="81763"/>
                </a:cubicBezTo>
                <a:lnTo>
                  <a:pt x="700873" y="87999"/>
                </a:lnTo>
                <a:cubicBezTo>
                  <a:pt x="698065" y="92540"/>
                  <a:pt x="695257" y="95981"/>
                  <a:pt x="692448" y="98322"/>
                </a:cubicBezTo>
                <a:cubicBezTo>
                  <a:pt x="689640" y="100664"/>
                  <a:pt x="686368" y="102420"/>
                  <a:pt x="682632" y="103590"/>
                </a:cubicBezTo>
                <a:cubicBezTo>
                  <a:pt x="678896" y="104762"/>
                  <a:pt x="674459" y="105348"/>
                  <a:pt x="669319" y="105348"/>
                </a:cubicBezTo>
                <a:cubicBezTo>
                  <a:pt x="658608" y="105348"/>
                  <a:pt x="650350" y="101977"/>
                  <a:pt x="644543" y="95235"/>
                </a:cubicBezTo>
                <a:cubicBezTo>
                  <a:pt x="638737" y="88493"/>
                  <a:pt x="635834" y="79023"/>
                  <a:pt x="635834" y="66825"/>
                </a:cubicBezTo>
                <a:cubicBezTo>
                  <a:pt x="635834" y="54532"/>
                  <a:pt x="638884" y="45182"/>
                  <a:pt x="644983" y="38773"/>
                </a:cubicBezTo>
                <a:cubicBezTo>
                  <a:pt x="651082" y="32364"/>
                  <a:pt x="659396" y="29160"/>
                  <a:pt x="669926" y="29160"/>
                </a:cubicBezTo>
                <a:cubicBezTo>
                  <a:pt x="680361" y="29160"/>
                  <a:pt x="688342" y="32580"/>
                  <a:pt x="693869" y="39421"/>
                </a:cubicBezTo>
                <a:cubicBezTo>
                  <a:pt x="699396" y="46260"/>
                  <a:pt x="702160" y="55923"/>
                  <a:pt x="702160" y="68411"/>
                </a:cubicBezTo>
                <a:lnTo>
                  <a:pt x="702160" y="70412"/>
                </a:lnTo>
                <a:lnTo>
                  <a:pt x="653130" y="70412"/>
                </a:lnTo>
                <a:moveTo>
                  <a:pt x="669354" y="40537"/>
                </a:moveTo>
                <a:cubicBezTo>
                  <a:pt x="664563" y="40537"/>
                  <a:pt x="660744" y="42252"/>
                  <a:pt x="657897" y="45681"/>
                </a:cubicBezTo>
                <a:cubicBezTo>
                  <a:pt x="655051" y="49109"/>
                  <a:pt x="653510" y="53846"/>
                  <a:pt x="653273" y="59893"/>
                </a:cubicBezTo>
                <a:lnTo>
                  <a:pt x="685007" y="59893"/>
                </a:lnTo>
                <a:cubicBezTo>
                  <a:pt x="684532" y="53417"/>
                  <a:pt x="683060" y="48573"/>
                  <a:pt x="680593" y="45360"/>
                </a:cubicBezTo>
                <a:cubicBezTo>
                  <a:pt x="678127" y="42145"/>
                  <a:pt x="674381" y="40537"/>
                  <a:pt x="669354" y="40537"/>
                </a:cubicBezTo>
                <a:close/>
                <a:moveTo>
                  <a:pt x="767256" y="103919"/>
                </a:moveTo>
                <a:lnTo>
                  <a:pt x="767256" y="62975"/>
                </a:lnTo>
                <a:cubicBezTo>
                  <a:pt x="767256" y="55543"/>
                  <a:pt x="766100" y="50208"/>
                  <a:pt x="763789" y="46970"/>
                </a:cubicBezTo>
                <a:cubicBezTo>
                  <a:pt x="761478" y="43730"/>
                  <a:pt x="757821" y="42110"/>
                  <a:pt x="752818" y="42110"/>
                </a:cubicBezTo>
                <a:cubicBezTo>
                  <a:pt x="747434" y="42110"/>
                  <a:pt x="743206" y="44182"/>
                  <a:pt x="740132" y="48328"/>
                </a:cubicBezTo>
                <a:cubicBezTo>
                  <a:pt x="737059" y="52472"/>
                  <a:pt x="735522" y="58093"/>
                  <a:pt x="735522" y="65190"/>
                </a:cubicBezTo>
                <a:lnTo>
                  <a:pt x="735522" y="103919"/>
                </a:lnTo>
                <a:lnTo>
                  <a:pt x="719084" y="103919"/>
                </a:lnTo>
                <a:lnTo>
                  <a:pt x="719084" y="47472"/>
                </a:lnTo>
                <a:cubicBezTo>
                  <a:pt x="719084" y="41798"/>
                  <a:pt x="718870" y="36170"/>
                  <a:pt x="718441" y="30590"/>
                </a:cubicBezTo>
                <a:lnTo>
                  <a:pt x="734093" y="30590"/>
                </a:lnTo>
                <a:cubicBezTo>
                  <a:pt x="734617" y="37737"/>
                  <a:pt x="734879" y="42454"/>
                  <a:pt x="734879" y="44741"/>
                </a:cubicBezTo>
                <a:lnTo>
                  <a:pt x="735165" y="44741"/>
                </a:lnTo>
                <a:cubicBezTo>
                  <a:pt x="737981" y="39287"/>
                  <a:pt x="741249" y="35327"/>
                  <a:pt x="744970" y="32861"/>
                </a:cubicBezTo>
                <a:cubicBezTo>
                  <a:pt x="748693" y="30394"/>
                  <a:pt x="753489" y="29160"/>
                  <a:pt x="759358" y="29160"/>
                </a:cubicBezTo>
                <a:cubicBezTo>
                  <a:pt x="767518" y="29160"/>
                  <a:pt x="773637" y="31566"/>
                  <a:pt x="777717" y="36379"/>
                </a:cubicBezTo>
                <a:cubicBezTo>
                  <a:pt x="781797" y="41191"/>
                  <a:pt x="783837" y="48624"/>
                  <a:pt x="783837" y="58678"/>
                </a:cubicBezTo>
                <a:lnTo>
                  <a:pt x="783837" y="103919"/>
                </a:lnTo>
                <a:lnTo>
                  <a:pt x="767256" y="103919"/>
                </a:lnTo>
                <a:close/>
                <a:moveTo>
                  <a:pt x="817800" y="70412"/>
                </a:moveTo>
                <a:cubicBezTo>
                  <a:pt x="818038" y="77884"/>
                  <a:pt x="819688" y="83631"/>
                  <a:pt x="822751" y="87652"/>
                </a:cubicBezTo>
                <a:cubicBezTo>
                  <a:pt x="825816" y="91674"/>
                  <a:pt x="830008" y="93685"/>
                  <a:pt x="835330" y="93685"/>
                </a:cubicBezTo>
                <a:cubicBezTo>
                  <a:pt x="838939" y="93685"/>
                  <a:pt x="842157" y="92775"/>
                  <a:pt x="844983" y="90956"/>
                </a:cubicBezTo>
                <a:cubicBezTo>
                  <a:pt x="847811" y="89136"/>
                  <a:pt x="850364" y="86072"/>
                  <a:pt x="852644" y="81763"/>
                </a:cubicBezTo>
                <a:lnTo>
                  <a:pt x="865542" y="87999"/>
                </a:lnTo>
                <a:cubicBezTo>
                  <a:pt x="862734" y="92540"/>
                  <a:pt x="859926" y="95981"/>
                  <a:pt x="857118" y="98322"/>
                </a:cubicBezTo>
                <a:cubicBezTo>
                  <a:pt x="854309" y="100664"/>
                  <a:pt x="851037" y="102420"/>
                  <a:pt x="847301" y="103590"/>
                </a:cubicBezTo>
                <a:cubicBezTo>
                  <a:pt x="843566" y="104762"/>
                  <a:pt x="839128" y="105348"/>
                  <a:pt x="833988" y="105348"/>
                </a:cubicBezTo>
                <a:cubicBezTo>
                  <a:pt x="823278" y="105348"/>
                  <a:pt x="815019" y="101977"/>
                  <a:pt x="809212" y="95235"/>
                </a:cubicBezTo>
                <a:cubicBezTo>
                  <a:pt x="803406" y="88493"/>
                  <a:pt x="800504" y="79023"/>
                  <a:pt x="800504" y="66825"/>
                </a:cubicBezTo>
                <a:cubicBezTo>
                  <a:pt x="800504" y="54532"/>
                  <a:pt x="803553" y="45182"/>
                  <a:pt x="809652" y="38773"/>
                </a:cubicBezTo>
                <a:cubicBezTo>
                  <a:pt x="815751" y="32364"/>
                  <a:pt x="824065" y="29160"/>
                  <a:pt x="834595" y="29160"/>
                </a:cubicBezTo>
                <a:cubicBezTo>
                  <a:pt x="845030" y="29160"/>
                  <a:pt x="853011" y="32580"/>
                  <a:pt x="858538" y="39421"/>
                </a:cubicBezTo>
                <a:cubicBezTo>
                  <a:pt x="864065" y="46260"/>
                  <a:pt x="866829" y="55923"/>
                  <a:pt x="866829" y="68411"/>
                </a:cubicBezTo>
                <a:lnTo>
                  <a:pt x="866829" y="70412"/>
                </a:lnTo>
                <a:lnTo>
                  <a:pt x="817800" y="70412"/>
                </a:lnTo>
                <a:moveTo>
                  <a:pt x="834024" y="40537"/>
                </a:moveTo>
                <a:cubicBezTo>
                  <a:pt x="829232" y="40537"/>
                  <a:pt x="825413" y="42252"/>
                  <a:pt x="822566" y="45681"/>
                </a:cubicBezTo>
                <a:cubicBezTo>
                  <a:pt x="819720" y="49109"/>
                  <a:pt x="818179" y="53846"/>
                  <a:pt x="817943" y="59893"/>
                </a:cubicBezTo>
                <a:lnTo>
                  <a:pt x="849676" y="59893"/>
                </a:lnTo>
                <a:cubicBezTo>
                  <a:pt x="849201" y="53417"/>
                  <a:pt x="847730" y="48573"/>
                  <a:pt x="845262" y="45360"/>
                </a:cubicBezTo>
                <a:cubicBezTo>
                  <a:pt x="842797" y="42145"/>
                  <a:pt x="839050" y="40537"/>
                  <a:pt x="834024" y="40537"/>
                </a:cubicBezTo>
                <a:close/>
                <a:moveTo>
                  <a:pt x="917679" y="42825"/>
                </a:moveTo>
                <a:cubicBezTo>
                  <a:pt x="912328" y="42825"/>
                  <a:pt x="908052" y="45171"/>
                  <a:pt x="904850" y="49864"/>
                </a:cubicBezTo>
                <a:cubicBezTo>
                  <a:pt x="901649" y="54556"/>
                  <a:pt x="900048" y="60879"/>
                  <a:pt x="900048" y="68833"/>
                </a:cubicBezTo>
                <a:lnTo>
                  <a:pt x="900048" y="103919"/>
                </a:lnTo>
                <a:lnTo>
                  <a:pt x="883610" y="103919"/>
                </a:lnTo>
                <a:lnTo>
                  <a:pt x="883610" y="48690"/>
                </a:lnTo>
                <a:cubicBezTo>
                  <a:pt x="883610" y="40963"/>
                  <a:pt x="883420" y="34930"/>
                  <a:pt x="883038" y="30590"/>
                </a:cubicBezTo>
                <a:lnTo>
                  <a:pt x="898760" y="30590"/>
                </a:lnTo>
                <a:cubicBezTo>
                  <a:pt x="899238" y="36307"/>
                  <a:pt x="899477" y="41834"/>
                  <a:pt x="899477" y="47171"/>
                </a:cubicBezTo>
                <a:lnTo>
                  <a:pt x="899763" y="47171"/>
                </a:lnTo>
                <a:cubicBezTo>
                  <a:pt x="902057" y="40432"/>
                  <a:pt x="904709" y="35745"/>
                  <a:pt x="907718" y="33111"/>
                </a:cubicBezTo>
                <a:cubicBezTo>
                  <a:pt x="910729" y="30477"/>
                  <a:pt x="914695" y="29160"/>
                  <a:pt x="919616" y="29160"/>
                </a:cubicBezTo>
                <a:cubicBezTo>
                  <a:pt x="921861" y="29160"/>
                  <a:pt x="923725" y="29470"/>
                  <a:pt x="925206" y="30089"/>
                </a:cubicBezTo>
                <a:lnTo>
                  <a:pt x="925206" y="43597"/>
                </a:lnTo>
                <a:cubicBezTo>
                  <a:pt x="922769" y="43082"/>
                  <a:pt x="920260" y="42825"/>
                  <a:pt x="917679" y="42825"/>
                </a:cubicBezTo>
                <a:close/>
                <a:moveTo>
                  <a:pt x="961513" y="93770"/>
                </a:moveTo>
                <a:cubicBezTo>
                  <a:pt x="966612" y="93770"/>
                  <a:pt x="970638" y="91991"/>
                  <a:pt x="973592" y="88432"/>
                </a:cubicBezTo>
                <a:cubicBezTo>
                  <a:pt x="976546" y="84872"/>
                  <a:pt x="978023" y="80296"/>
                  <a:pt x="978023" y="74705"/>
                </a:cubicBezTo>
                <a:lnTo>
                  <a:pt x="978023" y="68040"/>
                </a:lnTo>
                <a:lnTo>
                  <a:pt x="970233" y="68326"/>
                </a:lnTo>
                <a:cubicBezTo>
                  <a:pt x="963229" y="68661"/>
                  <a:pt x="958190" y="69904"/>
                  <a:pt x="955117" y="72054"/>
                </a:cubicBezTo>
                <a:cubicBezTo>
                  <a:pt x="952044" y="74204"/>
                  <a:pt x="950507" y="77573"/>
                  <a:pt x="950507" y="82160"/>
                </a:cubicBezTo>
                <a:cubicBezTo>
                  <a:pt x="950507" y="89900"/>
                  <a:pt x="954176" y="93770"/>
                  <a:pt x="961513" y="93770"/>
                </a:cubicBezTo>
                <a:moveTo>
                  <a:pt x="994390" y="103919"/>
                </a:moveTo>
                <a:lnTo>
                  <a:pt x="978524" y="103919"/>
                </a:lnTo>
                <a:lnTo>
                  <a:pt x="977952" y="92341"/>
                </a:lnTo>
                <a:cubicBezTo>
                  <a:pt x="975517" y="97105"/>
                  <a:pt x="972582" y="100464"/>
                  <a:pt x="969145" y="102418"/>
                </a:cubicBezTo>
                <a:cubicBezTo>
                  <a:pt x="965710" y="104371"/>
                  <a:pt x="961487" y="105348"/>
                  <a:pt x="956477" y="105348"/>
                </a:cubicBezTo>
                <a:cubicBezTo>
                  <a:pt x="948937" y="105348"/>
                  <a:pt x="943174" y="103392"/>
                  <a:pt x="939188" y="99479"/>
                </a:cubicBezTo>
                <a:cubicBezTo>
                  <a:pt x="935203" y="95566"/>
                  <a:pt x="933211" y="90126"/>
                  <a:pt x="933211" y="83159"/>
                </a:cubicBezTo>
                <a:cubicBezTo>
                  <a:pt x="933211" y="75523"/>
                  <a:pt x="935931" y="69678"/>
                  <a:pt x="941372" y="65622"/>
                </a:cubicBezTo>
                <a:cubicBezTo>
                  <a:pt x="946813" y="61566"/>
                  <a:pt x="954830" y="59370"/>
                  <a:pt x="965424" y="59035"/>
                </a:cubicBezTo>
                <a:lnTo>
                  <a:pt x="977952" y="58606"/>
                </a:lnTo>
                <a:lnTo>
                  <a:pt x="977952" y="56330"/>
                </a:lnTo>
                <a:cubicBezTo>
                  <a:pt x="977952" y="50686"/>
                  <a:pt x="977033" y="46595"/>
                  <a:pt x="975196" y="44057"/>
                </a:cubicBezTo>
                <a:cubicBezTo>
                  <a:pt x="973358" y="41520"/>
                  <a:pt x="970243" y="40252"/>
                  <a:pt x="965851" y="40252"/>
                </a:cubicBezTo>
                <a:cubicBezTo>
                  <a:pt x="961985" y="40252"/>
                  <a:pt x="959133" y="40977"/>
                  <a:pt x="957294" y="42429"/>
                </a:cubicBezTo>
                <a:cubicBezTo>
                  <a:pt x="955457" y="43879"/>
                  <a:pt x="954205" y="46127"/>
                  <a:pt x="953538" y="49172"/>
                </a:cubicBezTo>
                <a:lnTo>
                  <a:pt x="937642" y="46671"/>
                </a:lnTo>
                <a:cubicBezTo>
                  <a:pt x="939073" y="40429"/>
                  <a:pt x="942067" y="35950"/>
                  <a:pt x="946623" y="33234"/>
                </a:cubicBezTo>
                <a:cubicBezTo>
                  <a:pt x="951179" y="30518"/>
                  <a:pt x="957656" y="29160"/>
                  <a:pt x="966052" y="29160"/>
                </a:cubicBezTo>
                <a:cubicBezTo>
                  <a:pt x="975831" y="29160"/>
                  <a:pt x="982999" y="31471"/>
                  <a:pt x="987556" y="36093"/>
                </a:cubicBezTo>
                <a:cubicBezTo>
                  <a:pt x="992112" y="40715"/>
                  <a:pt x="994390" y="47886"/>
                  <a:pt x="994390" y="57606"/>
                </a:cubicBezTo>
                <a:lnTo>
                  <a:pt x="994390" y="103919"/>
                </a:lnTo>
                <a:close/>
                <a:moveTo>
                  <a:pt x="1037182" y="105205"/>
                </a:moveTo>
                <a:cubicBezTo>
                  <a:pt x="1031453" y="105205"/>
                  <a:pt x="1026928" y="103572"/>
                  <a:pt x="1023610" y="100305"/>
                </a:cubicBezTo>
                <a:cubicBezTo>
                  <a:pt x="1020292" y="97038"/>
                  <a:pt x="1018633" y="92352"/>
                  <a:pt x="1018633" y="86248"/>
                </a:cubicBezTo>
                <a:lnTo>
                  <a:pt x="1018633" y="42539"/>
                </a:lnTo>
                <a:lnTo>
                  <a:pt x="1007770" y="42539"/>
                </a:lnTo>
                <a:lnTo>
                  <a:pt x="1007770" y="30590"/>
                </a:lnTo>
                <a:lnTo>
                  <a:pt x="1018848" y="30590"/>
                </a:lnTo>
                <a:lnTo>
                  <a:pt x="1024088" y="12865"/>
                </a:lnTo>
                <a:lnTo>
                  <a:pt x="1035072" y="12865"/>
                </a:lnTo>
                <a:lnTo>
                  <a:pt x="1035072" y="30590"/>
                </a:lnTo>
                <a:lnTo>
                  <a:pt x="1052725" y="30590"/>
                </a:lnTo>
                <a:lnTo>
                  <a:pt x="1052725" y="42539"/>
                </a:lnTo>
                <a:lnTo>
                  <a:pt x="1035072" y="42539"/>
                </a:lnTo>
                <a:lnTo>
                  <a:pt x="1035072" y="82098"/>
                </a:lnTo>
                <a:cubicBezTo>
                  <a:pt x="1035072" y="89346"/>
                  <a:pt x="1038145" y="92970"/>
                  <a:pt x="1044291" y="92970"/>
                </a:cubicBezTo>
                <a:cubicBezTo>
                  <a:pt x="1047198" y="92970"/>
                  <a:pt x="1050319" y="92661"/>
                  <a:pt x="1053654" y="92041"/>
                </a:cubicBezTo>
                <a:lnTo>
                  <a:pt x="1053654" y="103059"/>
                </a:lnTo>
                <a:cubicBezTo>
                  <a:pt x="1048212" y="104490"/>
                  <a:pt x="1042721" y="105205"/>
                  <a:pt x="1037182" y="105205"/>
                </a:cubicBezTo>
                <a:close/>
                <a:moveTo>
                  <a:pt x="1068548" y="14093"/>
                </a:moveTo>
                <a:lnTo>
                  <a:pt x="1068548" y="0"/>
                </a:lnTo>
                <a:lnTo>
                  <a:pt x="1084915" y="0"/>
                </a:lnTo>
                <a:lnTo>
                  <a:pt x="1084915" y="14093"/>
                </a:lnTo>
                <a:lnTo>
                  <a:pt x="1068548" y="14093"/>
                </a:lnTo>
                <a:moveTo>
                  <a:pt x="1068548" y="103919"/>
                </a:moveTo>
                <a:lnTo>
                  <a:pt x="1068548" y="30590"/>
                </a:lnTo>
                <a:lnTo>
                  <a:pt x="1084986" y="30590"/>
                </a:lnTo>
                <a:lnTo>
                  <a:pt x="1084986" y="103919"/>
                </a:lnTo>
                <a:lnTo>
                  <a:pt x="1068548" y="103919"/>
                </a:lnTo>
                <a:close/>
                <a:moveTo>
                  <a:pt x="1177441" y="67111"/>
                </a:moveTo>
                <a:cubicBezTo>
                  <a:pt x="1177441" y="79071"/>
                  <a:pt x="1174115" y="88433"/>
                  <a:pt x="1167462" y="95199"/>
                </a:cubicBezTo>
                <a:cubicBezTo>
                  <a:pt x="1160809" y="101965"/>
                  <a:pt x="1151474" y="105348"/>
                  <a:pt x="1139455" y="105348"/>
                </a:cubicBezTo>
                <a:cubicBezTo>
                  <a:pt x="1127817" y="105348"/>
                  <a:pt x="1118707" y="101918"/>
                  <a:pt x="1112126" y="95056"/>
                </a:cubicBezTo>
                <a:cubicBezTo>
                  <a:pt x="1105544" y="88195"/>
                  <a:pt x="1102254" y="78880"/>
                  <a:pt x="1102254" y="67111"/>
                </a:cubicBezTo>
                <a:cubicBezTo>
                  <a:pt x="1102254" y="55152"/>
                  <a:pt x="1105556" y="45837"/>
                  <a:pt x="1112162" y="39166"/>
                </a:cubicBezTo>
                <a:cubicBezTo>
                  <a:pt x="1118767" y="32495"/>
                  <a:pt x="1128007" y="29160"/>
                  <a:pt x="1139883" y="29160"/>
                </a:cubicBezTo>
                <a:cubicBezTo>
                  <a:pt x="1152141" y="29160"/>
                  <a:pt x="1161465" y="32412"/>
                  <a:pt x="1167855" y="38916"/>
                </a:cubicBezTo>
                <a:cubicBezTo>
                  <a:pt x="1174246" y="45420"/>
                  <a:pt x="1177441" y="54818"/>
                  <a:pt x="1177441" y="67111"/>
                </a:cubicBezTo>
                <a:moveTo>
                  <a:pt x="1160145" y="67111"/>
                </a:moveTo>
                <a:cubicBezTo>
                  <a:pt x="1160145" y="49911"/>
                  <a:pt x="1153510" y="41310"/>
                  <a:pt x="1140241" y="41310"/>
                </a:cubicBezTo>
                <a:cubicBezTo>
                  <a:pt x="1126447" y="41310"/>
                  <a:pt x="1119550" y="49911"/>
                  <a:pt x="1119550" y="67111"/>
                </a:cubicBezTo>
                <a:cubicBezTo>
                  <a:pt x="1119550" y="75545"/>
                  <a:pt x="1121238" y="82001"/>
                  <a:pt x="1124615" y="86480"/>
                </a:cubicBezTo>
                <a:cubicBezTo>
                  <a:pt x="1127992" y="90959"/>
                  <a:pt x="1132891" y="93198"/>
                  <a:pt x="1139312" y="93198"/>
                </a:cubicBezTo>
                <a:cubicBezTo>
                  <a:pt x="1153201" y="93198"/>
                  <a:pt x="1160145" y="84503"/>
                  <a:pt x="1160145" y="67111"/>
                </a:cubicBezTo>
                <a:close/>
                <a:moveTo>
                  <a:pt x="1242966" y="103919"/>
                </a:moveTo>
                <a:lnTo>
                  <a:pt x="1242966" y="62975"/>
                </a:lnTo>
                <a:cubicBezTo>
                  <a:pt x="1242966" y="55543"/>
                  <a:pt x="1241811" y="50208"/>
                  <a:pt x="1239500" y="46970"/>
                </a:cubicBezTo>
                <a:cubicBezTo>
                  <a:pt x="1237189" y="43730"/>
                  <a:pt x="1233532" y="42110"/>
                  <a:pt x="1228529" y="42110"/>
                </a:cubicBezTo>
                <a:cubicBezTo>
                  <a:pt x="1223145" y="42110"/>
                  <a:pt x="1218916" y="44182"/>
                  <a:pt x="1215843" y="48328"/>
                </a:cubicBezTo>
                <a:cubicBezTo>
                  <a:pt x="1212770" y="52472"/>
                  <a:pt x="1211233" y="58093"/>
                  <a:pt x="1211233" y="65190"/>
                </a:cubicBezTo>
                <a:lnTo>
                  <a:pt x="1211233" y="103919"/>
                </a:lnTo>
                <a:lnTo>
                  <a:pt x="1194795" y="103919"/>
                </a:lnTo>
                <a:lnTo>
                  <a:pt x="1194795" y="47472"/>
                </a:lnTo>
                <a:cubicBezTo>
                  <a:pt x="1194795" y="41798"/>
                  <a:pt x="1194580" y="36170"/>
                  <a:pt x="1194152" y="30590"/>
                </a:cubicBezTo>
                <a:lnTo>
                  <a:pt x="1209804" y="30590"/>
                </a:lnTo>
                <a:cubicBezTo>
                  <a:pt x="1210328" y="37737"/>
                  <a:pt x="1210590" y="42454"/>
                  <a:pt x="1210590" y="44741"/>
                </a:cubicBezTo>
                <a:lnTo>
                  <a:pt x="1210876" y="44741"/>
                </a:lnTo>
                <a:cubicBezTo>
                  <a:pt x="1213691" y="39287"/>
                  <a:pt x="1216960" y="35327"/>
                  <a:pt x="1220681" y="32861"/>
                </a:cubicBezTo>
                <a:cubicBezTo>
                  <a:pt x="1224403" y="30394"/>
                  <a:pt x="1229199" y="29160"/>
                  <a:pt x="1235069" y="29160"/>
                </a:cubicBezTo>
                <a:cubicBezTo>
                  <a:pt x="1243228" y="29160"/>
                  <a:pt x="1249348" y="31566"/>
                  <a:pt x="1253428" y="36379"/>
                </a:cubicBezTo>
                <a:cubicBezTo>
                  <a:pt x="1257508" y="41191"/>
                  <a:pt x="1259547" y="48624"/>
                  <a:pt x="1259547" y="58678"/>
                </a:cubicBezTo>
                <a:lnTo>
                  <a:pt x="1259547" y="103919"/>
                </a:lnTo>
                <a:lnTo>
                  <a:pt x="1242966" y="103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36065-476B-4D7A-B2C0-140E3A82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250" y="496367"/>
            <a:ext cx="124474" cy="124474"/>
          </a:xfrm>
          <a:custGeom xmlns:a="http://schemas.openxmlformats.org/drawingml/2006/main">
            <a:pathLst>
              <a:path w="124474" h="124474">
                <a:moveTo>
                  <a:pt x="0" y="124474"/>
                </a:moveTo>
                <a:lnTo>
                  <a:pt x="124474" y="124474"/>
                </a:lnTo>
                <a:lnTo>
                  <a:pt x="124474" y="0"/>
                </a:lnTo>
                <a:lnTo>
                  <a:pt x="0" y="0"/>
                </a:lnTo>
                <a:lnTo>
                  <a:pt x="0" y="124474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C5A3E-515B-43DB-825A-D479EE5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250" y="496367"/>
            <a:ext cx="124474" cy="124474"/>
          </a:xfrm>
          <a:custGeom xmlns:a="http://schemas.openxmlformats.org/drawingml/2006/main">
            <a:pathLst>
              <a:path w="124474" h="124474" fill="none">
                <a:moveTo>
                  <a:pt x="0" y="0"/>
                </a:moveTo>
                <a:lnTo>
                  <a:pt x="124474" y="0"/>
                </a:lnTo>
                <a:lnTo>
                  <a:pt x="124474" y="124474"/>
                </a:lnTo>
                <a:lnTo>
                  <a:pt x="0" y="1244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37" cap="flat">
            <a:solidFill>
              <a:srgbClr val="000000"/>
            </a:solidFill>
            <a:miter/>
          </a:ln>
        </p:spPr>
      </p:sp>
      <p:sp>
        <p:nvSpPr>
          <p:cNvPr id="196" name="Text :Stop(label)">
            <a:extLst xmlns:a="http://schemas.openxmlformats.org/drawingml/2006/main">
              <a:ext uri="{FF2B5EF4-FFF2-40B4-BE49-F238E27FC236}">
                <a16:creationId xmlns:a16="http://schemas.microsoft.com/office/drawing/2014/main" id="{9E9DCFD2-C707-4BD3-85C2-F826AD1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35" y="258434"/>
            <a:ext cx="827091" cy="132221"/>
          </a:xfrm>
          <a:custGeom xmlns:a="http://schemas.openxmlformats.org/drawingml/2006/main">
            <a:pathLst>
              <a:path w="827091" h="132221">
                <a:moveTo>
                  <a:pt x="0" y="103919"/>
                </a:moveTo>
                <a:lnTo>
                  <a:pt x="0" y="86480"/>
                </a:lnTo>
                <a:lnTo>
                  <a:pt x="17296" y="86480"/>
                </a:lnTo>
                <a:lnTo>
                  <a:pt x="17296" y="103919"/>
                </a:lnTo>
                <a:lnTo>
                  <a:pt x="0" y="103919"/>
                </a:lnTo>
                <a:moveTo>
                  <a:pt x="0" y="48314"/>
                </a:moveTo>
                <a:lnTo>
                  <a:pt x="0" y="31018"/>
                </a:lnTo>
                <a:lnTo>
                  <a:pt x="17296" y="31018"/>
                </a:lnTo>
                <a:lnTo>
                  <a:pt x="17296" y="48314"/>
                </a:lnTo>
                <a:lnTo>
                  <a:pt x="0" y="48314"/>
                </a:lnTo>
                <a:close/>
                <a:moveTo>
                  <a:pt x="141198" y="75545"/>
                </a:moveTo>
                <a:cubicBezTo>
                  <a:pt x="141198" y="85170"/>
                  <a:pt x="138130" y="92543"/>
                  <a:pt x="131994" y="97665"/>
                </a:cubicBezTo>
                <a:cubicBezTo>
                  <a:pt x="125859" y="102787"/>
                  <a:pt x="116992" y="105348"/>
                  <a:pt x="105391" y="105348"/>
                </a:cubicBezTo>
                <a:cubicBezTo>
                  <a:pt x="95174" y="105348"/>
                  <a:pt x="87141" y="103127"/>
                  <a:pt x="81292" y="98686"/>
                </a:cubicBezTo>
                <a:cubicBezTo>
                  <a:pt x="75443" y="94244"/>
                  <a:pt x="71636" y="87533"/>
                  <a:pt x="69870" y="78553"/>
                </a:cubicBezTo>
                <a:lnTo>
                  <a:pt x="86065" y="75759"/>
                </a:lnTo>
                <a:cubicBezTo>
                  <a:pt x="88406" y="86718"/>
                  <a:pt x="95142" y="92198"/>
                  <a:pt x="106273" y="92198"/>
                </a:cubicBezTo>
                <a:cubicBezTo>
                  <a:pt x="118407" y="92198"/>
                  <a:pt x="124474" y="86980"/>
                  <a:pt x="124474" y="76545"/>
                </a:cubicBezTo>
                <a:cubicBezTo>
                  <a:pt x="124474" y="73544"/>
                  <a:pt x="123878" y="71090"/>
                  <a:pt x="122685" y="69184"/>
                </a:cubicBezTo>
                <a:cubicBezTo>
                  <a:pt x="121492" y="67278"/>
                  <a:pt x="119846" y="65682"/>
                  <a:pt x="117747" y="64395"/>
                </a:cubicBezTo>
                <a:cubicBezTo>
                  <a:pt x="115647" y="63109"/>
                  <a:pt x="113178" y="62025"/>
                  <a:pt x="110338" y="61143"/>
                </a:cubicBezTo>
                <a:cubicBezTo>
                  <a:pt x="107499" y="60262"/>
                  <a:pt x="104457" y="59345"/>
                  <a:pt x="101212" y="58392"/>
                </a:cubicBezTo>
                <a:cubicBezTo>
                  <a:pt x="93388" y="56152"/>
                  <a:pt x="87722" y="53818"/>
                  <a:pt x="84216" y="51388"/>
                </a:cubicBezTo>
                <a:cubicBezTo>
                  <a:pt x="80709" y="48958"/>
                  <a:pt x="78013" y="45908"/>
                  <a:pt x="76128" y="42239"/>
                </a:cubicBezTo>
                <a:cubicBezTo>
                  <a:pt x="74243" y="38571"/>
                  <a:pt x="73301" y="33996"/>
                  <a:pt x="73301" y="28517"/>
                </a:cubicBezTo>
                <a:cubicBezTo>
                  <a:pt x="73301" y="20083"/>
                  <a:pt x="76112" y="13508"/>
                  <a:pt x="81734" y="8791"/>
                </a:cubicBezTo>
                <a:cubicBezTo>
                  <a:pt x="87357" y="4074"/>
                  <a:pt x="95171" y="1715"/>
                  <a:pt x="105177" y="1715"/>
                </a:cubicBezTo>
                <a:cubicBezTo>
                  <a:pt x="114706" y="1715"/>
                  <a:pt x="122151" y="3609"/>
                  <a:pt x="127511" y="7397"/>
                </a:cubicBezTo>
                <a:cubicBezTo>
                  <a:pt x="132872" y="11185"/>
                  <a:pt x="136576" y="17129"/>
                  <a:pt x="138625" y="25229"/>
                </a:cubicBezTo>
                <a:lnTo>
                  <a:pt x="122258" y="28160"/>
                </a:lnTo>
                <a:cubicBezTo>
                  <a:pt x="120114" y="18973"/>
                  <a:pt x="114373" y="14379"/>
                  <a:pt x="105034" y="14379"/>
                </a:cubicBezTo>
                <a:cubicBezTo>
                  <a:pt x="100221" y="14379"/>
                  <a:pt x="96517" y="15558"/>
                  <a:pt x="93920" y="17917"/>
                </a:cubicBezTo>
                <a:cubicBezTo>
                  <a:pt x="91323" y="20274"/>
                  <a:pt x="90025" y="23547"/>
                  <a:pt x="90025" y="27737"/>
                </a:cubicBezTo>
                <a:cubicBezTo>
                  <a:pt x="90025" y="30644"/>
                  <a:pt x="90609" y="33037"/>
                  <a:pt x="91778" y="34918"/>
                </a:cubicBezTo>
                <a:cubicBezTo>
                  <a:pt x="92947" y="36799"/>
                  <a:pt x="94700" y="38430"/>
                  <a:pt x="97038" y="39812"/>
                </a:cubicBezTo>
                <a:cubicBezTo>
                  <a:pt x="99377" y="41193"/>
                  <a:pt x="103887" y="42908"/>
                  <a:pt x="110566" y="44955"/>
                </a:cubicBezTo>
                <a:cubicBezTo>
                  <a:pt x="118391" y="47385"/>
                  <a:pt x="123973" y="49517"/>
                  <a:pt x="127313" y="51352"/>
                </a:cubicBezTo>
                <a:cubicBezTo>
                  <a:pt x="130652" y="53186"/>
                  <a:pt x="133301" y="55223"/>
                  <a:pt x="135257" y="57463"/>
                </a:cubicBezTo>
                <a:cubicBezTo>
                  <a:pt x="137214" y="59702"/>
                  <a:pt x="138693" y="62299"/>
                  <a:pt x="139695" y="65253"/>
                </a:cubicBezTo>
                <a:cubicBezTo>
                  <a:pt x="140697" y="68207"/>
                  <a:pt x="141198" y="71638"/>
                  <a:pt x="141198" y="75545"/>
                </a:cubicBezTo>
                <a:close/>
                <a:moveTo>
                  <a:pt x="179073" y="105205"/>
                </a:moveTo>
                <a:cubicBezTo>
                  <a:pt x="173343" y="105205"/>
                  <a:pt x="168819" y="103572"/>
                  <a:pt x="165500" y="100305"/>
                </a:cubicBezTo>
                <a:cubicBezTo>
                  <a:pt x="162183" y="97038"/>
                  <a:pt x="160524" y="92352"/>
                  <a:pt x="160524" y="86248"/>
                </a:cubicBezTo>
                <a:lnTo>
                  <a:pt x="160524" y="42539"/>
                </a:lnTo>
                <a:lnTo>
                  <a:pt x="149660" y="42539"/>
                </a:lnTo>
                <a:lnTo>
                  <a:pt x="149660" y="30590"/>
                </a:lnTo>
                <a:lnTo>
                  <a:pt x="160738" y="30590"/>
                </a:lnTo>
                <a:lnTo>
                  <a:pt x="165978" y="12865"/>
                </a:lnTo>
                <a:lnTo>
                  <a:pt x="176962" y="12865"/>
                </a:lnTo>
                <a:lnTo>
                  <a:pt x="176962" y="30590"/>
                </a:lnTo>
                <a:lnTo>
                  <a:pt x="194615" y="30590"/>
                </a:lnTo>
                <a:lnTo>
                  <a:pt x="194615" y="42539"/>
                </a:lnTo>
                <a:lnTo>
                  <a:pt x="176962" y="42539"/>
                </a:lnTo>
                <a:lnTo>
                  <a:pt x="176962" y="82098"/>
                </a:lnTo>
                <a:cubicBezTo>
                  <a:pt x="176962" y="89346"/>
                  <a:pt x="180035" y="92970"/>
                  <a:pt x="186182" y="92970"/>
                </a:cubicBezTo>
                <a:cubicBezTo>
                  <a:pt x="189088" y="92970"/>
                  <a:pt x="192209" y="92661"/>
                  <a:pt x="195545" y="92041"/>
                </a:cubicBezTo>
                <a:lnTo>
                  <a:pt x="195545" y="103059"/>
                </a:lnTo>
                <a:cubicBezTo>
                  <a:pt x="190102" y="104490"/>
                  <a:pt x="184612" y="105205"/>
                  <a:pt x="179073" y="105205"/>
                </a:cubicBezTo>
                <a:close/>
                <a:moveTo>
                  <a:pt x="280910" y="67111"/>
                </a:moveTo>
                <a:cubicBezTo>
                  <a:pt x="280910" y="79071"/>
                  <a:pt x="277583" y="88433"/>
                  <a:pt x="270930" y="95199"/>
                </a:cubicBezTo>
                <a:cubicBezTo>
                  <a:pt x="264278" y="101965"/>
                  <a:pt x="254942" y="105348"/>
                  <a:pt x="242923" y="105348"/>
                </a:cubicBezTo>
                <a:cubicBezTo>
                  <a:pt x="231285" y="105348"/>
                  <a:pt x="222175" y="101918"/>
                  <a:pt x="215594" y="95056"/>
                </a:cubicBezTo>
                <a:cubicBezTo>
                  <a:pt x="209013" y="88195"/>
                  <a:pt x="205722" y="78880"/>
                  <a:pt x="205722" y="67111"/>
                </a:cubicBezTo>
                <a:cubicBezTo>
                  <a:pt x="205722" y="55152"/>
                  <a:pt x="209025" y="45837"/>
                  <a:pt x="215630" y="39166"/>
                </a:cubicBezTo>
                <a:cubicBezTo>
                  <a:pt x="222235" y="32495"/>
                  <a:pt x="231475" y="29160"/>
                  <a:pt x="243352" y="29160"/>
                </a:cubicBezTo>
                <a:cubicBezTo>
                  <a:pt x="255609" y="29160"/>
                  <a:pt x="264933" y="32412"/>
                  <a:pt x="271324" y="38916"/>
                </a:cubicBezTo>
                <a:cubicBezTo>
                  <a:pt x="277714" y="45420"/>
                  <a:pt x="280910" y="54818"/>
                  <a:pt x="280910" y="67111"/>
                </a:cubicBezTo>
                <a:moveTo>
                  <a:pt x="263614" y="67111"/>
                </a:moveTo>
                <a:cubicBezTo>
                  <a:pt x="263614" y="49911"/>
                  <a:pt x="256979" y="41310"/>
                  <a:pt x="243709" y="41310"/>
                </a:cubicBezTo>
                <a:cubicBezTo>
                  <a:pt x="229915" y="41310"/>
                  <a:pt x="223018" y="49911"/>
                  <a:pt x="223018" y="67111"/>
                </a:cubicBezTo>
                <a:cubicBezTo>
                  <a:pt x="223018" y="75545"/>
                  <a:pt x="224707" y="82001"/>
                  <a:pt x="228084" y="86480"/>
                </a:cubicBezTo>
                <a:cubicBezTo>
                  <a:pt x="231461" y="90959"/>
                  <a:pt x="236359" y="93198"/>
                  <a:pt x="242780" y="93198"/>
                </a:cubicBezTo>
                <a:cubicBezTo>
                  <a:pt x="256669" y="93198"/>
                  <a:pt x="263614" y="84503"/>
                  <a:pt x="263614" y="67111"/>
                </a:cubicBezTo>
                <a:close/>
                <a:moveTo>
                  <a:pt x="369305" y="66897"/>
                </a:moveTo>
                <a:cubicBezTo>
                  <a:pt x="369305" y="78904"/>
                  <a:pt x="366513" y="88314"/>
                  <a:pt x="360929" y="95128"/>
                </a:cubicBezTo>
                <a:cubicBezTo>
                  <a:pt x="355346" y="101941"/>
                  <a:pt x="347587" y="105348"/>
                  <a:pt x="337654" y="105348"/>
                </a:cubicBezTo>
                <a:cubicBezTo>
                  <a:pt x="331952" y="105348"/>
                  <a:pt x="327270" y="104252"/>
                  <a:pt x="323610" y="102061"/>
                </a:cubicBezTo>
                <a:cubicBezTo>
                  <a:pt x="319952" y="99869"/>
                  <a:pt x="317030" y="96676"/>
                  <a:pt x="314844" y="92483"/>
                </a:cubicBezTo>
                <a:lnTo>
                  <a:pt x="314487" y="92483"/>
                </a:lnTo>
                <a:cubicBezTo>
                  <a:pt x="314582" y="94389"/>
                  <a:pt x="314665" y="96271"/>
                  <a:pt x="314737" y="98130"/>
                </a:cubicBezTo>
                <a:cubicBezTo>
                  <a:pt x="314808" y="99988"/>
                  <a:pt x="314844" y="101870"/>
                  <a:pt x="314844" y="103776"/>
                </a:cubicBezTo>
                <a:lnTo>
                  <a:pt x="314844" y="132078"/>
                </a:lnTo>
                <a:lnTo>
                  <a:pt x="298263" y="132078"/>
                </a:lnTo>
                <a:lnTo>
                  <a:pt x="298263" y="46896"/>
                </a:lnTo>
                <a:cubicBezTo>
                  <a:pt x="298263" y="41938"/>
                  <a:pt x="298072" y="36502"/>
                  <a:pt x="297691" y="30590"/>
                </a:cubicBezTo>
                <a:lnTo>
                  <a:pt x="313625" y="30590"/>
                </a:lnTo>
                <a:cubicBezTo>
                  <a:pt x="314247" y="35545"/>
                  <a:pt x="314558" y="39690"/>
                  <a:pt x="314558" y="43026"/>
                </a:cubicBezTo>
                <a:lnTo>
                  <a:pt x="314844" y="43026"/>
                </a:lnTo>
                <a:cubicBezTo>
                  <a:pt x="319406" y="33782"/>
                  <a:pt x="327414" y="29160"/>
                  <a:pt x="338867" y="29160"/>
                </a:cubicBezTo>
                <a:cubicBezTo>
                  <a:pt x="348703" y="29160"/>
                  <a:pt x="356235" y="32412"/>
                  <a:pt x="361463" y="38916"/>
                </a:cubicBezTo>
                <a:cubicBezTo>
                  <a:pt x="366691" y="45420"/>
                  <a:pt x="369305" y="54747"/>
                  <a:pt x="369305" y="66897"/>
                </a:cubicBezTo>
                <a:moveTo>
                  <a:pt x="352152" y="67040"/>
                </a:moveTo>
                <a:cubicBezTo>
                  <a:pt x="352152" y="49887"/>
                  <a:pt x="346148" y="41310"/>
                  <a:pt x="334139" y="41310"/>
                </a:cubicBezTo>
                <a:cubicBezTo>
                  <a:pt x="327730" y="41310"/>
                  <a:pt x="322864" y="43526"/>
                  <a:pt x="319541" y="47957"/>
                </a:cubicBezTo>
                <a:cubicBezTo>
                  <a:pt x="316219" y="52388"/>
                  <a:pt x="314558" y="58821"/>
                  <a:pt x="314558" y="67254"/>
                </a:cubicBezTo>
                <a:cubicBezTo>
                  <a:pt x="314558" y="75688"/>
                  <a:pt x="316172" y="82120"/>
                  <a:pt x="319400" y="86551"/>
                </a:cubicBezTo>
                <a:cubicBezTo>
                  <a:pt x="322628" y="90983"/>
                  <a:pt x="327446" y="93198"/>
                  <a:pt x="333853" y="93198"/>
                </a:cubicBezTo>
                <a:cubicBezTo>
                  <a:pt x="346052" y="93198"/>
                  <a:pt x="352152" y="84479"/>
                  <a:pt x="352152" y="67040"/>
                </a:cubicBezTo>
                <a:close/>
                <a:moveTo>
                  <a:pt x="422050" y="65932"/>
                </a:moveTo>
                <a:cubicBezTo>
                  <a:pt x="422050" y="52440"/>
                  <a:pt x="423932" y="40785"/>
                  <a:pt x="427696" y="30965"/>
                </a:cubicBezTo>
                <a:cubicBezTo>
                  <a:pt x="431461" y="21144"/>
                  <a:pt x="437464" y="10822"/>
                  <a:pt x="445707" y="0"/>
                </a:cubicBezTo>
                <a:lnTo>
                  <a:pt x="461502" y="0"/>
                </a:lnTo>
                <a:cubicBezTo>
                  <a:pt x="453116" y="11155"/>
                  <a:pt x="447041" y="21680"/>
                  <a:pt x="443277" y="31572"/>
                </a:cubicBezTo>
                <a:cubicBezTo>
                  <a:pt x="439513" y="41464"/>
                  <a:pt x="437631" y="52964"/>
                  <a:pt x="437631" y="66075"/>
                </a:cubicBezTo>
                <a:cubicBezTo>
                  <a:pt x="437631" y="79138"/>
                  <a:pt x="439501" y="90627"/>
                  <a:pt x="443241" y="100542"/>
                </a:cubicBezTo>
                <a:cubicBezTo>
                  <a:pt x="446982" y="110458"/>
                  <a:pt x="453069" y="121018"/>
                  <a:pt x="461502" y="132221"/>
                </a:cubicBezTo>
                <a:lnTo>
                  <a:pt x="445707" y="132221"/>
                </a:lnTo>
                <a:cubicBezTo>
                  <a:pt x="437369" y="121304"/>
                  <a:pt x="431341" y="110875"/>
                  <a:pt x="427625" y="100935"/>
                </a:cubicBezTo>
                <a:cubicBezTo>
                  <a:pt x="423908" y="90996"/>
                  <a:pt x="422050" y="79328"/>
                  <a:pt x="422050" y="65932"/>
                </a:cubicBezTo>
                <a:close/>
                <a:moveTo>
                  <a:pt x="475739" y="103919"/>
                </a:moveTo>
                <a:lnTo>
                  <a:pt x="475739" y="0"/>
                </a:lnTo>
                <a:lnTo>
                  <a:pt x="492178" y="0"/>
                </a:lnTo>
                <a:lnTo>
                  <a:pt x="492178" y="103919"/>
                </a:lnTo>
                <a:lnTo>
                  <a:pt x="475739" y="103919"/>
                </a:lnTo>
                <a:close/>
                <a:moveTo>
                  <a:pt x="537033" y="93770"/>
                </a:moveTo>
                <a:cubicBezTo>
                  <a:pt x="542131" y="93770"/>
                  <a:pt x="546157" y="91991"/>
                  <a:pt x="549111" y="88432"/>
                </a:cubicBezTo>
                <a:cubicBezTo>
                  <a:pt x="552065" y="84872"/>
                  <a:pt x="553543" y="80296"/>
                  <a:pt x="553543" y="74705"/>
                </a:cubicBezTo>
                <a:lnTo>
                  <a:pt x="553543" y="68040"/>
                </a:lnTo>
                <a:lnTo>
                  <a:pt x="545752" y="68326"/>
                </a:lnTo>
                <a:cubicBezTo>
                  <a:pt x="538748" y="68661"/>
                  <a:pt x="533709" y="69904"/>
                  <a:pt x="530636" y="72054"/>
                </a:cubicBezTo>
                <a:cubicBezTo>
                  <a:pt x="527563" y="74204"/>
                  <a:pt x="526026" y="77573"/>
                  <a:pt x="526026" y="82160"/>
                </a:cubicBezTo>
                <a:cubicBezTo>
                  <a:pt x="526026" y="89900"/>
                  <a:pt x="529695" y="93770"/>
                  <a:pt x="537033" y="93770"/>
                </a:cubicBezTo>
                <a:moveTo>
                  <a:pt x="569909" y="103919"/>
                </a:moveTo>
                <a:lnTo>
                  <a:pt x="554043" y="103919"/>
                </a:lnTo>
                <a:lnTo>
                  <a:pt x="553471" y="92341"/>
                </a:lnTo>
                <a:cubicBezTo>
                  <a:pt x="551037" y="97105"/>
                  <a:pt x="548101" y="100464"/>
                  <a:pt x="544664" y="102418"/>
                </a:cubicBezTo>
                <a:cubicBezTo>
                  <a:pt x="541229" y="104371"/>
                  <a:pt x="537007" y="105348"/>
                  <a:pt x="531996" y="105348"/>
                </a:cubicBezTo>
                <a:cubicBezTo>
                  <a:pt x="524456" y="105348"/>
                  <a:pt x="518693" y="103392"/>
                  <a:pt x="514707" y="99479"/>
                </a:cubicBezTo>
                <a:cubicBezTo>
                  <a:pt x="510722" y="95566"/>
                  <a:pt x="508730" y="90126"/>
                  <a:pt x="508730" y="83159"/>
                </a:cubicBezTo>
                <a:cubicBezTo>
                  <a:pt x="508730" y="75523"/>
                  <a:pt x="511451" y="69678"/>
                  <a:pt x="516891" y="65622"/>
                </a:cubicBezTo>
                <a:cubicBezTo>
                  <a:pt x="522332" y="61566"/>
                  <a:pt x="530349" y="59370"/>
                  <a:pt x="540944" y="59035"/>
                </a:cubicBezTo>
                <a:lnTo>
                  <a:pt x="553471" y="58606"/>
                </a:lnTo>
                <a:lnTo>
                  <a:pt x="553471" y="56330"/>
                </a:lnTo>
                <a:cubicBezTo>
                  <a:pt x="553471" y="50686"/>
                  <a:pt x="552552" y="46595"/>
                  <a:pt x="550715" y="44057"/>
                </a:cubicBezTo>
                <a:cubicBezTo>
                  <a:pt x="548878" y="41520"/>
                  <a:pt x="545763" y="40252"/>
                  <a:pt x="541370" y="40252"/>
                </a:cubicBezTo>
                <a:cubicBezTo>
                  <a:pt x="537505" y="40252"/>
                  <a:pt x="534653" y="40977"/>
                  <a:pt x="532814" y="42429"/>
                </a:cubicBezTo>
                <a:cubicBezTo>
                  <a:pt x="530976" y="43879"/>
                  <a:pt x="529724" y="46127"/>
                  <a:pt x="529057" y="49172"/>
                </a:cubicBezTo>
                <a:lnTo>
                  <a:pt x="513161" y="46671"/>
                </a:lnTo>
                <a:cubicBezTo>
                  <a:pt x="514592" y="40429"/>
                  <a:pt x="517586" y="35950"/>
                  <a:pt x="522142" y="33234"/>
                </a:cubicBezTo>
                <a:cubicBezTo>
                  <a:pt x="526698" y="30518"/>
                  <a:pt x="533175" y="29160"/>
                  <a:pt x="541571" y="29160"/>
                </a:cubicBezTo>
                <a:cubicBezTo>
                  <a:pt x="551351" y="29160"/>
                  <a:pt x="558519" y="31471"/>
                  <a:pt x="563075" y="36093"/>
                </a:cubicBezTo>
                <a:cubicBezTo>
                  <a:pt x="567631" y="40715"/>
                  <a:pt x="569909" y="47886"/>
                  <a:pt x="569909" y="57606"/>
                </a:cubicBezTo>
                <a:lnTo>
                  <a:pt x="569909" y="103919"/>
                </a:lnTo>
                <a:close/>
                <a:moveTo>
                  <a:pt x="662050" y="66861"/>
                </a:moveTo>
                <a:cubicBezTo>
                  <a:pt x="662050" y="79023"/>
                  <a:pt x="659302" y="88454"/>
                  <a:pt x="653806" y="95155"/>
                </a:cubicBezTo>
                <a:cubicBezTo>
                  <a:pt x="648310" y="101855"/>
                  <a:pt x="640542" y="105205"/>
                  <a:pt x="630500" y="105205"/>
                </a:cubicBezTo>
                <a:cubicBezTo>
                  <a:pt x="619699" y="105205"/>
                  <a:pt x="612062" y="100774"/>
                  <a:pt x="607589" y="91912"/>
                </a:cubicBezTo>
                <a:lnTo>
                  <a:pt x="607303" y="91912"/>
                </a:lnTo>
                <a:cubicBezTo>
                  <a:pt x="607303" y="95914"/>
                  <a:pt x="607017" y="99916"/>
                  <a:pt x="606446" y="103919"/>
                </a:cubicBezTo>
                <a:lnTo>
                  <a:pt x="590436" y="103919"/>
                </a:lnTo>
                <a:cubicBezTo>
                  <a:pt x="590865" y="99488"/>
                  <a:pt x="591079" y="94032"/>
                  <a:pt x="591079" y="87552"/>
                </a:cubicBezTo>
                <a:lnTo>
                  <a:pt x="591079" y="0"/>
                </a:lnTo>
                <a:lnTo>
                  <a:pt x="607518" y="0"/>
                </a:lnTo>
                <a:lnTo>
                  <a:pt x="607518" y="31662"/>
                </a:lnTo>
                <a:cubicBezTo>
                  <a:pt x="607518" y="33568"/>
                  <a:pt x="607494" y="35462"/>
                  <a:pt x="607446" y="37344"/>
                </a:cubicBezTo>
                <a:cubicBezTo>
                  <a:pt x="607399" y="39226"/>
                  <a:pt x="607327" y="41072"/>
                  <a:pt x="607232" y="42883"/>
                </a:cubicBezTo>
                <a:lnTo>
                  <a:pt x="607518" y="42883"/>
                </a:lnTo>
                <a:cubicBezTo>
                  <a:pt x="609754" y="38429"/>
                  <a:pt x="612775" y="35005"/>
                  <a:pt x="616581" y="32611"/>
                </a:cubicBezTo>
                <a:cubicBezTo>
                  <a:pt x="620388" y="30215"/>
                  <a:pt x="625385" y="29017"/>
                  <a:pt x="631572" y="29017"/>
                </a:cubicBezTo>
                <a:cubicBezTo>
                  <a:pt x="641326" y="29017"/>
                  <a:pt x="648844" y="32296"/>
                  <a:pt x="654126" y="38853"/>
                </a:cubicBezTo>
                <a:cubicBezTo>
                  <a:pt x="659409" y="45411"/>
                  <a:pt x="662050" y="54747"/>
                  <a:pt x="662050" y="66861"/>
                </a:cubicBezTo>
                <a:moveTo>
                  <a:pt x="644897" y="66854"/>
                </a:moveTo>
                <a:cubicBezTo>
                  <a:pt x="644897" y="49634"/>
                  <a:pt x="638857" y="41024"/>
                  <a:pt x="626777" y="41024"/>
                </a:cubicBezTo>
                <a:cubicBezTo>
                  <a:pt x="620358" y="41024"/>
                  <a:pt x="615496" y="43291"/>
                  <a:pt x="612190" y="47823"/>
                </a:cubicBezTo>
                <a:cubicBezTo>
                  <a:pt x="608885" y="52354"/>
                  <a:pt x="607232" y="58888"/>
                  <a:pt x="607232" y="67426"/>
                </a:cubicBezTo>
                <a:cubicBezTo>
                  <a:pt x="607232" y="75773"/>
                  <a:pt x="608849" y="82166"/>
                  <a:pt x="612083" y="86603"/>
                </a:cubicBezTo>
                <a:cubicBezTo>
                  <a:pt x="615317" y="91038"/>
                  <a:pt x="620168" y="93256"/>
                  <a:pt x="626636" y="93256"/>
                </a:cubicBezTo>
                <a:cubicBezTo>
                  <a:pt x="638810" y="93256"/>
                  <a:pt x="644897" y="84456"/>
                  <a:pt x="644897" y="66854"/>
                </a:cubicBezTo>
                <a:close/>
                <a:moveTo>
                  <a:pt x="691553" y="70412"/>
                </a:moveTo>
                <a:cubicBezTo>
                  <a:pt x="691791" y="77884"/>
                  <a:pt x="693442" y="83631"/>
                  <a:pt x="696505" y="87652"/>
                </a:cubicBezTo>
                <a:cubicBezTo>
                  <a:pt x="699569" y="91674"/>
                  <a:pt x="703762" y="93685"/>
                  <a:pt x="709084" y="93685"/>
                </a:cubicBezTo>
                <a:cubicBezTo>
                  <a:pt x="712693" y="93685"/>
                  <a:pt x="715911" y="92775"/>
                  <a:pt x="718737" y="90956"/>
                </a:cubicBezTo>
                <a:cubicBezTo>
                  <a:pt x="721564" y="89136"/>
                  <a:pt x="724118" y="86072"/>
                  <a:pt x="726398" y="81763"/>
                </a:cubicBezTo>
                <a:lnTo>
                  <a:pt x="739296" y="87999"/>
                </a:lnTo>
                <a:cubicBezTo>
                  <a:pt x="736488" y="92540"/>
                  <a:pt x="733679" y="95981"/>
                  <a:pt x="730871" y="98322"/>
                </a:cubicBezTo>
                <a:cubicBezTo>
                  <a:pt x="728063" y="100664"/>
                  <a:pt x="724791" y="102420"/>
                  <a:pt x="721055" y="103590"/>
                </a:cubicBezTo>
                <a:cubicBezTo>
                  <a:pt x="717319" y="104762"/>
                  <a:pt x="712881" y="105348"/>
                  <a:pt x="707741" y="105348"/>
                </a:cubicBezTo>
                <a:cubicBezTo>
                  <a:pt x="697031" y="105348"/>
                  <a:pt x="688773" y="101977"/>
                  <a:pt x="682966" y="95235"/>
                </a:cubicBezTo>
                <a:cubicBezTo>
                  <a:pt x="677160" y="88493"/>
                  <a:pt x="674257" y="79023"/>
                  <a:pt x="674257" y="66825"/>
                </a:cubicBezTo>
                <a:cubicBezTo>
                  <a:pt x="674257" y="54532"/>
                  <a:pt x="677307" y="45182"/>
                  <a:pt x="683406" y="38773"/>
                </a:cubicBezTo>
                <a:cubicBezTo>
                  <a:pt x="689504" y="32364"/>
                  <a:pt x="697819" y="29160"/>
                  <a:pt x="708349" y="29160"/>
                </a:cubicBezTo>
                <a:cubicBezTo>
                  <a:pt x="718784" y="29160"/>
                  <a:pt x="726765" y="32580"/>
                  <a:pt x="732292" y="39421"/>
                </a:cubicBezTo>
                <a:cubicBezTo>
                  <a:pt x="737819" y="46260"/>
                  <a:pt x="740582" y="55923"/>
                  <a:pt x="740582" y="68411"/>
                </a:cubicBezTo>
                <a:lnTo>
                  <a:pt x="740582" y="70412"/>
                </a:lnTo>
                <a:lnTo>
                  <a:pt x="691553" y="70412"/>
                </a:lnTo>
                <a:moveTo>
                  <a:pt x="707777" y="40537"/>
                </a:moveTo>
                <a:cubicBezTo>
                  <a:pt x="702986" y="40537"/>
                  <a:pt x="699166" y="42252"/>
                  <a:pt x="696319" y="45681"/>
                </a:cubicBezTo>
                <a:cubicBezTo>
                  <a:pt x="693474" y="49109"/>
                  <a:pt x="691933" y="53846"/>
                  <a:pt x="691696" y="59893"/>
                </a:cubicBezTo>
                <a:lnTo>
                  <a:pt x="723429" y="59893"/>
                </a:lnTo>
                <a:cubicBezTo>
                  <a:pt x="722954" y="53417"/>
                  <a:pt x="721483" y="48573"/>
                  <a:pt x="719016" y="45360"/>
                </a:cubicBezTo>
                <a:cubicBezTo>
                  <a:pt x="716550" y="42145"/>
                  <a:pt x="712804" y="40537"/>
                  <a:pt x="707777" y="40537"/>
                </a:cubicBezTo>
                <a:close/>
                <a:moveTo>
                  <a:pt x="757506" y="103919"/>
                </a:moveTo>
                <a:lnTo>
                  <a:pt x="757506" y="0"/>
                </a:lnTo>
                <a:lnTo>
                  <a:pt x="773945" y="0"/>
                </a:lnTo>
                <a:lnTo>
                  <a:pt x="773945" y="103919"/>
                </a:lnTo>
                <a:lnTo>
                  <a:pt x="757506" y="103919"/>
                </a:lnTo>
                <a:close/>
                <a:moveTo>
                  <a:pt x="827091" y="66146"/>
                </a:moveTo>
                <a:cubicBezTo>
                  <a:pt x="827091" y="79447"/>
                  <a:pt x="825268" y="90972"/>
                  <a:pt x="821623" y="100720"/>
                </a:cubicBezTo>
                <a:cubicBezTo>
                  <a:pt x="817978" y="110470"/>
                  <a:pt x="811915" y="120971"/>
                  <a:pt x="803434" y="132221"/>
                </a:cubicBezTo>
                <a:lnTo>
                  <a:pt x="787639" y="132221"/>
                </a:lnTo>
                <a:cubicBezTo>
                  <a:pt x="796215" y="120732"/>
                  <a:pt x="802338" y="110077"/>
                  <a:pt x="806007" y="100256"/>
                </a:cubicBezTo>
                <a:cubicBezTo>
                  <a:pt x="809676" y="90436"/>
                  <a:pt x="811510" y="79066"/>
                  <a:pt x="811510" y="66146"/>
                </a:cubicBezTo>
                <a:cubicBezTo>
                  <a:pt x="811510" y="53227"/>
                  <a:pt x="809676" y="41857"/>
                  <a:pt x="806007" y="32037"/>
                </a:cubicBezTo>
                <a:cubicBezTo>
                  <a:pt x="802338" y="22216"/>
                  <a:pt x="796215" y="11537"/>
                  <a:pt x="787639" y="0"/>
                </a:cubicBezTo>
                <a:lnTo>
                  <a:pt x="803434" y="0"/>
                </a:lnTo>
                <a:cubicBezTo>
                  <a:pt x="812010" y="11394"/>
                  <a:pt x="818097" y="21977"/>
                  <a:pt x="821695" y="31751"/>
                </a:cubicBezTo>
                <a:cubicBezTo>
                  <a:pt x="825292" y="41523"/>
                  <a:pt x="827091" y="52988"/>
                  <a:pt x="827091" y="661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672a3a6e64160"/>
          <a:stretch xmlns:a="http://schemas.openxmlformats.org/drawingml/2006/main"/>
        </p:blipFill>
        <p:spPr>
          <a:xfrm xmlns:a="http://schemas.openxmlformats.org/drawingml/2006/main">
            <a:off x="5070141" y="230169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198" name="Text &quot;">
            <a:extLst xmlns:a="http://schemas.openxmlformats.org/drawingml/2006/main">
              <a:ext uri="{FF2B5EF4-FFF2-40B4-BE49-F238E27FC236}">
                <a16:creationId xmlns:a16="http://schemas.microsoft.com/office/drawing/2014/main" id="{C704C6A4-4577-4B82-A485-B130D4A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922" y="230170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:Continue(label)">
            <a:extLst xmlns:a="http://schemas.openxmlformats.org/drawingml/2006/main">
              <a:ext uri="{FF2B5EF4-FFF2-40B4-BE49-F238E27FC236}">
                <a16:creationId xmlns:a16="http://schemas.microsoft.com/office/drawing/2014/main" id="{68F8A30D-86A8-491E-A745-69C23E4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671" y="265460"/>
            <a:ext cx="1125325" cy="132221"/>
          </a:xfrm>
          <a:custGeom xmlns:a="http://schemas.openxmlformats.org/drawingml/2006/main">
            <a:pathLst>
              <a:path w="1125325" h="132221">
                <a:moveTo>
                  <a:pt x="0" y="103919"/>
                </a:moveTo>
                <a:lnTo>
                  <a:pt x="0" y="86480"/>
                </a:lnTo>
                <a:lnTo>
                  <a:pt x="17296" y="86480"/>
                </a:lnTo>
                <a:lnTo>
                  <a:pt x="17296" y="103919"/>
                </a:lnTo>
                <a:lnTo>
                  <a:pt x="0" y="103919"/>
                </a:lnTo>
                <a:moveTo>
                  <a:pt x="0" y="48314"/>
                </a:moveTo>
                <a:lnTo>
                  <a:pt x="0" y="31018"/>
                </a:lnTo>
                <a:lnTo>
                  <a:pt x="17296" y="31018"/>
                </a:lnTo>
                <a:lnTo>
                  <a:pt x="17296" y="48314"/>
                </a:lnTo>
                <a:lnTo>
                  <a:pt x="0" y="48314"/>
                </a:lnTo>
                <a:close/>
                <a:moveTo>
                  <a:pt x="116074" y="105348"/>
                </a:moveTo>
                <a:cubicBezTo>
                  <a:pt x="102649" y="105348"/>
                  <a:pt x="92188" y="100726"/>
                  <a:pt x="84689" y="91483"/>
                </a:cubicBezTo>
                <a:cubicBezTo>
                  <a:pt x="77192" y="82239"/>
                  <a:pt x="73444" y="69446"/>
                  <a:pt x="73444" y="53103"/>
                </a:cubicBezTo>
                <a:cubicBezTo>
                  <a:pt x="73444" y="36855"/>
                  <a:pt x="77133" y="24229"/>
                  <a:pt x="84510" y="15223"/>
                </a:cubicBezTo>
                <a:cubicBezTo>
                  <a:pt x="91890" y="6218"/>
                  <a:pt x="102363" y="1715"/>
                  <a:pt x="115931" y="1715"/>
                </a:cubicBezTo>
                <a:cubicBezTo>
                  <a:pt x="125308" y="1715"/>
                  <a:pt x="133056" y="3764"/>
                  <a:pt x="139172" y="7862"/>
                </a:cubicBezTo>
                <a:cubicBezTo>
                  <a:pt x="145291" y="11959"/>
                  <a:pt x="149897" y="18440"/>
                  <a:pt x="152991" y="27302"/>
                </a:cubicBezTo>
                <a:lnTo>
                  <a:pt x="137714" y="32734"/>
                </a:lnTo>
                <a:cubicBezTo>
                  <a:pt x="136095" y="27111"/>
                  <a:pt x="133454" y="22847"/>
                  <a:pt x="129790" y="19940"/>
                </a:cubicBezTo>
                <a:cubicBezTo>
                  <a:pt x="126125" y="17034"/>
                  <a:pt x="121628" y="15581"/>
                  <a:pt x="116297" y="15581"/>
                </a:cubicBezTo>
                <a:cubicBezTo>
                  <a:pt x="108206" y="15581"/>
                  <a:pt x="101971" y="18832"/>
                  <a:pt x="97592" y="25334"/>
                </a:cubicBezTo>
                <a:cubicBezTo>
                  <a:pt x="93214" y="31837"/>
                  <a:pt x="91025" y="41091"/>
                  <a:pt x="91025" y="53096"/>
                </a:cubicBezTo>
                <a:cubicBezTo>
                  <a:pt x="91025" y="65007"/>
                  <a:pt x="93262" y="74392"/>
                  <a:pt x="97735" y="81251"/>
                </a:cubicBezTo>
                <a:cubicBezTo>
                  <a:pt x="102209" y="88111"/>
                  <a:pt x="108349" y="91541"/>
                  <a:pt x="116154" y="91541"/>
                </a:cubicBezTo>
                <a:cubicBezTo>
                  <a:pt x="121437" y="91541"/>
                  <a:pt x="125970" y="89905"/>
                  <a:pt x="129754" y="86632"/>
                </a:cubicBezTo>
                <a:cubicBezTo>
                  <a:pt x="133537" y="83358"/>
                  <a:pt x="136334" y="78685"/>
                  <a:pt x="138143" y="72615"/>
                </a:cubicBezTo>
                <a:lnTo>
                  <a:pt x="153491" y="78631"/>
                </a:lnTo>
                <a:cubicBezTo>
                  <a:pt x="146826" y="96443"/>
                  <a:pt x="134354" y="105348"/>
                  <a:pt x="116074" y="105348"/>
                </a:cubicBezTo>
                <a:close/>
                <a:moveTo>
                  <a:pt x="238828" y="67111"/>
                </a:moveTo>
                <a:cubicBezTo>
                  <a:pt x="238828" y="79071"/>
                  <a:pt x="235501" y="88433"/>
                  <a:pt x="228849" y="95199"/>
                </a:cubicBezTo>
                <a:cubicBezTo>
                  <a:pt x="222196" y="101965"/>
                  <a:pt x="212860" y="105348"/>
                  <a:pt x="200841" y="105348"/>
                </a:cubicBezTo>
                <a:cubicBezTo>
                  <a:pt x="189203" y="105348"/>
                  <a:pt x="180093" y="101918"/>
                  <a:pt x="173512" y="95056"/>
                </a:cubicBezTo>
                <a:cubicBezTo>
                  <a:pt x="166931" y="88195"/>
                  <a:pt x="163640" y="78880"/>
                  <a:pt x="163640" y="67111"/>
                </a:cubicBezTo>
                <a:cubicBezTo>
                  <a:pt x="163640" y="55152"/>
                  <a:pt x="166943" y="45837"/>
                  <a:pt x="173548" y="39166"/>
                </a:cubicBezTo>
                <a:cubicBezTo>
                  <a:pt x="180153" y="32495"/>
                  <a:pt x="189394" y="29160"/>
                  <a:pt x="201270" y="29160"/>
                </a:cubicBezTo>
                <a:cubicBezTo>
                  <a:pt x="213527" y="29160"/>
                  <a:pt x="222851" y="32412"/>
                  <a:pt x="229242" y="38916"/>
                </a:cubicBezTo>
                <a:cubicBezTo>
                  <a:pt x="235632" y="45420"/>
                  <a:pt x="238828" y="54818"/>
                  <a:pt x="238828" y="67111"/>
                </a:cubicBezTo>
                <a:moveTo>
                  <a:pt x="221532" y="67111"/>
                </a:moveTo>
                <a:cubicBezTo>
                  <a:pt x="221532" y="49911"/>
                  <a:pt x="214897" y="41310"/>
                  <a:pt x="201627" y="41310"/>
                </a:cubicBezTo>
                <a:cubicBezTo>
                  <a:pt x="187833" y="41310"/>
                  <a:pt x="180936" y="49911"/>
                  <a:pt x="180936" y="67111"/>
                </a:cubicBezTo>
                <a:cubicBezTo>
                  <a:pt x="180936" y="75545"/>
                  <a:pt x="182625" y="82001"/>
                  <a:pt x="186002" y="86480"/>
                </a:cubicBezTo>
                <a:cubicBezTo>
                  <a:pt x="189379" y="90959"/>
                  <a:pt x="194277" y="93198"/>
                  <a:pt x="200698" y="93198"/>
                </a:cubicBezTo>
                <a:cubicBezTo>
                  <a:pt x="214587" y="93198"/>
                  <a:pt x="221532" y="84503"/>
                  <a:pt x="221532" y="67111"/>
                </a:cubicBezTo>
                <a:close/>
                <a:moveTo>
                  <a:pt x="304352" y="103919"/>
                </a:moveTo>
                <a:lnTo>
                  <a:pt x="304352" y="62975"/>
                </a:lnTo>
                <a:cubicBezTo>
                  <a:pt x="304352" y="55543"/>
                  <a:pt x="303197" y="50208"/>
                  <a:pt x="300886" y="46970"/>
                </a:cubicBezTo>
                <a:cubicBezTo>
                  <a:pt x="298575" y="43730"/>
                  <a:pt x="294918" y="42110"/>
                  <a:pt x="289915" y="42110"/>
                </a:cubicBezTo>
                <a:cubicBezTo>
                  <a:pt x="284531" y="42110"/>
                  <a:pt x="280302" y="44182"/>
                  <a:pt x="277229" y="48328"/>
                </a:cubicBezTo>
                <a:cubicBezTo>
                  <a:pt x="274156" y="52472"/>
                  <a:pt x="272619" y="58093"/>
                  <a:pt x="272619" y="65190"/>
                </a:cubicBezTo>
                <a:lnTo>
                  <a:pt x="272619" y="103919"/>
                </a:lnTo>
                <a:lnTo>
                  <a:pt x="256181" y="103919"/>
                </a:lnTo>
                <a:lnTo>
                  <a:pt x="256181" y="47472"/>
                </a:lnTo>
                <a:cubicBezTo>
                  <a:pt x="256181" y="41798"/>
                  <a:pt x="255966" y="36170"/>
                  <a:pt x="255538" y="30590"/>
                </a:cubicBezTo>
                <a:lnTo>
                  <a:pt x="271190" y="30590"/>
                </a:lnTo>
                <a:cubicBezTo>
                  <a:pt x="271714" y="37737"/>
                  <a:pt x="271976" y="42454"/>
                  <a:pt x="271976" y="44741"/>
                </a:cubicBezTo>
                <a:lnTo>
                  <a:pt x="272262" y="44741"/>
                </a:lnTo>
                <a:cubicBezTo>
                  <a:pt x="275078" y="39287"/>
                  <a:pt x="278346" y="35327"/>
                  <a:pt x="282067" y="32861"/>
                </a:cubicBezTo>
                <a:cubicBezTo>
                  <a:pt x="285789" y="30394"/>
                  <a:pt x="290585" y="29160"/>
                  <a:pt x="296455" y="29160"/>
                </a:cubicBezTo>
                <a:cubicBezTo>
                  <a:pt x="304614" y="29160"/>
                  <a:pt x="310734" y="31566"/>
                  <a:pt x="314814" y="36379"/>
                </a:cubicBezTo>
                <a:cubicBezTo>
                  <a:pt x="318894" y="41191"/>
                  <a:pt x="320934" y="48624"/>
                  <a:pt x="320934" y="58678"/>
                </a:cubicBezTo>
                <a:lnTo>
                  <a:pt x="320934" y="103919"/>
                </a:lnTo>
                <a:lnTo>
                  <a:pt x="304352" y="103919"/>
                </a:lnTo>
                <a:close/>
                <a:moveTo>
                  <a:pt x="363868" y="105205"/>
                </a:moveTo>
                <a:cubicBezTo>
                  <a:pt x="358139" y="105205"/>
                  <a:pt x="353614" y="103572"/>
                  <a:pt x="350295" y="100305"/>
                </a:cubicBezTo>
                <a:cubicBezTo>
                  <a:pt x="346978" y="97038"/>
                  <a:pt x="345319" y="92352"/>
                  <a:pt x="345319" y="86248"/>
                </a:cubicBezTo>
                <a:lnTo>
                  <a:pt x="345319" y="42539"/>
                </a:lnTo>
                <a:lnTo>
                  <a:pt x="334456" y="42539"/>
                </a:lnTo>
                <a:lnTo>
                  <a:pt x="334456" y="30590"/>
                </a:lnTo>
                <a:lnTo>
                  <a:pt x="345534" y="30590"/>
                </a:lnTo>
                <a:lnTo>
                  <a:pt x="350773" y="12865"/>
                </a:lnTo>
                <a:lnTo>
                  <a:pt x="361758" y="12865"/>
                </a:lnTo>
                <a:lnTo>
                  <a:pt x="361758" y="30590"/>
                </a:lnTo>
                <a:lnTo>
                  <a:pt x="379411" y="30590"/>
                </a:lnTo>
                <a:lnTo>
                  <a:pt x="379411" y="42539"/>
                </a:lnTo>
                <a:lnTo>
                  <a:pt x="361758" y="42539"/>
                </a:lnTo>
                <a:lnTo>
                  <a:pt x="361758" y="82098"/>
                </a:lnTo>
                <a:cubicBezTo>
                  <a:pt x="361758" y="89346"/>
                  <a:pt x="364831" y="92970"/>
                  <a:pt x="370977" y="92970"/>
                </a:cubicBezTo>
                <a:cubicBezTo>
                  <a:pt x="373884" y="92970"/>
                  <a:pt x="377005" y="92661"/>
                  <a:pt x="380340" y="92041"/>
                </a:cubicBezTo>
                <a:lnTo>
                  <a:pt x="380340" y="103059"/>
                </a:lnTo>
                <a:cubicBezTo>
                  <a:pt x="374898" y="104490"/>
                  <a:pt x="369407" y="105205"/>
                  <a:pt x="363868" y="105205"/>
                </a:cubicBezTo>
                <a:close/>
                <a:moveTo>
                  <a:pt x="395235" y="14093"/>
                </a:moveTo>
                <a:lnTo>
                  <a:pt x="395235" y="0"/>
                </a:lnTo>
                <a:lnTo>
                  <a:pt x="411601" y="0"/>
                </a:lnTo>
                <a:lnTo>
                  <a:pt x="411601" y="14093"/>
                </a:lnTo>
                <a:lnTo>
                  <a:pt x="395235" y="14093"/>
                </a:lnTo>
                <a:moveTo>
                  <a:pt x="395235" y="103919"/>
                </a:moveTo>
                <a:lnTo>
                  <a:pt x="395235" y="30590"/>
                </a:lnTo>
                <a:lnTo>
                  <a:pt x="411673" y="30590"/>
                </a:lnTo>
                <a:lnTo>
                  <a:pt x="411673" y="103919"/>
                </a:lnTo>
                <a:lnTo>
                  <a:pt x="395235" y="103919"/>
                </a:lnTo>
                <a:close/>
                <a:moveTo>
                  <a:pt x="481829" y="103919"/>
                </a:moveTo>
                <a:lnTo>
                  <a:pt x="481829" y="62975"/>
                </a:lnTo>
                <a:cubicBezTo>
                  <a:pt x="481829" y="55543"/>
                  <a:pt x="480673" y="50208"/>
                  <a:pt x="478362" y="46970"/>
                </a:cubicBezTo>
                <a:cubicBezTo>
                  <a:pt x="476052" y="43730"/>
                  <a:pt x="472395" y="42110"/>
                  <a:pt x="467392" y="42110"/>
                </a:cubicBezTo>
                <a:cubicBezTo>
                  <a:pt x="462008" y="42110"/>
                  <a:pt x="457779" y="44182"/>
                  <a:pt x="454706" y="48328"/>
                </a:cubicBezTo>
                <a:cubicBezTo>
                  <a:pt x="451632" y="52472"/>
                  <a:pt x="450096" y="58093"/>
                  <a:pt x="450096" y="65190"/>
                </a:cubicBezTo>
                <a:lnTo>
                  <a:pt x="450096" y="103919"/>
                </a:lnTo>
                <a:lnTo>
                  <a:pt x="433657" y="103919"/>
                </a:lnTo>
                <a:lnTo>
                  <a:pt x="433657" y="47472"/>
                </a:lnTo>
                <a:cubicBezTo>
                  <a:pt x="433657" y="41798"/>
                  <a:pt x="433443" y="36170"/>
                  <a:pt x="433014" y="30590"/>
                </a:cubicBezTo>
                <a:lnTo>
                  <a:pt x="448666" y="30590"/>
                </a:lnTo>
                <a:cubicBezTo>
                  <a:pt x="449190" y="37737"/>
                  <a:pt x="449452" y="42454"/>
                  <a:pt x="449452" y="44741"/>
                </a:cubicBezTo>
                <a:lnTo>
                  <a:pt x="449738" y="44741"/>
                </a:lnTo>
                <a:cubicBezTo>
                  <a:pt x="452554" y="39287"/>
                  <a:pt x="455822" y="35327"/>
                  <a:pt x="459543" y="32861"/>
                </a:cubicBezTo>
                <a:cubicBezTo>
                  <a:pt x="463266" y="30394"/>
                  <a:pt x="468062" y="29160"/>
                  <a:pt x="473931" y="29160"/>
                </a:cubicBezTo>
                <a:cubicBezTo>
                  <a:pt x="482091" y="29160"/>
                  <a:pt x="488211" y="31566"/>
                  <a:pt x="492290" y="36379"/>
                </a:cubicBezTo>
                <a:cubicBezTo>
                  <a:pt x="496370" y="41191"/>
                  <a:pt x="498410" y="48624"/>
                  <a:pt x="498410" y="58678"/>
                </a:cubicBezTo>
                <a:lnTo>
                  <a:pt x="498410" y="103919"/>
                </a:lnTo>
                <a:lnTo>
                  <a:pt x="481829" y="103919"/>
                </a:lnTo>
                <a:close/>
                <a:moveTo>
                  <a:pt x="535089" y="30590"/>
                </a:moveTo>
                <a:lnTo>
                  <a:pt x="535089" y="71589"/>
                </a:lnTo>
                <a:cubicBezTo>
                  <a:pt x="535089" y="79031"/>
                  <a:pt x="536258" y="84374"/>
                  <a:pt x="538597" y="87619"/>
                </a:cubicBezTo>
                <a:cubicBezTo>
                  <a:pt x="540938" y="90862"/>
                  <a:pt x="544591" y="92483"/>
                  <a:pt x="549557" y="92483"/>
                </a:cubicBezTo>
                <a:cubicBezTo>
                  <a:pt x="554907" y="92483"/>
                  <a:pt x="559157" y="90444"/>
                  <a:pt x="562308" y="86366"/>
                </a:cubicBezTo>
                <a:cubicBezTo>
                  <a:pt x="565460" y="82288"/>
                  <a:pt x="567036" y="76599"/>
                  <a:pt x="567036" y="69300"/>
                </a:cubicBezTo>
                <a:lnTo>
                  <a:pt x="567036" y="30590"/>
                </a:lnTo>
                <a:lnTo>
                  <a:pt x="583475" y="30590"/>
                </a:lnTo>
                <a:lnTo>
                  <a:pt x="583475" y="86965"/>
                </a:lnTo>
                <a:cubicBezTo>
                  <a:pt x="583475" y="92687"/>
                  <a:pt x="583689" y="98338"/>
                  <a:pt x="584118" y="103919"/>
                </a:cubicBezTo>
                <a:lnTo>
                  <a:pt x="568466" y="103919"/>
                </a:lnTo>
                <a:cubicBezTo>
                  <a:pt x="567942" y="96676"/>
                  <a:pt x="567679" y="91959"/>
                  <a:pt x="567679" y="89768"/>
                </a:cubicBezTo>
                <a:lnTo>
                  <a:pt x="567394" y="89768"/>
                </a:lnTo>
                <a:cubicBezTo>
                  <a:pt x="564530" y="95390"/>
                  <a:pt x="561225" y="99392"/>
                  <a:pt x="557479" y="101775"/>
                </a:cubicBezTo>
                <a:cubicBezTo>
                  <a:pt x="553734" y="104157"/>
                  <a:pt x="548927" y="105348"/>
                  <a:pt x="543058" y="105348"/>
                </a:cubicBezTo>
                <a:cubicBezTo>
                  <a:pt x="534946" y="105348"/>
                  <a:pt x="528850" y="102928"/>
                  <a:pt x="524770" y="98087"/>
                </a:cubicBezTo>
                <a:cubicBezTo>
                  <a:pt x="520690" y="93247"/>
                  <a:pt x="518650" y="85818"/>
                  <a:pt x="518650" y="75802"/>
                </a:cubicBezTo>
                <a:lnTo>
                  <a:pt x="518650" y="30590"/>
                </a:lnTo>
                <a:lnTo>
                  <a:pt x="535089" y="30590"/>
                </a:lnTo>
                <a:close/>
                <a:moveTo>
                  <a:pt x="618367" y="70412"/>
                </a:moveTo>
                <a:cubicBezTo>
                  <a:pt x="618605" y="77884"/>
                  <a:pt x="620256" y="83631"/>
                  <a:pt x="623319" y="87652"/>
                </a:cubicBezTo>
                <a:cubicBezTo>
                  <a:pt x="626383" y="91674"/>
                  <a:pt x="630576" y="93685"/>
                  <a:pt x="635897" y="93685"/>
                </a:cubicBezTo>
                <a:cubicBezTo>
                  <a:pt x="639507" y="93685"/>
                  <a:pt x="642724" y="92775"/>
                  <a:pt x="645551" y="90956"/>
                </a:cubicBezTo>
                <a:cubicBezTo>
                  <a:pt x="648378" y="89136"/>
                  <a:pt x="650932" y="86072"/>
                  <a:pt x="653211" y="81763"/>
                </a:cubicBezTo>
                <a:lnTo>
                  <a:pt x="666110" y="87999"/>
                </a:lnTo>
                <a:cubicBezTo>
                  <a:pt x="663301" y="92540"/>
                  <a:pt x="660493" y="95981"/>
                  <a:pt x="657685" y="98322"/>
                </a:cubicBezTo>
                <a:cubicBezTo>
                  <a:pt x="654877" y="100664"/>
                  <a:pt x="651605" y="102420"/>
                  <a:pt x="647869" y="103590"/>
                </a:cubicBezTo>
                <a:cubicBezTo>
                  <a:pt x="644133" y="104762"/>
                  <a:pt x="639695" y="105348"/>
                  <a:pt x="634555" y="105348"/>
                </a:cubicBezTo>
                <a:cubicBezTo>
                  <a:pt x="623845" y="105348"/>
                  <a:pt x="615586" y="101977"/>
                  <a:pt x="609779" y="95235"/>
                </a:cubicBezTo>
                <a:cubicBezTo>
                  <a:pt x="603974" y="88493"/>
                  <a:pt x="601071" y="79023"/>
                  <a:pt x="601071" y="66825"/>
                </a:cubicBezTo>
                <a:cubicBezTo>
                  <a:pt x="601071" y="54532"/>
                  <a:pt x="604120" y="45182"/>
                  <a:pt x="610219" y="38773"/>
                </a:cubicBezTo>
                <a:cubicBezTo>
                  <a:pt x="616318" y="32364"/>
                  <a:pt x="624633" y="29160"/>
                  <a:pt x="635163" y="29160"/>
                </a:cubicBezTo>
                <a:cubicBezTo>
                  <a:pt x="645597" y="29160"/>
                  <a:pt x="653578" y="32580"/>
                  <a:pt x="659105" y="39421"/>
                </a:cubicBezTo>
                <a:cubicBezTo>
                  <a:pt x="664633" y="46260"/>
                  <a:pt x="667396" y="55923"/>
                  <a:pt x="667396" y="68411"/>
                </a:cubicBezTo>
                <a:lnTo>
                  <a:pt x="667396" y="70412"/>
                </a:lnTo>
                <a:lnTo>
                  <a:pt x="618367" y="70412"/>
                </a:lnTo>
                <a:moveTo>
                  <a:pt x="634591" y="40537"/>
                </a:moveTo>
                <a:cubicBezTo>
                  <a:pt x="629799" y="40537"/>
                  <a:pt x="625980" y="42252"/>
                  <a:pt x="623133" y="45681"/>
                </a:cubicBezTo>
                <a:cubicBezTo>
                  <a:pt x="620288" y="49109"/>
                  <a:pt x="618747" y="53846"/>
                  <a:pt x="618510" y="59893"/>
                </a:cubicBezTo>
                <a:lnTo>
                  <a:pt x="650243" y="59893"/>
                </a:lnTo>
                <a:cubicBezTo>
                  <a:pt x="649768" y="53417"/>
                  <a:pt x="648297" y="48573"/>
                  <a:pt x="645830" y="45360"/>
                </a:cubicBezTo>
                <a:cubicBezTo>
                  <a:pt x="643364" y="42145"/>
                  <a:pt x="639618" y="40537"/>
                  <a:pt x="634591" y="40537"/>
                </a:cubicBezTo>
                <a:close/>
                <a:moveTo>
                  <a:pt x="720284" y="65932"/>
                </a:moveTo>
                <a:cubicBezTo>
                  <a:pt x="720284" y="52440"/>
                  <a:pt x="722166" y="40785"/>
                  <a:pt x="725931" y="30965"/>
                </a:cubicBezTo>
                <a:cubicBezTo>
                  <a:pt x="729695" y="21144"/>
                  <a:pt x="735698" y="10822"/>
                  <a:pt x="743941" y="0"/>
                </a:cubicBezTo>
                <a:lnTo>
                  <a:pt x="759736" y="0"/>
                </a:lnTo>
                <a:cubicBezTo>
                  <a:pt x="751350" y="11155"/>
                  <a:pt x="745275" y="21680"/>
                  <a:pt x="741511" y="31572"/>
                </a:cubicBezTo>
                <a:cubicBezTo>
                  <a:pt x="737747" y="41464"/>
                  <a:pt x="735865" y="52964"/>
                  <a:pt x="735865" y="66075"/>
                </a:cubicBezTo>
                <a:cubicBezTo>
                  <a:pt x="735865" y="79138"/>
                  <a:pt x="737735" y="90627"/>
                  <a:pt x="741475" y="100542"/>
                </a:cubicBezTo>
                <a:cubicBezTo>
                  <a:pt x="745216" y="110458"/>
                  <a:pt x="751303" y="121018"/>
                  <a:pt x="759736" y="132221"/>
                </a:cubicBezTo>
                <a:lnTo>
                  <a:pt x="743941" y="132221"/>
                </a:lnTo>
                <a:cubicBezTo>
                  <a:pt x="735603" y="121304"/>
                  <a:pt x="729576" y="110875"/>
                  <a:pt x="725859" y="100935"/>
                </a:cubicBezTo>
                <a:cubicBezTo>
                  <a:pt x="722143" y="90996"/>
                  <a:pt x="720284" y="79328"/>
                  <a:pt x="720284" y="65932"/>
                </a:cubicBezTo>
                <a:close/>
                <a:moveTo>
                  <a:pt x="773973" y="103919"/>
                </a:moveTo>
                <a:lnTo>
                  <a:pt x="773973" y="0"/>
                </a:lnTo>
                <a:lnTo>
                  <a:pt x="790412" y="0"/>
                </a:lnTo>
                <a:lnTo>
                  <a:pt x="790412" y="103919"/>
                </a:lnTo>
                <a:lnTo>
                  <a:pt x="773973" y="103919"/>
                </a:lnTo>
                <a:close/>
                <a:moveTo>
                  <a:pt x="835267" y="93770"/>
                </a:moveTo>
                <a:cubicBezTo>
                  <a:pt x="840365" y="93770"/>
                  <a:pt x="844391" y="91991"/>
                  <a:pt x="847345" y="88432"/>
                </a:cubicBezTo>
                <a:cubicBezTo>
                  <a:pt x="850300" y="84872"/>
                  <a:pt x="851777" y="80296"/>
                  <a:pt x="851777" y="74705"/>
                </a:cubicBezTo>
                <a:lnTo>
                  <a:pt x="851777" y="68040"/>
                </a:lnTo>
                <a:lnTo>
                  <a:pt x="843986" y="68326"/>
                </a:lnTo>
                <a:cubicBezTo>
                  <a:pt x="836982" y="68661"/>
                  <a:pt x="831943" y="69904"/>
                  <a:pt x="828870" y="72054"/>
                </a:cubicBezTo>
                <a:cubicBezTo>
                  <a:pt x="825797" y="74204"/>
                  <a:pt x="824260" y="77573"/>
                  <a:pt x="824260" y="82160"/>
                </a:cubicBezTo>
                <a:cubicBezTo>
                  <a:pt x="824260" y="89900"/>
                  <a:pt x="827929" y="93770"/>
                  <a:pt x="835267" y="93770"/>
                </a:cubicBezTo>
                <a:moveTo>
                  <a:pt x="868143" y="103919"/>
                </a:moveTo>
                <a:lnTo>
                  <a:pt x="852277" y="103919"/>
                </a:lnTo>
                <a:lnTo>
                  <a:pt x="851705" y="92341"/>
                </a:lnTo>
                <a:cubicBezTo>
                  <a:pt x="849271" y="97105"/>
                  <a:pt x="846335" y="100464"/>
                  <a:pt x="842899" y="102418"/>
                </a:cubicBezTo>
                <a:cubicBezTo>
                  <a:pt x="839464" y="104371"/>
                  <a:pt x="835241" y="105348"/>
                  <a:pt x="830230" y="105348"/>
                </a:cubicBezTo>
                <a:cubicBezTo>
                  <a:pt x="822690" y="105348"/>
                  <a:pt x="816927" y="103392"/>
                  <a:pt x="812941" y="99479"/>
                </a:cubicBezTo>
                <a:cubicBezTo>
                  <a:pt x="808957" y="95566"/>
                  <a:pt x="806964" y="90126"/>
                  <a:pt x="806964" y="83159"/>
                </a:cubicBezTo>
                <a:cubicBezTo>
                  <a:pt x="806964" y="75523"/>
                  <a:pt x="809685" y="69678"/>
                  <a:pt x="815125" y="65622"/>
                </a:cubicBezTo>
                <a:cubicBezTo>
                  <a:pt x="820566" y="61566"/>
                  <a:pt x="828584" y="59370"/>
                  <a:pt x="839178" y="59035"/>
                </a:cubicBezTo>
                <a:lnTo>
                  <a:pt x="851705" y="58606"/>
                </a:lnTo>
                <a:lnTo>
                  <a:pt x="851705" y="56330"/>
                </a:lnTo>
                <a:cubicBezTo>
                  <a:pt x="851705" y="50686"/>
                  <a:pt x="850786" y="46595"/>
                  <a:pt x="848949" y="44057"/>
                </a:cubicBezTo>
                <a:cubicBezTo>
                  <a:pt x="847112" y="41520"/>
                  <a:pt x="843997" y="40252"/>
                  <a:pt x="839604" y="40252"/>
                </a:cubicBezTo>
                <a:cubicBezTo>
                  <a:pt x="835739" y="40252"/>
                  <a:pt x="832887" y="40977"/>
                  <a:pt x="831048" y="42429"/>
                </a:cubicBezTo>
                <a:cubicBezTo>
                  <a:pt x="829210" y="43879"/>
                  <a:pt x="827958" y="46127"/>
                  <a:pt x="827291" y="49172"/>
                </a:cubicBezTo>
                <a:lnTo>
                  <a:pt x="811396" y="46671"/>
                </a:lnTo>
                <a:cubicBezTo>
                  <a:pt x="812826" y="40429"/>
                  <a:pt x="815820" y="35950"/>
                  <a:pt x="820376" y="33234"/>
                </a:cubicBezTo>
                <a:cubicBezTo>
                  <a:pt x="824933" y="30518"/>
                  <a:pt x="831409" y="29160"/>
                  <a:pt x="839805" y="29160"/>
                </a:cubicBezTo>
                <a:cubicBezTo>
                  <a:pt x="849585" y="29160"/>
                  <a:pt x="856753" y="31471"/>
                  <a:pt x="861309" y="36093"/>
                </a:cubicBezTo>
                <a:cubicBezTo>
                  <a:pt x="865865" y="40715"/>
                  <a:pt x="868143" y="47886"/>
                  <a:pt x="868143" y="57606"/>
                </a:cubicBezTo>
                <a:lnTo>
                  <a:pt x="868143" y="103919"/>
                </a:lnTo>
                <a:close/>
                <a:moveTo>
                  <a:pt x="960284" y="66861"/>
                </a:moveTo>
                <a:cubicBezTo>
                  <a:pt x="960284" y="79023"/>
                  <a:pt x="957536" y="88454"/>
                  <a:pt x="952040" y="95155"/>
                </a:cubicBezTo>
                <a:cubicBezTo>
                  <a:pt x="946544" y="101855"/>
                  <a:pt x="938776" y="105205"/>
                  <a:pt x="928734" y="105205"/>
                </a:cubicBezTo>
                <a:cubicBezTo>
                  <a:pt x="917933" y="105205"/>
                  <a:pt x="910296" y="100774"/>
                  <a:pt x="905823" y="91912"/>
                </a:cubicBezTo>
                <a:lnTo>
                  <a:pt x="905537" y="91912"/>
                </a:lnTo>
                <a:cubicBezTo>
                  <a:pt x="905537" y="95914"/>
                  <a:pt x="905251" y="99916"/>
                  <a:pt x="904679" y="103919"/>
                </a:cubicBezTo>
                <a:lnTo>
                  <a:pt x="888670" y="103919"/>
                </a:lnTo>
                <a:cubicBezTo>
                  <a:pt x="889099" y="99488"/>
                  <a:pt x="889313" y="94032"/>
                  <a:pt x="889313" y="87552"/>
                </a:cubicBezTo>
                <a:lnTo>
                  <a:pt x="889313" y="0"/>
                </a:lnTo>
                <a:lnTo>
                  <a:pt x="905752" y="0"/>
                </a:lnTo>
                <a:lnTo>
                  <a:pt x="905752" y="31662"/>
                </a:lnTo>
                <a:cubicBezTo>
                  <a:pt x="905752" y="33568"/>
                  <a:pt x="905728" y="35462"/>
                  <a:pt x="905680" y="37344"/>
                </a:cubicBezTo>
                <a:cubicBezTo>
                  <a:pt x="905632" y="39226"/>
                  <a:pt x="905561" y="41072"/>
                  <a:pt x="905466" y="42883"/>
                </a:cubicBezTo>
                <a:lnTo>
                  <a:pt x="905752" y="42883"/>
                </a:lnTo>
                <a:cubicBezTo>
                  <a:pt x="907988" y="38429"/>
                  <a:pt x="911009" y="35005"/>
                  <a:pt x="914815" y="32611"/>
                </a:cubicBezTo>
                <a:cubicBezTo>
                  <a:pt x="918622" y="30215"/>
                  <a:pt x="923619" y="29017"/>
                  <a:pt x="929806" y="29017"/>
                </a:cubicBezTo>
                <a:cubicBezTo>
                  <a:pt x="939560" y="29017"/>
                  <a:pt x="947078" y="32296"/>
                  <a:pt x="952360" y="38853"/>
                </a:cubicBezTo>
                <a:cubicBezTo>
                  <a:pt x="957642" y="45411"/>
                  <a:pt x="960284" y="54747"/>
                  <a:pt x="960284" y="66861"/>
                </a:cubicBezTo>
                <a:moveTo>
                  <a:pt x="943131" y="66854"/>
                </a:moveTo>
                <a:cubicBezTo>
                  <a:pt x="943131" y="49634"/>
                  <a:pt x="937091" y="41024"/>
                  <a:pt x="925011" y="41024"/>
                </a:cubicBezTo>
                <a:cubicBezTo>
                  <a:pt x="918592" y="41024"/>
                  <a:pt x="913729" y="43291"/>
                  <a:pt x="910424" y="47823"/>
                </a:cubicBezTo>
                <a:cubicBezTo>
                  <a:pt x="907118" y="52354"/>
                  <a:pt x="905466" y="58888"/>
                  <a:pt x="905466" y="67426"/>
                </a:cubicBezTo>
                <a:cubicBezTo>
                  <a:pt x="905466" y="75773"/>
                  <a:pt x="907083" y="82166"/>
                  <a:pt x="910317" y="86603"/>
                </a:cubicBezTo>
                <a:cubicBezTo>
                  <a:pt x="913551" y="91038"/>
                  <a:pt x="918402" y="93256"/>
                  <a:pt x="924870" y="93256"/>
                </a:cubicBezTo>
                <a:cubicBezTo>
                  <a:pt x="937044" y="93256"/>
                  <a:pt x="943131" y="84456"/>
                  <a:pt x="943131" y="66854"/>
                </a:cubicBezTo>
                <a:close/>
                <a:moveTo>
                  <a:pt x="989788" y="70412"/>
                </a:moveTo>
                <a:cubicBezTo>
                  <a:pt x="990026" y="77884"/>
                  <a:pt x="991676" y="83631"/>
                  <a:pt x="994739" y="87652"/>
                </a:cubicBezTo>
                <a:cubicBezTo>
                  <a:pt x="997804" y="91674"/>
                  <a:pt x="1001997" y="93685"/>
                  <a:pt x="1007318" y="93685"/>
                </a:cubicBezTo>
                <a:cubicBezTo>
                  <a:pt x="1010927" y="93685"/>
                  <a:pt x="1014145" y="92775"/>
                  <a:pt x="1016971" y="90956"/>
                </a:cubicBezTo>
                <a:cubicBezTo>
                  <a:pt x="1019799" y="89136"/>
                  <a:pt x="1022352" y="86072"/>
                  <a:pt x="1024632" y="81763"/>
                </a:cubicBezTo>
                <a:lnTo>
                  <a:pt x="1037530" y="87999"/>
                </a:lnTo>
                <a:cubicBezTo>
                  <a:pt x="1034722" y="92540"/>
                  <a:pt x="1031914" y="95981"/>
                  <a:pt x="1029106" y="98322"/>
                </a:cubicBezTo>
                <a:cubicBezTo>
                  <a:pt x="1026297" y="100664"/>
                  <a:pt x="1023025" y="102420"/>
                  <a:pt x="1019290" y="103590"/>
                </a:cubicBezTo>
                <a:cubicBezTo>
                  <a:pt x="1015554" y="104762"/>
                  <a:pt x="1011116" y="105348"/>
                  <a:pt x="1005976" y="105348"/>
                </a:cubicBezTo>
                <a:cubicBezTo>
                  <a:pt x="995266" y="105348"/>
                  <a:pt x="987007" y="101977"/>
                  <a:pt x="981200" y="95235"/>
                </a:cubicBezTo>
                <a:cubicBezTo>
                  <a:pt x="975394" y="88493"/>
                  <a:pt x="972492" y="79023"/>
                  <a:pt x="972492" y="66825"/>
                </a:cubicBezTo>
                <a:cubicBezTo>
                  <a:pt x="972492" y="54532"/>
                  <a:pt x="975541" y="45182"/>
                  <a:pt x="981640" y="38773"/>
                </a:cubicBezTo>
                <a:cubicBezTo>
                  <a:pt x="987739" y="32364"/>
                  <a:pt x="996053" y="29160"/>
                  <a:pt x="1006583" y="29160"/>
                </a:cubicBezTo>
                <a:cubicBezTo>
                  <a:pt x="1017018" y="29160"/>
                  <a:pt x="1024999" y="32580"/>
                  <a:pt x="1030526" y="39421"/>
                </a:cubicBezTo>
                <a:cubicBezTo>
                  <a:pt x="1036053" y="46260"/>
                  <a:pt x="1038817" y="55923"/>
                  <a:pt x="1038817" y="68411"/>
                </a:cubicBezTo>
                <a:lnTo>
                  <a:pt x="1038817" y="70412"/>
                </a:lnTo>
                <a:lnTo>
                  <a:pt x="989788" y="70412"/>
                </a:lnTo>
                <a:moveTo>
                  <a:pt x="1006012" y="40537"/>
                </a:moveTo>
                <a:cubicBezTo>
                  <a:pt x="1001220" y="40537"/>
                  <a:pt x="997401" y="42252"/>
                  <a:pt x="994554" y="45681"/>
                </a:cubicBezTo>
                <a:cubicBezTo>
                  <a:pt x="991708" y="49109"/>
                  <a:pt x="990167" y="53846"/>
                  <a:pt x="989931" y="59893"/>
                </a:cubicBezTo>
                <a:lnTo>
                  <a:pt x="1021664" y="59893"/>
                </a:lnTo>
                <a:cubicBezTo>
                  <a:pt x="1021189" y="53417"/>
                  <a:pt x="1019718" y="48573"/>
                  <a:pt x="1017250" y="45360"/>
                </a:cubicBezTo>
                <a:cubicBezTo>
                  <a:pt x="1014785" y="42145"/>
                  <a:pt x="1011038" y="40537"/>
                  <a:pt x="1006012" y="40537"/>
                </a:cubicBezTo>
                <a:close/>
                <a:moveTo>
                  <a:pt x="1055741" y="103919"/>
                </a:moveTo>
                <a:lnTo>
                  <a:pt x="1055741" y="0"/>
                </a:lnTo>
                <a:lnTo>
                  <a:pt x="1072179" y="0"/>
                </a:lnTo>
                <a:lnTo>
                  <a:pt x="1072179" y="103919"/>
                </a:lnTo>
                <a:lnTo>
                  <a:pt x="1055741" y="103919"/>
                </a:lnTo>
                <a:close/>
                <a:moveTo>
                  <a:pt x="1125325" y="66146"/>
                </a:moveTo>
                <a:cubicBezTo>
                  <a:pt x="1125325" y="79447"/>
                  <a:pt x="1123502" y="90972"/>
                  <a:pt x="1119857" y="100720"/>
                </a:cubicBezTo>
                <a:cubicBezTo>
                  <a:pt x="1116212" y="110470"/>
                  <a:pt x="1110149" y="120971"/>
                  <a:pt x="1101668" y="132221"/>
                </a:cubicBezTo>
                <a:lnTo>
                  <a:pt x="1085873" y="132221"/>
                </a:lnTo>
                <a:cubicBezTo>
                  <a:pt x="1094449" y="120732"/>
                  <a:pt x="1100572" y="110077"/>
                  <a:pt x="1104241" y="100256"/>
                </a:cubicBezTo>
                <a:cubicBezTo>
                  <a:pt x="1107910" y="90436"/>
                  <a:pt x="1109744" y="79066"/>
                  <a:pt x="1109744" y="66146"/>
                </a:cubicBezTo>
                <a:cubicBezTo>
                  <a:pt x="1109744" y="53227"/>
                  <a:pt x="1107910" y="41857"/>
                  <a:pt x="1104241" y="32037"/>
                </a:cubicBezTo>
                <a:cubicBezTo>
                  <a:pt x="1100572" y="22216"/>
                  <a:pt x="1094449" y="11537"/>
                  <a:pt x="1085873" y="0"/>
                </a:cubicBezTo>
                <a:lnTo>
                  <a:pt x="1101668" y="0"/>
                </a:lnTo>
                <a:cubicBezTo>
                  <a:pt x="1110244" y="11394"/>
                  <a:pt x="1116331" y="21977"/>
                  <a:pt x="1119929" y="31751"/>
                </a:cubicBezTo>
                <a:cubicBezTo>
                  <a:pt x="1123526" y="41523"/>
                  <a:pt x="1125325" y="52988"/>
                  <a:pt x="1125325" y="661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2b55778f54d2c"/>
          <a:stretch xmlns:a="http://schemas.openxmlformats.org/drawingml/2006/main"/>
        </p:blipFill>
        <p:spPr>
          <a:xfrm xmlns:a="http://schemas.openxmlformats.org/drawingml/2006/main">
            <a:off x="6281083" y="219631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01" name="Text ✅">
            <a:extLst xmlns:a="http://schemas.openxmlformats.org/drawingml/2006/main">
              <a:ext uri="{FF2B5EF4-FFF2-40B4-BE49-F238E27FC236}">
                <a16:creationId xmlns:a16="http://schemas.microsoft.com/office/drawing/2014/main" id="{58F2E9F8-1987-40B7-AF69-400E6042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864" y="219630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83944-21A9-4AA5-BEDE-18C3E620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92" y="153186"/>
            <a:ext cx="3559832" cy="559345"/>
          </a:xfrm>
          <a:custGeom xmlns:a="http://schemas.openxmlformats.org/drawingml/2006/main">
            <a:pathLst>
              <a:path w="3559832" h="559345" fill="none">
                <a:moveTo>
                  <a:pt x="0" y="0"/>
                </a:moveTo>
                <a:lnTo>
                  <a:pt x="3559832" y="0"/>
                </a:lnTo>
                <a:lnTo>
                  <a:pt x="3559832" y="559345"/>
                </a:lnTo>
                <a:lnTo>
                  <a:pt x="0" y="55934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37" cap="flat">
            <a:solidFill>
              <a:srgbClr val="172C51"/>
            </a:solidFill>
            <a:miter/>
          </a:ln>
        </p:spPr>
      </p:sp>
      <p:pic>
        <p:nvPicPr>
          <p:cNvPr id="4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864f193734538"/>
          <a:stretch xmlns:a="http://schemas.openxmlformats.org/drawingml/2006/main"/>
        </p:blipFill>
        <p:spPr>
          <a:xfrm xmlns:a="http://schemas.openxmlformats.org/drawingml/2006/main">
            <a:off x="10908119" y="5535883"/>
            <a:ext cx="585490" cy="585490"/>
          </a:xfrm>
          <a:prstGeom xmlns:a="http://schemas.openxmlformats.org/drawingml/2006/main" prst="rect">
            <a:avLst/>
          </a:prstGeom>
        </p:spPr>
      </p:pic>
      <p:sp>
        <p:nvSpPr>
          <p:cNvPr id="204" name="Text &quot;">
            <a:extLst xmlns:a="http://schemas.openxmlformats.org/drawingml/2006/main">
              <a:ext uri="{FF2B5EF4-FFF2-40B4-BE49-F238E27FC236}">
                <a16:creationId xmlns:a16="http://schemas.microsoft.com/office/drawing/2014/main" id="{7C4B9193-1FF0-4628-B868-4DAB7F8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387" y="5535883"/>
            <a:ext cx="585490" cy="585490"/>
          </a:xfrm>
          <a:custGeom xmlns:a="http://schemas.openxmlformats.org/drawingml/2006/main">
            <a:pathLst>
              <a:path w="585490" h="585490">
                <a:moveTo>
                  <a:pt x="0" y="585490"/>
                </a:moveTo>
                <a:lnTo>
                  <a:pt x="0" y="585490"/>
                </a:lnTo>
                <a:moveTo>
                  <a:pt x="585490" y="0"/>
                </a:moveTo>
                <a:lnTo>
                  <a:pt x="58549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8defremove_spaces_inplace(str1):">
            <a:extLst xmlns:a="http://schemas.openxmlformats.org/drawingml/2006/main">
              <a:ext uri="{FF2B5EF4-FFF2-40B4-BE49-F238E27FC236}">
                <a16:creationId xmlns:a16="http://schemas.microsoft.com/office/drawing/2014/main" id="{75A63BD3-B03F-4B5F-BDFE-1C377FF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086" y="2466459"/>
            <a:ext cx="2236866" cy="139583"/>
          </a:xfrm>
          <a:custGeom xmlns:a="http://schemas.openxmlformats.org/drawingml/2006/main">
            <a:pathLst>
              <a:path w="2236866" h="139583">
                <a:moveTo>
                  <a:pt x="21356" y="54418"/>
                </a:moveTo>
                <a:cubicBezTo>
                  <a:pt x="9477" y="48886"/>
                  <a:pt x="3538" y="40867"/>
                  <a:pt x="3538" y="30361"/>
                </a:cubicBezTo>
                <a:cubicBezTo>
                  <a:pt x="3538" y="23028"/>
                  <a:pt x="6325" y="17057"/>
                  <a:pt x="11900" y="12447"/>
                </a:cubicBezTo>
                <a:cubicBezTo>
                  <a:pt x="17475" y="7837"/>
                  <a:pt x="24593" y="5532"/>
                  <a:pt x="33255" y="5532"/>
                </a:cubicBezTo>
                <a:cubicBezTo>
                  <a:pt x="41189" y="5532"/>
                  <a:pt x="47728" y="7697"/>
                  <a:pt x="52874" y="12029"/>
                </a:cubicBezTo>
                <a:cubicBezTo>
                  <a:pt x="58020" y="16360"/>
                  <a:pt x="60593" y="21956"/>
                  <a:pt x="60593" y="28817"/>
                </a:cubicBezTo>
                <a:cubicBezTo>
                  <a:pt x="60593" y="39881"/>
                  <a:pt x="54397" y="48393"/>
                  <a:pt x="42003" y="54354"/>
                </a:cubicBezTo>
                <a:lnTo>
                  <a:pt x="42003" y="54611"/>
                </a:lnTo>
                <a:cubicBezTo>
                  <a:pt x="56541" y="59843"/>
                  <a:pt x="63809" y="68762"/>
                  <a:pt x="63809" y="81370"/>
                </a:cubicBezTo>
                <a:cubicBezTo>
                  <a:pt x="63809" y="89646"/>
                  <a:pt x="60818" y="96239"/>
                  <a:pt x="54836" y="101149"/>
                </a:cubicBezTo>
                <a:cubicBezTo>
                  <a:pt x="48854" y="106059"/>
                  <a:pt x="40503" y="108514"/>
                  <a:pt x="29782" y="108514"/>
                </a:cubicBezTo>
                <a:cubicBezTo>
                  <a:pt x="20991" y="108514"/>
                  <a:pt x="13830" y="106092"/>
                  <a:pt x="8298" y="101246"/>
                </a:cubicBezTo>
                <a:cubicBezTo>
                  <a:pt x="2766" y="96400"/>
                  <a:pt x="0" y="90118"/>
                  <a:pt x="0" y="82399"/>
                </a:cubicBezTo>
                <a:cubicBezTo>
                  <a:pt x="0" y="69706"/>
                  <a:pt x="7119" y="60464"/>
                  <a:pt x="21356" y="54675"/>
                </a:cubicBezTo>
                <a:lnTo>
                  <a:pt x="21356" y="54418"/>
                </a:lnTo>
                <a:moveTo>
                  <a:pt x="47857" y="30297"/>
                </a:moveTo>
                <a:cubicBezTo>
                  <a:pt x="47857" y="25837"/>
                  <a:pt x="46463" y="22320"/>
                  <a:pt x="43676" y="19747"/>
                </a:cubicBezTo>
                <a:cubicBezTo>
                  <a:pt x="40889" y="17174"/>
                  <a:pt x="37115" y="15888"/>
                  <a:pt x="32355" y="15888"/>
                </a:cubicBezTo>
                <a:cubicBezTo>
                  <a:pt x="27895" y="15888"/>
                  <a:pt x="24100" y="17228"/>
                  <a:pt x="20970" y="19908"/>
                </a:cubicBezTo>
                <a:cubicBezTo>
                  <a:pt x="17839" y="22588"/>
                  <a:pt x="16274" y="26008"/>
                  <a:pt x="16274" y="30168"/>
                </a:cubicBezTo>
                <a:cubicBezTo>
                  <a:pt x="16274" y="38487"/>
                  <a:pt x="21484" y="44812"/>
                  <a:pt x="31905" y="49143"/>
                </a:cubicBezTo>
                <a:cubicBezTo>
                  <a:pt x="42540" y="44727"/>
                  <a:pt x="47857" y="38444"/>
                  <a:pt x="47857" y="30297"/>
                </a:cubicBezTo>
                <a:moveTo>
                  <a:pt x="31133" y="60400"/>
                </a:moveTo>
                <a:cubicBezTo>
                  <a:pt x="18825" y="65375"/>
                  <a:pt x="12672" y="72493"/>
                  <a:pt x="12672" y="81756"/>
                </a:cubicBezTo>
                <a:cubicBezTo>
                  <a:pt x="12672" y="86559"/>
                  <a:pt x="14473" y="90504"/>
                  <a:pt x="18075" y="93591"/>
                </a:cubicBezTo>
                <a:cubicBezTo>
                  <a:pt x="21677" y="96679"/>
                  <a:pt x="26373" y="98223"/>
                  <a:pt x="32162" y="98223"/>
                </a:cubicBezTo>
                <a:cubicBezTo>
                  <a:pt x="37780" y="98223"/>
                  <a:pt x="42347" y="96690"/>
                  <a:pt x="45863" y="93623"/>
                </a:cubicBezTo>
                <a:cubicBezTo>
                  <a:pt x="49379" y="90557"/>
                  <a:pt x="51137" y="86730"/>
                  <a:pt x="51137" y="82142"/>
                </a:cubicBezTo>
                <a:cubicBezTo>
                  <a:pt x="51137" y="72493"/>
                  <a:pt x="44469" y="65246"/>
                  <a:pt x="31133" y="60400"/>
                </a:cubicBezTo>
                <a:close/>
                <a:moveTo>
                  <a:pt x="258302" y="106842"/>
                </a:moveTo>
                <a:lnTo>
                  <a:pt x="245694" y="106842"/>
                </a:lnTo>
                <a:lnTo>
                  <a:pt x="245694" y="95006"/>
                </a:lnTo>
                <a:lnTo>
                  <a:pt x="245437" y="95006"/>
                </a:lnTo>
                <a:cubicBezTo>
                  <a:pt x="240248" y="104012"/>
                  <a:pt x="232186" y="108514"/>
                  <a:pt x="221251" y="108514"/>
                </a:cubicBezTo>
                <a:cubicBezTo>
                  <a:pt x="212246" y="108514"/>
                  <a:pt x="205084" y="105309"/>
                  <a:pt x="199767" y="98898"/>
                </a:cubicBezTo>
                <a:cubicBezTo>
                  <a:pt x="194449" y="92487"/>
                  <a:pt x="191791" y="83835"/>
                  <a:pt x="191791" y="72943"/>
                </a:cubicBezTo>
                <a:cubicBezTo>
                  <a:pt x="191791" y="61193"/>
                  <a:pt x="194792" y="51770"/>
                  <a:pt x="200796" y="44673"/>
                </a:cubicBezTo>
                <a:cubicBezTo>
                  <a:pt x="206800" y="37576"/>
                  <a:pt x="214647" y="34027"/>
                  <a:pt x="224339" y="34027"/>
                </a:cubicBezTo>
                <a:cubicBezTo>
                  <a:pt x="234030" y="34027"/>
                  <a:pt x="241063" y="37801"/>
                  <a:pt x="245437" y="45348"/>
                </a:cubicBezTo>
                <a:lnTo>
                  <a:pt x="245694" y="45348"/>
                </a:lnTo>
                <a:lnTo>
                  <a:pt x="245694" y="1544"/>
                </a:lnTo>
                <a:lnTo>
                  <a:pt x="258302" y="1544"/>
                </a:lnTo>
                <a:lnTo>
                  <a:pt x="258302" y="106842"/>
                </a:lnTo>
                <a:moveTo>
                  <a:pt x="245758" y="64517"/>
                </a:moveTo>
                <a:cubicBezTo>
                  <a:pt x="245758" y="58813"/>
                  <a:pt x="243882" y="54043"/>
                  <a:pt x="240130" y="50205"/>
                </a:cubicBezTo>
                <a:cubicBezTo>
                  <a:pt x="236378" y="46367"/>
                  <a:pt x="231757" y="44448"/>
                  <a:pt x="226268" y="44448"/>
                </a:cubicBezTo>
                <a:cubicBezTo>
                  <a:pt x="219579" y="44448"/>
                  <a:pt x="214304" y="46946"/>
                  <a:pt x="210445" y="51942"/>
                </a:cubicBezTo>
                <a:cubicBezTo>
                  <a:pt x="206585" y="56937"/>
                  <a:pt x="204655" y="63745"/>
                  <a:pt x="204655" y="72364"/>
                </a:cubicBezTo>
                <a:cubicBezTo>
                  <a:pt x="204655" y="80298"/>
                  <a:pt x="206510" y="86569"/>
                  <a:pt x="210219" y="91179"/>
                </a:cubicBezTo>
                <a:cubicBezTo>
                  <a:pt x="213929" y="95789"/>
                  <a:pt x="218871" y="98094"/>
                  <a:pt x="225046" y="98094"/>
                </a:cubicBezTo>
                <a:cubicBezTo>
                  <a:pt x="231135" y="98094"/>
                  <a:pt x="236110" y="95832"/>
                  <a:pt x="239969" y="91308"/>
                </a:cubicBezTo>
                <a:cubicBezTo>
                  <a:pt x="243829" y="86784"/>
                  <a:pt x="245758" y="81155"/>
                  <a:pt x="245758" y="74423"/>
                </a:cubicBezTo>
                <a:lnTo>
                  <a:pt x="245758" y="64517"/>
                </a:lnTo>
                <a:close/>
                <a:moveTo>
                  <a:pt x="338672" y="74487"/>
                </a:moveTo>
                <a:lnTo>
                  <a:pt x="288885" y="74487"/>
                </a:lnTo>
                <a:cubicBezTo>
                  <a:pt x="289100" y="82077"/>
                  <a:pt x="291180" y="87941"/>
                  <a:pt x="295125" y="92080"/>
                </a:cubicBezTo>
                <a:cubicBezTo>
                  <a:pt x="299070" y="96218"/>
                  <a:pt x="304580" y="98287"/>
                  <a:pt x="311656" y="98287"/>
                </a:cubicBezTo>
                <a:cubicBezTo>
                  <a:pt x="319632" y="98287"/>
                  <a:pt x="326944" y="95735"/>
                  <a:pt x="333591" y="90632"/>
                </a:cubicBezTo>
                <a:lnTo>
                  <a:pt x="333591" y="101889"/>
                </a:lnTo>
                <a:cubicBezTo>
                  <a:pt x="327330" y="106306"/>
                  <a:pt x="319032" y="108514"/>
                  <a:pt x="308697" y="108514"/>
                </a:cubicBezTo>
                <a:cubicBezTo>
                  <a:pt x="298405" y="108514"/>
                  <a:pt x="290376" y="105255"/>
                  <a:pt x="284608" y="98737"/>
                </a:cubicBezTo>
                <a:cubicBezTo>
                  <a:pt x="278840" y="92219"/>
                  <a:pt x="275956" y="83171"/>
                  <a:pt x="275956" y="71592"/>
                </a:cubicBezTo>
                <a:cubicBezTo>
                  <a:pt x="275956" y="60700"/>
                  <a:pt x="279119" y="51716"/>
                  <a:pt x="285444" y="44641"/>
                </a:cubicBezTo>
                <a:cubicBezTo>
                  <a:pt x="291769" y="37565"/>
                  <a:pt x="299628" y="34027"/>
                  <a:pt x="309019" y="34027"/>
                </a:cubicBezTo>
                <a:cubicBezTo>
                  <a:pt x="318324" y="34027"/>
                  <a:pt x="325593" y="37018"/>
                  <a:pt x="330825" y="43001"/>
                </a:cubicBezTo>
                <a:cubicBezTo>
                  <a:pt x="336056" y="48983"/>
                  <a:pt x="338672" y="57355"/>
                  <a:pt x="338672" y="68119"/>
                </a:cubicBezTo>
                <a:lnTo>
                  <a:pt x="338672" y="74487"/>
                </a:lnTo>
                <a:moveTo>
                  <a:pt x="326065" y="64388"/>
                </a:moveTo>
                <a:cubicBezTo>
                  <a:pt x="326022" y="57956"/>
                  <a:pt x="324499" y="52981"/>
                  <a:pt x="321498" y="49465"/>
                </a:cubicBezTo>
                <a:cubicBezTo>
                  <a:pt x="318496" y="45949"/>
                  <a:pt x="314272" y="44191"/>
                  <a:pt x="308826" y="44191"/>
                </a:cubicBezTo>
                <a:cubicBezTo>
                  <a:pt x="303809" y="44191"/>
                  <a:pt x="299467" y="46056"/>
                  <a:pt x="295800" y="49787"/>
                </a:cubicBezTo>
                <a:cubicBezTo>
                  <a:pt x="292134" y="53517"/>
                  <a:pt x="289829" y="58385"/>
                  <a:pt x="288885" y="64388"/>
                </a:cubicBezTo>
                <a:lnTo>
                  <a:pt x="326065" y="64388"/>
                </a:lnTo>
                <a:close/>
                <a:moveTo>
                  <a:pt x="392263" y="12286"/>
                </a:moveTo>
                <a:cubicBezTo>
                  <a:pt x="389905" y="11042"/>
                  <a:pt x="387353" y="10420"/>
                  <a:pt x="384609" y="10420"/>
                </a:cubicBezTo>
                <a:cubicBezTo>
                  <a:pt x="376718" y="10420"/>
                  <a:pt x="372773" y="15309"/>
                  <a:pt x="372773" y="25086"/>
                </a:cubicBezTo>
                <a:lnTo>
                  <a:pt x="372773" y="35700"/>
                </a:lnTo>
                <a:lnTo>
                  <a:pt x="389433" y="35700"/>
                </a:lnTo>
                <a:lnTo>
                  <a:pt x="389433" y="46120"/>
                </a:lnTo>
                <a:lnTo>
                  <a:pt x="372773" y="46120"/>
                </a:lnTo>
                <a:lnTo>
                  <a:pt x="372773" y="106842"/>
                </a:lnTo>
                <a:lnTo>
                  <a:pt x="360294" y="106842"/>
                </a:lnTo>
                <a:lnTo>
                  <a:pt x="360294" y="46120"/>
                </a:lnTo>
                <a:lnTo>
                  <a:pt x="348137" y="46120"/>
                </a:lnTo>
                <a:lnTo>
                  <a:pt x="348137" y="35700"/>
                </a:lnTo>
                <a:lnTo>
                  <a:pt x="360294" y="35700"/>
                </a:lnTo>
                <a:lnTo>
                  <a:pt x="360294" y="24507"/>
                </a:lnTo>
                <a:cubicBezTo>
                  <a:pt x="360294" y="16874"/>
                  <a:pt x="362492" y="10881"/>
                  <a:pt x="366888" y="6529"/>
                </a:cubicBezTo>
                <a:cubicBezTo>
                  <a:pt x="371283" y="2176"/>
                  <a:pt x="376868" y="0"/>
                  <a:pt x="383644" y="0"/>
                </a:cubicBezTo>
                <a:cubicBezTo>
                  <a:pt x="387246" y="0"/>
                  <a:pt x="390119" y="407"/>
                  <a:pt x="392263" y="1222"/>
                </a:cubicBezTo>
                <a:lnTo>
                  <a:pt x="392263" y="12286"/>
                </a:lnTo>
                <a:close/>
                <a:moveTo>
                  <a:pt x="478041" y="48179"/>
                </a:moveTo>
                <a:cubicBezTo>
                  <a:pt x="475939" y="46678"/>
                  <a:pt x="473045" y="45927"/>
                  <a:pt x="469357" y="45927"/>
                </a:cubicBezTo>
                <a:cubicBezTo>
                  <a:pt x="464468" y="45927"/>
                  <a:pt x="460437" y="48211"/>
                  <a:pt x="457264" y="52778"/>
                </a:cubicBezTo>
                <a:cubicBezTo>
                  <a:pt x="454091" y="57345"/>
                  <a:pt x="452504" y="63359"/>
                  <a:pt x="452504" y="70821"/>
                </a:cubicBezTo>
                <a:lnTo>
                  <a:pt x="452504" y="106842"/>
                </a:lnTo>
                <a:lnTo>
                  <a:pt x="439896" y="106842"/>
                </a:lnTo>
                <a:lnTo>
                  <a:pt x="439896" y="35700"/>
                </a:lnTo>
                <a:lnTo>
                  <a:pt x="452504" y="35700"/>
                </a:lnTo>
                <a:lnTo>
                  <a:pt x="452504" y="50173"/>
                </a:lnTo>
                <a:lnTo>
                  <a:pt x="452761" y="50173"/>
                </a:lnTo>
                <a:cubicBezTo>
                  <a:pt x="456363" y="39709"/>
                  <a:pt x="462581" y="34478"/>
                  <a:pt x="471415" y="34478"/>
                </a:cubicBezTo>
                <a:cubicBezTo>
                  <a:pt x="474288" y="34478"/>
                  <a:pt x="476497" y="34799"/>
                  <a:pt x="478041" y="35442"/>
                </a:cubicBezTo>
                <a:lnTo>
                  <a:pt x="478041" y="48179"/>
                </a:lnTo>
                <a:close/>
                <a:moveTo>
                  <a:pt x="547254" y="74487"/>
                </a:moveTo>
                <a:lnTo>
                  <a:pt x="497467" y="74487"/>
                </a:lnTo>
                <a:cubicBezTo>
                  <a:pt x="497681" y="82077"/>
                  <a:pt x="499761" y="87941"/>
                  <a:pt x="503706" y="92080"/>
                </a:cubicBezTo>
                <a:cubicBezTo>
                  <a:pt x="507652" y="96218"/>
                  <a:pt x="513162" y="98287"/>
                  <a:pt x="520238" y="98287"/>
                </a:cubicBezTo>
                <a:cubicBezTo>
                  <a:pt x="528214" y="98287"/>
                  <a:pt x="535525" y="95735"/>
                  <a:pt x="542172" y="90632"/>
                </a:cubicBezTo>
                <a:lnTo>
                  <a:pt x="542172" y="101889"/>
                </a:lnTo>
                <a:cubicBezTo>
                  <a:pt x="535911" y="106306"/>
                  <a:pt x="527613" y="108514"/>
                  <a:pt x="517279" y="108514"/>
                </a:cubicBezTo>
                <a:cubicBezTo>
                  <a:pt x="506987" y="108514"/>
                  <a:pt x="498957" y="105255"/>
                  <a:pt x="493189" y="98737"/>
                </a:cubicBezTo>
                <a:cubicBezTo>
                  <a:pt x="487422" y="92219"/>
                  <a:pt x="484538" y="83171"/>
                  <a:pt x="484538" y="71592"/>
                </a:cubicBezTo>
                <a:cubicBezTo>
                  <a:pt x="484538" y="60700"/>
                  <a:pt x="487700" y="51716"/>
                  <a:pt x="494026" y="44641"/>
                </a:cubicBezTo>
                <a:cubicBezTo>
                  <a:pt x="500351" y="37565"/>
                  <a:pt x="508209" y="34027"/>
                  <a:pt x="517600" y="34027"/>
                </a:cubicBezTo>
                <a:cubicBezTo>
                  <a:pt x="526906" y="34027"/>
                  <a:pt x="534174" y="37018"/>
                  <a:pt x="539406" y="43001"/>
                </a:cubicBezTo>
                <a:cubicBezTo>
                  <a:pt x="544638" y="48983"/>
                  <a:pt x="547254" y="57355"/>
                  <a:pt x="547254" y="68119"/>
                </a:cubicBezTo>
                <a:lnTo>
                  <a:pt x="547254" y="74487"/>
                </a:lnTo>
                <a:moveTo>
                  <a:pt x="534646" y="64388"/>
                </a:moveTo>
                <a:cubicBezTo>
                  <a:pt x="534603" y="57956"/>
                  <a:pt x="533081" y="52981"/>
                  <a:pt x="530079" y="49465"/>
                </a:cubicBezTo>
                <a:cubicBezTo>
                  <a:pt x="527077" y="45949"/>
                  <a:pt x="522853" y="44191"/>
                  <a:pt x="517407" y="44191"/>
                </a:cubicBezTo>
                <a:cubicBezTo>
                  <a:pt x="512390" y="44191"/>
                  <a:pt x="508048" y="46056"/>
                  <a:pt x="504382" y="49787"/>
                </a:cubicBezTo>
                <a:cubicBezTo>
                  <a:pt x="500715" y="53517"/>
                  <a:pt x="498410" y="58385"/>
                  <a:pt x="497467" y="64388"/>
                </a:cubicBezTo>
                <a:lnTo>
                  <a:pt x="534646" y="64388"/>
                </a:lnTo>
                <a:close/>
                <a:moveTo>
                  <a:pt x="666659" y="106842"/>
                </a:moveTo>
                <a:lnTo>
                  <a:pt x="654051" y="106842"/>
                </a:lnTo>
                <a:lnTo>
                  <a:pt x="654051" y="65996"/>
                </a:lnTo>
                <a:cubicBezTo>
                  <a:pt x="654051" y="58277"/>
                  <a:pt x="652850" y="52756"/>
                  <a:pt x="650449" y="49433"/>
                </a:cubicBezTo>
                <a:cubicBezTo>
                  <a:pt x="648047" y="46110"/>
                  <a:pt x="644102" y="44448"/>
                  <a:pt x="638613" y="44448"/>
                </a:cubicBezTo>
                <a:cubicBezTo>
                  <a:pt x="633982" y="44448"/>
                  <a:pt x="630015" y="46613"/>
                  <a:pt x="626713" y="50945"/>
                </a:cubicBezTo>
                <a:cubicBezTo>
                  <a:pt x="623411" y="55276"/>
                  <a:pt x="621760" y="60400"/>
                  <a:pt x="621760" y="66318"/>
                </a:cubicBezTo>
                <a:lnTo>
                  <a:pt x="621760" y="106842"/>
                </a:lnTo>
                <a:lnTo>
                  <a:pt x="609153" y="106842"/>
                </a:lnTo>
                <a:lnTo>
                  <a:pt x="609153" y="64710"/>
                </a:lnTo>
                <a:cubicBezTo>
                  <a:pt x="609153" y="51202"/>
                  <a:pt x="603943" y="44448"/>
                  <a:pt x="593522" y="44448"/>
                </a:cubicBezTo>
                <a:cubicBezTo>
                  <a:pt x="588719" y="44448"/>
                  <a:pt x="584742" y="46506"/>
                  <a:pt x="581590" y="50623"/>
                </a:cubicBezTo>
                <a:cubicBezTo>
                  <a:pt x="578438" y="54740"/>
                  <a:pt x="576862" y="59993"/>
                  <a:pt x="576862" y="66382"/>
                </a:cubicBezTo>
                <a:lnTo>
                  <a:pt x="576862" y="106842"/>
                </a:lnTo>
                <a:lnTo>
                  <a:pt x="564255" y="106842"/>
                </a:lnTo>
                <a:lnTo>
                  <a:pt x="564255" y="35700"/>
                </a:lnTo>
                <a:lnTo>
                  <a:pt x="576862" y="35700"/>
                </a:lnTo>
                <a:lnTo>
                  <a:pt x="576862" y="46956"/>
                </a:lnTo>
                <a:lnTo>
                  <a:pt x="577120" y="46956"/>
                </a:lnTo>
                <a:cubicBezTo>
                  <a:pt x="582180" y="38337"/>
                  <a:pt x="589577" y="34027"/>
                  <a:pt x="599311" y="34027"/>
                </a:cubicBezTo>
                <a:cubicBezTo>
                  <a:pt x="604071" y="34027"/>
                  <a:pt x="608274" y="35335"/>
                  <a:pt x="611919" y="37951"/>
                </a:cubicBezTo>
                <a:cubicBezTo>
                  <a:pt x="615564" y="40567"/>
                  <a:pt x="618094" y="44105"/>
                  <a:pt x="619509" y="48565"/>
                </a:cubicBezTo>
                <a:cubicBezTo>
                  <a:pt x="624784" y="38873"/>
                  <a:pt x="632674" y="34027"/>
                  <a:pt x="643180" y="34027"/>
                </a:cubicBezTo>
                <a:cubicBezTo>
                  <a:pt x="658832" y="34027"/>
                  <a:pt x="666659" y="43676"/>
                  <a:pt x="666659" y="62973"/>
                </a:cubicBezTo>
                <a:lnTo>
                  <a:pt x="666659" y="106842"/>
                </a:lnTo>
                <a:close/>
                <a:moveTo>
                  <a:pt x="682140" y="72043"/>
                </a:moveTo>
                <a:cubicBezTo>
                  <a:pt x="682140" y="60293"/>
                  <a:pt x="685421" y="51020"/>
                  <a:pt x="691982" y="44223"/>
                </a:cubicBezTo>
                <a:cubicBezTo>
                  <a:pt x="698543" y="37426"/>
                  <a:pt x="707441" y="34027"/>
                  <a:pt x="718676" y="34027"/>
                </a:cubicBezTo>
                <a:cubicBezTo>
                  <a:pt x="729354" y="34027"/>
                  <a:pt x="737727" y="37297"/>
                  <a:pt x="743795" y="43837"/>
                </a:cubicBezTo>
                <a:cubicBezTo>
                  <a:pt x="749863" y="50376"/>
                  <a:pt x="752897" y="59414"/>
                  <a:pt x="752897" y="70949"/>
                </a:cubicBezTo>
                <a:cubicBezTo>
                  <a:pt x="752897" y="82184"/>
                  <a:pt x="749659" y="91254"/>
                  <a:pt x="743184" y="98158"/>
                </a:cubicBezTo>
                <a:cubicBezTo>
                  <a:pt x="736708" y="105062"/>
                  <a:pt x="728025" y="108514"/>
                  <a:pt x="717132" y="108514"/>
                </a:cubicBezTo>
                <a:cubicBezTo>
                  <a:pt x="706498" y="108514"/>
                  <a:pt x="698007" y="105170"/>
                  <a:pt x="691660" y="98480"/>
                </a:cubicBezTo>
                <a:cubicBezTo>
                  <a:pt x="685314" y="91790"/>
                  <a:pt x="682140" y="82978"/>
                  <a:pt x="682140" y="72043"/>
                </a:cubicBezTo>
                <a:moveTo>
                  <a:pt x="695005" y="71657"/>
                </a:moveTo>
                <a:cubicBezTo>
                  <a:pt x="695005" y="79847"/>
                  <a:pt x="697074" y="86301"/>
                  <a:pt x="701212" y="91018"/>
                </a:cubicBezTo>
                <a:cubicBezTo>
                  <a:pt x="705350" y="95735"/>
                  <a:pt x="710914" y="98094"/>
                  <a:pt x="717904" y="98094"/>
                </a:cubicBezTo>
                <a:cubicBezTo>
                  <a:pt x="725109" y="98094"/>
                  <a:pt x="730598" y="95789"/>
                  <a:pt x="734371" y="91179"/>
                </a:cubicBezTo>
                <a:cubicBezTo>
                  <a:pt x="738145" y="86569"/>
                  <a:pt x="740032" y="79955"/>
                  <a:pt x="740032" y="71335"/>
                </a:cubicBezTo>
                <a:cubicBezTo>
                  <a:pt x="740032" y="62673"/>
                  <a:pt x="738145" y="56026"/>
                  <a:pt x="734371" y="51395"/>
                </a:cubicBezTo>
                <a:cubicBezTo>
                  <a:pt x="730598" y="46763"/>
                  <a:pt x="725109" y="44448"/>
                  <a:pt x="717904" y="44448"/>
                </a:cubicBezTo>
                <a:cubicBezTo>
                  <a:pt x="710829" y="44448"/>
                  <a:pt x="705243" y="46871"/>
                  <a:pt x="701148" y="51716"/>
                </a:cubicBezTo>
                <a:cubicBezTo>
                  <a:pt x="697053" y="56562"/>
                  <a:pt x="695005" y="63209"/>
                  <a:pt x="695005" y="71657"/>
                </a:cubicBezTo>
                <a:close/>
                <a:moveTo>
                  <a:pt x="828392" y="35700"/>
                </a:moveTo>
                <a:lnTo>
                  <a:pt x="800218" y="106842"/>
                </a:lnTo>
                <a:lnTo>
                  <a:pt x="787482" y="106842"/>
                </a:lnTo>
                <a:lnTo>
                  <a:pt x="760723" y="35700"/>
                </a:lnTo>
                <a:lnTo>
                  <a:pt x="774488" y="35700"/>
                </a:lnTo>
                <a:lnTo>
                  <a:pt x="791856" y="86516"/>
                </a:lnTo>
                <a:cubicBezTo>
                  <a:pt x="793271" y="90589"/>
                  <a:pt x="794107" y="93999"/>
                  <a:pt x="794364" y="96743"/>
                </a:cubicBezTo>
                <a:lnTo>
                  <a:pt x="794686" y="96743"/>
                </a:lnTo>
                <a:cubicBezTo>
                  <a:pt x="795115" y="93141"/>
                  <a:pt x="795865" y="89818"/>
                  <a:pt x="796937" y="86773"/>
                </a:cubicBezTo>
                <a:lnTo>
                  <a:pt x="815141" y="35700"/>
                </a:lnTo>
                <a:lnTo>
                  <a:pt x="828392" y="35700"/>
                </a:lnTo>
                <a:close/>
                <a:moveTo>
                  <a:pt x="898591" y="74487"/>
                </a:moveTo>
                <a:lnTo>
                  <a:pt x="848804" y="74487"/>
                </a:lnTo>
                <a:cubicBezTo>
                  <a:pt x="849019" y="82077"/>
                  <a:pt x="851098" y="87941"/>
                  <a:pt x="855044" y="92080"/>
                </a:cubicBezTo>
                <a:cubicBezTo>
                  <a:pt x="858989" y="96218"/>
                  <a:pt x="864499" y="98287"/>
                  <a:pt x="871575" y="98287"/>
                </a:cubicBezTo>
                <a:cubicBezTo>
                  <a:pt x="879551" y="98287"/>
                  <a:pt x="886863" y="95735"/>
                  <a:pt x="893509" y="90632"/>
                </a:cubicBezTo>
                <a:lnTo>
                  <a:pt x="893509" y="101889"/>
                </a:lnTo>
                <a:cubicBezTo>
                  <a:pt x="887249" y="106306"/>
                  <a:pt x="878951" y="108514"/>
                  <a:pt x="868616" y="108514"/>
                </a:cubicBezTo>
                <a:cubicBezTo>
                  <a:pt x="858324" y="108514"/>
                  <a:pt x="850294" y="105255"/>
                  <a:pt x="844527" y="98737"/>
                </a:cubicBezTo>
                <a:cubicBezTo>
                  <a:pt x="838759" y="92219"/>
                  <a:pt x="835875" y="83171"/>
                  <a:pt x="835875" y="71592"/>
                </a:cubicBezTo>
                <a:cubicBezTo>
                  <a:pt x="835875" y="60700"/>
                  <a:pt x="839038" y="51716"/>
                  <a:pt x="845363" y="44641"/>
                </a:cubicBezTo>
                <a:cubicBezTo>
                  <a:pt x="851688" y="37565"/>
                  <a:pt x="859546" y="34027"/>
                  <a:pt x="868938" y="34027"/>
                </a:cubicBezTo>
                <a:cubicBezTo>
                  <a:pt x="878243" y="34027"/>
                  <a:pt x="885512" y="37018"/>
                  <a:pt x="890743" y="43001"/>
                </a:cubicBezTo>
                <a:cubicBezTo>
                  <a:pt x="895975" y="48983"/>
                  <a:pt x="898591" y="57355"/>
                  <a:pt x="898591" y="68119"/>
                </a:cubicBezTo>
                <a:lnTo>
                  <a:pt x="898591" y="74487"/>
                </a:lnTo>
                <a:moveTo>
                  <a:pt x="885983" y="64388"/>
                </a:moveTo>
                <a:cubicBezTo>
                  <a:pt x="885941" y="57956"/>
                  <a:pt x="884418" y="52981"/>
                  <a:pt x="881416" y="49465"/>
                </a:cubicBezTo>
                <a:cubicBezTo>
                  <a:pt x="878415" y="45949"/>
                  <a:pt x="874191" y="44191"/>
                  <a:pt x="868745" y="44191"/>
                </a:cubicBezTo>
                <a:cubicBezTo>
                  <a:pt x="863727" y="44191"/>
                  <a:pt x="859386" y="46056"/>
                  <a:pt x="855719" y="49787"/>
                </a:cubicBezTo>
                <a:cubicBezTo>
                  <a:pt x="852053" y="53517"/>
                  <a:pt x="849748" y="58385"/>
                  <a:pt x="848804" y="64388"/>
                </a:cubicBezTo>
                <a:lnTo>
                  <a:pt x="885983" y="64388"/>
                </a:lnTo>
                <a:close/>
                <a:moveTo>
                  <a:pt x="963385" y="127490"/>
                </a:moveTo>
                <a:lnTo>
                  <a:pt x="904336" y="127490"/>
                </a:lnTo>
                <a:lnTo>
                  <a:pt x="904336" y="119192"/>
                </a:lnTo>
                <a:lnTo>
                  <a:pt x="963385" y="119192"/>
                </a:lnTo>
                <a:lnTo>
                  <a:pt x="963385" y="127490"/>
                </a:lnTo>
                <a:close/>
                <a:moveTo>
                  <a:pt x="970095" y="91469"/>
                </a:moveTo>
                <a:cubicBezTo>
                  <a:pt x="976442" y="96057"/>
                  <a:pt x="983282" y="98351"/>
                  <a:pt x="990614" y="98351"/>
                </a:cubicBezTo>
                <a:cubicBezTo>
                  <a:pt x="1000435" y="98351"/>
                  <a:pt x="1005345" y="95135"/>
                  <a:pt x="1005345" y="88703"/>
                </a:cubicBezTo>
                <a:cubicBezTo>
                  <a:pt x="1005345" y="85958"/>
                  <a:pt x="1004273" y="83696"/>
                  <a:pt x="1002128" y="81916"/>
                </a:cubicBezTo>
                <a:cubicBezTo>
                  <a:pt x="999984" y="80137"/>
                  <a:pt x="995632" y="78025"/>
                  <a:pt x="989071" y="75581"/>
                </a:cubicBezTo>
                <a:cubicBezTo>
                  <a:pt x="981180" y="72407"/>
                  <a:pt x="976056" y="69266"/>
                  <a:pt x="973697" y="66157"/>
                </a:cubicBezTo>
                <a:cubicBezTo>
                  <a:pt x="971339" y="63048"/>
                  <a:pt x="970159" y="59285"/>
                  <a:pt x="970159" y="54868"/>
                </a:cubicBezTo>
                <a:cubicBezTo>
                  <a:pt x="970159" y="48565"/>
                  <a:pt x="972829" y="43515"/>
                  <a:pt x="978168" y="39720"/>
                </a:cubicBezTo>
                <a:cubicBezTo>
                  <a:pt x="983507" y="35925"/>
                  <a:pt x="990078" y="34027"/>
                  <a:pt x="997883" y="34027"/>
                </a:cubicBezTo>
                <a:cubicBezTo>
                  <a:pt x="1003930" y="34027"/>
                  <a:pt x="1009547" y="35078"/>
                  <a:pt x="1014736" y="37179"/>
                </a:cubicBezTo>
                <a:lnTo>
                  <a:pt x="1014736" y="49336"/>
                </a:lnTo>
                <a:cubicBezTo>
                  <a:pt x="1009419" y="45906"/>
                  <a:pt x="1003394" y="44191"/>
                  <a:pt x="996661" y="44191"/>
                </a:cubicBezTo>
                <a:cubicBezTo>
                  <a:pt x="992630" y="44191"/>
                  <a:pt x="989349" y="45070"/>
                  <a:pt x="986819" y="46828"/>
                </a:cubicBezTo>
                <a:cubicBezTo>
                  <a:pt x="984289" y="48586"/>
                  <a:pt x="983024" y="50902"/>
                  <a:pt x="983024" y="53775"/>
                </a:cubicBezTo>
                <a:cubicBezTo>
                  <a:pt x="983024" y="56605"/>
                  <a:pt x="983936" y="58813"/>
                  <a:pt x="985758" y="60400"/>
                </a:cubicBezTo>
                <a:cubicBezTo>
                  <a:pt x="987581" y="61987"/>
                  <a:pt x="991622" y="64024"/>
                  <a:pt x="997883" y="66511"/>
                </a:cubicBezTo>
                <a:cubicBezTo>
                  <a:pt x="1005816" y="69470"/>
                  <a:pt x="1011177" y="72536"/>
                  <a:pt x="1013964" y="75709"/>
                </a:cubicBezTo>
                <a:cubicBezTo>
                  <a:pt x="1016751" y="78883"/>
                  <a:pt x="1018145" y="82806"/>
                  <a:pt x="1018145" y="87480"/>
                </a:cubicBezTo>
                <a:cubicBezTo>
                  <a:pt x="1018145" y="93999"/>
                  <a:pt x="1015476" y="99134"/>
                  <a:pt x="1010137" y="102886"/>
                </a:cubicBezTo>
                <a:cubicBezTo>
                  <a:pt x="1004798" y="106638"/>
                  <a:pt x="997883" y="108514"/>
                  <a:pt x="989392" y="108514"/>
                </a:cubicBezTo>
                <a:cubicBezTo>
                  <a:pt x="982017" y="108514"/>
                  <a:pt x="975584" y="107121"/>
                  <a:pt x="970095" y="104333"/>
                </a:cubicBezTo>
                <a:lnTo>
                  <a:pt x="970095" y="91469"/>
                </a:lnTo>
                <a:close/>
                <a:moveTo>
                  <a:pt x="1047026" y="96807"/>
                </a:moveTo>
                <a:lnTo>
                  <a:pt x="1047026" y="139583"/>
                </a:lnTo>
                <a:lnTo>
                  <a:pt x="1034419" y="139583"/>
                </a:lnTo>
                <a:lnTo>
                  <a:pt x="1034419" y="35700"/>
                </a:lnTo>
                <a:lnTo>
                  <a:pt x="1047026" y="35700"/>
                </a:lnTo>
                <a:lnTo>
                  <a:pt x="1047026" y="47986"/>
                </a:lnTo>
                <a:lnTo>
                  <a:pt x="1047283" y="47986"/>
                </a:lnTo>
                <a:cubicBezTo>
                  <a:pt x="1052858" y="38680"/>
                  <a:pt x="1061006" y="34027"/>
                  <a:pt x="1071726" y="34027"/>
                </a:cubicBezTo>
                <a:cubicBezTo>
                  <a:pt x="1080817" y="34027"/>
                  <a:pt x="1087947" y="37211"/>
                  <a:pt x="1093114" y="43579"/>
                </a:cubicBezTo>
                <a:cubicBezTo>
                  <a:pt x="1098281" y="49948"/>
                  <a:pt x="1100865" y="58492"/>
                  <a:pt x="1100865" y="69213"/>
                </a:cubicBezTo>
                <a:cubicBezTo>
                  <a:pt x="1100865" y="81048"/>
                  <a:pt x="1097938" y="90557"/>
                  <a:pt x="1092085" y="97740"/>
                </a:cubicBezTo>
                <a:cubicBezTo>
                  <a:pt x="1086231" y="104923"/>
                  <a:pt x="1078352" y="108514"/>
                  <a:pt x="1068446" y="108514"/>
                </a:cubicBezTo>
                <a:cubicBezTo>
                  <a:pt x="1059312" y="108514"/>
                  <a:pt x="1052258" y="104612"/>
                  <a:pt x="1047283" y="96807"/>
                </a:cubicBezTo>
                <a:lnTo>
                  <a:pt x="1047026" y="96807"/>
                </a:lnTo>
                <a:moveTo>
                  <a:pt x="1046962" y="77510"/>
                </a:moveTo>
                <a:cubicBezTo>
                  <a:pt x="1046962" y="83299"/>
                  <a:pt x="1048827" y="88177"/>
                  <a:pt x="1052558" y="92144"/>
                </a:cubicBezTo>
                <a:cubicBezTo>
                  <a:pt x="1056289" y="96111"/>
                  <a:pt x="1060963" y="98094"/>
                  <a:pt x="1066580" y="98094"/>
                </a:cubicBezTo>
                <a:cubicBezTo>
                  <a:pt x="1073270" y="98094"/>
                  <a:pt x="1078502" y="95521"/>
                  <a:pt x="1082275" y="90375"/>
                </a:cubicBezTo>
                <a:cubicBezTo>
                  <a:pt x="1086049" y="85229"/>
                  <a:pt x="1087936" y="78111"/>
                  <a:pt x="1087936" y="69020"/>
                </a:cubicBezTo>
                <a:cubicBezTo>
                  <a:pt x="1087936" y="61344"/>
                  <a:pt x="1086178" y="55329"/>
                  <a:pt x="1082661" y="50977"/>
                </a:cubicBezTo>
                <a:cubicBezTo>
                  <a:pt x="1079145" y="46624"/>
                  <a:pt x="1074342" y="44448"/>
                  <a:pt x="1068253" y="44448"/>
                </a:cubicBezTo>
                <a:cubicBezTo>
                  <a:pt x="1062035" y="44448"/>
                  <a:pt x="1056932" y="46656"/>
                  <a:pt x="1052944" y="51073"/>
                </a:cubicBezTo>
                <a:cubicBezTo>
                  <a:pt x="1048956" y="55490"/>
                  <a:pt x="1046962" y="61151"/>
                  <a:pt x="1046962" y="68055"/>
                </a:cubicBezTo>
                <a:lnTo>
                  <a:pt x="1046962" y="77510"/>
                </a:lnTo>
                <a:close/>
                <a:moveTo>
                  <a:pt x="1120270" y="40653"/>
                </a:moveTo>
                <a:cubicBezTo>
                  <a:pt x="1127345" y="36236"/>
                  <a:pt x="1135514" y="34027"/>
                  <a:pt x="1144777" y="34027"/>
                </a:cubicBezTo>
                <a:cubicBezTo>
                  <a:pt x="1161930" y="34027"/>
                  <a:pt x="1170507" y="43033"/>
                  <a:pt x="1170507" y="61043"/>
                </a:cubicBezTo>
                <a:lnTo>
                  <a:pt x="1170507" y="106842"/>
                </a:lnTo>
                <a:lnTo>
                  <a:pt x="1158028" y="106842"/>
                </a:lnTo>
                <a:lnTo>
                  <a:pt x="1158028" y="95843"/>
                </a:lnTo>
                <a:lnTo>
                  <a:pt x="1157706" y="95843"/>
                </a:lnTo>
                <a:cubicBezTo>
                  <a:pt x="1152775" y="104290"/>
                  <a:pt x="1145506" y="108514"/>
                  <a:pt x="1135900" y="108514"/>
                </a:cubicBezTo>
                <a:cubicBezTo>
                  <a:pt x="1128996" y="108514"/>
                  <a:pt x="1123507" y="106649"/>
                  <a:pt x="1119434" y="102918"/>
                </a:cubicBezTo>
                <a:cubicBezTo>
                  <a:pt x="1115360" y="99187"/>
                  <a:pt x="1113323" y="94149"/>
                  <a:pt x="1113323" y="87802"/>
                </a:cubicBezTo>
                <a:cubicBezTo>
                  <a:pt x="1113323" y="74509"/>
                  <a:pt x="1121192" y="66768"/>
                  <a:pt x="1136930" y="64581"/>
                </a:cubicBezTo>
                <a:lnTo>
                  <a:pt x="1158028" y="61622"/>
                </a:lnTo>
                <a:cubicBezTo>
                  <a:pt x="1158028" y="50001"/>
                  <a:pt x="1153225" y="44191"/>
                  <a:pt x="1143619" y="44191"/>
                </a:cubicBezTo>
                <a:cubicBezTo>
                  <a:pt x="1135086" y="44191"/>
                  <a:pt x="1127302" y="47064"/>
                  <a:pt x="1120270" y="52810"/>
                </a:cubicBezTo>
                <a:lnTo>
                  <a:pt x="1120270" y="40653"/>
                </a:lnTo>
                <a:moveTo>
                  <a:pt x="1141368" y="73394"/>
                </a:moveTo>
                <a:cubicBezTo>
                  <a:pt x="1135536" y="74165"/>
                  <a:pt x="1131516" y="75623"/>
                  <a:pt x="1129307" y="77768"/>
                </a:cubicBezTo>
                <a:cubicBezTo>
                  <a:pt x="1127099" y="79912"/>
                  <a:pt x="1125995" y="82913"/>
                  <a:pt x="1125995" y="86773"/>
                </a:cubicBezTo>
                <a:cubicBezTo>
                  <a:pt x="1125995" y="90161"/>
                  <a:pt x="1127195" y="92927"/>
                  <a:pt x="1129597" y="95071"/>
                </a:cubicBezTo>
                <a:cubicBezTo>
                  <a:pt x="1131998" y="97215"/>
                  <a:pt x="1135171" y="98287"/>
                  <a:pt x="1139117" y="98287"/>
                </a:cubicBezTo>
                <a:cubicBezTo>
                  <a:pt x="1144606" y="98287"/>
                  <a:pt x="1149130" y="96357"/>
                  <a:pt x="1152689" y="92498"/>
                </a:cubicBezTo>
                <a:cubicBezTo>
                  <a:pt x="1156248" y="88638"/>
                  <a:pt x="1158028" y="83793"/>
                  <a:pt x="1158028" y="77961"/>
                </a:cubicBezTo>
                <a:lnTo>
                  <a:pt x="1158028" y="71142"/>
                </a:lnTo>
                <a:lnTo>
                  <a:pt x="1141368" y="73394"/>
                </a:lnTo>
                <a:close/>
                <a:moveTo>
                  <a:pt x="1240985" y="103626"/>
                </a:moveTo>
                <a:cubicBezTo>
                  <a:pt x="1235539" y="106885"/>
                  <a:pt x="1228978" y="108514"/>
                  <a:pt x="1221302" y="108514"/>
                </a:cubicBezTo>
                <a:cubicBezTo>
                  <a:pt x="1211010" y="108514"/>
                  <a:pt x="1202734" y="105212"/>
                  <a:pt x="1196473" y="98609"/>
                </a:cubicBezTo>
                <a:cubicBezTo>
                  <a:pt x="1190212" y="92005"/>
                  <a:pt x="1187082" y="83450"/>
                  <a:pt x="1187082" y="72943"/>
                </a:cubicBezTo>
                <a:cubicBezTo>
                  <a:pt x="1187082" y="61279"/>
                  <a:pt x="1190459" y="51877"/>
                  <a:pt x="1197213" y="44737"/>
                </a:cubicBezTo>
                <a:cubicBezTo>
                  <a:pt x="1203967" y="37597"/>
                  <a:pt x="1213004" y="34027"/>
                  <a:pt x="1224325" y="34027"/>
                </a:cubicBezTo>
                <a:cubicBezTo>
                  <a:pt x="1230844" y="34027"/>
                  <a:pt x="1236418" y="35185"/>
                  <a:pt x="1241050" y="37501"/>
                </a:cubicBezTo>
                <a:lnTo>
                  <a:pt x="1241050" y="49980"/>
                </a:lnTo>
                <a:cubicBezTo>
                  <a:pt x="1236032" y="46292"/>
                  <a:pt x="1230458" y="44448"/>
                  <a:pt x="1224325" y="44448"/>
                </a:cubicBezTo>
                <a:cubicBezTo>
                  <a:pt x="1217121" y="44448"/>
                  <a:pt x="1211257" y="46946"/>
                  <a:pt x="1206733" y="51942"/>
                </a:cubicBezTo>
                <a:cubicBezTo>
                  <a:pt x="1202209" y="56937"/>
                  <a:pt x="1199947" y="63595"/>
                  <a:pt x="1199947" y="71914"/>
                </a:cubicBezTo>
                <a:cubicBezTo>
                  <a:pt x="1199947" y="80105"/>
                  <a:pt x="1202080" y="86516"/>
                  <a:pt x="1206347" y="91147"/>
                </a:cubicBezTo>
                <a:cubicBezTo>
                  <a:pt x="1210614" y="95778"/>
                  <a:pt x="1216371" y="98094"/>
                  <a:pt x="1223618" y="98094"/>
                </a:cubicBezTo>
                <a:cubicBezTo>
                  <a:pt x="1229750" y="98094"/>
                  <a:pt x="1235539" y="96078"/>
                  <a:pt x="1240985" y="92047"/>
                </a:cubicBezTo>
                <a:lnTo>
                  <a:pt x="1240985" y="103626"/>
                </a:lnTo>
                <a:close/>
                <a:moveTo>
                  <a:pt x="1315665" y="74487"/>
                </a:moveTo>
                <a:lnTo>
                  <a:pt x="1265879" y="74487"/>
                </a:lnTo>
                <a:cubicBezTo>
                  <a:pt x="1266093" y="82077"/>
                  <a:pt x="1268173" y="87941"/>
                  <a:pt x="1272118" y="92080"/>
                </a:cubicBezTo>
                <a:cubicBezTo>
                  <a:pt x="1276063" y="96218"/>
                  <a:pt x="1281574" y="98287"/>
                  <a:pt x="1288649" y="98287"/>
                </a:cubicBezTo>
                <a:cubicBezTo>
                  <a:pt x="1296626" y="98287"/>
                  <a:pt x="1303937" y="95735"/>
                  <a:pt x="1310584" y="90632"/>
                </a:cubicBezTo>
                <a:lnTo>
                  <a:pt x="1310584" y="101889"/>
                </a:lnTo>
                <a:cubicBezTo>
                  <a:pt x="1304323" y="106306"/>
                  <a:pt x="1296025" y="108514"/>
                  <a:pt x="1285690" y="108514"/>
                </a:cubicBezTo>
                <a:cubicBezTo>
                  <a:pt x="1275399" y="108514"/>
                  <a:pt x="1267369" y="105255"/>
                  <a:pt x="1261601" y="98737"/>
                </a:cubicBezTo>
                <a:cubicBezTo>
                  <a:pt x="1255833" y="92219"/>
                  <a:pt x="1252950" y="83171"/>
                  <a:pt x="1252950" y="71592"/>
                </a:cubicBezTo>
                <a:cubicBezTo>
                  <a:pt x="1252950" y="60700"/>
                  <a:pt x="1256112" y="51716"/>
                  <a:pt x="1262437" y="44641"/>
                </a:cubicBezTo>
                <a:cubicBezTo>
                  <a:pt x="1268763" y="37565"/>
                  <a:pt x="1276621" y="34027"/>
                  <a:pt x="1286012" y="34027"/>
                </a:cubicBezTo>
                <a:cubicBezTo>
                  <a:pt x="1295318" y="34027"/>
                  <a:pt x="1302586" y="37018"/>
                  <a:pt x="1307818" y="43001"/>
                </a:cubicBezTo>
                <a:cubicBezTo>
                  <a:pt x="1313050" y="48983"/>
                  <a:pt x="1315665" y="57355"/>
                  <a:pt x="1315665" y="68119"/>
                </a:cubicBezTo>
                <a:lnTo>
                  <a:pt x="1315665" y="74487"/>
                </a:lnTo>
                <a:moveTo>
                  <a:pt x="1303058" y="64388"/>
                </a:moveTo>
                <a:cubicBezTo>
                  <a:pt x="1303015" y="57956"/>
                  <a:pt x="1301493" y="52981"/>
                  <a:pt x="1298491" y="49465"/>
                </a:cubicBezTo>
                <a:cubicBezTo>
                  <a:pt x="1295489" y="45949"/>
                  <a:pt x="1291265" y="44191"/>
                  <a:pt x="1285819" y="44191"/>
                </a:cubicBezTo>
                <a:cubicBezTo>
                  <a:pt x="1280802" y="44191"/>
                  <a:pt x="1276460" y="46056"/>
                  <a:pt x="1272794" y="49787"/>
                </a:cubicBezTo>
                <a:cubicBezTo>
                  <a:pt x="1269127" y="53517"/>
                  <a:pt x="1266822" y="58385"/>
                  <a:pt x="1265879" y="64388"/>
                </a:cubicBezTo>
                <a:lnTo>
                  <a:pt x="1303058" y="64388"/>
                </a:lnTo>
                <a:close/>
                <a:moveTo>
                  <a:pt x="1328679" y="91469"/>
                </a:moveTo>
                <a:cubicBezTo>
                  <a:pt x="1335025" y="96057"/>
                  <a:pt x="1341865" y="98351"/>
                  <a:pt x="1349198" y="98351"/>
                </a:cubicBezTo>
                <a:cubicBezTo>
                  <a:pt x="1359018" y="98351"/>
                  <a:pt x="1363928" y="95135"/>
                  <a:pt x="1363928" y="88703"/>
                </a:cubicBezTo>
                <a:cubicBezTo>
                  <a:pt x="1363928" y="85958"/>
                  <a:pt x="1362856" y="83696"/>
                  <a:pt x="1360712" y="81916"/>
                </a:cubicBezTo>
                <a:cubicBezTo>
                  <a:pt x="1358568" y="80137"/>
                  <a:pt x="1354215" y="78025"/>
                  <a:pt x="1347654" y="75581"/>
                </a:cubicBezTo>
                <a:cubicBezTo>
                  <a:pt x="1339764" y="72407"/>
                  <a:pt x="1334639" y="69266"/>
                  <a:pt x="1332281" y="66157"/>
                </a:cubicBezTo>
                <a:cubicBezTo>
                  <a:pt x="1329922" y="63048"/>
                  <a:pt x="1328743" y="59285"/>
                  <a:pt x="1328743" y="54868"/>
                </a:cubicBezTo>
                <a:cubicBezTo>
                  <a:pt x="1328743" y="48565"/>
                  <a:pt x="1331412" y="43515"/>
                  <a:pt x="1336751" y="39720"/>
                </a:cubicBezTo>
                <a:cubicBezTo>
                  <a:pt x="1342090" y="35925"/>
                  <a:pt x="1348662" y="34027"/>
                  <a:pt x="1356466" y="34027"/>
                </a:cubicBezTo>
                <a:cubicBezTo>
                  <a:pt x="1362513" y="34027"/>
                  <a:pt x="1368131" y="35078"/>
                  <a:pt x="1373319" y="37179"/>
                </a:cubicBezTo>
                <a:lnTo>
                  <a:pt x="1373319" y="49336"/>
                </a:lnTo>
                <a:cubicBezTo>
                  <a:pt x="1368002" y="45906"/>
                  <a:pt x="1361977" y="44191"/>
                  <a:pt x="1355244" y="44191"/>
                </a:cubicBezTo>
                <a:cubicBezTo>
                  <a:pt x="1351213" y="44191"/>
                  <a:pt x="1347933" y="45070"/>
                  <a:pt x="1345403" y="46828"/>
                </a:cubicBezTo>
                <a:cubicBezTo>
                  <a:pt x="1342873" y="48586"/>
                  <a:pt x="1341608" y="50902"/>
                  <a:pt x="1341608" y="53775"/>
                </a:cubicBezTo>
                <a:cubicBezTo>
                  <a:pt x="1341608" y="56605"/>
                  <a:pt x="1342519" y="58813"/>
                  <a:pt x="1344341" y="60400"/>
                </a:cubicBezTo>
                <a:cubicBezTo>
                  <a:pt x="1346164" y="61987"/>
                  <a:pt x="1350206" y="64024"/>
                  <a:pt x="1356466" y="66511"/>
                </a:cubicBezTo>
                <a:cubicBezTo>
                  <a:pt x="1364400" y="69470"/>
                  <a:pt x="1369760" y="72536"/>
                  <a:pt x="1372547" y="75709"/>
                </a:cubicBezTo>
                <a:cubicBezTo>
                  <a:pt x="1375335" y="78883"/>
                  <a:pt x="1376729" y="82806"/>
                  <a:pt x="1376729" y="87480"/>
                </a:cubicBezTo>
                <a:cubicBezTo>
                  <a:pt x="1376729" y="93999"/>
                  <a:pt x="1374059" y="99134"/>
                  <a:pt x="1368720" y="102886"/>
                </a:cubicBezTo>
                <a:cubicBezTo>
                  <a:pt x="1363381" y="106638"/>
                  <a:pt x="1356466" y="108514"/>
                  <a:pt x="1347976" y="108514"/>
                </a:cubicBezTo>
                <a:cubicBezTo>
                  <a:pt x="1340600" y="108514"/>
                  <a:pt x="1334168" y="107121"/>
                  <a:pt x="1328679" y="104333"/>
                </a:cubicBezTo>
                <a:lnTo>
                  <a:pt x="1328679" y="91469"/>
                </a:lnTo>
                <a:close/>
                <a:moveTo>
                  <a:pt x="1440795" y="127490"/>
                </a:moveTo>
                <a:lnTo>
                  <a:pt x="1381746" y="127490"/>
                </a:lnTo>
                <a:lnTo>
                  <a:pt x="1381746" y="119192"/>
                </a:lnTo>
                <a:lnTo>
                  <a:pt x="1440795" y="119192"/>
                </a:lnTo>
                <a:lnTo>
                  <a:pt x="1440795" y="127490"/>
                </a:lnTo>
                <a:close/>
                <a:moveTo>
                  <a:pt x="1449949" y="10613"/>
                </a:moveTo>
                <a:cubicBezTo>
                  <a:pt x="1449949" y="8384"/>
                  <a:pt x="1450710" y="6507"/>
                  <a:pt x="1452232" y="4985"/>
                </a:cubicBezTo>
                <a:cubicBezTo>
                  <a:pt x="1453755" y="3463"/>
                  <a:pt x="1455631" y="2702"/>
                  <a:pt x="1457861" y="2702"/>
                </a:cubicBezTo>
                <a:cubicBezTo>
                  <a:pt x="1460133" y="2702"/>
                  <a:pt x="1462052" y="3452"/>
                  <a:pt x="1463618" y="4953"/>
                </a:cubicBezTo>
                <a:cubicBezTo>
                  <a:pt x="1465183" y="6454"/>
                  <a:pt x="1465966" y="8341"/>
                  <a:pt x="1465966" y="10613"/>
                </a:cubicBezTo>
                <a:cubicBezTo>
                  <a:pt x="1465966" y="12843"/>
                  <a:pt x="1465183" y="14698"/>
                  <a:pt x="1463618" y="16177"/>
                </a:cubicBezTo>
                <a:cubicBezTo>
                  <a:pt x="1462052" y="17657"/>
                  <a:pt x="1460133" y="18397"/>
                  <a:pt x="1457861" y="18397"/>
                </a:cubicBezTo>
                <a:cubicBezTo>
                  <a:pt x="1455588" y="18397"/>
                  <a:pt x="1453701" y="17657"/>
                  <a:pt x="1452200" y="16177"/>
                </a:cubicBezTo>
                <a:cubicBezTo>
                  <a:pt x="1450699" y="14698"/>
                  <a:pt x="1449949" y="12843"/>
                  <a:pt x="1449949" y="10613"/>
                </a:cubicBezTo>
                <a:moveTo>
                  <a:pt x="1451428" y="106842"/>
                </a:moveTo>
                <a:lnTo>
                  <a:pt x="1451428" y="35700"/>
                </a:lnTo>
                <a:lnTo>
                  <a:pt x="1464036" y="35700"/>
                </a:lnTo>
                <a:lnTo>
                  <a:pt x="1464036" y="106842"/>
                </a:lnTo>
                <a:lnTo>
                  <a:pt x="1451428" y="106842"/>
                </a:lnTo>
                <a:close/>
                <a:moveTo>
                  <a:pt x="1546413" y="106842"/>
                </a:moveTo>
                <a:lnTo>
                  <a:pt x="1533870" y="106842"/>
                </a:lnTo>
                <a:lnTo>
                  <a:pt x="1533870" y="66382"/>
                </a:lnTo>
                <a:cubicBezTo>
                  <a:pt x="1533870" y="51759"/>
                  <a:pt x="1528531" y="44448"/>
                  <a:pt x="1517853" y="44448"/>
                </a:cubicBezTo>
                <a:cubicBezTo>
                  <a:pt x="1512321" y="44448"/>
                  <a:pt x="1507776" y="46506"/>
                  <a:pt x="1504216" y="50623"/>
                </a:cubicBezTo>
                <a:cubicBezTo>
                  <a:pt x="1500657" y="54740"/>
                  <a:pt x="1498878" y="59950"/>
                  <a:pt x="1498878" y="66254"/>
                </a:cubicBezTo>
                <a:lnTo>
                  <a:pt x="1498878" y="106842"/>
                </a:lnTo>
                <a:lnTo>
                  <a:pt x="1486270" y="106842"/>
                </a:lnTo>
                <a:lnTo>
                  <a:pt x="1486270" y="35700"/>
                </a:lnTo>
                <a:lnTo>
                  <a:pt x="1498878" y="35700"/>
                </a:lnTo>
                <a:lnTo>
                  <a:pt x="1498878" y="47471"/>
                </a:lnTo>
                <a:lnTo>
                  <a:pt x="1499135" y="47471"/>
                </a:lnTo>
                <a:cubicBezTo>
                  <a:pt x="1504495" y="38509"/>
                  <a:pt x="1512278" y="34027"/>
                  <a:pt x="1522484" y="34027"/>
                </a:cubicBezTo>
                <a:cubicBezTo>
                  <a:pt x="1530289" y="34027"/>
                  <a:pt x="1536228" y="36525"/>
                  <a:pt x="1540302" y="41521"/>
                </a:cubicBezTo>
                <a:cubicBezTo>
                  <a:pt x="1544376" y="46517"/>
                  <a:pt x="1546413" y="53796"/>
                  <a:pt x="1546413" y="63359"/>
                </a:cubicBezTo>
                <a:lnTo>
                  <a:pt x="1546413" y="106842"/>
                </a:lnTo>
                <a:close/>
                <a:moveTo>
                  <a:pt x="1579368" y="96807"/>
                </a:moveTo>
                <a:lnTo>
                  <a:pt x="1579368" y="139583"/>
                </a:lnTo>
                <a:lnTo>
                  <a:pt x="1566760" y="139583"/>
                </a:lnTo>
                <a:lnTo>
                  <a:pt x="1566760" y="35700"/>
                </a:lnTo>
                <a:lnTo>
                  <a:pt x="1579368" y="35700"/>
                </a:lnTo>
                <a:lnTo>
                  <a:pt x="1579368" y="47986"/>
                </a:lnTo>
                <a:lnTo>
                  <a:pt x="1579625" y="47986"/>
                </a:lnTo>
                <a:cubicBezTo>
                  <a:pt x="1585200" y="38680"/>
                  <a:pt x="1593347" y="34027"/>
                  <a:pt x="1604068" y="34027"/>
                </a:cubicBezTo>
                <a:cubicBezTo>
                  <a:pt x="1613159" y="34027"/>
                  <a:pt x="1620288" y="37211"/>
                  <a:pt x="1625456" y="43579"/>
                </a:cubicBezTo>
                <a:cubicBezTo>
                  <a:pt x="1630623" y="49948"/>
                  <a:pt x="1633207" y="58492"/>
                  <a:pt x="1633207" y="69213"/>
                </a:cubicBezTo>
                <a:cubicBezTo>
                  <a:pt x="1633207" y="81048"/>
                  <a:pt x="1630280" y="90557"/>
                  <a:pt x="1624427" y="97740"/>
                </a:cubicBezTo>
                <a:cubicBezTo>
                  <a:pt x="1618573" y="104923"/>
                  <a:pt x="1610693" y="108514"/>
                  <a:pt x="1600788" y="108514"/>
                </a:cubicBezTo>
                <a:cubicBezTo>
                  <a:pt x="1591654" y="108514"/>
                  <a:pt x="1584599" y="104612"/>
                  <a:pt x="1579625" y="96807"/>
                </a:cubicBezTo>
                <a:lnTo>
                  <a:pt x="1579368" y="96807"/>
                </a:lnTo>
                <a:moveTo>
                  <a:pt x="1579303" y="77510"/>
                </a:moveTo>
                <a:cubicBezTo>
                  <a:pt x="1579303" y="83299"/>
                  <a:pt x="1581169" y="88177"/>
                  <a:pt x="1584900" y="92144"/>
                </a:cubicBezTo>
                <a:cubicBezTo>
                  <a:pt x="1588630" y="96111"/>
                  <a:pt x="1593305" y="98094"/>
                  <a:pt x="1598922" y="98094"/>
                </a:cubicBezTo>
                <a:cubicBezTo>
                  <a:pt x="1605612" y="98094"/>
                  <a:pt x="1610843" y="95521"/>
                  <a:pt x="1614617" y="90375"/>
                </a:cubicBezTo>
                <a:cubicBezTo>
                  <a:pt x="1618391" y="85229"/>
                  <a:pt x="1620278" y="78111"/>
                  <a:pt x="1620278" y="69020"/>
                </a:cubicBezTo>
                <a:cubicBezTo>
                  <a:pt x="1620278" y="61344"/>
                  <a:pt x="1618519" y="55329"/>
                  <a:pt x="1615003" y="50977"/>
                </a:cubicBezTo>
                <a:cubicBezTo>
                  <a:pt x="1611487" y="46624"/>
                  <a:pt x="1606684" y="44448"/>
                  <a:pt x="1600595" y="44448"/>
                </a:cubicBezTo>
                <a:cubicBezTo>
                  <a:pt x="1594377" y="44448"/>
                  <a:pt x="1589274" y="46656"/>
                  <a:pt x="1585285" y="51073"/>
                </a:cubicBezTo>
                <a:cubicBezTo>
                  <a:pt x="1581297" y="55490"/>
                  <a:pt x="1579303" y="61151"/>
                  <a:pt x="1579303" y="68055"/>
                </a:cubicBezTo>
                <a:lnTo>
                  <a:pt x="1579303" y="77510"/>
                </a:lnTo>
                <a:close/>
                <a:moveTo>
                  <a:pt x="1650875" y="106842"/>
                </a:moveTo>
                <a:lnTo>
                  <a:pt x="1650875" y="1544"/>
                </a:lnTo>
                <a:lnTo>
                  <a:pt x="1663482" y="1544"/>
                </a:lnTo>
                <a:lnTo>
                  <a:pt x="1663482" y="106842"/>
                </a:lnTo>
                <a:lnTo>
                  <a:pt x="1650875" y="106842"/>
                </a:lnTo>
                <a:close/>
                <a:moveTo>
                  <a:pt x="1687389" y="40653"/>
                </a:moveTo>
                <a:cubicBezTo>
                  <a:pt x="1694465" y="36236"/>
                  <a:pt x="1702634" y="34027"/>
                  <a:pt x="1711897" y="34027"/>
                </a:cubicBezTo>
                <a:cubicBezTo>
                  <a:pt x="1729050" y="34027"/>
                  <a:pt x="1737626" y="43033"/>
                  <a:pt x="1737626" y="61043"/>
                </a:cubicBezTo>
                <a:lnTo>
                  <a:pt x="1737626" y="106842"/>
                </a:lnTo>
                <a:lnTo>
                  <a:pt x="1725148" y="106842"/>
                </a:lnTo>
                <a:lnTo>
                  <a:pt x="1725148" y="95843"/>
                </a:lnTo>
                <a:lnTo>
                  <a:pt x="1724826" y="95843"/>
                </a:lnTo>
                <a:cubicBezTo>
                  <a:pt x="1719894" y="104290"/>
                  <a:pt x="1712626" y="108514"/>
                  <a:pt x="1703020" y="108514"/>
                </a:cubicBezTo>
                <a:cubicBezTo>
                  <a:pt x="1696116" y="108514"/>
                  <a:pt x="1690627" y="106649"/>
                  <a:pt x="1686553" y="102918"/>
                </a:cubicBezTo>
                <a:cubicBezTo>
                  <a:pt x="1682479" y="99187"/>
                  <a:pt x="1680442" y="94149"/>
                  <a:pt x="1680442" y="87802"/>
                </a:cubicBezTo>
                <a:cubicBezTo>
                  <a:pt x="1680442" y="74509"/>
                  <a:pt x="1688311" y="66768"/>
                  <a:pt x="1704049" y="64581"/>
                </a:cubicBezTo>
                <a:lnTo>
                  <a:pt x="1725148" y="61622"/>
                </a:lnTo>
                <a:cubicBezTo>
                  <a:pt x="1725148" y="50001"/>
                  <a:pt x="1720345" y="44191"/>
                  <a:pt x="1710739" y="44191"/>
                </a:cubicBezTo>
                <a:cubicBezTo>
                  <a:pt x="1702205" y="44191"/>
                  <a:pt x="1694422" y="47064"/>
                  <a:pt x="1687389" y="52810"/>
                </a:cubicBezTo>
                <a:lnTo>
                  <a:pt x="1687389" y="40653"/>
                </a:lnTo>
                <a:moveTo>
                  <a:pt x="1708488" y="73394"/>
                </a:moveTo>
                <a:cubicBezTo>
                  <a:pt x="1702656" y="74165"/>
                  <a:pt x="1698635" y="75623"/>
                  <a:pt x="1696427" y="77768"/>
                </a:cubicBezTo>
                <a:cubicBezTo>
                  <a:pt x="1694219" y="79912"/>
                  <a:pt x="1693114" y="82913"/>
                  <a:pt x="1693114" y="86773"/>
                </a:cubicBezTo>
                <a:cubicBezTo>
                  <a:pt x="1693114" y="90161"/>
                  <a:pt x="1694315" y="92927"/>
                  <a:pt x="1696716" y="95071"/>
                </a:cubicBezTo>
                <a:cubicBezTo>
                  <a:pt x="1699118" y="97215"/>
                  <a:pt x="1702291" y="98287"/>
                  <a:pt x="1706236" y="98287"/>
                </a:cubicBezTo>
                <a:cubicBezTo>
                  <a:pt x="1711725" y="98287"/>
                  <a:pt x="1716249" y="96357"/>
                  <a:pt x="1719809" y="92498"/>
                </a:cubicBezTo>
                <a:cubicBezTo>
                  <a:pt x="1723368" y="88638"/>
                  <a:pt x="1725148" y="83793"/>
                  <a:pt x="1725148" y="77961"/>
                </a:cubicBezTo>
                <a:lnTo>
                  <a:pt x="1725148" y="71142"/>
                </a:lnTo>
                <a:lnTo>
                  <a:pt x="1708488" y="73394"/>
                </a:lnTo>
                <a:close/>
                <a:moveTo>
                  <a:pt x="1808106" y="103626"/>
                </a:moveTo>
                <a:cubicBezTo>
                  <a:pt x="1802660" y="106885"/>
                  <a:pt x="1796099" y="108514"/>
                  <a:pt x="1788423" y="108514"/>
                </a:cubicBezTo>
                <a:cubicBezTo>
                  <a:pt x="1778131" y="108514"/>
                  <a:pt x="1769855" y="105212"/>
                  <a:pt x="1763594" y="98609"/>
                </a:cubicBezTo>
                <a:cubicBezTo>
                  <a:pt x="1757333" y="92005"/>
                  <a:pt x="1754203" y="83450"/>
                  <a:pt x="1754203" y="72943"/>
                </a:cubicBezTo>
                <a:cubicBezTo>
                  <a:pt x="1754203" y="61279"/>
                  <a:pt x="1757580" y="51877"/>
                  <a:pt x="1764334" y="44737"/>
                </a:cubicBezTo>
                <a:cubicBezTo>
                  <a:pt x="1771088" y="37597"/>
                  <a:pt x="1780125" y="34027"/>
                  <a:pt x="1791446" y="34027"/>
                </a:cubicBezTo>
                <a:cubicBezTo>
                  <a:pt x="1797964" y="34027"/>
                  <a:pt x="1803539" y="35185"/>
                  <a:pt x="1808170" y="37501"/>
                </a:cubicBezTo>
                <a:lnTo>
                  <a:pt x="1808170" y="49980"/>
                </a:lnTo>
                <a:cubicBezTo>
                  <a:pt x="1803153" y="46292"/>
                  <a:pt x="1797578" y="44448"/>
                  <a:pt x="1791446" y="44448"/>
                </a:cubicBezTo>
                <a:cubicBezTo>
                  <a:pt x="1784242" y="44448"/>
                  <a:pt x="1778378" y="46946"/>
                  <a:pt x="1773853" y="51942"/>
                </a:cubicBezTo>
                <a:cubicBezTo>
                  <a:pt x="1769329" y="56937"/>
                  <a:pt x="1767067" y="63595"/>
                  <a:pt x="1767067" y="71914"/>
                </a:cubicBezTo>
                <a:cubicBezTo>
                  <a:pt x="1767067" y="80105"/>
                  <a:pt x="1769201" y="86516"/>
                  <a:pt x="1773468" y="91147"/>
                </a:cubicBezTo>
                <a:cubicBezTo>
                  <a:pt x="1777734" y="95778"/>
                  <a:pt x="1783491" y="98094"/>
                  <a:pt x="1790738" y="98094"/>
                </a:cubicBezTo>
                <a:cubicBezTo>
                  <a:pt x="1796871" y="98094"/>
                  <a:pt x="1802660" y="96078"/>
                  <a:pt x="1808106" y="92047"/>
                </a:cubicBezTo>
                <a:lnTo>
                  <a:pt x="1808106" y="103626"/>
                </a:lnTo>
                <a:close/>
                <a:moveTo>
                  <a:pt x="1882785" y="74487"/>
                </a:moveTo>
                <a:lnTo>
                  <a:pt x="1832999" y="74487"/>
                </a:lnTo>
                <a:cubicBezTo>
                  <a:pt x="1833213" y="82077"/>
                  <a:pt x="1835293" y="87941"/>
                  <a:pt x="1839238" y="92080"/>
                </a:cubicBezTo>
                <a:cubicBezTo>
                  <a:pt x="1843183" y="96218"/>
                  <a:pt x="1848694" y="98287"/>
                  <a:pt x="1855769" y="98287"/>
                </a:cubicBezTo>
                <a:cubicBezTo>
                  <a:pt x="1863746" y="98287"/>
                  <a:pt x="1871057" y="95735"/>
                  <a:pt x="1877704" y="90632"/>
                </a:cubicBezTo>
                <a:lnTo>
                  <a:pt x="1877704" y="101889"/>
                </a:lnTo>
                <a:cubicBezTo>
                  <a:pt x="1871443" y="106306"/>
                  <a:pt x="1863145" y="108514"/>
                  <a:pt x="1852810" y="108514"/>
                </a:cubicBezTo>
                <a:cubicBezTo>
                  <a:pt x="1842519" y="108514"/>
                  <a:pt x="1834489" y="105255"/>
                  <a:pt x="1828721" y="98737"/>
                </a:cubicBezTo>
                <a:cubicBezTo>
                  <a:pt x="1822953" y="92219"/>
                  <a:pt x="1820070" y="83171"/>
                  <a:pt x="1820070" y="71592"/>
                </a:cubicBezTo>
                <a:cubicBezTo>
                  <a:pt x="1820070" y="60700"/>
                  <a:pt x="1823232" y="51716"/>
                  <a:pt x="1829557" y="44641"/>
                </a:cubicBezTo>
                <a:cubicBezTo>
                  <a:pt x="1835883" y="37565"/>
                  <a:pt x="1843741" y="34027"/>
                  <a:pt x="1853132" y="34027"/>
                </a:cubicBezTo>
                <a:cubicBezTo>
                  <a:pt x="1862438" y="34027"/>
                  <a:pt x="1869706" y="37018"/>
                  <a:pt x="1874938" y="43001"/>
                </a:cubicBezTo>
                <a:cubicBezTo>
                  <a:pt x="1880170" y="48983"/>
                  <a:pt x="1882785" y="57355"/>
                  <a:pt x="1882785" y="68119"/>
                </a:cubicBezTo>
                <a:lnTo>
                  <a:pt x="1882785" y="74487"/>
                </a:lnTo>
                <a:moveTo>
                  <a:pt x="1870178" y="64388"/>
                </a:moveTo>
                <a:cubicBezTo>
                  <a:pt x="1870135" y="57956"/>
                  <a:pt x="1868613" y="52981"/>
                  <a:pt x="1865611" y="49465"/>
                </a:cubicBezTo>
                <a:cubicBezTo>
                  <a:pt x="1862609" y="45949"/>
                  <a:pt x="1858385" y="44191"/>
                  <a:pt x="1852939" y="44191"/>
                </a:cubicBezTo>
                <a:cubicBezTo>
                  <a:pt x="1847922" y="44191"/>
                  <a:pt x="1843580" y="46056"/>
                  <a:pt x="1839914" y="49787"/>
                </a:cubicBezTo>
                <a:cubicBezTo>
                  <a:pt x="1836247" y="53517"/>
                  <a:pt x="1833942" y="58385"/>
                  <a:pt x="1832999" y="64388"/>
                </a:cubicBezTo>
                <a:lnTo>
                  <a:pt x="1870178" y="64388"/>
                </a:lnTo>
                <a:close/>
                <a:moveTo>
                  <a:pt x="1920226" y="129484"/>
                </a:moveTo>
                <a:cubicBezTo>
                  <a:pt x="1905774" y="113017"/>
                  <a:pt x="1898548" y="92798"/>
                  <a:pt x="1898548" y="68827"/>
                </a:cubicBezTo>
                <a:cubicBezTo>
                  <a:pt x="1898548" y="44855"/>
                  <a:pt x="1905774" y="24314"/>
                  <a:pt x="1920226" y="7204"/>
                </a:cubicBezTo>
                <a:lnTo>
                  <a:pt x="1931354" y="7204"/>
                </a:lnTo>
                <a:cubicBezTo>
                  <a:pt x="1916859" y="25001"/>
                  <a:pt x="1909612" y="45498"/>
                  <a:pt x="1909612" y="68698"/>
                </a:cubicBezTo>
                <a:cubicBezTo>
                  <a:pt x="1909612" y="91855"/>
                  <a:pt x="1916816" y="112117"/>
                  <a:pt x="1931225" y="129484"/>
                </a:cubicBezTo>
                <a:lnTo>
                  <a:pt x="1920226" y="129484"/>
                </a:lnTo>
                <a:close/>
                <a:moveTo>
                  <a:pt x="1939887" y="91469"/>
                </a:moveTo>
                <a:cubicBezTo>
                  <a:pt x="1946234" y="96057"/>
                  <a:pt x="1953073" y="98351"/>
                  <a:pt x="1960406" y="98351"/>
                </a:cubicBezTo>
                <a:cubicBezTo>
                  <a:pt x="1970226" y="98351"/>
                  <a:pt x="1975136" y="95135"/>
                  <a:pt x="1975136" y="88703"/>
                </a:cubicBezTo>
                <a:cubicBezTo>
                  <a:pt x="1975136" y="85958"/>
                  <a:pt x="1974064" y="83696"/>
                  <a:pt x="1971920" y="81916"/>
                </a:cubicBezTo>
                <a:cubicBezTo>
                  <a:pt x="1969776" y="80137"/>
                  <a:pt x="1965424" y="78025"/>
                  <a:pt x="1958862" y="75581"/>
                </a:cubicBezTo>
                <a:cubicBezTo>
                  <a:pt x="1950972" y="72407"/>
                  <a:pt x="1945848" y="69266"/>
                  <a:pt x="1943489" y="66157"/>
                </a:cubicBezTo>
                <a:cubicBezTo>
                  <a:pt x="1941131" y="63048"/>
                  <a:pt x="1939951" y="59285"/>
                  <a:pt x="1939951" y="54868"/>
                </a:cubicBezTo>
                <a:cubicBezTo>
                  <a:pt x="1939951" y="48565"/>
                  <a:pt x="1942621" y="43515"/>
                  <a:pt x="1947960" y="39720"/>
                </a:cubicBezTo>
                <a:cubicBezTo>
                  <a:pt x="1953298" y="35925"/>
                  <a:pt x="1959870" y="34027"/>
                  <a:pt x="1967675" y="34027"/>
                </a:cubicBezTo>
                <a:cubicBezTo>
                  <a:pt x="1973721" y="34027"/>
                  <a:pt x="1979339" y="35078"/>
                  <a:pt x="1984528" y="37179"/>
                </a:cubicBezTo>
                <a:lnTo>
                  <a:pt x="1984528" y="49336"/>
                </a:lnTo>
                <a:cubicBezTo>
                  <a:pt x="1979210" y="45906"/>
                  <a:pt x="1973185" y="44191"/>
                  <a:pt x="1966453" y="44191"/>
                </a:cubicBezTo>
                <a:cubicBezTo>
                  <a:pt x="1962422" y="44191"/>
                  <a:pt x="1959141" y="45070"/>
                  <a:pt x="1956611" y="46828"/>
                </a:cubicBezTo>
                <a:cubicBezTo>
                  <a:pt x="1954081" y="48586"/>
                  <a:pt x="1952816" y="50902"/>
                  <a:pt x="1952816" y="53775"/>
                </a:cubicBezTo>
                <a:cubicBezTo>
                  <a:pt x="1952816" y="56605"/>
                  <a:pt x="1953727" y="58813"/>
                  <a:pt x="1955550" y="60400"/>
                </a:cubicBezTo>
                <a:cubicBezTo>
                  <a:pt x="1957372" y="61987"/>
                  <a:pt x="1961414" y="64024"/>
                  <a:pt x="1967675" y="66511"/>
                </a:cubicBezTo>
                <a:cubicBezTo>
                  <a:pt x="1975608" y="69470"/>
                  <a:pt x="1980968" y="72536"/>
                  <a:pt x="1983756" y="75709"/>
                </a:cubicBezTo>
                <a:cubicBezTo>
                  <a:pt x="1986543" y="78883"/>
                  <a:pt x="1987937" y="82806"/>
                  <a:pt x="1987937" y="87480"/>
                </a:cubicBezTo>
                <a:cubicBezTo>
                  <a:pt x="1987937" y="93999"/>
                  <a:pt x="1985267" y="99134"/>
                  <a:pt x="1979929" y="102886"/>
                </a:cubicBezTo>
                <a:cubicBezTo>
                  <a:pt x="1974590" y="106638"/>
                  <a:pt x="1967675" y="108514"/>
                  <a:pt x="1959184" y="108514"/>
                </a:cubicBezTo>
                <a:cubicBezTo>
                  <a:pt x="1951808" y="108514"/>
                  <a:pt x="1945376" y="107121"/>
                  <a:pt x="1939887" y="104333"/>
                </a:cubicBezTo>
                <a:lnTo>
                  <a:pt x="1939887" y="91469"/>
                </a:lnTo>
                <a:close/>
                <a:moveTo>
                  <a:pt x="2038405" y="106134"/>
                </a:moveTo>
                <a:cubicBezTo>
                  <a:pt x="2035660" y="107635"/>
                  <a:pt x="2031951" y="108386"/>
                  <a:pt x="2027277" y="108386"/>
                </a:cubicBezTo>
                <a:cubicBezTo>
                  <a:pt x="2014541" y="108386"/>
                  <a:pt x="2008173" y="101332"/>
                  <a:pt x="2008173" y="87223"/>
                </a:cubicBezTo>
                <a:lnTo>
                  <a:pt x="2008173" y="46120"/>
                </a:lnTo>
                <a:lnTo>
                  <a:pt x="1995951" y="46120"/>
                </a:lnTo>
                <a:lnTo>
                  <a:pt x="1995951" y="35700"/>
                </a:lnTo>
                <a:lnTo>
                  <a:pt x="2008173" y="35700"/>
                </a:lnTo>
                <a:lnTo>
                  <a:pt x="2008173" y="18590"/>
                </a:lnTo>
                <a:lnTo>
                  <a:pt x="2020716" y="14602"/>
                </a:lnTo>
                <a:lnTo>
                  <a:pt x="2020716" y="35700"/>
                </a:lnTo>
                <a:lnTo>
                  <a:pt x="2038405" y="35700"/>
                </a:lnTo>
                <a:lnTo>
                  <a:pt x="2038405" y="46120"/>
                </a:lnTo>
                <a:lnTo>
                  <a:pt x="2020716" y="46120"/>
                </a:lnTo>
                <a:lnTo>
                  <a:pt x="2020716" y="84972"/>
                </a:lnTo>
                <a:cubicBezTo>
                  <a:pt x="2020716" y="89646"/>
                  <a:pt x="2021509" y="92991"/>
                  <a:pt x="2023096" y="95006"/>
                </a:cubicBezTo>
                <a:cubicBezTo>
                  <a:pt x="2024682" y="97022"/>
                  <a:pt x="2027320" y="98030"/>
                  <a:pt x="2031008" y="98030"/>
                </a:cubicBezTo>
                <a:cubicBezTo>
                  <a:pt x="2033838" y="98030"/>
                  <a:pt x="2036304" y="97236"/>
                  <a:pt x="2038405" y="95650"/>
                </a:cubicBezTo>
                <a:lnTo>
                  <a:pt x="2038405" y="106134"/>
                </a:lnTo>
                <a:close/>
                <a:moveTo>
                  <a:pt x="2091833" y="48179"/>
                </a:moveTo>
                <a:cubicBezTo>
                  <a:pt x="2089732" y="46678"/>
                  <a:pt x="2086838" y="45927"/>
                  <a:pt x="2083150" y="45927"/>
                </a:cubicBezTo>
                <a:cubicBezTo>
                  <a:pt x="2078261" y="45927"/>
                  <a:pt x="2074230" y="48211"/>
                  <a:pt x="2071057" y="52778"/>
                </a:cubicBezTo>
                <a:cubicBezTo>
                  <a:pt x="2067883" y="57345"/>
                  <a:pt x="2066297" y="63359"/>
                  <a:pt x="2066297" y="70821"/>
                </a:cubicBezTo>
                <a:lnTo>
                  <a:pt x="2066297" y="106842"/>
                </a:lnTo>
                <a:lnTo>
                  <a:pt x="2053689" y="106842"/>
                </a:lnTo>
                <a:lnTo>
                  <a:pt x="2053689" y="35700"/>
                </a:lnTo>
                <a:lnTo>
                  <a:pt x="2066297" y="35700"/>
                </a:lnTo>
                <a:lnTo>
                  <a:pt x="2066297" y="50173"/>
                </a:lnTo>
                <a:lnTo>
                  <a:pt x="2066554" y="50173"/>
                </a:lnTo>
                <a:cubicBezTo>
                  <a:pt x="2070156" y="39709"/>
                  <a:pt x="2076374" y="34478"/>
                  <a:pt x="2085208" y="34478"/>
                </a:cubicBezTo>
                <a:cubicBezTo>
                  <a:pt x="2088081" y="34478"/>
                  <a:pt x="2090290" y="34799"/>
                  <a:pt x="2091833" y="35442"/>
                </a:cubicBezTo>
                <a:lnTo>
                  <a:pt x="2091833" y="48179"/>
                </a:lnTo>
                <a:close/>
                <a:moveTo>
                  <a:pt x="2161150" y="106842"/>
                </a:moveTo>
                <a:lnTo>
                  <a:pt x="2104030" y="106842"/>
                </a:lnTo>
                <a:lnTo>
                  <a:pt x="2104030" y="95971"/>
                </a:lnTo>
                <a:lnTo>
                  <a:pt x="2126350" y="95971"/>
                </a:lnTo>
                <a:lnTo>
                  <a:pt x="2126350" y="20326"/>
                </a:lnTo>
                <a:lnTo>
                  <a:pt x="2103451" y="26952"/>
                </a:lnTo>
                <a:lnTo>
                  <a:pt x="2103451" y="15373"/>
                </a:lnTo>
                <a:lnTo>
                  <a:pt x="2138894" y="5082"/>
                </a:lnTo>
                <a:lnTo>
                  <a:pt x="2138894" y="95971"/>
                </a:lnTo>
                <a:lnTo>
                  <a:pt x="2161150" y="95971"/>
                </a:lnTo>
                <a:lnTo>
                  <a:pt x="2161150" y="106842"/>
                </a:lnTo>
                <a:close/>
                <a:moveTo>
                  <a:pt x="2170253" y="129484"/>
                </a:moveTo>
                <a:cubicBezTo>
                  <a:pt x="2184704" y="112159"/>
                  <a:pt x="2191930" y="91897"/>
                  <a:pt x="2191930" y="68698"/>
                </a:cubicBezTo>
                <a:cubicBezTo>
                  <a:pt x="2191930" y="45456"/>
                  <a:pt x="2184661" y="24958"/>
                  <a:pt x="2170124" y="7204"/>
                </a:cubicBezTo>
                <a:lnTo>
                  <a:pt x="2181317" y="7204"/>
                </a:lnTo>
                <a:cubicBezTo>
                  <a:pt x="2195811" y="24186"/>
                  <a:pt x="2203058" y="44727"/>
                  <a:pt x="2203058" y="68827"/>
                </a:cubicBezTo>
                <a:cubicBezTo>
                  <a:pt x="2203058" y="92927"/>
                  <a:pt x="2195811" y="113146"/>
                  <a:pt x="2181317" y="129484"/>
                </a:cubicBezTo>
                <a:lnTo>
                  <a:pt x="2170253" y="129484"/>
                </a:lnTo>
                <a:close/>
                <a:moveTo>
                  <a:pt x="2220206" y="42325"/>
                </a:moveTo>
                <a:cubicBezTo>
                  <a:pt x="2220206" y="40009"/>
                  <a:pt x="2221021" y="38080"/>
                  <a:pt x="2222650" y="36536"/>
                </a:cubicBezTo>
                <a:cubicBezTo>
                  <a:pt x="2224280" y="34992"/>
                  <a:pt x="2226231" y="34220"/>
                  <a:pt x="2228504" y="34220"/>
                </a:cubicBezTo>
                <a:cubicBezTo>
                  <a:pt x="2230819" y="34220"/>
                  <a:pt x="2232792" y="35003"/>
                  <a:pt x="2234421" y="36568"/>
                </a:cubicBezTo>
                <a:cubicBezTo>
                  <a:pt x="2236051" y="38133"/>
                  <a:pt x="2236866" y="40052"/>
                  <a:pt x="2236866" y="42325"/>
                </a:cubicBezTo>
                <a:cubicBezTo>
                  <a:pt x="2236866" y="44598"/>
                  <a:pt x="2236072" y="46528"/>
                  <a:pt x="2234486" y="48114"/>
                </a:cubicBezTo>
                <a:cubicBezTo>
                  <a:pt x="2232899" y="49701"/>
                  <a:pt x="2230884" y="50494"/>
                  <a:pt x="2228439" y="50494"/>
                </a:cubicBezTo>
                <a:cubicBezTo>
                  <a:pt x="2226124" y="50494"/>
                  <a:pt x="2224173" y="49701"/>
                  <a:pt x="2222586" y="48114"/>
                </a:cubicBezTo>
                <a:cubicBezTo>
                  <a:pt x="2220999" y="46528"/>
                  <a:pt x="2220206" y="44598"/>
                  <a:pt x="2220206" y="42325"/>
                </a:cubicBezTo>
                <a:moveTo>
                  <a:pt x="2220206" y="100217"/>
                </a:moveTo>
                <a:cubicBezTo>
                  <a:pt x="2220206" y="97901"/>
                  <a:pt x="2220999" y="95950"/>
                  <a:pt x="2222586" y="94363"/>
                </a:cubicBezTo>
                <a:cubicBezTo>
                  <a:pt x="2224173" y="92776"/>
                  <a:pt x="2226145" y="91983"/>
                  <a:pt x="2228504" y="91983"/>
                </a:cubicBezTo>
                <a:cubicBezTo>
                  <a:pt x="2230905" y="91983"/>
                  <a:pt x="2232899" y="92787"/>
                  <a:pt x="2234486" y="94395"/>
                </a:cubicBezTo>
                <a:cubicBezTo>
                  <a:pt x="2236072" y="96003"/>
                  <a:pt x="2236866" y="97944"/>
                  <a:pt x="2236866" y="100217"/>
                </a:cubicBezTo>
                <a:cubicBezTo>
                  <a:pt x="2236866" y="102447"/>
                  <a:pt x="2236072" y="104366"/>
                  <a:pt x="2234486" y="105974"/>
                </a:cubicBezTo>
                <a:cubicBezTo>
                  <a:pt x="2232899" y="107582"/>
                  <a:pt x="2230884" y="108386"/>
                  <a:pt x="2228439" y="108386"/>
                </a:cubicBezTo>
                <a:cubicBezTo>
                  <a:pt x="2226081" y="108386"/>
                  <a:pt x="2224119" y="107582"/>
                  <a:pt x="2222554" y="105974"/>
                </a:cubicBezTo>
                <a:cubicBezTo>
                  <a:pt x="2220988" y="104366"/>
                  <a:pt x="2220206" y="102447"/>
                  <a:pt x="2220206" y="1002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6aae33c884802"/>
          <a:stretch xmlns:a="http://schemas.openxmlformats.org/drawingml/2006/main"/>
        </p:blipFill>
        <p:spPr>
          <a:xfrm xmlns:a="http://schemas.openxmlformats.org/drawingml/2006/main">
            <a:off x="8653177" y="1846123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07" name="Text ✅">
            <a:extLst xmlns:a="http://schemas.openxmlformats.org/drawingml/2006/main">
              <a:ext uri="{FF2B5EF4-FFF2-40B4-BE49-F238E27FC236}">
                <a16:creationId xmlns:a16="http://schemas.microsoft.com/office/drawing/2014/main" id="{0B49E049-3AC9-48A5-A117-027E87C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957" y="1846123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3c2c9ca95427a"/>
          <a:stretch xmlns:a="http://schemas.openxmlformats.org/drawingml/2006/main"/>
        </p:blipFill>
        <p:spPr>
          <a:xfrm xmlns:a="http://schemas.openxmlformats.org/drawingml/2006/main">
            <a:off x="9053708" y="18496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09" name="Text ✅">
            <a:extLst xmlns:a="http://schemas.openxmlformats.org/drawingml/2006/main">
              <a:ext uri="{FF2B5EF4-FFF2-40B4-BE49-F238E27FC236}">
                <a16:creationId xmlns:a16="http://schemas.microsoft.com/office/drawing/2014/main" id="{94477004-C3F9-4496-AE56-552A458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489" y="1849636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d2dc6319f4dc3"/>
          <a:stretch xmlns:a="http://schemas.openxmlformats.org/drawingml/2006/main"/>
        </p:blipFill>
        <p:spPr>
          <a:xfrm xmlns:a="http://schemas.openxmlformats.org/drawingml/2006/main">
            <a:off x="9430930" y="18496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11" name="Text ✅">
            <a:extLst xmlns:a="http://schemas.openxmlformats.org/drawingml/2006/main">
              <a:ext uri="{FF2B5EF4-FFF2-40B4-BE49-F238E27FC236}">
                <a16:creationId xmlns:a16="http://schemas.microsoft.com/office/drawing/2014/main" id="{BAA33811-2909-4A8A-BBB9-52FB1CD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710" y="1849636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d96f4e0ce4303"/>
          <a:stretch xmlns:a="http://schemas.openxmlformats.org/drawingml/2006/main"/>
        </p:blipFill>
        <p:spPr>
          <a:xfrm xmlns:a="http://schemas.openxmlformats.org/drawingml/2006/main">
            <a:off x="9799799" y="18496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13" name="Text ✅">
            <a:extLst xmlns:a="http://schemas.openxmlformats.org/drawingml/2006/main">
              <a:ext uri="{FF2B5EF4-FFF2-40B4-BE49-F238E27FC236}">
                <a16:creationId xmlns:a16="http://schemas.microsoft.com/office/drawing/2014/main" id="{0D0ACDF8-704B-46D2-A00A-6BAF3E6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79" y="1849636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1186aae0e4d4e"/>
          <a:stretch xmlns:a="http://schemas.openxmlformats.org/drawingml/2006/main"/>
        </p:blipFill>
        <p:spPr>
          <a:xfrm xmlns:a="http://schemas.openxmlformats.org/drawingml/2006/main">
            <a:off x="10222188" y="1849635"/>
            <a:ext cx="175647" cy="175647"/>
          </a:xfrm>
          <a:prstGeom xmlns:a="http://schemas.openxmlformats.org/drawingml/2006/main" prst="rect">
            <a:avLst/>
          </a:prstGeom>
        </p:spPr>
      </p:pic>
      <p:sp>
        <p:nvSpPr>
          <p:cNvPr id="215" name="Text ✅">
            <a:extLst xmlns:a="http://schemas.openxmlformats.org/drawingml/2006/main">
              <a:ext uri="{FF2B5EF4-FFF2-40B4-BE49-F238E27FC236}">
                <a16:creationId xmlns:a16="http://schemas.microsoft.com/office/drawing/2014/main" id="{AD562322-65A4-498C-8C74-9BBA516F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969" y="1849636"/>
            <a:ext cx="175647" cy="175647"/>
          </a:xfrm>
          <a:custGeom xmlns:a="http://schemas.openxmlformats.org/drawingml/2006/main">
            <a:pathLst>
              <a:path w="175647" h="175647">
                <a:moveTo>
                  <a:pt x="0" y="175647"/>
                </a:moveTo>
                <a:lnTo>
                  <a:pt x="0" y="175647"/>
                </a:lnTo>
                <a:moveTo>
                  <a:pt x="175647" y="0"/>
                </a:moveTo>
                <a:lnTo>
                  <a:pt x="17564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11314-3FBF-4EB5-A51E-E002052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758" y="1794195"/>
            <a:ext cx="2388589" cy="279528"/>
          </a:xfrm>
          <a:custGeom xmlns:a="http://schemas.openxmlformats.org/drawingml/2006/main">
            <a:pathLst>
              <a:path w="2388589" h="279528" fill="none">
                <a:moveTo>
                  <a:pt x="0" y="46589"/>
                </a:moveTo>
                <a:cubicBezTo>
                  <a:pt x="0" y="20859"/>
                  <a:pt x="20858" y="0"/>
                  <a:pt x="46588" y="0"/>
                </a:cubicBezTo>
                <a:lnTo>
                  <a:pt x="2342001" y="0"/>
                </a:lnTo>
                <a:cubicBezTo>
                  <a:pt x="2367730" y="0"/>
                  <a:pt x="2388589" y="20859"/>
                  <a:pt x="2388589" y="46589"/>
                </a:cubicBezTo>
                <a:lnTo>
                  <a:pt x="2388589" y="232939"/>
                </a:lnTo>
                <a:cubicBezTo>
                  <a:pt x="2388589" y="258669"/>
                  <a:pt x="2367730" y="279528"/>
                  <a:pt x="2342001" y="279528"/>
                </a:cubicBezTo>
                <a:lnTo>
                  <a:pt x="46588" y="279528"/>
                </a:lnTo>
                <a:cubicBezTo>
                  <a:pt x="20858" y="279528"/>
                  <a:pt x="0" y="258669"/>
                  <a:pt x="0" y="232939"/>
                </a:cubicBezTo>
                <a:lnTo>
                  <a:pt x="0" y="465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9D18E"/>
            </a:solidFill>
            <a:miter/>
          </a:ln>
        </p:spPr>
      </p:sp>
      <p:sp>
        <p:nvSpPr>
          <p:cNvPr id="217" name="Text Label:">
            <a:extLst xmlns:a="http://schemas.openxmlformats.org/drawingml/2006/main">
              <a:ext uri="{FF2B5EF4-FFF2-40B4-BE49-F238E27FC236}">
                <a16:creationId xmlns:a16="http://schemas.microsoft.com/office/drawing/2014/main" id="{717E9AF4-AF54-4B94-AFF9-6A7C78C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863" y="1882851"/>
            <a:ext cx="439249" cy="126418"/>
          </a:xfrm>
          <a:custGeom xmlns:a="http://schemas.openxmlformats.org/drawingml/2006/main">
            <a:pathLst>
              <a:path w="439249" h="126418">
                <a:moveTo>
                  <a:pt x="20927" y="3774"/>
                </a:moveTo>
                <a:lnTo>
                  <a:pt x="20927" y="108134"/>
                </a:lnTo>
                <a:lnTo>
                  <a:pt x="67411" y="108134"/>
                </a:lnTo>
                <a:lnTo>
                  <a:pt x="67411" y="124703"/>
                </a:lnTo>
                <a:lnTo>
                  <a:pt x="0" y="124703"/>
                </a:lnTo>
                <a:lnTo>
                  <a:pt x="0" y="3774"/>
                </a:lnTo>
                <a:lnTo>
                  <a:pt x="20927" y="3774"/>
                </a:lnTo>
                <a:close/>
                <a:moveTo>
                  <a:pt x="111384" y="112524"/>
                </a:moveTo>
                <a:cubicBezTo>
                  <a:pt x="117501" y="112524"/>
                  <a:pt x="122333" y="110389"/>
                  <a:pt x="125878" y="106118"/>
                </a:cubicBezTo>
                <a:cubicBezTo>
                  <a:pt x="129423" y="101846"/>
                  <a:pt x="131195" y="96355"/>
                  <a:pt x="131195" y="89646"/>
                </a:cubicBezTo>
                <a:lnTo>
                  <a:pt x="131195" y="81648"/>
                </a:lnTo>
                <a:lnTo>
                  <a:pt x="121847" y="81992"/>
                </a:lnTo>
                <a:cubicBezTo>
                  <a:pt x="113442" y="82394"/>
                  <a:pt x="107395" y="83885"/>
                  <a:pt x="103708" y="86465"/>
                </a:cubicBezTo>
                <a:cubicBezTo>
                  <a:pt x="100020" y="89045"/>
                  <a:pt x="98176" y="93087"/>
                  <a:pt x="98176" y="98592"/>
                </a:cubicBezTo>
                <a:cubicBezTo>
                  <a:pt x="98176" y="107880"/>
                  <a:pt x="102578" y="112524"/>
                  <a:pt x="111384" y="112524"/>
                </a:cubicBezTo>
                <a:moveTo>
                  <a:pt x="150836" y="124703"/>
                </a:moveTo>
                <a:lnTo>
                  <a:pt x="131796" y="124703"/>
                </a:lnTo>
                <a:lnTo>
                  <a:pt x="131110" y="110809"/>
                </a:lnTo>
                <a:cubicBezTo>
                  <a:pt x="128188" y="116526"/>
                  <a:pt x="124666" y="120557"/>
                  <a:pt x="120542" y="122902"/>
                </a:cubicBezTo>
                <a:cubicBezTo>
                  <a:pt x="116420" y="125246"/>
                  <a:pt x="111352" y="126418"/>
                  <a:pt x="105340" y="126418"/>
                </a:cubicBezTo>
                <a:cubicBezTo>
                  <a:pt x="96292" y="126418"/>
                  <a:pt x="89376" y="124070"/>
                  <a:pt x="84593" y="119374"/>
                </a:cubicBezTo>
                <a:cubicBezTo>
                  <a:pt x="79811" y="114679"/>
                  <a:pt x="77421" y="108151"/>
                  <a:pt x="77421" y="99790"/>
                </a:cubicBezTo>
                <a:cubicBezTo>
                  <a:pt x="77421" y="90628"/>
                  <a:pt x="80685" y="83613"/>
                  <a:pt x="87214" y="78746"/>
                </a:cubicBezTo>
                <a:cubicBezTo>
                  <a:pt x="93743" y="73879"/>
                  <a:pt x="103364" y="71244"/>
                  <a:pt x="116076" y="70842"/>
                </a:cubicBezTo>
                <a:lnTo>
                  <a:pt x="131110" y="70327"/>
                </a:lnTo>
                <a:lnTo>
                  <a:pt x="131110" y="67596"/>
                </a:lnTo>
                <a:cubicBezTo>
                  <a:pt x="131110" y="60823"/>
                  <a:pt x="130007" y="55914"/>
                  <a:pt x="127802" y="52869"/>
                </a:cubicBezTo>
                <a:cubicBezTo>
                  <a:pt x="125597" y="49824"/>
                  <a:pt x="121859" y="48302"/>
                  <a:pt x="116588" y="48302"/>
                </a:cubicBezTo>
                <a:cubicBezTo>
                  <a:pt x="111950" y="48302"/>
                  <a:pt x="108527" y="49173"/>
                  <a:pt x="106321" y="50915"/>
                </a:cubicBezTo>
                <a:cubicBezTo>
                  <a:pt x="104116" y="52655"/>
                  <a:pt x="102613" y="55352"/>
                  <a:pt x="101813" y="59006"/>
                </a:cubicBezTo>
                <a:lnTo>
                  <a:pt x="82738" y="56005"/>
                </a:lnTo>
                <a:cubicBezTo>
                  <a:pt x="84455" y="48515"/>
                  <a:pt x="88047" y="43140"/>
                  <a:pt x="93515" y="39881"/>
                </a:cubicBezTo>
                <a:cubicBezTo>
                  <a:pt x="98982" y="36622"/>
                  <a:pt x="106754" y="34992"/>
                  <a:pt x="116830" y="34992"/>
                </a:cubicBezTo>
                <a:cubicBezTo>
                  <a:pt x="128565" y="34992"/>
                  <a:pt x="137167" y="37765"/>
                  <a:pt x="142634" y="43311"/>
                </a:cubicBezTo>
                <a:cubicBezTo>
                  <a:pt x="148102" y="48858"/>
                  <a:pt x="150836" y="57463"/>
                  <a:pt x="150836" y="69127"/>
                </a:cubicBezTo>
                <a:lnTo>
                  <a:pt x="150836" y="124703"/>
                </a:lnTo>
                <a:close/>
                <a:moveTo>
                  <a:pt x="260630" y="80233"/>
                </a:moveTo>
                <a:cubicBezTo>
                  <a:pt x="260630" y="94828"/>
                  <a:pt x="257332" y="106145"/>
                  <a:pt x="250737" y="114186"/>
                </a:cubicBezTo>
                <a:cubicBezTo>
                  <a:pt x="244142" y="122226"/>
                  <a:pt x="234820" y="126246"/>
                  <a:pt x="222770" y="126246"/>
                </a:cubicBezTo>
                <a:cubicBezTo>
                  <a:pt x="209809" y="126246"/>
                  <a:pt x="200644" y="120929"/>
                  <a:pt x="195277" y="110294"/>
                </a:cubicBezTo>
                <a:lnTo>
                  <a:pt x="194934" y="110294"/>
                </a:lnTo>
                <a:cubicBezTo>
                  <a:pt x="194934" y="115097"/>
                  <a:pt x="194591" y="119900"/>
                  <a:pt x="193905" y="124703"/>
                </a:cubicBezTo>
                <a:lnTo>
                  <a:pt x="174693" y="124703"/>
                </a:lnTo>
                <a:cubicBezTo>
                  <a:pt x="175208" y="119385"/>
                  <a:pt x="175465" y="112838"/>
                  <a:pt x="175465" y="105062"/>
                </a:cubicBezTo>
                <a:lnTo>
                  <a:pt x="175465" y="0"/>
                </a:lnTo>
                <a:lnTo>
                  <a:pt x="195191" y="0"/>
                </a:lnTo>
                <a:lnTo>
                  <a:pt x="195191" y="37994"/>
                </a:lnTo>
                <a:cubicBezTo>
                  <a:pt x="195191" y="40281"/>
                  <a:pt x="195162" y="42554"/>
                  <a:pt x="195105" y="44812"/>
                </a:cubicBezTo>
                <a:cubicBezTo>
                  <a:pt x="195048" y="47071"/>
                  <a:pt x="194962" y="49286"/>
                  <a:pt x="194848" y="51459"/>
                </a:cubicBezTo>
                <a:lnTo>
                  <a:pt x="195191" y="51459"/>
                </a:lnTo>
                <a:cubicBezTo>
                  <a:pt x="197875" y="46115"/>
                  <a:pt x="201500" y="42006"/>
                  <a:pt x="206067" y="39133"/>
                </a:cubicBezTo>
                <a:cubicBezTo>
                  <a:pt x="210636" y="36258"/>
                  <a:pt x="216632" y="34821"/>
                  <a:pt x="224056" y="34821"/>
                </a:cubicBezTo>
                <a:cubicBezTo>
                  <a:pt x="235762" y="34821"/>
                  <a:pt x="244783" y="38755"/>
                  <a:pt x="251121" y="46624"/>
                </a:cubicBezTo>
                <a:cubicBezTo>
                  <a:pt x="257460" y="54493"/>
                  <a:pt x="260630" y="65696"/>
                  <a:pt x="260630" y="80233"/>
                </a:cubicBezTo>
                <a:moveTo>
                  <a:pt x="240046" y="80225"/>
                </a:moveTo>
                <a:cubicBezTo>
                  <a:pt x="240046" y="59561"/>
                  <a:pt x="232798" y="49229"/>
                  <a:pt x="218302" y="49229"/>
                </a:cubicBezTo>
                <a:cubicBezTo>
                  <a:pt x="210599" y="49229"/>
                  <a:pt x="204765" y="51949"/>
                  <a:pt x="200798" y="57388"/>
                </a:cubicBezTo>
                <a:cubicBezTo>
                  <a:pt x="196831" y="62825"/>
                  <a:pt x="194848" y="70666"/>
                  <a:pt x="194848" y="80911"/>
                </a:cubicBezTo>
                <a:cubicBezTo>
                  <a:pt x="194848" y="90928"/>
                  <a:pt x="196788" y="98599"/>
                  <a:pt x="200669" y="103923"/>
                </a:cubicBezTo>
                <a:cubicBezTo>
                  <a:pt x="204550" y="109246"/>
                  <a:pt x="210371" y="111907"/>
                  <a:pt x="218133" y="111907"/>
                </a:cubicBezTo>
                <a:cubicBezTo>
                  <a:pt x="232742" y="111907"/>
                  <a:pt x="240046" y="101347"/>
                  <a:pt x="240046" y="80225"/>
                </a:cubicBezTo>
                <a:close/>
                <a:moveTo>
                  <a:pt x="296843" y="84495"/>
                </a:moveTo>
                <a:cubicBezTo>
                  <a:pt x="297129" y="93461"/>
                  <a:pt x="299110" y="100357"/>
                  <a:pt x="302785" y="105183"/>
                </a:cubicBezTo>
                <a:cubicBezTo>
                  <a:pt x="306462" y="110009"/>
                  <a:pt x="311494" y="112422"/>
                  <a:pt x="317880" y="112422"/>
                </a:cubicBezTo>
                <a:cubicBezTo>
                  <a:pt x="322211" y="112422"/>
                  <a:pt x="326072" y="111330"/>
                  <a:pt x="329463" y="109147"/>
                </a:cubicBezTo>
                <a:cubicBezTo>
                  <a:pt x="332856" y="106963"/>
                  <a:pt x="335921" y="103286"/>
                  <a:pt x="338656" y="98115"/>
                </a:cubicBezTo>
                <a:lnTo>
                  <a:pt x="354134" y="105598"/>
                </a:lnTo>
                <a:cubicBezTo>
                  <a:pt x="350764" y="111048"/>
                  <a:pt x="347394" y="115177"/>
                  <a:pt x="344025" y="117986"/>
                </a:cubicBezTo>
                <a:cubicBezTo>
                  <a:pt x="340655" y="120797"/>
                  <a:pt x="336728" y="122904"/>
                  <a:pt x="332245" y="124309"/>
                </a:cubicBezTo>
                <a:cubicBezTo>
                  <a:pt x="327762" y="125715"/>
                  <a:pt x="322437" y="126418"/>
                  <a:pt x="316269" y="126418"/>
                </a:cubicBezTo>
                <a:cubicBezTo>
                  <a:pt x="303417" y="126418"/>
                  <a:pt x="293506" y="122373"/>
                  <a:pt x="286538" y="114282"/>
                </a:cubicBezTo>
                <a:cubicBezTo>
                  <a:pt x="279571" y="106192"/>
                  <a:pt x="276088" y="94828"/>
                  <a:pt x="276088" y="80190"/>
                </a:cubicBezTo>
                <a:cubicBezTo>
                  <a:pt x="276088" y="65439"/>
                  <a:pt x="279747" y="54218"/>
                  <a:pt x="287066" y="46528"/>
                </a:cubicBezTo>
                <a:cubicBezTo>
                  <a:pt x="294384" y="38837"/>
                  <a:pt x="304362" y="34992"/>
                  <a:pt x="316998" y="34992"/>
                </a:cubicBezTo>
                <a:cubicBezTo>
                  <a:pt x="329520" y="34992"/>
                  <a:pt x="339097" y="39096"/>
                  <a:pt x="345729" y="47305"/>
                </a:cubicBezTo>
                <a:cubicBezTo>
                  <a:pt x="352362" y="55512"/>
                  <a:pt x="355678" y="67108"/>
                  <a:pt x="355678" y="82093"/>
                </a:cubicBezTo>
                <a:lnTo>
                  <a:pt x="355678" y="84495"/>
                </a:lnTo>
                <a:lnTo>
                  <a:pt x="296843" y="84495"/>
                </a:lnTo>
                <a:moveTo>
                  <a:pt x="316312" y="48645"/>
                </a:moveTo>
                <a:cubicBezTo>
                  <a:pt x="310562" y="48645"/>
                  <a:pt x="305979" y="50702"/>
                  <a:pt x="302562" y="54817"/>
                </a:cubicBezTo>
                <a:cubicBezTo>
                  <a:pt x="299148" y="58931"/>
                  <a:pt x="297299" y="64615"/>
                  <a:pt x="297015" y="71871"/>
                </a:cubicBezTo>
                <a:lnTo>
                  <a:pt x="335094" y="71871"/>
                </a:lnTo>
                <a:cubicBezTo>
                  <a:pt x="334524" y="64101"/>
                  <a:pt x="332759" y="58287"/>
                  <a:pt x="329798" y="54431"/>
                </a:cubicBezTo>
                <a:cubicBezTo>
                  <a:pt x="326839" y="50574"/>
                  <a:pt x="322344" y="48645"/>
                  <a:pt x="316312" y="48645"/>
                </a:cubicBezTo>
                <a:close/>
                <a:moveTo>
                  <a:pt x="374950" y="124703"/>
                </a:moveTo>
                <a:lnTo>
                  <a:pt x="374950" y="0"/>
                </a:lnTo>
                <a:lnTo>
                  <a:pt x="394676" y="0"/>
                </a:lnTo>
                <a:lnTo>
                  <a:pt x="394676" y="124703"/>
                </a:lnTo>
                <a:lnTo>
                  <a:pt x="374950" y="124703"/>
                </a:lnTo>
                <a:close/>
                <a:moveTo>
                  <a:pt x="418494" y="124703"/>
                </a:moveTo>
                <a:lnTo>
                  <a:pt x="418494" y="103776"/>
                </a:lnTo>
                <a:lnTo>
                  <a:pt x="439249" y="103776"/>
                </a:lnTo>
                <a:lnTo>
                  <a:pt x="439249" y="124703"/>
                </a:lnTo>
                <a:lnTo>
                  <a:pt x="418494" y="124703"/>
                </a:lnTo>
                <a:moveTo>
                  <a:pt x="418494" y="57977"/>
                </a:moveTo>
                <a:lnTo>
                  <a:pt x="418494" y="37222"/>
                </a:lnTo>
                <a:lnTo>
                  <a:pt x="439249" y="37222"/>
                </a:lnTo>
                <a:lnTo>
                  <a:pt x="439249" y="57977"/>
                </a:lnTo>
                <a:lnTo>
                  <a:pt x="418494" y="57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Code:">
            <a:extLst xmlns:a="http://schemas.openxmlformats.org/drawingml/2006/main">
              <a:ext uri="{FF2B5EF4-FFF2-40B4-BE49-F238E27FC236}">
                <a16:creationId xmlns:a16="http://schemas.microsoft.com/office/drawing/2014/main" id="{F7C00C11-D8A8-42A2-8099-982BE686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331" y="1517505"/>
            <a:ext cx="436115" cy="126418"/>
          </a:xfrm>
          <a:custGeom xmlns:a="http://schemas.openxmlformats.org/drawingml/2006/main">
            <a:pathLst>
              <a:path w="436115" h="126418">
                <a:moveTo>
                  <a:pt x="51156" y="126418"/>
                </a:moveTo>
                <a:cubicBezTo>
                  <a:pt x="35047" y="126418"/>
                  <a:pt x="22493" y="120872"/>
                  <a:pt x="13495" y="109779"/>
                </a:cubicBezTo>
                <a:cubicBezTo>
                  <a:pt x="4498" y="98687"/>
                  <a:pt x="0" y="83335"/>
                  <a:pt x="0" y="63724"/>
                </a:cubicBezTo>
                <a:cubicBezTo>
                  <a:pt x="0" y="44226"/>
                  <a:pt x="4427" y="29074"/>
                  <a:pt x="13280" y="18268"/>
                </a:cubicBezTo>
                <a:cubicBezTo>
                  <a:pt x="22135" y="7462"/>
                  <a:pt x="34704" y="2058"/>
                  <a:pt x="50985" y="2058"/>
                </a:cubicBezTo>
                <a:cubicBezTo>
                  <a:pt x="62238" y="2058"/>
                  <a:pt x="71534" y="4517"/>
                  <a:pt x="78874" y="9434"/>
                </a:cubicBezTo>
                <a:cubicBezTo>
                  <a:pt x="86216" y="14351"/>
                  <a:pt x="91744" y="22127"/>
                  <a:pt x="95457" y="32762"/>
                </a:cubicBezTo>
                <a:lnTo>
                  <a:pt x="77124" y="39280"/>
                </a:lnTo>
                <a:cubicBezTo>
                  <a:pt x="75182" y="32534"/>
                  <a:pt x="72012" y="27416"/>
                  <a:pt x="67615" y="23928"/>
                </a:cubicBezTo>
                <a:cubicBezTo>
                  <a:pt x="63218" y="20441"/>
                  <a:pt x="57821" y="18697"/>
                  <a:pt x="51424" y="18697"/>
                </a:cubicBezTo>
                <a:cubicBezTo>
                  <a:pt x="41715" y="18697"/>
                  <a:pt x="34233" y="22598"/>
                  <a:pt x="28978" y="30401"/>
                </a:cubicBezTo>
                <a:cubicBezTo>
                  <a:pt x="23725" y="38204"/>
                  <a:pt x="21098" y="49309"/>
                  <a:pt x="21098" y="63715"/>
                </a:cubicBezTo>
                <a:cubicBezTo>
                  <a:pt x="21098" y="78008"/>
                  <a:pt x="23782" y="89270"/>
                  <a:pt x="29149" y="97502"/>
                </a:cubicBezTo>
                <a:cubicBezTo>
                  <a:pt x="34519" y="105733"/>
                  <a:pt x="41886" y="109849"/>
                  <a:pt x="51253" y="109849"/>
                </a:cubicBezTo>
                <a:cubicBezTo>
                  <a:pt x="57592" y="109849"/>
                  <a:pt x="63032" y="107885"/>
                  <a:pt x="67572" y="103958"/>
                </a:cubicBezTo>
                <a:cubicBezTo>
                  <a:pt x="72112" y="100029"/>
                  <a:pt x="75468" y="94422"/>
                  <a:pt x="77639" y="87137"/>
                </a:cubicBezTo>
                <a:lnTo>
                  <a:pt x="96057" y="94358"/>
                </a:lnTo>
                <a:cubicBezTo>
                  <a:pt x="88059" y="115731"/>
                  <a:pt x="73092" y="126418"/>
                  <a:pt x="51156" y="126418"/>
                </a:cubicBezTo>
                <a:close/>
                <a:moveTo>
                  <a:pt x="198461" y="80534"/>
                </a:moveTo>
                <a:cubicBezTo>
                  <a:pt x="198461" y="94885"/>
                  <a:pt x="194469" y="106120"/>
                  <a:pt x="186486" y="114239"/>
                </a:cubicBezTo>
                <a:cubicBezTo>
                  <a:pt x="178502" y="122358"/>
                  <a:pt x="167299" y="126418"/>
                  <a:pt x="152876" y="126418"/>
                </a:cubicBezTo>
                <a:cubicBezTo>
                  <a:pt x="138911" y="126418"/>
                  <a:pt x="127980" y="122301"/>
                  <a:pt x="120082" y="114068"/>
                </a:cubicBezTo>
                <a:cubicBezTo>
                  <a:pt x="112184" y="105834"/>
                  <a:pt x="108236" y="94656"/>
                  <a:pt x="108236" y="80534"/>
                </a:cubicBezTo>
                <a:cubicBezTo>
                  <a:pt x="108236" y="66182"/>
                  <a:pt x="112199" y="55004"/>
                  <a:pt x="120125" y="46999"/>
                </a:cubicBezTo>
                <a:cubicBezTo>
                  <a:pt x="128051" y="38995"/>
                  <a:pt x="139140" y="34992"/>
                  <a:pt x="153391" y="34992"/>
                </a:cubicBezTo>
                <a:cubicBezTo>
                  <a:pt x="168100" y="34992"/>
                  <a:pt x="179289" y="38895"/>
                  <a:pt x="186957" y="46699"/>
                </a:cubicBezTo>
                <a:cubicBezTo>
                  <a:pt x="194626" y="54504"/>
                  <a:pt x="198461" y="65782"/>
                  <a:pt x="198461" y="80534"/>
                </a:cubicBezTo>
                <a:moveTo>
                  <a:pt x="177705" y="80534"/>
                </a:moveTo>
                <a:cubicBezTo>
                  <a:pt x="177705" y="59893"/>
                  <a:pt x="169744" y="49572"/>
                  <a:pt x="153820" y="49572"/>
                </a:cubicBezTo>
                <a:cubicBezTo>
                  <a:pt x="137267" y="49572"/>
                  <a:pt x="128991" y="59893"/>
                  <a:pt x="128991" y="80534"/>
                </a:cubicBezTo>
                <a:cubicBezTo>
                  <a:pt x="128991" y="90654"/>
                  <a:pt x="131017" y="98401"/>
                  <a:pt x="135069" y="103776"/>
                </a:cubicBezTo>
                <a:cubicBezTo>
                  <a:pt x="139122" y="109150"/>
                  <a:pt x="145000" y="111838"/>
                  <a:pt x="152705" y="111838"/>
                </a:cubicBezTo>
                <a:cubicBezTo>
                  <a:pt x="169372" y="111838"/>
                  <a:pt x="177705" y="101403"/>
                  <a:pt x="177705" y="80534"/>
                </a:cubicBezTo>
                <a:close/>
                <a:moveTo>
                  <a:pt x="233154" y="80534"/>
                </a:moveTo>
                <a:cubicBezTo>
                  <a:pt x="233154" y="101449"/>
                  <a:pt x="240444" y="111907"/>
                  <a:pt x="255024" y="111907"/>
                </a:cubicBezTo>
                <a:cubicBezTo>
                  <a:pt x="262743" y="111907"/>
                  <a:pt x="268603" y="109236"/>
                  <a:pt x="272606" y="103894"/>
                </a:cubicBezTo>
                <a:cubicBezTo>
                  <a:pt x="276608" y="98550"/>
                  <a:pt x="278609" y="90791"/>
                  <a:pt x="278609" y="80619"/>
                </a:cubicBezTo>
                <a:cubicBezTo>
                  <a:pt x="278609" y="70447"/>
                  <a:pt x="276637" y="62718"/>
                  <a:pt x="272692" y="57433"/>
                </a:cubicBezTo>
                <a:cubicBezTo>
                  <a:pt x="268746" y="52146"/>
                  <a:pt x="262943" y="49503"/>
                  <a:pt x="255281" y="49503"/>
                </a:cubicBezTo>
                <a:cubicBezTo>
                  <a:pt x="240530" y="49503"/>
                  <a:pt x="233154" y="59846"/>
                  <a:pt x="233154" y="80534"/>
                </a:cubicBezTo>
                <a:moveTo>
                  <a:pt x="212570" y="80791"/>
                </a:moveTo>
                <a:cubicBezTo>
                  <a:pt x="212570" y="66554"/>
                  <a:pt x="215891" y="55361"/>
                  <a:pt x="222532" y="47214"/>
                </a:cubicBezTo>
                <a:cubicBezTo>
                  <a:pt x="229174" y="39066"/>
                  <a:pt x="238505" y="34992"/>
                  <a:pt x="250527" y="34992"/>
                </a:cubicBezTo>
                <a:cubicBezTo>
                  <a:pt x="257054" y="34992"/>
                  <a:pt x="262550" y="36193"/>
                  <a:pt x="267015" y="38594"/>
                </a:cubicBezTo>
                <a:cubicBezTo>
                  <a:pt x="271482" y="40996"/>
                  <a:pt x="275261" y="44941"/>
                  <a:pt x="278352" y="50430"/>
                </a:cubicBezTo>
                <a:lnTo>
                  <a:pt x="278695" y="50430"/>
                </a:lnTo>
                <a:cubicBezTo>
                  <a:pt x="278581" y="48143"/>
                  <a:pt x="278481" y="45870"/>
                  <a:pt x="278395" y="43612"/>
                </a:cubicBezTo>
                <a:cubicBezTo>
                  <a:pt x="278309" y="41353"/>
                  <a:pt x="278266" y="39080"/>
                  <a:pt x="278266" y="36793"/>
                </a:cubicBezTo>
                <a:lnTo>
                  <a:pt x="278266" y="0"/>
                </a:lnTo>
                <a:lnTo>
                  <a:pt x="298164" y="0"/>
                </a:lnTo>
                <a:lnTo>
                  <a:pt x="298164" y="105062"/>
                </a:lnTo>
                <a:cubicBezTo>
                  <a:pt x="298164" y="111066"/>
                  <a:pt x="298392" y="117613"/>
                  <a:pt x="298850" y="124703"/>
                </a:cubicBezTo>
                <a:lnTo>
                  <a:pt x="279472" y="124703"/>
                </a:lnTo>
                <a:cubicBezTo>
                  <a:pt x="279242" y="123840"/>
                  <a:pt x="279011" y="121511"/>
                  <a:pt x="278781" y="117715"/>
                </a:cubicBezTo>
                <a:cubicBezTo>
                  <a:pt x="278552" y="113920"/>
                  <a:pt x="278438" y="111275"/>
                  <a:pt x="278438" y="109779"/>
                </a:cubicBezTo>
                <a:lnTo>
                  <a:pt x="278095" y="109779"/>
                </a:lnTo>
                <a:cubicBezTo>
                  <a:pt x="272313" y="120757"/>
                  <a:pt x="262952" y="126246"/>
                  <a:pt x="250012" y="126246"/>
                </a:cubicBezTo>
                <a:cubicBezTo>
                  <a:pt x="238046" y="126246"/>
                  <a:pt x="228814" y="122358"/>
                  <a:pt x="222315" y="114582"/>
                </a:cubicBezTo>
                <a:cubicBezTo>
                  <a:pt x="215818" y="106806"/>
                  <a:pt x="212570" y="95542"/>
                  <a:pt x="212570" y="80791"/>
                </a:cubicBezTo>
                <a:close/>
                <a:moveTo>
                  <a:pt x="339587" y="84495"/>
                </a:moveTo>
                <a:cubicBezTo>
                  <a:pt x="339873" y="93461"/>
                  <a:pt x="341854" y="100357"/>
                  <a:pt x="345529" y="105183"/>
                </a:cubicBezTo>
                <a:cubicBezTo>
                  <a:pt x="349206" y="110009"/>
                  <a:pt x="354238" y="112422"/>
                  <a:pt x="360624" y="112422"/>
                </a:cubicBezTo>
                <a:cubicBezTo>
                  <a:pt x="364955" y="112422"/>
                  <a:pt x="368816" y="111330"/>
                  <a:pt x="372207" y="109147"/>
                </a:cubicBezTo>
                <a:cubicBezTo>
                  <a:pt x="375601" y="106963"/>
                  <a:pt x="378665" y="103286"/>
                  <a:pt x="381400" y="98115"/>
                </a:cubicBezTo>
                <a:lnTo>
                  <a:pt x="396878" y="105598"/>
                </a:lnTo>
                <a:cubicBezTo>
                  <a:pt x="393509" y="111048"/>
                  <a:pt x="390139" y="115177"/>
                  <a:pt x="386769" y="117986"/>
                </a:cubicBezTo>
                <a:cubicBezTo>
                  <a:pt x="383399" y="120797"/>
                  <a:pt x="379473" y="122904"/>
                  <a:pt x="374989" y="124309"/>
                </a:cubicBezTo>
                <a:cubicBezTo>
                  <a:pt x="370506" y="125715"/>
                  <a:pt x="365181" y="126418"/>
                  <a:pt x="359013" y="126418"/>
                </a:cubicBezTo>
                <a:cubicBezTo>
                  <a:pt x="346161" y="126418"/>
                  <a:pt x="336250" y="122373"/>
                  <a:pt x="329282" y="114282"/>
                </a:cubicBezTo>
                <a:cubicBezTo>
                  <a:pt x="322315" y="106192"/>
                  <a:pt x="318832" y="94828"/>
                  <a:pt x="318832" y="80190"/>
                </a:cubicBezTo>
                <a:cubicBezTo>
                  <a:pt x="318832" y="65439"/>
                  <a:pt x="322491" y="54218"/>
                  <a:pt x="329810" y="46528"/>
                </a:cubicBezTo>
                <a:cubicBezTo>
                  <a:pt x="337129" y="38837"/>
                  <a:pt x="347106" y="34992"/>
                  <a:pt x="359742" y="34992"/>
                </a:cubicBezTo>
                <a:cubicBezTo>
                  <a:pt x="372264" y="34992"/>
                  <a:pt x="381841" y="39096"/>
                  <a:pt x="388473" y="47305"/>
                </a:cubicBezTo>
                <a:cubicBezTo>
                  <a:pt x="395106" y="55512"/>
                  <a:pt x="398422" y="67108"/>
                  <a:pt x="398422" y="82093"/>
                </a:cubicBezTo>
                <a:lnTo>
                  <a:pt x="398422" y="84495"/>
                </a:lnTo>
                <a:lnTo>
                  <a:pt x="339587" y="84495"/>
                </a:lnTo>
                <a:moveTo>
                  <a:pt x="359056" y="48645"/>
                </a:moveTo>
                <a:cubicBezTo>
                  <a:pt x="353306" y="48645"/>
                  <a:pt x="348723" y="50702"/>
                  <a:pt x="345307" y="54817"/>
                </a:cubicBezTo>
                <a:cubicBezTo>
                  <a:pt x="341892" y="58931"/>
                  <a:pt x="340043" y="64615"/>
                  <a:pt x="339759" y="71871"/>
                </a:cubicBezTo>
                <a:lnTo>
                  <a:pt x="377839" y="71871"/>
                </a:lnTo>
                <a:cubicBezTo>
                  <a:pt x="377269" y="64101"/>
                  <a:pt x="375503" y="58287"/>
                  <a:pt x="372543" y="54431"/>
                </a:cubicBezTo>
                <a:cubicBezTo>
                  <a:pt x="369584" y="50574"/>
                  <a:pt x="365088" y="48645"/>
                  <a:pt x="359056" y="48645"/>
                </a:cubicBezTo>
                <a:close/>
                <a:moveTo>
                  <a:pt x="415360" y="124703"/>
                </a:moveTo>
                <a:lnTo>
                  <a:pt x="415360" y="103776"/>
                </a:lnTo>
                <a:lnTo>
                  <a:pt x="436115" y="103776"/>
                </a:lnTo>
                <a:lnTo>
                  <a:pt x="436115" y="124703"/>
                </a:lnTo>
                <a:lnTo>
                  <a:pt x="415360" y="124703"/>
                </a:lnTo>
                <a:moveTo>
                  <a:pt x="415360" y="57977"/>
                </a:moveTo>
                <a:lnTo>
                  <a:pt x="415360" y="37222"/>
                </a:lnTo>
                <a:lnTo>
                  <a:pt x="436115" y="37222"/>
                </a:lnTo>
                <a:lnTo>
                  <a:pt x="436115" y="57977"/>
                </a:lnTo>
                <a:lnTo>
                  <a:pt x="415360" y="57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Code:">
            <a:extLst xmlns:a="http://schemas.openxmlformats.org/drawingml/2006/main">
              <a:ext uri="{FF2B5EF4-FFF2-40B4-BE49-F238E27FC236}">
                <a16:creationId xmlns:a16="http://schemas.microsoft.com/office/drawing/2014/main" id="{18E27521-AA68-45A2-8094-D38E828F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560" y="2437895"/>
            <a:ext cx="436115" cy="126418"/>
          </a:xfrm>
          <a:custGeom xmlns:a="http://schemas.openxmlformats.org/drawingml/2006/main">
            <a:pathLst>
              <a:path w="436115" h="126418">
                <a:moveTo>
                  <a:pt x="51156" y="126418"/>
                </a:moveTo>
                <a:cubicBezTo>
                  <a:pt x="35047" y="126418"/>
                  <a:pt x="22493" y="120872"/>
                  <a:pt x="13495" y="109779"/>
                </a:cubicBezTo>
                <a:cubicBezTo>
                  <a:pt x="4498" y="98687"/>
                  <a:pt x="0" y="83335"/>
                  <a:pt x="0" y="63724"/>
                </a:cubicBezTo>
                <a:cubicBezTo>
                  <a:pt x="0" y="44226"/>
                  <a:pt x="4427" y="29074"/>
                  <a:pt x="13280" y="18268"/>
                </a:cubicBezTo>
                <a:cubicBezTo>
                  <a:pt x="22135" y="7462"/>
                  <a:pt x="34704" y="2058"/>
                  <a:pt x="50985" y="2058"/>
                </a:cubicBezTo>
                <a:cubicBezTo>
                  <a:pt x="62238" y="2058"/>
                  <a:pt x="71534" y="4517"/>
                  <a:pt x="78874" y="9434"/>
                </a:cubicBezTo>
                <a:cubicBezTo>
                  <a:pt x="86216" y="14351"/>
                  <a:pt x="91744" y="22127"/>
                  <a:pt x="95457" y="32762"/>
                </a:cubicBezTo>
                <a:lnTo>
                  <a:pt x="77124" y="39280"/>
                </a:lnTo>
                <a:cubicBezTo>
                  <a:pt x="75182" y="32534"/>
                  <a:pt x="72012" y="27416"/>
                  <a:pt x="67615" y="23928"/>
                </a:cubicBezTo>
                <a:cubicBezTo>
                  <a:pt x="63218" y="20441"/>
                  <a:pt x="57821" y="18697"/>
                  <a:pt x="51424" y="18697"/>
                </a:cubicBezTo>
                <a:cubicBezTo>
                  <a:pt x="41715" y="18697"/>
                  <a:pt x="34233" y="22598"/>
                  <a:pt x="28978" y="30401"/>
                </a:cubicBezTo>
                <a:cubicBezTo>
                  <a:pt x="23725" y="38204"/>
                  <a:pt x="21098" y="49309"/>
                  <a:pt x="21098" y="63715"/>
                </a:cubicBezTo>
                <a:cubicBezTo>
                  <a:pt x="21098" y="78008"/>
                  <a:pt x="23782" y="89270"/>
                  <a:pt x="29149" y="97502"/>
                </a:cubicBezTo>
                <a:cubicBezTo>
                  <a:pt x="34519" y="105733"/>
                  <a:pt x="41886" y="109849"/>
                  <a:pt x="51253" y="109849"/>
                </a:cubicBezTo>
                <a:cubicBezTo>
                  <a:pt x="57592" y="109849"/>
                  <a:pt x="63032" y="107885"/>
                  <a:pt x="67572" y="103958"/>
                </a:cubicBezTo>
                <a:cubicBezTo>
                  <a:pt x="72112" y="100029"/>
                  <a:pt x="75468" y="94422"/>
                  <a:pt x="77639" y="87137"/>
                </a:cubicBezTo>
                <a:lnTo>
                  <a:pt x="96057" y="94358"/>
                </a:lnTo>
                <a:cubicBezTo>
                  <a:pt x="88059" y="115731"/>
                  <a:pt x="73092" y="126418"/>
                  <a:pt x="51156" y="126418"/>
                </a:cubicBezTo>
                <a:close/>
                <a:moveTo>
                  <a:pt x="198461" y="80534"/>
                </a:moveTo>
                <a:cubicBezTo>
                  <a:pt x="198461" y="94885"/>
                  <a:pt x="194469" y="106120"/>
                  <a:pt x="186486" y="114239"/>
                </a:cubicBezTo>
                <a:cubicBezTo>
                  <a:pt x="178502" y="122358"/>
                  <a:pt x="167299" y="126418"/>
                  <a:pt x="152876" y="126418"/>
                </a:cubicBezTo>
                <a:cubicBezTo>
                  <a:pt x="138911" y="126418"/>
                  <a:pt x="127980" y="122301"/>
                  <a:pt x="120082" y="114068"/>
                </a:cubicBezTo>
                <a:cubicBezTo>
                  <a:pt x="112184" y="105834"/>
                  <a:pt x="108236" y="94656"/>
                  <a:pt x="108236" y="80534"/>
                </a:cubicBezTo>
                <a:cubicBezTo>
                  <a:pt x="108236" y="66182"/>
                  <a:pt x="112199" y="55004"/>
                  <a:pt x="120125" y="46999"/>
                </a:cubicBezTo>
                <a:cubicBezTo>
                  <a:pt x="128051" y="38995"/>
                  <a:pt x="139140" y="34992"/>
                  <a:pt x="153391" y="34992"/>
                </a:cubicBezTo>
                <a:cubicBezTo>
                  <a:pt x="168100" y="34992"/>
                  <a:pt x="179289" y="38895"/>
                  <a:pt x="186957" y="46699"/>
                </a:cubicBezTo>
                <a:cubicBezTo>
                  <a:pt x="194626" y="54504"/>
                  <a:pt x="198461" y="65782"/>
                  <a:pt x="198461" y="80534"/>
                </a:cubicBezTo>
                <a:moveTo>
                  <a:pt x="177705" y="80534"/>
                </a:moveTo>
                <a:cubicBezTo>
                  <a:pt x="177705" y="59893"/>
                  <a:pt x="169744" y="49572"/>
                  <a:pt x="153820" y="49572"/>
                </a:cubicBezTo>
                <a:cubicBezTo>
                  <a:pt x="137267" y="49572"/>
                  <a:pt x="128991" y="59893"/>
                  <a:pt x="128991" y="80534"/>
                </a:cubicBezTo>
                <a:cubicBezTo>
                  <a:pt x="128991" y="90654"/>
                  <a:pt x="131017" y="98401"/>
                  <a:pt x="135069" y="103776"/>
                </a:cubicBezTo>
                <a:cubicBezTo>
                  <a:pt x="139122" y="109150"/>
                  <a:pt x="145000" y="111838"/>
                  <a:pt x="152705" y="111838"/>
                </a:cubicBezTo>
                <a:cubicBezTo>
                  <a:pt x="169372" y="111838"/>
                  <a:pt x="177705" y="101403"/>
                  <a:pt x="177705" y="80534"/>
                </a:cubicBezTo>
                <a:close/>
                <a:moveTo>
                  <a:pt x="233153" y="80534"/>
                </a:moveTo>
                <a:cubicBezTo>
                  <a:pt x="233153" y="101449"/>
                  <a:pt x="240444" y="111907"/>
                  <a:pt x="255024" y="111907"/>
                </a:cubicBezTo>
                <a:cubicBezTo>
                  <a:pt x="262742" y="111907"/>
                  <a:pt x="268603" y="109236"/>
                  <a:pt x="272605" y="103894"/>
                </a:cubicBezTo>
                <a:cubicBezTo>
                  <a:pt x="276608" y="98550"/>
                  <a:pt x="278609" y="90791"/>
                  <a:pt x="278609" y="80619"/>
                </a:cubicBezTo>
                <a:cubicBezTo>
                  <a:pt x="278609" y="70447"/>
                  <a:pt x="276636" y="62718"/>
                  <a:pt x="272691" y="57433"/>
                </a:cubicBezTo>
                <a:cubicBezTo>
                  <a:pt x="268746" y="52146"/>
                  <a:pt x="262943" y="49503"/>
                  <a:pt x="255281" y="49503"/>
                </a:cubicBezTo>
                <a:cubicBezTo>
                  <a:pt x="240529" y="49503"/>
                  <a:pt x="233153" y="59846"/>
                  <a:pt x="233153" y="80534"/>
                </a:cubicBezTo>
                <a:moveTo>
                  <a:pt x="212570" y="80791"/>
                </a:moveTo>
                <a:cubicBezTo>
                  <a:pt x="212570" y="66554"/>
                  <a:pt x="215891" y="55361"/>
                  <a:pt x="222532" y="47214"/>
                </a:cubicBezTo>
                <a:cubicBezTo>
                  <a:pt x="229173" y="39066"/>
                  <a:pt x="238505" y="34992"/>
                  <a:pt x="250526" y="34992"/>
                </a:cubicBezTo>
                <a:cubicBezTo>
                  <a:pt x="257053" y="34992"/>
                  <a:pt x="262550" y="36193"/>
                  <a:pt x="267015" y="38594"/>
                </a:cubicBezTo>
                <a:cubicBezTo>
                  <a:pt x="271482" y="40996"/>
                  <a:pt x="275261" y="44941"/>
                  <a:pt x="278352" y="50430"/>
                </a:cubicBezTo>
                <a:lnTo>
                  <a:pt x="278695" y="50430"/>
                </a:lnTo>
                <a:cubicBezTo>
                  <a:pt x="278580" y="48143"/>
                  <a:pt x="278480" y="45870"/>
                  <a:pt x="278395" y="43612"/>
                </a:cubicBezTo>
                <a:cubicBezTo>
                  <a:pt x="278309" y="41353"/>
                  <a:pt x="278266" y="39080"/>
                  <a:pt x="278266" y="36793"/>
                </a:cubicBezTo>
                <a:lnTo>
                  <a:pt x="278266" y="0"/>
                </a:lnTo>
                <a:lnTo>
                  <a:pt x="298164" y="0"/>
                </a:lnTo>
                <a:lnTo>
                  <a:pt x="298164" y="105062"/>
                </a:lnTo>
                <a:cubicBezTo>
                  <a:pt x="298164" y="111066"/>
                  <a:pt x="298392" y="117613"/>
                  <a:pt x="298850" y="124703"/>
                </a:cubicBezTo>
                <a:lnTo>
                  <a:pt x="279472" y="124703"/>
                </a:lnTo>
                <a:cubicBezTo>
                  <a:pt x="279242" y="123840"/>
                  <a:pt x="279011" y="121511"/>
                  <a:pt x="278781" y="117715"/>
                </a:cubicBezTo>
                <a:cubicBezTo>
                  <a:pt x="278552" y="113920"/>
                  <a:pt x="278438" y="111275"/>
                  <a:pt x="278438" y="109779"/>
                </a:cubicBezTo>
                <a:lnTo>
                  <a:pt x="278094" y="109779"/>
                </a:lnTo>
                <a:cubicBezTo>
                  <a:pt x="272312" y="120757"/>
                  <a:pt x="262952" y="126246"/>
                  <a:pt x="250012" y="126246"/>
                </a:cubicBezTo>
                <a:cubicBezTo>
                  <a:pt x="238046" y="126246"/>
                  <a:pt x="228813" y="122358"/>
                  <a:pt x="222315" y="114582"/>
                </a:cubicBezTo>
                <a:cubicBezTo>
                  <a:pt x="215818" y="106806"/>
                  <a:pt x="212570" y="95542"/>
                  <a:pt x="212570" y="80791"/>
                </a:cubicBezTo>
                <a:close/>
                <a:moveTo>
                  <a:pt x="339587" y="84495"/>
                </a:moveTo>
                <a:cubicBezTo>
                  <a:pt x="339873" y="93461"/>
                  <a:pt x="341854" y="100357"/>
                  <a:pt x="345529" y="105183"/>
                </a:cubicBezTo>
                <a:cubicBezTo>
                  <a:pt x="349206" y="110009"/>
                  <a:pt x="354238" y="112422"/>
                  <a:pt x="360624" y="112422"/>
                </a:cubicBezTo>
                <a:cubicBezTo>
                  <a:pt x="364955" y="112422"/>
                  <a:pt x="368816" y="111330"/>
                  <a:pt x="372207" y="109147"/>
                </a:cubicBezTo>
                <a:cubicBezTo>
                  <a:pt x="375601" y="106963"/>
                  <a:pt x="378665" y="103286"/>
                  <a:pt x="381400" y="98115"/>
                </a:cubicBezTo>
                <a:lnTo>
                  <a:pt x="396878" y="105598"/>
                </a:lnTo>
                <a:cubicBezTo>
                  <a:pt x="393509" y="111048"/>
                  <a:pt x="390139" y="115177"/>
                  <a:pt x="386769" y="117986"/>
                </a:cubicBezTo>
                <a:cubicBezTo>
                  <a:pt x="383399" y="120797"/>
                  <a:pt x="379473" y="122904"/>
                  <a:pt x="374989" y="124309"/>
                </a:cubicBezTo>
                <a:cubicBezTo>
                  <a:pt x="370506" y="125715"/>
                  <a:pt x="365181" y="126418"/>
                  <a:pt x="359013" y="126418"/>
                </a:cubicBezTo>
                <a:cubicBezTo>
                  <a:pt x="346161" y="126418"/>
                  <a:pt x="336250" y="122373"/>
                  <a:pt x="329282" y="114282"/>
                </a:cubicBezTo>
                <a:cubicBezTo>
                  <a:pt x="322315" y="106192"/>
                  <a:pt x="318832" y="94828"/>
                  <a:pt x="318832" y="80190"/>
                </a:cubicBezTo>
                <a:cubicBezTo>
                  <a:pt x="318832" y="65439"/>
                  <a:pt x="322491" y="54218"/>
                  <a:pt x="329810" y="46528"/>
                </a:cubicBezTo>
                <a:cubicBezTo>
                  <a:pt x="337129" y="38837"/>
                  <a:pt x="347106" y="34992"/>
                  <a:pt x="359742" y="34992"/>
                </a:cubicBezTo>
                <a:cubicBezTo>
                  <a:pt x="372264" y="34992"/>
                  <a:pt x="381841" y="39096"/>
                  <a:pt x="388473" y="47305"/>
                </a:cubicBezTo>
                <a:cubicBezTo>
                  <a:pt x="395106" y="55512"/>
                  <a:pt x="398422" y="67108"/>
                  <a:pt x="398422" y="82093"/>
                </a:cubicBezTo>
                <a:lnTo>
                  <a:pt x="398422" y="84495"/>
                </a:lnTo>
                <a:lnTo>
                  <a:pt x="339587" y="84495"/>
                </a:lnTo>
                <a:moveTo>
                  <a:pt x="359056" y="48645"/>
                </a:moveTo>
                <a:cubicBezTo>
                  <a:pt x="353306" y="48645"/>
                  <a:pt x="348723" y="50702"/>
                  <a:pt x="345307" y="54817"/>
                </a:cubicBezTo>
                <a:cubicBezTo>
                  <a:pt x="341892" y="58931"/>
                  <a:pt x="340043" y="64615"/>
                  <a:pt x="339759" y="71871"/>
                </a:cubicBezTo>
                <a:lnTo>
                  <a:pt x="377839" y="71871"/>
                </a:lnTo>
                <a:cubicBezTo>
                  <a:pt x="377269" y="64101"/>
                  <a:pt x="375503" y="58287"/>
                  <a:pt x="372543" y="54431"/>
                </a:cubicBezTo>
                <a:cubicBezTo>
                  <a:pt x="369584" y="50574"/>
                  <a:pt x="365088" y="48645"/>
                  <a:pt x="359056" y="48645"/>
                </a:cubicBezTo>
                <a:close/>
                <a:moveTo>
                  <a:pt x="415360" y="124703"/>
                </a:moveTo>
                <a:lnTo>
                  <a:pt x="415360" y="103776"/>
                </a:lnTo>
                <a:lnTo>
                  <a:pt x="436115" y="103776"/>
                </a:lnTo>
                <a:lnTo>
                  <a:pt x="436115" y="124703"/>
                </a:lnTo>
                <a:lnTo>
                  <a:pt x="415360" y="124703"/>
                </a:lnTo>
                <a:moveTo>
                  <a:pt x="415360" y="57977"/>
                </a:moveTo>
                <a:lnTo>
                  <a:pt x="415360" y="37222"/>
                </a:lnTo>
                <a:lnTo>
                  <a:pt x="436115" y="37222"/>
                </a:lnTo>
                <a:lnTo>
                  <a:pt x="436115" y="57977"/>
                </a:lnTo>
                <a:lnTo>
                  <a:pt x="415360" y="57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BA72F-B82B-4475-8182-6B5BF38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402" y="2746475"/>
            <a:ext cx="2391531" cy="270531"/>
          </a:xfrm>
          <a:custGeom xmlns:a="http://schemas.openxmlformats.org/drawingml/2006/main">
            <a:pathLst>
              <a:path w="2391531" h="270531" fill="none">
                <a:moveTo>
                  <a:pt x="0" y="45090"/>
                </a:moveTo>
                <a:cubicBezTo>
                  <a:pt x="0" y="20187"/>
                  <a:pt x="20187" y="0"/>
                  <a:pt x="45090" y="0"/>
                </a:cubicBezTo>
                <a:lnTo>
                  <a:pt x="2346441" y="0"/>
                </a:lnTo>
                <a:cubicBezTo>
                  <a:pt x="2371344" y="0"/>
                  <a:pt x="2391531" y="20187"/>
                  <a:pt x="2391531" y="45090"/>
                </a:cubicBezTo>
                <a:lnTo>
                  <a:pt x="2391531" y="225441"/>
                </a:lnTo>
                <a:cubicBezTo>
                  <a:pt x="2391531" y="250344"/>
                  <a:pt x="2371344" y="270531"/>
                  <a:pt x="2346441" y="270531"/>
                </a:cubicBezTo>
                <a:lnTo>
                  <a:pt x="45090" y="270531"/>
                </a:lnTo>
                <a:cubicBezTo>
                  <a:pt x="20187" y="270531"/>
                  <a:pt x="0" y="250344"/>
                  <a:pt x="0" y="225441"/>
                </a:cubicBezTo>
                <a:lnTo>
                  <a:pt x="0" y="450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9D18E"/>
            </a:solidFill>
            <a:miter/>
          </a:ln>
        </p:spPr>
      </p:sp>
      <p:sp>
        <p:nvSpPr>
          <p:cNvPr id="221" name="Text Label:">
            <a:extLst xmlns:a="http://schemas.openxmlformats.org/drawingml/2006/main">
              <a:ext uri="{FF2B5EF4-FFF2-40B4-BE49-F238E27FC236}">
                <a16:creationId xmlns:a16="http://schemas.microsoft.com/office/drawing/2014/main" id="{82698FD9-7909-4D33-81FE-1B53EFB3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506" y="2806754"/>
            <a:ext cx="439249" cy="126418"/>
          </a:xfrm>
          <a:custGeom xmlns:a="http://schemas.openxmlformats.org/drawingml/2006/main">
            <a:pathLst>
              <a:path w="439249" h="126418">
                <a:moveTo>
                  <a:pt x="20927" y="3774"/>
                </a:moveTo>
                <a:lnTo>
                  <a:pt x="20927" y="108134"/>
                </a:lnTo>
                <a:lnTo>
                  <a:pt x="67411" y="108134"/>
                </a:lnTo>
                <a:lnTo>
                  <a:pt x="67411" y="124703"/>
                </a:lnTo>
                <a:lnTo>
                  <a:pt x="0" y="124703"/>
                </a:lnTo>
                <a:lnTo>
                  <a:pt x="0" y="3774"/>
                </a:lnTo>
                <a:lnTo>
                  <a:pt x="20927" y="3774"/>
                </a:lnTo>
                <a:close/>
                <a:moveTo>
                  <a:pt x="111384" y="112524"/>
                </a:moveTo>
                <a:cubicBezTo>
                  <a:pt x="117502" y="112524"/>
                  <a:pt x="122333" y="110389"/>
                  <a:pt x="125878" y="106118"/>
                </a:cubicBezTo>
                <a:cubicBezTo>
                  <a:pt x="129423" y="101846"/>
                  <a:pt x="131196" y="96355"/>
                  <a:pt x="131196" y="89646"/>
                </a:cubicBezTo>
                <a:lnTo>
                  <a:pt x="131196" y="81648"/>
                </a:lnTo>
                <a:lnTo>
                  <a:pt x="121847" y="81992"/>
                </a:lnTo>
                <a:cubicBezTo>
                  <a:pt x="113442" y="82394"/>
                  <a:pt x="107396" y="83885"/>
                  <a:pt x="103708" y="86465"/>
                </a:cubicBezTo>
                <a:cubicBezTo>
                  <a:pt x="100020" y="89045"/>
                  <a:pt x="98176" y="93087"/>
                  <a:pt x="98176" y="98592"/>
                </a:cubicBezTo>
                <a:cubicBezTo>
                  <a:pt x="98176" y="107880"/>
                  <a:pt x="102579" y="112524"/>
                  <a:pt x="111384" y="112524"/>
                </a:cubicBezTo>
                <a:moveTo>
                  <a:pt x="150836" y="124703"/>
                </a:moveTo>
                <a:lnTo>
                  <a:pt x="131796" y="124703"/>
                </a:lnTo>
                <a:lnTo>
                  <a:pt x="131110" y="110809"/>
                </a:lnTo>
                <a:cubicBezTo>
                  <a:pt x="128188" y="116526"/>
                  <a:pt x="124666" y="120557"/>
                  <a:pt x="120542" y="122902"/>
                </a:cubicBezTo>
                <a:cubicBezTo>
                  <a:pt x="116420" y="125246"/>
                  <a:pt x="111353" y="126418"/>
                  <a:pt x="105340" y="126418"/>
                </a:cubicBezTo>
                <a:cubicBezTo>
                  <a:pt x="96292" y="126418"/>
                  <a:pt x="89376" y="124070"/>
                  <a:pt x="84593" y="119374"/>
                </a:cubicBezTo>
                <a:cubicBezTo>
                  <a:pt x="79812" y="114679"/>
                  <a:pt x="77421" y="108151"/>
                  <a:pt x="77421" y="99790"/>
                </a:cubicBezTo>
                <a:cubicBezTo>
                  <a:pt x="77421" y="90628"/>
                  <a:pt x="80685" y="83613"/>
                  <a:pt x="87214" y="78746"/>
                </a:cubicBezTo>
                <a:cubicBezTo>
                  <a:pt x="93743" y="73879"/>
                  <a:pt x="103364" y="71244"/>
                  <a:pt x="116077" y="70842"/>
                </a:cubicBezTo>
                <a:lnTo>
                  <a:pt x="131110" y="70327"/>
                </a:lnTo>
                <a:lnTo>
                  <a:pt x="131110" y="67596"/>
                </a:lnTo>
                <a:cubicBezTo>
                  <a:pt x="131110" y="60823"/>
                  <a:pt x="130007" y="55914"/>
                  <a:pt x="127802" y="52869"/>
                </a:cubicBezTo>
                <a:cubicBezTo>
                  <a:pt x="125598" y="49824"/>
                  <a:pt x="121860" y="48302"/>
                  <a:pt x="116589" y="48302"/>
                </a:cubicBezTo>
                <a:cubicBezTo>
                  <a:pt x="111950" y="48302"/>
                  <a:pt x="108528" y="49173"/>
                  <a:pt x="106321" y="50915"/>
                </a:cubicBezTo>
                <a:cubicBezTo>
                  <a:pt x="104116" y="52655"/>
                  <a:pt x="102613" y="55352"/>
                  <a:pt x="101813" y="59006"/>
                </a:cubicBezTo>
                <a:lnTo>
                  <a:pt x="82738" y="56005"/>
                </a:lnTo>
                <a:cubicBezTo>
                  <a:pt x="84455" y="48515"/>
                  <a:pt x="88048" y="43140"/>
                  <a:pt x="93515" y="39881"/>
                </a:cubicBezTo>
                <a:cubicBezTo>
                  <a:pt x="98983" y="36622"/>
                  <a:pt x="106754" y="34992"/>
                  <a:pt x="116830" y="34992"/>
                </a:cubicBezTo>
                <a:cubicBezTo>
                  <a:pt x="128565" y="34992"/>
                  <a:pt x="137167" y="37765"/>
                  <a:pt x="142635" y="43311"/>
                </a:cubicBezTo>
                <a:cubicBezTo>
                  <a:pt x="148102" y="48858"/>
                  <a:pt x="150836" y="57463"/>
                  <a:pt x="150836" y="69127"/>
                </a:cubicBezTo>
                <a:lnTo>
                  <a:pt x="150836" y="124703"/>
                </a:lnTo>
                <a:close/>
                <a:moveTo>
                  <a:pt x="260630" y="80233"/>
                </a:moveTo>
                <a:cubicBezTo>
                  <a:pt x="260630" y="94828"/>
                  <a:pt x="257333" y="106145"/>
                  <a:pt x="250738" y="114186"/>
                </a:cubicBezTo>
                <a:cubicBezTo>
                  <a:pt x="244143" y="122226"/>
                  <a:pt x="234820" y="126246"/>
                  <a:pt x="222770" y="126246"/>
                </a:cubicBezTo>
                <a:cubicBezTo>
                  <a:pt x="209809" y="126246"/>
                  <a:pt x="200645" y="120929"/>
                  <a:pt x="195277" y="110294"/>
                </a:cubicBezTo>
                <a:lnTo>
                  <a:pt x="194934" y="110294"/>
                </a:lnTo>
                <a:cubicBezTo>
                  <a:pt x="194934" y="115097"/>
                  <a:pt x="194591" y="119900"/>
                  <a:pt x="193905" y="124703"/>
                </a:cubicBezTo>
                <a:lnTo>
                  <a:pt x="174694" y="124703"/>
                </a:lnTo>
                <a:cubicBezTo>
                  <a:pt x="175208" y="119385"/>
                  <a:pt x="175466" y="112838"/>
                  <a:pt x="175466" y="105062"/>
                </a:cubicBezTo>
                <a:lnTo>
                  <a:pt x="175466" y="0"/>
                </a:lnTo>
                <a:lnTo>
                  <a:pt x="195192" y="0"/>
                </a:lnTo>
                <a:lnTo>
                  <a:pt x="195192" y="37994"/>
                </a:lnTo>
                <a:cubicBezTo>
                  <a:pt x="195192" y="40281"/>
                  <a:pt x="195163" y="42554"/>
                  <a:pt x="195106" y="44812"/>
                </a:cubicBezTo>
                <a:cubicBezTo>
                  <a:pt x="195049" y="47071"/>
                  <a:pt x="194963" y="49286"/>
                  <a:pt x="194849" y="51459"/>
                </a:cubicBezTo>
                <a:lnTo>
                  <a:pt x="195192" y="51459"/>
                </a:lnTo>
                <a:cubicBezTo>
                  <a:pt x="197875" y="46115"/>
                  <a:pt x="201501" y="42006"/>
                  <a:pt x="206068" y="39133"/>
                </a:cubicBezTo>
                <a:cubicBezTo>
                  <a:pt x="210636" y="36258"/>
                  <a:pt x="216633" y="34821"/>
                  <a:pt x="224057" y="34821"/>
                </a:cubicBezTo>
                <a:cubicBezTo>
                  <a:pt x="235762" y="34821"/>
                  <a:pt x="244784" y="38755"/>
                  <a:pt x="251121" y="46624"/>
                </a:cubicBezTo>
                <a:cubicBezTo>
                  <a:pt x="257461" y="54493"/>
                  <a:pt x="260630" y="65696"/>
                  <a:pt x="260630" y="80233"/>
                </a:cubicBezTo>
                <a:moveTo>
                  <a:pt x="240047" y="80225"/>
                </a:moveTo>
                <a:cubicBezTo>
                  <a:pt x="240047" y="59561"/>
                  <a:pt x="232799" y="49229"/>
                  <a:pt x="218303" y="49229"/>
                </a:cubicBezTo>
                <a:cubicBezTo>
                  <a:pt x="210600" y="49229"/>
                  <a:pt x="204765" y="51949"/>
                  <a:pt x="200798" y="57388"/>
                </a:cubicBezTo>
                <a:cubicBezTo>
                  <a:pt x="196832" y="62825"/>
                  <a:pt x="194849" y="70666"/>
                  <a:pt x="194849" y="80911"/>
                </a:cubicBezTo>
                <a:cubicBezTo>
                  <a:pt x="194849" y="90928"/>
                  <a:pt x="196789" y="98599"/>
                  <a:pt x="200670" y="103923"/>
                </a:cubicBezTo>
                <a:cubicBezTo>
                  <a:pt x="204551" y="109246"/>
                  <a:pt x="210372" y="111907"/>
                  <a:pt x="218134" y="111907"/>
                </a:cubicBezTo>
                <a:cubicBezTo>
                  <a:pt x="232742" y="111907"/>
                  <a:pt x="240047" y="101347"/>
                  <a:pt x="240047" y="80225"/>
                </a:cubicBezTo>
                <a:close/>
                <a:moveTo>
                  <a:pt x="296843" y="84495"/>
                </a:moveTo>
                <a:cubicBezTo>
                  <a:pt x="297129" y="93461"/>
                  <a:pt x="299110" y="100357"/>
                  <a:pt x="302785" y="105183"/>
                </a:cubicBezTo>
                <a:cubicBezTo>
                  <a:pt x="306462" y="110009"/>
                  <a:pt x="311494" y="112422"/>
                  <a:pt x="317880" y="112422"/>
                </a:cubicBezTo>
                <a:cubicBezTo>
                  <a:pt x="322211" y="112422"/>
                  <a:pt x="326072" y="111330"/>
                  <a:pt x="329464" y="109147"/>
                </a:cubicBezTo>
                <a:cubicBezTo>
                  <a:pt x="332857" y="106963"/>
                  <a:pt x="335921" y="103286"/>
                  <a:pt x="338656" y="98115"/>
                </a:cubicBezTo>
                <a:lnTo>
                  <a:pt x="354134" y="105598"/>
                </a:lnTo>
                <a:cubicBezTo>
                  <a:pt x="350765" y="111048"/>
                  <a:pt x="347395" y="115177"/>
                  <a:pt x="344025" y="117986"/>
                </a:cubicBezTo>
                <a:cubicBezTo>
                  <a:pt x="340655" y="120797"/>
                  <a:pt x="336729" y="122904"/>
                  <a:pt x="332246" y="124309"/>
                </a:cubicBezTo>
                <a:cubicBezTo>
                  <a:pt x="327763" y="125715"/>
                  <a:pt x="322437" y="126418"/>
                  <a:pt x="316269" y="126418"/>
                </a:cubicBezTo>
                <a:cubicBezTo>
                  <a:pt x="303417" y="126418"/>
                  <a:pt x="293506" y="122373"/>
                  <a:pt x="286538" y="114282"/>
                </a:cubicBezTo>
                <a:cubicBezTo>
                  <a:pt x="279571" y="106192"/>
                  <a:pt x="276088" y="94828"/>
                  <a:pt x="276088" y="80190"/>
                </a:cubicBezTo>
                <a:cubicBezTo>
                  <a:pt x="276088" y="65439"/>
                  <a:pt x="279747" y="54218"/>
                  <a:pt x="287066" y="46528"/>
                </a:cubicBezTo>
                <a:cubicBezTo>
                  <a:pt x="294385" y="38837"/>
                  <a:pt x="304362" y="34992"/>
                  <a:pt x="316998" y="34992"/>
                </a:cubicBezTo>
                <a:cubicBezTo>
                  <a:pt x="329520" y="34992"/>
                  <a:pt x="339097" y="39096"/>
                  <a:pt x="345729" y="47305"/>
                </a:cubicBezTo>
                <a:cubicBezTo>
                  <a:pt x="352362" y="55512"/>
                  <a:pt x="355678" y="67108"/>
                  <a:pt x="355678" y="82093"/>
                </a:cubicBezTo>
                <a:lnTo>
                  <a:pt x="355678" y="84495"/>
                </a:lnTo>
                <a:lnTo>
                  <a:pt x="296843" y="84495"/>
                </a:lnTo>
                <a:moveTo>
                  <a:pt x="316312" y="48645"/>
                </a:moveTo>
                <a:cubicBezTo>
                  <a:pt x="310562" y="48645"/>
                  <a:pt x="305979" y="50702"/>
                  <a:pt x="302563" y="54817"/>
                </a:cubicBezTo>
                <a:cubicBezTo>
                  <a:pt x="299148" y="58931"/>
                  <a:pt x="297299" y="64615"/>
                  <a:pt x="297015" y="71871"/>
                </a:cubicBezTo>
                <a:lnTo>
                  <a:pt x="335095" y="71871"/>
                </a:lnTo>
                <a:cubicBezTo>
                  <a:pt x="334525" y="64101"/>
                  <a:pt x="332759" y="58287"/>
                  <a:pt x="329799" y="54431"/>
                </a:cubicBezTo>
                <a:cubicBezTo>
                  <a:pt x="326840" y="50574"/>
                  <a:pt x="322344" y="48645"/>
                  <a:pt x="316312" y="48645"/>
                </a:cubicBezTo>
                <a:close/>
                <a:moveTo>
                  <a:pt x="374950" y="124703"/>
                </a:moveTo>
                <a:lnTo>
                  <a:pt x="374950" y="0"/>
                </a:lnTo>
                <a:lnTo>
                  <a:pt x="394676" y="0"/>
                </a:lnTo>
                <a:lnTo>
                  <a:pt x="394676" y="124703"/>
                </a:lnTo>
                <a:lnTo>
                  <a:pt x="374950" y="124703"/>
                </a:lnTo>
                <a:close/>
                <a:moveTo>
                  <a:pt x="418494" y="124703"/>
                </a:moveTo>
                <a:lnTo>
                  <a:pt x="418494" y="103776"/>
                </a:lnTo>
                <a:lnTo>
                  <a:pt x="439249" y="103776"/>
                </a:lnTo>
                <a:lnTo>
                  <a:pt x="439249" y="124703"/>
                </a:lnTo>
                <a:lnTo>
                  <a:pt x="418494" y="124703"/>
                </a:lnTo>
                <a:moveTo>
                  <a:pt x="418494" y="57977"/>
                </a:moveTo>
                <a:lnTo>
                  <a:pt x="418494" y="37222"/>
                </a:lnTo>
                <a:lnTo>
                  <a:pt x="439249" y="37222"/>
                </a:lnTo>
                <a:lnTo>
                  <a:pt x="439249" y="57977"/>
                </a:lnTo>
                <a:lnTo>
                  <a:pt x="418494" y="579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f49bed27f4b38"/>
          <a:stretch xmlns:a="http://schemas.openxmlformats.org/drawingml/2006/main"/>
        </p:blipFill>
        <p:spPr>
          <a:xfrm xmlns:a="http://schemas.openxmlformats.org/drawingml/2006/main">
            <a:off x="8468084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23" name="Text !">
            <a:extLst xmlns:a="http://schemas.openxmlformats.org/drawingml/2006/main">
              <a:ext uri="{FF2B5EF4-FFF2-40B4-BE49-F238E27FC236}">
                <a16:creationId xmlns:a16="http://schemas.microsoft.com/office/drawing/2014/main" id="{1404E7D2-057D-4EFE-81BD-70DABB57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846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783c847c645b5"/>
          <a:stretch xmlns:a="http://schemas.openxmlformats.org/drawingml/2006/main"/>
        </p:blipFill>
        <p:spPr>
          <a:xfrm xmlns:a="http://schemas.openxmlformats.org/drawingml/2006/main">
            <a:off x="8838350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25" name="Text !">
            <a:extLst xmlns:a="http://schemas.openxmlformats.org/drawingml/2006/main">
              <a:ext uri="{FF2B5EF4-FFF2-40B4-BE49-F238E27FC236}">
                <a16:creationId xmlns:a16="http://schemas.microsoft.com/office/drawing/2014/main" id="{2587FBC5-6352-4E66-9F3E-3612A718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112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be1c62b8041df"/>
          <a:stretch xmlns:a="http://schemas.openxmlformats.org/drawingml/2006/main"/>
        </p:blipFill>
        <p:spPr>
          <a:xfrm xmlns:a="http://schemas.openxmlformats.org/drawingml/2006/main">
            <a:off x="9245191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27" name="Text !">
            <a:extLst xmlns:a="http://schemas.openxmlformats.org/drawingml/2006/main">
              <a:ext uri="{FF2B5EF4-FFF2-40B4-BE49-F238E27FC236}">
                <a16:creationId xmlns:a16="http://schemas.microsoft.com/office/drawing/2014/main" id="{54507001-301B-4040-96C8-1745C51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953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36ee919cc469f"/>
          <a:stretch xmlns:a="http://schemas.openxmlformats.org/drawingml/2006/main"/>
        </p:blipFill>
        <p:spPr>
          <a:xfrm xmlns:a="http://schemas.openxmlformats.org/drawingml/2006/main">
            <a:off x="9627405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29" name="Text !">
            <a:extLst xmlns:a="http://schemas.openxmlformats.org/drawingml/2006/main">
              <a:ext uri="{FF2B5EF4-FFF2-40B4-BE49-F238E27FC236}">
                <a16:creationId xmlns:a16="http://schemas.microsoft.com/office/drawing/2014/main" id="{B7C6EA21-09DF-4B46-9CC9-653DA4BD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167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7319f03ce4367"/>
          <a:stretch xmlns:a="http://schemas.openxmlformats.org/drawingml/2006/main"/>
        </p:blipFill>
        <p:spPr>
          <a:xfrm xmlns:a="http://schemas.openxmlformats.org/drawingml/2006/main">
            <a:off x="9993395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31" name="Text !">
            <a:extLst xmlns:a="http://schemas.openxmlformats.org/drawingml/2006/main">
              <a:ext uri="{FF2B5EF4-FFF2-40B4-BE49-F238E27FC236}">
                <a16:creationId xmlns:a16="http://schemas.microsoft.com/office/drawing/2014/main" id="{C934FAED-50B2-42E1-A98F-D6B6B8C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157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605f9e0a04463"/>
          <a:stretch xmlns:a="http://schemas.openxmlformats.org/drawingml/2006/main"/>
        </p:blipFill>
        <p:spPr>
          <a:xfrm xmlns:a="http://schemas.openxmlformats.org/drawingml/2006/main">
            <a:off x="10348263" y="2787006"/>
            <a:ext cx="190284" cy="190284"/>
          </a:xfrm>
          <a:prstGeom xmlns:a="http://schemas.openxmlformats.org/drawingml/2006/main" prst="rect">
            <a:avLst/>
          </a:prstGeom>
        </p:spPr>
      </p:pic>
      <p:sp>
        <p:nvSpPr>
          <p:cNvPr id="233" name="Text !">
            <a:extLst xmlns:a="http://schemas.openxmlformats.org/drawingml/2006/main">
              <a:ext uri="{FF2B5EF4-FFF2-40B4-BE49-F238E27FC236}">
                <a16:creationId xmlns:a16="http://schemas.microsoft.com/office/drawing/2014/main" id="{7E6B2BA4-DA70-4F80-A545-B2316410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025" y="2787006"/>
            <a:ext cx="190284" cy="190284"/>
          </a:xfrm>
          <a:custGeom xmlns:a="http://schemas.openxmlformats.org/drawingml/2006/main">
            <a:pathLst>
              <a:path w="190284" h="190284">
                <a:moveTo>
                  <a:pt x="0" y="190284"/>
                </a:moveTo>
                <a:lnTo>
                  <a:pt x="0" y="190284"/>
                </a:lnTo>
                <a:moveTo>
                  <a:pt x="190284" y="0"/>
                </a:moveTo>
                <a:lnTo>
                  <a:pt x="1902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d34d495fe4c77"/>
          <a:stretch xmlns:a="http://schemas.openxmlformats.org/drawingml/2006/main"/>
        </p:blipFill>
        <p:spPr>
          <a:xfrm xmlns:a="http://schemas.openxmlformats.org/drawingml/2006/main">
            <a:off x="9300117" y="293666"/>
            <a:ext cx="2930014" cy="390196"/>
          </a:xfrm>
          <a:prstGeom xmlns:a="http://schemas.openxmlformats.org/drawingml/2006/main" prst="rect">
            <a:avLst/>
          </a:prstGeom>
        </p:spPr>
      </p:pic>
      <p:sp>
        <p:nvSpPr>
          <p:cNvPr id="235" name="Text (b)TraningofGenGuard">
            <a:extLst xmlns:a="http://schemas.openxmlformats.org/drawingml/2006/main">
              <a:ext uri="{FF2B5EF4-FFF2-40B4-BE49-F238E27FC236}">
                <a16:creationId xmlns:a16="http://schemas.microsoft.com/office/drawing/2014/main" id="{35768557-524F-42BC-9791-09ACBC1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796" y="377471"/>
            <a:ext cx="2671611" cy="249519"/>
          </a:xfrm>
          <a:custGeom xmlns:a="http://schemas.openxmlformats.org/drawingml/2006/main">
            <a:pathLst>
              <a:path w="2671611" h="249519">
                <a:moveTo>
                  <a:pt x="38537" y="230194"/>
                </a:moveTo>
                <a:cubicBezTo>
                  <a:pt x="12846" y="200919"/>
                  <a:pt x="0" y="164974"/>
                  <a:pt x="0" y="122358"/>
                </a:cubicBezTo>
                <a:cubicBezTo>
                  <a:pt x="0" y="79743"/>
                  <a:pt x="12846" y="43226"/>
                  <a:pt x="38537" y="12808"/>
                </a:cubicBezTo>
                <a:lnTo>
                  <a:pt x="58320" y="12808"/>
                </a:lnTo>
                <a:cubicBezTo>
                  <a:pt x="32553" y="44445"/>
                  <a:pt x="19669" y="80886"/>
                  <a:pt x="19669" y="122130"/>
                </a:cubicBezTo>
                <a:cubicBezTo>
                  <a:pt x="19669" y="163297"/>
                  <a:pt x="32476" y="199318"/>
                  <a:pt x="58092" y="230194"/>
                </a:cubicBezTo>
                <a:lnTo>
                  <a:pt x="38537" y="230194"/>
                </a:lnTo>
                <a:close/>
                <a:moveTo>
                  <a:pt x="103596" y="172102"/>
                </a:moveTo>
                <a:lnTo>
                  <a:pt x="103596" y="189941"/>
                </a:lnTo>
                <a:lnTo>
                  <a:pt x="81182" y="189941"/>
                </a:lnTo>
                <a:lnTo>
                  <a:pt x="81182" y="2744"/>
                </a:lnTo>
                <a:lnTo>
                  <a:pt x="103596" y="2744"/>
                </a:lnTo>
                <a:lnTo>
                  <a:pt x="103596" y="85308"/>
                </a:lnTo>
                <a:lnTo>
                  <a:pt x="104053" y="85308"/>
                </a:lnTo>
                <a:cubicBezTo>
                  <a:pt x="113964" y="68765"/>
                  <a:pt x="128449" y="60493"/>
                  <a:pt x="147508" y="60493"/>
                </a:cubicBezTo>
                <a:cubicBezTo>
                  <a:pt x="163365" y="60493"/>
                  <a:pt x="175963" y="66077"/>
                  <a:pt x="185301" y="77246"/>
                </a:cubicBezTo>
                <a:cubicBezTo>
                  <a:pt x="194640" y="88414"/>
                  <a:pt x="199310" y="103681"/>
                  <a:pt x="199310" y="123044"/>
                </a:cubicBezTo>
                <a:cubicBezTo>
                  <a:pt x="199310" y="144390"/>
                  <a:pt x="194068" y="161372"/>
                  <a:pt x="183586" y="173989"/>
                </a:cubicBezTo>
                <a:cubicBezTo>
                  <a:pt x="173104" y="186606"/>
                  <a:pt x="159133" y="192914"/>
                  <a:pt x="141676" y="192914"/>
                </a:cubicBezTo>
                <a:cubicBezTo>
                  <a:pt x="125209" y="192914"/>
                  <a:pt x="112668" y="185977"/>
                  <a:pt x="104053" y="172102"/>
                </a:cubicBezTo>
                <a:lnTo>
                  <a:pt x="103596" y="172102"/>
                </a:lnTo>
                <a:moveTo>
                  <a:pt x="103481" y="137910"/>
                </a:moveTo>
                <a:cubicBezTo>
                  <a:pt x="103481" y="148126"/>
                  <a:pt x="106798" y="156760"/>
                  <a:pt x="113430" y="163811"/>
                </a:cubicBezTo>
                <a:cubicBezTo>
                  <a:pt x="120063" y="170863"/>
                  <a:pt x="128372" y="174389"/>
                  <a:pt x="138359" y="174389"/>
                </a:cubicBezTo>
                <a:cubicBezTo>
                  <a:pt x="150252" y="174389"/>
                  <a:pt x="159553" y="169815"/>
                  <a:pt x="166262" y="160667"/>
                </a:cubicBezTo>
                <a:cubicBezTo>
                  <a:pt x="172970" y="151518"/>
                  <a:pt x="176325" y="138863"/>
                  <a:pt x="176325" y="122701"/>
                </a:cubicBezTo>
                <a:cubicBezTo>
                  <a:pt x="176325" y="109360"/>
                  <a:pt x="173199" y="98744"/>
                  <a:pt x="166948" y="90854"/>
                </a:cubicBezTo>
                <a:cubicBezTo>
                  <a:pt x="160696" y="82964"/>
                  <a:pt x="152158" y="79018"/>
                  <a:pt x="141332" y="79018"/>
                </a:cubicBezTo>
                <a:cubicBezTo>
                  <a:pt x="130355" y="79018"/>
                  <a:pt x="121302" y="82944"/>
                  <a:pt x="114173" y="90797"/>
                </a:cubicBezTo>
                <a:cubicBezTo>
                  <a:pt x="107045" y="98649"/>
                  <a:pt x="103481" y="108636"/>
                  <a:pt x="103481" y="120757"/>
                </a:cubicBezTo>
                <a:lnTo>
                  <a:pt x="103481" y="137910"/>
                </a:lnTo>
                <a:close/>
                <a:moveTo>
                  <a:pt x="214126" y="230194"/>
                </a:moveTo>
                <a:cubicBezTo>
                  <a:pt x="239817" y="199395"/>
                  <a:pt x="252663" y="163373"/>
                  <a:pt x="252663" y="122130"/>
                </a:cubicBezTo>
                <a:cubicBezTo>
                  <a:pt x="252663" y="80810"/>
                  <a:pt x="239741" y="44369"/>
                  <a:pt x="213897" y="12808"/>
                </a:cubicBezTo>
                <a:lnTo>
                  <a:pt x="233794" y="12808"/>
                </a:lnTo>
                <a:cubicBezTo>
                  <a:pt x="259562" y="42997"/>
                  <a:pt x="272446" y="79514"/>
                  <a:pt x="272446" y="122358"/>
                </a:cubicBezTo>
                <a:cubicBezTo>
                  <a:pt x="272446" y="165203"/>
                  <a:pt x="259562" y="201148"/>
                  <a:pt x="233794" y="230194"/>
                </a:cubicBezTo>
                <a:lnTo>
                  <a:pt x="214126" y="230194"/>
                </a:lnTo>
                <a:close/>
                <a:moveTo>
                  <a:pt x="489318" y="33163"/>
                </a:moveTo>
                <a:lnTo>
                  <a:pt x="438202" y="33163"/>
                </a:lnTo>
                <a:lnTo>
                  <a:pt x="438202" y="189941"/>
                </a:lnTo>
                <a:lnTo>
                  <a:pt x="415217" y="189941"/>
                </a:lnTo>
                <a:lnTo>
                  <a:pt x="415217" y="33163"/>
                </a:lnTo>
                <a:lnTo>
                  <a:pt x="364330" y="33163"/>
                </a:lnTo>
                <a:lnTo>
                  <a:pt x="364330" y="12808"/>
                </a:lnTo>
                <a:lnTo>
                  <a:pt x="489318" y="12808"/>
                </a:lnTo>
                <a:lnTo>
                  <a:pt x="489318" y="33163"/>
                </a:lnTo>
                <a:close/>
                <a:moveTo>
                  <a:pt x="558854" y="85651"/>
                </a:moveTo>
                <a:cubicBezTo>
                  <a:pt x="555118" y="82983"/>
                  <a:pt x="549972" y="81648"/>
                  <a:pt x="543416" y="81648"/>
                </a:cubicBezTo>
                <a:cubicBezTo>
                  <a:pt x="534725" y="81648"/>
                  <a:pt x="527559" y="85708"/>
                  <a:pt x="521917" y="93827"/>
                </a:cubicBezTo>
                <a:cubicBezTo>
                  <a:pt x="516276" y="101946"/>
                  <a:pt x="513455" y="112638"/>
                  <a:pt x="513455" y="125903"/>
                </a:cubicBezTo>
                <a:lnTo>
                  <a:pt x="513455" y="189941"/>
                </a:lnTo>
                <a:lnTo>
                  <a:pt x="491042" y="189941"/>
                </a:lnTo>
                <a:lnTo>
                  <a:pt x="491042" y="63466"/>
                </a:lnTo>
                <a:lnTo>
                  <a:pt x="513455" y="63466"/>
                </a:lnTo>
                <a:lnTo>
                  <a:pt x="513455" y="89196"/>
                </a:lnTo>
                <a:lnTo>
                  <a:pt x="513913" y="89196"/>
                </a:lnTo>
                <a:cubicBezTo>
                  <a:pt x="520316" y="70594"/>
                  <a:pt x="531371" y="61294"/>
                  <a:pt x="547075" y="61294"/>
                </a:cubicBezTo>
                <a:cubicBezTo>
                  <a:pt x="552183" y="61294"/>
                  <a:pt x="556109" y="61865"/>
                  <a:pt x="558854" y="63009"/>
                </a:cubicBezTo>
                <a:lnTo>
                  <a:pt x="558854" y="85651"/>
                </a:lnTo>
                <a:close/>
                <a:moveTo>
                  <a:pt x="583619" y="72271"/>
                </a:moveTo>
                <a:cubicBezTo>
                  <a:pt x="596198" y="64419"/>
                  <a:pt x="610720" y="60493"/>
                  <a:pt x="627187" y="60493"/>
                </a:cubicBezTo>
                <a:cubicBezTo>
                  <a:pt x="657682" y="60493"/>
                  <a:pt x="672929" y="76503"/>
                  <a:pt x="672929" y="108522"/>
                </a:cubicBezTo>
                <a:lnTo>
                  <a:pt x="672929" y="189941"/>
                </a:lnTo>
                <a:lnTo>
                  <a:pt x="650744" y="189941"/>
                </a:lnTo>
                <a:lnTo>
                  <a:pt x="650744" y="170387"/>
                </a:lnTo>
                <a:lnTo>
                  <a:pt x="650172" y="170387"/>
                </a:lnTo>
                <a:cubicBezTo>
                  <a:pt x="641405" y="185405"/>
                  <a:pt x="628483" y="192914"/>
                  <a:pt x="611407" y="192914"/>
                </a:cubicBezTo>
                <a:cubicBezTo>
                  <a:pt x="599133" y="192914"/>
                  <a:pt x="589374" y="189598"/>
                  <a:pt x="582132" y="182966"/>
                </a:cubicBezTo>
                <a:cubicBezTo>
                  <a:pt x="574890" y="176333"/>
                  <a:pt x="571268" y="167376"/>
                  <a:pt x="571268" y="156093"/>
                </a:cubicBezTo>
                <a:cubicBezTo>
                  <a:pt x="571268" y="132460"/>
                  <a:pt x="585258" y="118699"/>
                  <a:pt x="613236" y="114811"/>
                </a:cubicBezTo>
                <a:lnTo>
                  <a:pt x="650744" y="109551"/>
                </a:lnTo>
                <a:cubicBezTo>
                  <a:pt x="650744" y="88891"/>
                  <a:pt x="642206" y="78561"/>
                  <a:pt x="625129" y="78561"/>
                </a:cubicBezTo>
                <a:cubicBezTo>
                  <a:pt x="609958" y="78561"/>
                  <a:pt x="596121" y="83669"/>
                  <a:pt x="583619" y="93884"/>
                </a:cubicBezTo>
                <a:lnTo>
                  <a:pt x="583619" y="72271"/>
                </a:lnTo>
                <a:moveTo>
                  <a:pt x="621127" y="130477"/>
                </a:moveTo>
                <a:cubicBezTo>
                  <a:pt x="610759" y="131850"/>
                  <a:pt x="603611" y="134442"/>
                  <a:pt x="599685" y="138253"/>
                </a:cubicBezTo>
                <a:cubicBezTo>
                  <a:pt x="595759" y="142065"/>
                  <a:pt x="593796" y="147402"/>
                  <a:pt x="593796" y="154263"/>
                </a:cubicBezTo>
                <a:cubicBezTo>
                  <a:pt x="593796" y="160286"/>
                  <a:pt x="595931" y="165203"/>
                  <a:pt x="600200" y="169015"/>
                </a:cubicBezTo>
                <a:cubicBezTo>
                  <a:pt x="604469" y="172826"/>
                  <a:pt x="610111" y="174732"/>
                  <a:pt x="617124" y="174732"/>
                </a:cubicBezTo>
                <a:cubicBezTo>
                  <a:pt x="626882" y="174732"/>
                  <a:pt x="634925" y="171302"/>
                  <a:pt x="641253" y="164440"/>
                </a:cubicBezTo>
                <a:cubicBezTo>
                  <a:pt x="647580" y="157579"/>
                  <a:pt x="650744" y="148965"/>
                  <a:pt x="650744" y="138597"/>
                </a:cubicBezTo>
                <a:lnTo>
                  <a:pt x="650744" y="126475"/>
                </a:lnTo>
                <a:lnTo>
                  <a:pt x="621127" y="130477"/>
                </a:lnTo>
                <a:close/>
                <a:moveTo>
                  <a:pt x="817451" y="189941"/>
                </a:moveTo>
                <a:lnTo>
                  <a:pt x="795152" y="189941"/>
                </a:lnTo>
                <a:lnTo>
                  <a:pt x="795152" y="118013"/>
                </a:lnTo>
                <a:cubicBezTo>
                  <a:pt x="795152" y="92017"/>
                  <a:pt x="785661" y="79018"/>
                  <a:pt x="766678" y="79018"/>
                </a:cubicBezTo>
                <a:cubicBezTo>
                  <a:pt x="756843" y="79018"/>
                  <a:pt x="748762" y="82678"/>
                  <a:pt x="742435" y="89996"/>
                </a:cubicBezTo>
                <a:cubicBezTo>
                  <a:pt x="736107" y="97315"/>
                  <a:pt x="732944" y="106578"/>
                  <a:pt x="732944" y="117784"/>
                </a:cubicBezTo>
                <a:lnTo>
                  <a:pt x="732944" y="189941"/>
                </a:lnTo>
                <a:lnTo>
                  <a:pt x="710530" y="189941"/>
                </a:lnTo>
                <a:lnTo>
                  <a:pt x="710530" y="63466"/>
                </a:lnTo>
                <a:lnTo>
                  <a:pt x="732944" y="63466"/>
                </a:lnTo>
                <a:lnTo>
                  <a:pt x="732944" y="84393"/>
                </a:lnTo>
                <a:lnTo>
                  <a:pt x="733401" y="84393"/>
                </a:lnTo>
                <a:cubicBezTo>
                  <a:pt x="742930" y="68460"/>
                  <a:pt x="756767" y="60493"/>
                  <a:pt x="774911" y="60493"/>
                </a:cubicBezTo>
                <a:cubicBezTo>
                  <a:pt x="788786" y="60493"/>
                  <a:pt x="799345" y="64934"/>
                  <a:pt x="806587" y="73815"/>
                </a:cubicBezTo>
                <a:cubicBezTo>
                  <a:pt x="813830" y="82697"/>
                  <a:pt x="817451" y="95638"/>
                  <a:pt x="817451" y="112638"/>
                </a:cubicBezTo>
                <a:lnTo>
                  <a:pt x="817451" y="189941"/>
                </a:lnTo>
                <a:close/>
                <a:moveTo>
                  <a:pt x="852426" y="18868"/>
                </a:moveTo>
                <a:cubicBezTo>
                  <a:pt x="852426" y="14904"/>
                  <a:pt x="853779" y="11569"/>
                  <a:pt x="856485" y="8862"/>
                </a:cubicBezTo>
                <a:cubicBezTo>
                  <a:pt x="859191" y="6156"/>
                  <a:pt x="862527" y="4803"/>
                  <a:pt x="866491" y="4803"/>
                </a:cubicBezTo>
                <a:cubicBezTo>
                  <a:pt x="870532" y="4803"/>
                  <a:pt x="873943" y="6137"/>
                  <a:pt x="876726" y="8805"/>
                </a:cubicBezTo>
                <a:cubicBezTo>
                  <a:pt x="879508" y="11473"/>
                  <a:pt x="880900" y="14828"/>
                  <a:pt x="880900" y="18868"/>
                </a:cubicBezTo>
                <a:cubicBezTo>
                  <a:pt x="880900" y="22833"/>
                  <a:pt x="879508" y="26130"/>
                  <a:pt x="876726" y="28760"/>
                </a:cubicBezTo>
                <a:cubicBezTo>
                  <a:pt x="873943" y="31390"/>
                  <a:pt x="870532" y="32705"/>
                  <a:pt x="866491" y="32705"/>
                </a:cubicBezTo>
                <a:cubicBezTo>
                  <a:pt x="862451" y="32705"/>
                  <a:pt x="859096" y="31390"/>
                  <a:pt x="856428" y="28760"/>
                </a:cubicBezTo>
                <a:cubicBezTo>
                  <a:pt x="853760" y="26130"/>
                  <a:pt x="852426" y="22833"/>
                  <a:pt x="852426" y="18868"/>
                </a:cubicBezTo>
                <a:moveTo>
                  <a:pt x="855056" y="189941"/>
                </a:moveTo>
                <a:lnTo>
                  <a:pt x="855056" y="63466"/>
                </a:lnTo>
                <a:lnTo>
                  <a:pt x="877469" y="63466"/>
                </a:lnTo>
                <a:lnTo>
                  <a:pt x="877469" y="189941"/>
                </a:lnTo>
                <a:lnTo>
                  <a:pt x="855056" y="189941"/>
                </a:lnTo>
                <a:close/>
                <a:moveTo>
                  <a:pt x="1024293" y="189941"/>
                </a:moveTo>
                <a:lnTo>
                  <a:pt x="1001994" y="189941"/>
                </a:lnTo>
                <a:lnTo>
                  <a:pt x="1001994" y="118013"/>
                </a:lnTo>
                <a:cubicBezTo>
                  <a:pt x="1001994" y="92017"/>
                  <a:pt x="992503" y="79018"/>
                  <a:pt x="973520" y="79018"/>
                </a:cubicBezTo>
                <a:cubicBezTo>
                  <a:pt x="963686" y="79018"/>
                  <a:pt x="955605" y="82678"/>
                  <a:pt x="949277" y="89996"/>
                </a:cubicBezTo>
                <a:cubicBezTo>
                  <a:pt x="942950" y="97315"/>
                  <a:pt x="939786" y="106578"/>
                  <a:pt x="939786" y="117784"/>
                </a:cubicBezTo>
                <a:lnTo>
                  <a:pt x="939786" y="189941"/>
                </a:lnTo>
                <a:lnTo>
                  <a:pt x="917373" y="189941"/>
                </a:lnTo>
                <a:lnTo>
                  <a:pt x="917373" y="63466"/>
                </a:lnTo>
                <a:lnTo>
                  <a:pt x="939786" y="63466"/>
                </a:lnTo>
                <a:lnTo>
                  <a:pt x="939786" y="84393"/>
                </a:lnTo>
                <a:lnTo>
                  <a:pt x="940243" y="84393"/>
                </a:lnTo>
                <a:cubicBezTo>
                  <a:pt x="949773" y="68460"/>
                  <a:pt x="963610" y="60493"/>
                  <a:pt x="981754" y="60493"/>
                </a:cubicBezTo>
                <a:cubicBezTo>
                  <a:pt x="995629" y="60493"/>
                  <a:pt x="1006187" y="64934"/>
                  <a:pt x="1013430" y="73815"/>
                </a:cubicBezTo>
                <a:cubicBezTo>
                  <a:pt x="1020672" y="82697"/>
                  <a:pt x="1024293" y="95638"/>
                  <a:pt x="1024293" y="112638"/>
                </a:cubicBezTo>
                <a:lnTo>
                  <a:pt x="1024293" y="189941"/>
                </a:lnTo>
                <a:close/>
                <a:moveTo>
                  <a:pt x="1171792" y="179306"/>
                </a:moveTo>
                <a:cubicBezTo>
                  <a:pt x="1171792" y="226115"/>
                  <a:pt x="1149074" y="249519"/>
                  <a:pt x="1103637" y="249519"/>
                </a:cubicBezTo>
                <a:cubicBezTo>
                  <a:pt x="1087933" y="249519"/>
                  <a:pt x="1074287" y="246584"/>
                  <a:pt x="1062699" y="240714"/>
                </a:cubicBezTo>
                <a:lnTo>
                  <a:pt x="1062699" y="219101"/>
                </a:lnTo>
                <a:cubicBezTo>
                  <a:pt x="1076803" y="226954"/>
                  <a:pt x="1090334" y="230880"/>
                  <a:pt x="1103294" y="230880"/>
                </a:cubicBezTo>
                <a:cubicBezTo>
                  <a:pt x="1134017" y="230880"/>
                  <a:pt x="1149379" y="214718"/>
                  <a:pt x="1149379" y="182394"/>
                </a:cubicBezTo>
                <a:lnTo>
                  <a:pt x="1149379" y="169015"/>
                </a:lnTo>
                <a:lnTo>
                  <a:pt x="1148921" y="169015"/>
                </a:lnTo>
                <a:cubicBezTo>
                  <a:pt x="1139316" y="184948"/>
                  <a:pt x="1124983" y="192914"/>
                  <a:pt x="1105925" y="192914"/>
                </a:cubicBezTo>
                <a:cubicBezTo>
                  <a:pt x="1090068" y="192914"/>
                  <a:pt x="1077374" y="187235"/>
                  <a:pt x="1067845" y="175876"/>
                </a:cubicBezTo>
                <a:cubicBezTo>
                  <a:pt x="1058315" y="164517"/>
                  <a:pt x="1053551" y="149460"/>
                  <a:pt x="1053551" y="130706"/>
                </a:cubicBezTo>
                <a:cubicBezTo>
                  <a:pt x="1053551" y="109131"/>
                  <a:pt x="1058811" y="92036"/>
                  <a:pt x="1069331" y="79419"/>
                </a:cubicBezTo>
                <a:cubicBezTo>
                  <a:pt x="1079852" y="66802"/>
                  <a:pt x="1093879" y="60493"/>
                  <a:pt x="1111414" y="60493"/>
                </a:cubicBezTo>
                <a:cubicBezTo>
                  <a:pt x="1128262" y="60493"/>
                  <a:pt x="1140764" y="67202"/>
                  <a:pt x="1148921" y="80619"/>
                </a:cubicBezTo>
                <a:lnTo>
                  <a:pt x="1149379" y="80619"/>
                </a:lnTo>
                <a:lnTo>
                  <a:pt x="1149379" y="63466"/>
                </a:lnTo>
                <a:lnTo>
                  <a:pt x="1171792" y="63466"/>
                </a:lnTo>
                <a:lnTo>
                  <a:pt x="1171792" y="179306"/>
                </a:lnTo>
                <a:moveTo>
                  <a:pt x="1149379" y="114697"/>
                </a:moveTo>
                <a:cubicBezTo>
                  <a:pt x="1149455" y="104938"/>
                  <a:pt x="1146177" y="96553"/>
                  <a:pt x="1139544" y="89539"/>
                </a:cubicBezTo>
                <a:cubicBezTo>
                  <a:pt x="1132912" y="82525"/>
                  <a:pt x="1124755" y="79018"/>
                  <a:pt x="1115073" y="79018"/>
                </a:cubicBezTo>
                <a:cubicBezTo>
                  <a:pt x="1102875" y="79018"/>
                  <a:pt x="1093384" y="83497"/>
                  <a:pt x="1086599" y="92455"/>
                </a:cubicBezTo>
                <a:cubicBezTo>
                  <a:pt x="1079814" y="101413"/>
                  <a:pt x="1076421" y="113706"/>
                  <a:pt x="1076421" y="129334"/>
                </a:cubicBezTo>
                <a:cubicBezTo>
                  <a:pt x="1076421" y="142751"/>
                  <a:pt x="1079699" y="153615"/>
                  <a:pt x="1086256" y="161925"/>
                </a:cubicBezTo>
                <a:cubicBezTo>
                  <a:pt x="1092812" y="170234"/>
                  <a:pt x="1101503" y="174389"/>
                  <a:pt x="1112328" y="174389"/>
                </a:cubicBezTo>
                <a:cubicBezTo>
                  <a:pt x="1123230" y="174389"/>
                  <a:pt x="1132150" y="170425"/>
                  <a:pt x="1139087" y="162496"/>
                </a:cubicBezTo>
                <a:cubicBezTo>
                  <a:pt x="1146025" y="154568"/>
                  <a:pt x="1149455" y="144505"/>
                  <a:pt x="1149379" y="132307"/>
                </a:cubicBezTo>
                <a:lnTo>
                  <a:pt x="1149379" y="114697"/>
                </a:lnTo>
                <a:close/>
                <a:moveTo>
                  <a:pt x="1272983" y="128076"/>
                </a:moveTo>
                <a:cubicBezTo>
                  <a:pt x="1272983" y="107187"/>
                  <a:pt x="1278815" y="90701"/>
                  <a:pt x="1290480" y="78618"/>
                </a:cubicBezTo>
                <a:cubicBezTo>
                  <a:pt x="1302144" y="66535"/>
                  <a:pt x="1317963" y="60493"/>
                  <a:pt x="1337936" y="60493"/>
                </a:cubicBezTo>
                <a:cubicBezTo>
                  <a:pt x="1356919" y="60493"/>
                  <a:pt x="1371804" y="66306"/>
                  <a:pt x="1382591" y="77932"/>
                </a:cubicBezTo>
                <a:cubicBezTo>
                  <a:pt x="1393379" y="89558"/>
                  <a:pt x="1398772" y="105625"/>
                  <a:pt x="1398772" y="126132"/>
                </a:cubicBezTo>
                <a:cubicBezTo>
                  <a:pt x="1398772" y="146106"/>
                  <a:pt x="1393017" y="162230"/>
                  <a:pt x="1381505" y="174504"/>
                </a:cubicBezTo>
                <a:cubicBezTo>
                  <a:pt x="1369993" y="186777"/>
                  <a:pt x="1354556" y="192914"/>
                  <a:pt x="1335192" y="192914"/>
                </a:cubicBezTo>
                <a:cubicBezTo>
                  <a:pt x="1316285" y="192914"/>
                  <a:pt x="1301191" y="186968"/>
                  <a:pt x="1289908" y="175075"/>
                </a:cubicBezTo>
                <a:cubicBezTo>
                  <a:pt x="1278625" y="163183"/>
                  <a:pt x="1272983" y="147516"/>
                  <a:pt x="1272983" y="128076"/>
                </a:cubicBezTo>
                <a:moveTo>
                  <a:pt x="1295854" y="127390"/>
                </a:moveTo>
                <a:cubicBezTo>
                  <a:pt x="1295854" y="141951"/>
                  <a:pt x="1299533" y="153424"/>
                  <a:pt x="1306889" y="161810"/>
                </a:cubicBezTo>
                <a:cubicBezTo>
                  <a:pt x="1314246" y="170196"/>
                  <a:pt x="1324138" y="174389"/>
                  <a:pt x="1336564" y="174389"/>
                </a:cubicBezTo>
                <a:cubicBezTo>
                  <a:pt x="1349372" y="174389"/>
                  <a:pt x="1359130" y="170292"/>
                  <a:pt x="1365839" y="162096"/>
                </a:cubicBezTo>
                <a:cubicBezTo>
                  <a:pt x="1372547" y="153901"/>
                  <a:pt x="1375902" y="142141"/>
                  <a:pt x="1375902" y="126818"/>
                </a:cubicBezTo>
                <a:cubicBezTo>
                  <a:pt x="1375902" y="111418"/>
                  <a:pt x="1372547" y="99602"/>
                  <a:pt x="1365839" y="91369"/>
                </a:cubicBezTo>
                <a:cubicBezTo>
                  <a:pt x="1359130" y="83135"/>
                  <a:pt x="1349372" y="79018"/>
                  <a:pt x="1336564" y="79018"/>
                </a:cubicBezTo>
                <a:cubicBezTo>
                  <a:pt x="1323985" y="79018"/>
                  <a:pt x="1314055" y="83326"/>
                  <a:pt x="1306775" y="91940"/>
                </a:cubicBezTo>
                <a:cubicBezTo>
                  <a:pt x="1299494" y="100555"/>
                  <a:pt x="1295854" y="112371"/>
                  <a:pt x="1295854" y="127390"/>
                </a:cubicBezTo>
                <a:close/>
                <a:moveTo>
                  <a:pt x="1489869" y="21842"/>
                </a:moveTo>
                <a:cubicBezTo>
                  <a:pt x="1485677" y="19631"/>
                  <a:pt x="1481140" y="18525"/>
                  <a:pt x="1476261" y="18525"/>
                </a:cubicBezTo>
                <a:cubicBezTo>
                  <a:pt x="1462234" y="18525"/>
                  <a:pt x="1455220" y="27216"/>
                  <a:pt x="1455220" y="44598"/>
                </a:cubicBezTo>
                <a:lnTo>
                  <a:pt x="1455220" y="63466"/>
                </a:lnTo>
                <a:lnTo>
                  <a:pt x="1484838" y="63466"/>
                </a:lnTo>
                <a:lnTo>
                  <a:pt x="1484838" y="81992"/>
                </a:lnTo>
                <a:lnTo>
                  <a:pt x="1455220" y="81992"/>
                </a:lnTo>
                <a:lnTo>
                  <a:pt x="1455220" y="189941"/>
                </a:lnTo>
                <a:lnTo>
                  <a:pt x="1433036" y="189941"/>
                </a:lnTo>
                <a:lnTo>
                  <a:pt x="1433036" y="81992"/>
                </a:lnTo>
                <a:lnTo>
                  <a:pt x="1411423" y="81992"/>
                </a:lnTo>
                <a:lnTo>
                  <a:pt x="1411423" y="63466"/>
                </a:lnTo>
                <a:lnTo>
                  <a:pt x="1433036" y="63466"/>
                </a:lnTo>
                <a:lnTo>
                  <a:pt x="1433036" y="43569"/>
                </a:lnTo>
                <a:cubicBezTo>
                  <a:pt x="1433036" y="29999"/>
                  <a:pt x="1436943" y="19345"/>
                  <a:pt x="1444757" y="11607"/>
                </a:cubicBezTo>
                <a:cubicBezTo>
                  <a:pt x="1452571" y="3869"/>
                  <a:pt x="1462501" y="0"/>
                  <a:pt x="1474546" y="0"/>
                </a:cubicBezTo>
                <a:cubicBezTo>
                  <a:pt x="1480950" y="0"/>
                  <a:pt x="1486058" y="724"/>
                  <a:pt x="1489869" y="2173"/>
                </a:cubicBezTo>
                <a:lnTo>
                  <a:pt x="1489869" y="21842"/>
                </a:lnTo>
                <a:close/>
                <a:moveTo>
                  <a:pt x="1711836" y="177820"/>
                </a:moveTo>
                <a:cubicBezTo>
                  <a:pt x="1694150" y="187883"/>
                  <a:pt x="1674176" y="192914"/>
                  <a:pt x="1651915" y="192914"/>
                </a:cubicBezTo>
                <a:cubicBezTo>
                  <a:pt x="1626300" y="192914"/>
                  <a:pt x="1605659" y="184814"/>
                  <a:pt x="1589993" y="168614"/>
                </a:cubicBezTo>
                <a:cubicBezTo>
                  <a:pt x="1574326" y="152414"/>
                  <a:pt x="1566493" y="130782"/>
                  <a:pt x="1566493" y="103719"/>
                </a:cubicBezTo>
                <a:cubicBezTo>
                  <a:pt x="1566493" y="76350"/>
                  <a:pt x="1575146" y="53861"/>
                  <a:pt x="1592451" y="36250"/>
                </a:cubicBezTo>
                <a:cubicBezTo>
                  <a:pt x="1609757" y="18640"/>
                  <a:pt x="1631941" y="9834"/>
                  <a:pt x="1659005" y="9834"/>
                </a:cubicBezTo>
                <a:cubicBezTo>
                  <a:pt x="1678140" y="9834"/>
                  <a:pt x="1694340" y="12884"/>
                  <a:pt x="1707605" y="18983"/>
                </a:cubicBezTo>
                <a:lnTo>
                  <a:pt x="1707605" y="43683"/>
                </a:lnTo>
                <a:cubicBezTo>
                  <a:pt x="1693425" y="34763"/>
                  <a:pt x="1676539" y="30304"/>
                  <a:pt x="1656947" y="30304"/>
                </a:cubicBezTo>
                <a:cubicBezTo>
                  <a:pt x="1637659" y="30304"/>
                  <a:pt x="1621764" y="36898"/>
                  <a:pt x="1609261" y="50087"/>
                </a:cubicBezTo>
                <a:cubicBezTo>
                  <a:pt x="1596759" y="63276"/>
                  <a:pt x="1590507" y="80657"/>
                  <a:pt x="1590507" y="102232"/>
                </a:cubicBezTo>
                <a:cubicBezTo>
                  <a:pt x="1590507" y="124417"/>
                  <a:pt x="1596263" y="141684"/>
                  <a:pt x="1607775" y="154034"/>
                </a:cubicBezTo>
                <a:cubicBezTo>
                  <a:pt x="1619286" y="166384"/>
                  <a:pt x="1634838" y="172560"/>
                  <a:pt x="1654431" y="172560"/>
                </a:cubicBezTo>
                <a:cubicBezTo>
                  <a:pt x="1667925" y="172560"/>
                  <a:pt x="1679398" y="169968"/>
                  <a:pt x="1688851" y="164783"/>
                </a:cubicBezTo>
                <a:lnTo>
                  <a:pt x="1688851" y="116869"/>
                </a:lnTo>
                <a:lnTo>
                  <a:pt x="1650428" y="116869"/>
                </a:lnTo>
                <a:lnTo>
                  <a:pt x="1650428" y="96629"/>
                </a:lnTo>
                <a:lnTo>
                  <a:pt x="1711836" y="96629"/>
                </a:lnTo>
                <a:lnTo>
                  <a:pt x="1711836" y="177820"/>
                </a:lnTo>
                <a:close/>
                <a:moveTo>
                  <a:pt x="1851922" y="132421"/>
                </a:moveTo>
                <a:lnTo>
                  <a:pt x="1763412" y="132421"/>
                </a:lnTo>
                <a:cubicBezTo>
                  <a:pt x="1763794" y="145915"/>
                  <a:pt x="1767491" y="156340"/>
                  <a:pt x="1774505" y="163697"/>
                </a:cubicBezTo>
                <a:cubicBezTo>
                  <a:pt x="1781518" y="171054"/>
                  <a:pt x="1791315" y="174732"/>
                  <a:pt x="1803894" y="174732"/>
                </a:cubicBezTo>
                <a:cubicBezTo>
                  <a:pt x="1818073" y="174732"/>
                  <a:pt x="1831072" y="170196"/>
                  <a:pt x="1842888" y="161124"/>
                </a:cubicBezTo>
                <a:lnTo>
                  <a:pt x="1842888" y="181136"/>
                </a:lnTo>
                <a:cubicBezTo>
                  <a:pt x="1831758" y="188988"/>
                  <a:pt x="1817006" y="192914"/>
                  <a:pt x="1798633" y="192914"/>
                </a:cubicBezTo>
                <a:cubicBezTo>
                  <a:pt x="1780337" y="192914"/>
                  <a:pt x="1766062" y="187121"/>
                  <a:pt x="1755808" y="175533"/>
                </a:cubicBezTo>
                <a:cubicBezTo>
                  <a:pt x="1745554" y="163945"/>
                  <a:pt x="1740427" y="147859"/>
                  <a:pt x="1740427" y="127276"/>
                </a:cubicBezTo>
                <a:cubicBezTo>
                  <a:pt x="1740427" y="107912"/>
                  <a:pt x="1746050" y="91940"/>
                  <a:pt x="1757294" y="79361"/>
                </a:cubicBezTo>
                <a:cubicBezTo>
                  <a:pt x="1768539" y="66782"/>
                  <a:pt x="1782509" y="60493"/>
                  <a:pt x="1799205" y="60493"/>
                </a:cubicBezTo>
                <a:cubicBezTo>
                  <a:pt x="1815748" y="60493"/>
                  <a:pt x="1828670" y="65810"/>
                  <a:pt x="1837971" y="76445"/>
                </a:cubicBezTo>
                <a:cubicBezTo>
                  <a:pt x="1847272" y="87080"/>
                  <a:pt x="1851922" y="101965"/>
                  <a:pt x="1851922" y="121100"/>
                </a:cubicBezTo>
                <a:lnTo>
                  <a:pt x="1851922" y="132421"/>
                </a:lnTo>
                <a:moveTo>
                  <a:pt x="1829509" y="114468"/>
                </a:moveTo>
                <a:cubicBezTo>
                  <a:pt x="1829433" y="103033"/>
                  <a:pt x="1826726" y="94189"/>
                  <a:pt x="1821390" y="87938"/>
                </a:cubicBezTo>
                <a:cubicBezTo>
                  <a:pt x="1816053" y="81687"/>
                  <a:pt x="1808544" y="78561"/>
                  <a:pt x="1798862" y="78561"/>
                </a:cubicBezTo>
                <a:cubicBezTo>
                  <a:pt x="1789942" y="78561"/>
                  <a:pt x="1782224" y="81877"/>
                  <a:pt x="1775705" y="88510"/>
                </a:cubicBezTo>
                <a:cubicBezTo>
                  <a:pt x="1769187" y="95142"/>
                  <a:pt x="1765090" y="103795"/>
                  <a:pt x="1763412" y="114468"/>
                </a:cubicBezTo>
                <a:lnTo>
                  <a:pt x="1829509" y="114468"/>
                </a:lnTo>
                <a:close/>
                <a:moveTo>
                  <a:pt x="1989349" y="189941"/>
                </a:moveTo>
                <a:lnTo>
                  <a:pt x="1967050" y="189941"/>
                </a:lnTo>
                <a:lnTo>
                  <a:pt x="1967050" y="118013"/>
                </a:lnTo>
                <a:cubicBezTo>
                  <a:pt x="1967050" y="92017"/>
                  <a:pt x="1957558" y="79018"/>
                  <a:pt x="1938576" y="79018"/>
                </a:cubicBezTo>
                <a:cubicBezTo>
                  <a:pt x="1928741" y="79018"/>
                  <a:pt x="1920660" y="82678"/>
                  <a:pt x="1914333" y="89996"/>
                </a:cubicBezTo>
                <a:cubicBezTo>
                  <a:pt x="1908005" y="97315"/>
                  <a:pt x="1904841" y="106578"/>
                  <a:pt x="1904841" y="117784"/>
                </a:cubicBezTo>
                <a:lnTo>
                  <a:pt x="1904841" y="189941"/>
                </a:lnTo>
                <a:lnTo>
                  <a:pt x="1882428" y="189941"/>
                </a:lnTo>
                <a:lnTo>
                  <a:pt x="1882428" y="63466"/>
                </a:lnTo>
                <a:lnTo>
                  <a:pt x="1904841" y="63466"/>
                </a:lnTo>
                <a:lnTo>
                  <a:pt x="1904841" y="84393"/>
                </a:lnTo>
                <a:lnTo>
                  <a:pt x="1905299" y="84393"/>
                </a:lnTo>
                <a:cubicBezTo>
                  <a:pt x="1914828" y="68460"/>
                  <a:pt x="1928665" y="60493"/>
                  <a:pt x="1946809" y="60493"/>
                </a:cubicBezTo>
                <a:cubicBezTo>
                  <a:pt x="1960684" y="60493"/>
                  <a:pt x="1971243" y="64934"/>
                  <a:pt x="1978485" y="73815"/>
                </a:cubicBezTo>
                <a:cubicBezTo>
                  <a:pt x="1985728" y="82697"/>
                  <a:pt x="1989349" y="95638"/>
                  <a:pt x="1989349" y="112638"/>
                </a:cubicBezTo>
                <a:lnTo>
                  <a:pt x="1989349" y="189941"/>
                </a:lnTo>
                <a:close/>
                <a:moveTo>
                  <a:pt x="2163741" y="177820"/>
                </a:moveTo>
                <a:cubicBezTo>
                  <a:pt x="2146054" y="187883"/>
                  <a:pt x="2126081" y="192914"/>
                  <a:pt x="2103820" y="192914"/>
                </a:cubicBezTo>
                <a:cubicBezTo>
                  <a:pt x="2078205" y="192914"/>
                  <a:pt x="2057564" y="184814"/>
                  <a:pt x="2041897" y="168614"/>
                </a:cubicBezTo>
                <a:cubicBezTo>
                  <a:pt x="2026231" y="152414"/>
                  <a:pt x="2018398" y="130782"/>
                  <a:pt x="2018398" y="103719"/>
                </a:cubicBezTo>
                <a:cubicBezTo>
                  <a:pt x="2018398" y="76350"/>
                  <a:pt x="2027050" y="53861"/>
                  <a:pt x="2044356" y="36250"/>
                </a:cubicBezTo>
                <a:cubicBezTo>
                  <a:pt x="2061661" y="18640"/>
                  <a:pt x="2083846" y="9834"/>
                  <a:pt x="2110910" y="9834"/>
                </a:cubicBezTo>
                <a:cubicBezTo>
                  <a:pt x="2130045" y="9834"/>
                  <a:pt x="2146245" y="12884"/>
                  <a:pt x="2159510" y="18983"/>
                </a:cubicBezTo>
                <a:lnTo>
                  <a:pt x="2159510" y="43683"/>
                </a:lnTo>
                <a:cubicBezTo>
                  <a:pt x="2145330" y="34763"/>
                  <a:pt x="2128444" y="30304"/>
                  <a:pt x="2108851" y="30304"/>
                </a:cubicBezTo>
                <a:cubicBezTo>
                  <a:pt x="2089564" y="30304"/>
                  <a:pt x="2073669" y="36898"/>
                  <a:pt x="2061166" y="50087"/>
                </a:cubicBezTo>
                <a:cubicBezTo>
                  <a:pt x="2048663" y="63276"/>
                  <a:pt x="2042412" y="80657"/>
                  <a:pt x="2042412" y="102232"/>
                </a:cubicBezTo>
                <a:cubicBezTo>
                  <a:pt x="2042412" y="124417"/>
                  <a:pt x="2048168" y="141684"/>
                  <a:pt x="2059679" y="154034"/>
                </a:cubicBezTo>
                <a:cubicBezTo>
                  <a:pt x="2071191" y="166384"/>
                  <a:pt x="2086743" y="172560"/>
                  <a:pt x="2106336" y="172560"/>
                </a:cubicBezTo>
                <a:cubicBezTo>
                  <a:pt x="2119829" y="172560"/>
                  <a:pt x="2131303" y="169968"/>
                  <a:pt x="2140756" y="164783"/>
                </a:cubicBezTo>
                <a:lnTo>
                  <a:pt x="2140756" y="116869"/>
                </a:lnTo>
                <a:lnTo>
                  <a:pt x="2102333" y="116869"/>
                </a:lnTo>
                <a:lnTo>
                  <a:pt x="2102333" y="96629"/>
                </a:lnTo>
                <a:lnTo>
                  <a:pt x="2163741" y="96629"/>
                </a:lnTo>
                <a:lnTo>
                  <a:pt x="2163741" y="177820"/>
                </a:lnTo>
                <a:close/>
                <a:moveTo>
                  <a:pt x="2305199" y="189941"/>
                </a:moveTo>
                <a:lnTo>
                  <a:pt x="2282672" y="189941"/>
                </a:lnTo>
                <a:lnTo>
                  <a:pt x="2282672" y="170044"/>
                </a:lnTo>
                <a:lnTo>
                  <a:pt x="2282214" y="170044"/>
                </a:lnTo>
                <a:cubicBezTo>
                  <a:pt x="2273752" y="185291"/>
                  <a:pt x="2260754" y="192914"/>
                  <a:pt x="2243220" y="192914"/>
                </a:cubicBezTo>
                <a:cubicBezTo>
                  <a:pt x="2213259" y="192914"/>
                  <a:pt x="2198279" y="174999"/>
                  <a:pt x="2198279" y="139168"/>
                </a:cubicBezTo>
                <a:lnTo>
                  <a:pt x="2198279" y="63466"/>
                </a:lnTo>
                <a:lnTo>
                  <a:pt x="2220463" y="63466"/>
                </a:lnTo>
                <a:lnTo>
                  <a:pt x="2220463" y="135852"/>
                </a:lnTo>
                <a:cubicBezTo>
                  <a:pt x="2220463" y="161543"/>
                  <a:pt x="2230298" y="174389"/>
                  <a:pt x="2249967" y="174389"/>
                </a:cubicBezTo>
                <a:cubicBezTo>
                  <a:pt x="2259725" y="174389"/>
                  <a:pt x="2267615" y="170787"/>
                  <a:pt x="2273638" y="163583"/>
                </a:cubicBezTo>
                <a:cubicBezTo>
                  <a:pt x="2279660" y="156379"/>
                  <a:pt x="2282672" y="147287"/>
                  <a:pt x="2282672" y="136309"/>
                </a:cubicBezTo>
                <a:lnTo>
                  <a:pt x="2282672" y="63466"/>
                </a:lnTo>
                <a:lnTo>
                  <a:pt x="2305199" y="63466"/>
                </a:lnTo>
                <a:lnTo>
                  <a:pt x="2305199" y="189941"/>
                </a:lnTo>
                <a:close/>
                <a:moveTo>
                  <a:pt x="2348314" y="72271"/>
                </a:moveTo>
                <a:cubicBezTo>
                  <a:pt x="2360892" y="64419"/>
                  <a:pt x="2375415" y="60493"/>
                  <a:pt x="2391882" y="60493"/>
                </a:cubicBezTo>
                <a:cubicBezTo>
                  <a:pt x="2422376" y="60493"/>
                  <a:pt x="2437624" y="76503"/>
                  <a:pt x="2437624" y="108522"/>
                </a:cubicBezTo>
                <a:lnTo>
                  <a:pt x="2437624" y="189941"/>
                </a:lnTo>
                <a:lnTo>
                  <a:pt x="2415439" y="189941"/>
                </a:lnTo>
                <a:lnTo>
                  <a:pt x="2415439" y="170387"/>
                </a:lnTo>
                <a:lnTo>
                  <a:pt x="2414867" y="170387"/>
                </a:lnTo>
                <a:cubicBezTo>
                  <a:pt x="2406100" y="185405"/>
                  <a:pt x="2393178" y="192914"/>
                  <a:pt x="2376101" y="192914"/>
                </a:cubicBezTo>
                <a:cubicBezTo>
                  <a:pt x="2363827" y="192914"/>
                  <a:pt x="2354069" y="189598"/>
                  <a:pt x="2346827" y="182966"/>
                </a:cubicBezTo>
                <a:cubicBezTo>
                  <a:pt x="2339585" y="176333"/>
                  <a:pt x="2335963" y="167376"/>
                  <a:pt x="2335963" y="156093"/>
                </a:cubicBezTo>
                <a:cubicBezTo>
                  <a:pt x="2335963" y="132460"/>
                  <a:pt x="2349953" y="118699"/>
                  <a:pt x="2377931" y="114811"/>
                </a:cubicBezTo>
                <a:lnTo>
                  <a:pt x="2415439" y="109551"/>
                </a:lnTo>
                <a:cubicBezTo>
                  <a:pt x="2415439" y="88891"/>
                  <a:pt x="2406901" y="78561"/>
                  <a:pt x="2389824" y="78561"/>
                </a:cubicBezTo>
                <a:cubicBezTo>
                  <a:pt x="2374653" y="78561"/>
                  <a:pt x="2360816" y="83669"/>
                  <a:pt x="2348314" y="93884"/>
                </a:cubicBezTo>
                <a:lnTo>
                  <a:pt x="2348314" y="72271"/>
                </a:lnTo>
                <a:moveTo>
                  <a:pt x="2385821" y="130477"/>
                </a:moveTo>
                <a:cubicBezTo>
                  <a:pt x="2375453" y="131850"/>
                  <a:pt x="2368306" y="134442"/>
                  <a:pt x="2364380" y="138253"/>
                </a:cubicBezTo>
                <a:cubicBezTo>
                  <a:pt x="2360454" y="142065"/>
                  <a:pt x="2358491" y="147402"/>
                  <a:pt x="2358491" y="154263"/>
                </a:cubicBezTo>
                <a:cubicBezTo>
                  <a:pt x="2358491" y="160286"/>
                  <a:pt x="2360626" y="165203"/>
                  <a:pt x="2364895" y="169015"/>
                </a:cubicBezTo>
                <a:cubicBezTo>
                  <a:pt x="2369164" y="172826"/>
                  <a:pt x="2374805" y="174732"/>
                  <a:pt x="2381819" y="174732"/>
                </a:cubicBezTo>
                <a:cubicBezTo>
                  <a:pt x="2391577" y="174732"/>
                  <a:pt x="2399620" y="171302"/>
                  <a:pt x="2405948" y="164440"/>
                </a:cubicBezTo>
                <a:cubicBezTo>
                  <a:pt x="2412275" y="157579"/>
                  <a:pt x="2415439" y="148965"/>
                  <a:pt x="2415439" y="138597"/>
                </a:cubicBezTo>
                <a:lnTo>
                  <a:pt x="2415439" y="126475"/>
                </a:lnTo>
                <a:lnTo>
                  <a:pt x="2385821" y="130477"/>
                </a:lnTo>
                <a:close/>
                <a:moveTo>
                  <a:pt x="2543178" y="85651"/>
                </a:moveTo>
                <a:cubicBezTo>
                  <a:pt x="2539442" y="82983"/>
                  <a:pt x="2534296" y="81648"/>
                  <a:pt x="2527740" y="81648"/>
                </a:cubicBezTo>
                <a:cubicBezTo>
                  <a:pt x="2519049" y="81648"/>
                  <a:pt x="2511883" y="85708"/>
                  <a:pt x="2506241" y="93827"/>
                </a:cubicBezTo>
                <a:cubicBezTo>
                  <a:pt x="2500600" y="101946"/>
                  <a:pt x="2497779" y="112638"/>
                  <a:pt x="2497779" y="125903"/>
                </a:cubicBezTo>
                <a:lnTo>
                  <a:pt x="2497779" y="189941"/>
                </a:lnTo>
                <a:lnTo>
                  <a:pt x="2475366" y="189941"/>
                </a:lnTo>
                <a:lnTo>
                  <a:pt x="2475366" y="63466"/>
                </a:lnTo>
                <a:lnTo>
                  <a:pt x="2497779" y="63466"/>
                </a:lnTo>
                <a:lnTo>
                  <a:pt x="2497779" y="89196"/>
                </a:lnTo>
                <a:lnTo>
                  <a:pt x="2498237" y="89196"/>
                </a:lnTo>
                <a:cubicBezTo>
                  <a:pt x="2504641" y="70594"/>
                  <a:pt x="2515695" y="61294"/>
                  <a:pt x="2531399" y="61294"/>
                </a:cubicBezTo>
                <a:cubicBezTo>
                  <a:pt x="2536507" y="61294"/>
                  <a:pt x="2540433" y="61865"/>
                  <a:pt x="2543178" y="63009"/>
                </a:cubicBezTo>
                <a:lnTo>
                  <a:pt x="2543178" y="85651"/>
                </a:lnTo>
                <a:close/>
                <a:moveTo>
                  <a:pt x="2671611" y="189941"/>
                </a:moveTo>
                <a:lnTo>
                  <a:pt x="2649197" y="189941"/>
                </a:lnTo>
                <a:lnTo>
                  <a:pt x="2649197" y="168900"/>
                </a:lnTo>
                <a:lnTo>
                  <a:pt x="2648740" y="168900"/>
                </a:lnTo>
                <a:cubicBezTo>
                  <a:pt x="2639516" y="184910"/>
                  <a:pt x="2625183" y="192914"/>
                  <a:pt x="2605743" y="192914"/>
                </a:cubicBezTo>
                <a:cubicBezTo>
                  <a:pt x="2589734" y="192914"/>
                  <a:pt x="2577002" y="187216"/>
                  <a:pt x="2567549" y="175819"/>
                </a:cubicBezTo>
                <a:cubicBezTo>
                  <a:pt x="2558096" y="164421"/>
                  <a:pt x="2553369" y="149041"/>
                  <a:pt x="2553369" y="129677"/>
                </a:cubicBezTo>
                <a:cubicBezTo>
                  <a:pt x="2553369" y="108788"/>
                  <a:pt x="2558706" y="92036"/>
                  <a:pt x="2569379" y="79419"/>
                </a:cubicBezTo>
                <a:cubicBezTo>
                  <a:pt x="2580052" y="66802"/>
                  <a:pt x="2594003" y="60493"/>
                  <a:pt x="2611232" y="60493"/>
                </a:cubicBezTo>
                <a:cubicBezTo>
                  <a:pt x="2628461" y="60493"/>
                  <a:pt x="2640964" y="67202"/>
                  <a:pt x="2648740" y="80619"/>
                </a:cubicBezTo>
                <a:lnTo>
                  <a:pt x="2649197" y="80619"/>
                </a:lnTo>
                <a:lnTo>
                  <a:pt x="2649197" y="2744"/>
                </a:lnTo>
                <a:lnTo>
                  <a:pt x="2671611" y="2744"/>
                </a:lnTo>
                <a:lnTo>
                  <a:pt x="2671611" y="189941"/>
                </a:lnTo>
                <a:moveTo>
                  <a:pt x="2649312" y="114697"/>
                </a:moveTo>
                <a:cubicBezTo>
                  <a:pt x="2649312" y="104557"/>
                  <a:pt x="2645977" y="96076"/>
                  <a:pt x="2639306" y="89253"/>
                </a:cubicBezTo>
                <a:cubicBezTo>
                  <a:pt x="2632635" y="82430"/>
                  <a:pt x="2624421" y="79018"/>
                  <a:pt x="2614663" y="79018"/>
                </a:cubicBezTo>
                <a:cubicBezTo>
                  <a:pt x="2602770" y="79018"/>
                  <a:pt x="2593393" y="83459"/>
                  <a:pt x="2586532" y="92341"/>
                </a:cubicBezTo>
                <a:cubicBezTo>
                  <a:pt x="2579671" y="101222"/>
                  <a:pt x="2576240" y="113324"/>
                  <a:pt x="2576240" y="128648"/>
                </a:cubicBezTo>
                <a:cubicBezTo>
                  <a:pt x="2576240" y="142751"/>
                  <a:pt x="2579537" y="153901"/>
                  <a:pt x="2586132" y="162096"/>
                </a:cubicBezTo>
                <a:cubicBezTo>
                  <a:pt x="2592726" y="170292"/>
                  <a:pt x="2601512" y="174389"/>
                  <a:pt x="2612490" y="174389"/>
                </a:cubicBezTo>
                <a:cubicBezTo>
                  <a:pt x="2623315" y="174389"/>
                  <a:pt x="2632159" y="170368"/>
                  <a:pt x="2639020" y="162325"/>
                </a:cubicBezTo>
                <a:cubicBezTo>
                  <a:pt x="2645881" y="154282"/>
                  <a:pt x="2649312" y="144276"/>
                  <a:pt x="2649312" y="132307"/>
                </a:cubicBezTo>
                <a:lnTo>
                  <a:pt x="2649312" y="114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35385-E618-4832-AE47-7B914F1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698" y="1236797"/>
            <a:ext cx="3139815" cy="1979304"/>
          </a:xfrm>
          <a:custGeom xmlns:a="http://schemas.openxmlformats.org/drawingml/2006/main">
            <a:pathLst>
              <a:path w="3139815" h="1979304" fill="none">
                <a:moveTo>
                  <a:pt x="0" y="230669"/>
                </a:moveTo>
                <a:cubicBezTo>
                  <a:pt x="0" y="103274"/>
                  <a:pt x="103274" y="0"/>
                  <a:pt x="230669" y="0"/>
                </a:cubicBezTo>
                <a:lnTo>
                  <a:pt x="2909147" y="0"/>
                </a:lnTo>
                <a:cubicBezTo>
                  <a:pt x="3036541" y="0"/>
                  <a:pt x="3139815" y="103274"/>
                  <a:pt x="3139815" y="230669"/>
                </a:cubicBezTo>
                <a:lnTo>
                  <a:pt x="3139815" y="1748635"/>
                </a:lnTo>
                <a:cubicBezTo>
                  <a:pt x="3139815" y="1876030"/>
                  <a:pt x="3036541" y="1979304"/>
                  <a:pt x="2909147" y="1979304"/>
                </a:cubicBezTo>
                <a:lnTo>
                  <a:pt x="230669" y="1979304"/>
                </a:lnTo>
                <a:cubicBezTo>
                  <a:pt x="103274" y="1979304"/>
                  <a:pt x="0" y="1876030"/>
                  <a:pt x="0" y="1748635"/>
                </a:cubicBezTo>
                <a:lnTo>
                  <a:pt x="0" y="2306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37" name="Text LabeledData">
            <a:extLst xmlns:a="http://schemas.openxmlformats.org/drawingml/2006/main">
              <a:ext uri="{FF2B5EF4-FFF2-40B4-BE49-F238E27FC236}">
                <a16:creationId xmlns:a16="http://schemas.microsoft.com/office/drawing/2014/main" id="{7D16932E-6CEA-494D-96AF-C0AA8A72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638" y="980024"/>
            <a:ext cx="1016424" cy="126418"/>
          </a:xfrm>
          <a:custGeom xmlns:a="http://schemas.openxmlformats.org/drawingml/2006/main">
            <a:pathLst>
              <a:path w="1016424" h="126418">
                <a:moveTo>
                  <a:pt x="20927" y="3774"/>
                </a:moveTo>
                <a:lnTo>
                  <a:pt x="20927" y="108134"/>
                </a:lnTo>
                <a:lnTo>
                  <a:pt x="67411" y="108134"/>
                </a:lnTo>
                <a:lnTo>
                  <a:pt x="67411" y="124703"/>
                </a:lnTo>
                <a:lnTo>
                  <a:pt x="0" y="124703"/>
                </a:lnTo>
                <a:lnTo>
                  <a:pt x="0" y="3774"/>
                </a:lnTo>
                <a:lnTo>
                  <a:pt x="20927" y="3774"/>
                </a:lnTo>
                <a:close/>
                <a:moveTo>
                  <a:pt x="111384" y="112524"/>
                </a:moveTo>
                <a:cubicBezTo>
                  <a:pt x="117501" y="112524"/>
                  <a:pt x="122333" y="110389"/>
                  <a:pt x="125878" y="106118"/>
                </a:cubicBezTo>
                <a:cubicBezTo>
                  <a:pt x="129423" y="101846"/>
                  <a:pt x="131195" y="96355"/>
                  <a:pt x="131195" y="89646"/>
                </a:cubicBezTo>
                <a:lnTo>
                  <a:pt x="131195" y="81648"/>
                </a:lnTo>
                <a:lnTo>
                  <a:pt x="121847" y="81992"/>
                </a:lnTo>
                <a:cubicBezTo>
                  <a:pt x="113442" y="82394"/>
                  <a:pt x="107395" y="83885"/>
                  <a:pt x="103708" y="86465"/>
                </a:cubicBezTo>
                <a:cubicBezTo>
                  <a:pt x="100020" y="89045"/>
                  <a:pt x="98176" y="93087"/>
                  <a:pt x="98176" y="98592"/>
                </a:cubicBezTo>
                <a:cubicBezTo>
                  <a:pt x="98176" y="107880"/>
                  <a:pt x="102578" y="112524"/>
                  <a:pt x="111384" y="112524"/>
                </a:cubicBezTo>
                <a:moveTo>
                  <a:pt x="150836" y="124703"/>
                </a:moveTo>
                <a:lnTo>
                  <a:pt x="131796" y="124703"/>
                </a:lnTo>
                <a:lnTo>
                  <a:pt x="131110" y="110809"/>
                </a:lnTo>
                <a:cubicBezTo>
                  <a:pt x="128188" y="116526"/>
                  <a:pt x="124666" y="120557"/>
                  <a:pt x="120542" y="122902"/>
                </a:cubicBezTo>
                <a:cubicBezTo>
                  <a:pt x="116420" y="125246"/>
                  <a:pt x="111352" y="126418"/>
                  <a:pt x="105340" y="126418"/>
                </a:cubicBezTo>
                <a:cubicBezTo>
                  <a:pt x="96292" y="126418"/>
                  <a:pt x="89376" y="124070"/>
                  <a:pt x="84593" y="119374"/>
                </a:cubicBezTo>
                <a:cubicBezTo>
                  <a:pt x="79811" y="114679"/>
                  <a:pt x="77421" y="108151"/>
                  <a:pt x="77421" y="99790"/>
                </a:cubicBezTo>
                <a:cubicBezTo>
                  <a:pt x="77421" y="90628"/>
                  <a:pt x="80685" y="83613"/>
                  <a:pt x="87214" y="78746"/>
                </a:cubicBezTo>
                <a:cubicBezTo>
                  <a:pt x="93743" y="73879"/>
                  <a:pt x="103364" y="71244"/>
                  <a:pt x="116076" y="70842"/>
                </a:cubicBezTo>
                <a:lnTo>
                  <a:pt x="131110" y="70327"/>
                </a:lnTo>
                <a:lnTo>
                  <a:pt x="131110" y="67596"/>
                </a:lnTo>
                <a:cubicBezTo>
                  <a:pt x="131110" y="60823"/>
                  <a:pt x="130007" y="55914"/>
                  <a:pt x="127802" y="52869"/>
                </a:cubicBezTo>
                <a:cubicBezTo>
                  <a:pt x="125597" y="49824"/>
                  <a:pt x="121859" y="48302"/>
                  <a:pt x="116588" y="48302"/>
                </a:cubicBezTo>
                <a:cubicBezTo>
                  <a:pt x="111950" y="48302"/>
                  <a:pt x="108527" y="49173"/>
                  <a:pt x="106321" y="50915"/>
                </a:cubicBezTo>
                <a:cubicBezTo>
                  <a:pt x="104116" y="52655"/>
                  <a:pt x="102613" y="55352"/>
                  <a:pt x="101813" y="59006"/>
                </a:cubicBezTo>
                <a:lnTo>
                  <a:pt x="82738" y="56005"/>
                </a:lnTo>
                <a:cubicBezTo>
                  <a:pt x="84455" y="48515"/>
                  <a:pt x="88047" y="43140"/>
                  <a:pt x="93515" y="39881"/>
                </a:cubicBezTo>
                <a:cubicBezTo>
                  <a:pt x="98982" y="36622"/>
                  <a:pt x="106754" y="34992"/>
                  <a:pt x="116830" y="34992"/>
                </a:cubicBezTo>
                <a:cubicBezTo>
                  <a:pt x="128565" y="34992"/>
                  <a:pt x="137167" y="37765"/>
                  <a:pt x="142634" y="43311"/>
                </a:cubicBezTo>
                <a:cubicBezTo>
                  <a:pt x="148102" y="48858"/>
                  <a:pt x="150836" y="57463"/>
                  <a:pt x="150836" y="69127"/>
                </a:cubicBezTo>
                <a:lnTo>
                  <a:pt x="150836" y="124703"/>
                </a:lnTo>
                <a:close/>
                <a:moveTo>
                  <a:pt x="260630" y="80233"/>
                </a:moveTo>
                <a:cubicBezTo>
                  <a:pt x="260630" y="94828"/>
                  <a:pt x="257333" y="106145"/>
                  <a:pt x="250738" y="114186"/>
                </a:cubicBezTo>
                <a:cubicBezTo>
                  <a:pt x="244143" y="122226"/>
                  <a:pt x="234820" y="126246"/>
                  <a:pt x="222770" y="126246"/>
                </a:cubicBezTo>
                <a:cubicBezTo>
                  <a:pt x="209809" y="126246"/>
                  <a:pt x="200645" y="120929"/>
                  <a:pt x="195277" y="110294"/>
                </a:cubicBezTo>
                <a:lnTo>
                  <a:pt x="194934" y="110294"/>
                </a:lnTo>
                <a:cubicBezTo>
                  <a:pt x="194934" y="115097"/>
                  <a:pt x="194591" y="119900"/>
                  <a:pt x="193905" y="124703"/>
                </a:cubicBezTo>
                <a:lnTo>
                  <a:pt x="174694" y="124703"/>
                </a:lnTo>
                <a:cubicBezTo>
                  <a:pt x="175208" y="119385"/>
                  <a:pt x="175466" y="112838"/>
                  <a:pt x="175466" y="105062"/>
                </a:cubicBezTo>
                <a:lnTo>
                  <a:pt x="175466" y="0"/>
                </a:lnTo>
                <a:lnTo>
                  <a:pt x="195192" y="0"/>
                </a:lnTo>
                <a:lnTo>
                  <a:pt x="195192" y="37994"/>
                </a:lnTo>
                <a:cubicBezTo>
                  <a:pt x="195192" y="40281"/>
                  <a:pt x="195163" y="42554"/>
                  <a:pt x="195106" y="44812"/>
                </a:cubicBezTo>
                <a:cubicBezTo>
                  <a:pt x="195049" y="47071"/>
                  <a:pt x="194963" y="49286"/>
                  <a:pt x="194849" y="51459"/>
                </a:cubicBezTo>
                <a:lnTo>
                  <a:pt x="195192" y="51459"/>
                </a:lnTo>
                <a:cubicBezTo>
                  <a:pt x="197875" y="46115"/>
                  <a:pt x="201501" y="42006"/>
                  <a:pt x="206068" y="39133"/>
                </a:cubicBezTo>
                <a:cubicBezTo>
                  <a:pt x="210636" y="36258"/>
                  <a:pt x="216633" y="34821"/>
                  <a:pt x="224057" y="34821"/>
                </a:cubicBezTo>
                <a:cubicBezTo>
                  <a:pt x="235762" y="34821"/>
                  <a:pt x="244784" y="38755"/>
                  <a:pt x="251121" y="46624"/>
                </a:cubicBezTo>
                <a:cubicBezTo>
                  <a:pt x="257461" y="54493"/>
                  <a:pt x="260630" y="65696"/>
                  <a:pt x="260630" y="80233"/>
                </a:cubicBezTo>
                <a:moveTo>
                  <a:pt x="240047" y="80225"/>
                </a:moveTo>
                <a:cubicBezTo>
                  <a:pt x="240047" y="59561"/>
                  <a:pt x="232799" y="49229"/>
                  <a:pt x="218303" y="49229"/>
                </a:cubicBezTo>
                <a:cubicBezTo>
                  <a:pt x="210600" y="49229"/>
                  <a:pt x="204765" y="51949"/>
                  <a:pt x="200798" y="57388"/>
                </a:cubicBezTo>
                <a:cubicBezTo>
                  <a:pt x="196832" y="62825"/>
                  <a:pt x="194849" y="70666"/>
                  <a:pt x="194849" y="80911"/>
                </a:cubicBezTo>
                <a:cubicBezTo>
                  <a:pt x="194849" y="90928"/>
                  <a:pt x="196789" y="98599"/>
                  <a:pt x="200670" y="103923"/>
                </a:cubicBezTo>
                <a:cubicBezTo>
                  <a:pt x="204551" y="109246"/>
                  <a:pt x="210372" y="111907"/>
                  <a:pt x="218134" y="111907"/>
                </a:cubicBezTo>
                <a:cubicBezTo>
                  <a:pt x="232742" y="111907"/>
                  <a:pt x="240047" y="101347"/>
                  <a:pt x="240047" y="80225"/>
                </a:cubicBezTo>
                <a:close/>
                <a:moveTo>
                  <a:pt x="296842" y="84495"/>
                </a:moveTo>
                <a:cubicBezTo>
                  <a:pt x="297128" y="93461"/>
                  <a:pt x="299109" y="100357"/>
                  <a:pt x="302784" y="105183"/>
                </a:cubicBezTo>
                <a:cubicBezTo>
                  <a:pt x="306462" y="110009"/>
                  <a:pt x="311493" y="112422"/>
                  <a:pt x="317879" y="112422"/>
                </a:cubicBezTo>
                <a:cubicBezTo>
                  <a:pt x="322210" y="112422"/>
                  <a:pt x="326071" y="111330"/>
                  <a:pt x="329463" y="109147"/>
                </a:cubicBezTo>
                <a:cubicBezTo>
                  <a:pt x="332856" y="106963"/>
                  <a:pt x="335920" y="103286"/>
                  <a:pt x="338656" y="98115"/>
                </a:cubicBezTo>
                <a:lnTo>
                  <a:pt x="354134" y="105598"/>
                </a:lnTo>
                <a:cubicBezTo>
                  <a:pt x="350764" y="111048"/>
                  <a:pt x="347394" y="115177"/>
                  <a:pt x="344024" y="117986"/>
                </a:cubicBezTo>
                <a:cubicBezTo>
                  <a:pt x="340654" y="120797"/>
                  <a:pt x="336728" y="122904"/>
                  <a:pt x="332245" y="124309"/>
                </a:cubicBezTo>
                <a:cubicBezTo>
                  <a:pt x="327762" y="125715"/>
                  <a:pt x="322436" y="126418"/>
                  <a:pt x="316268" y="126418"/>
                </a:cubicBezTo>
                <a:cubicBezTo>
                  <a:pt x="303416" y="126418"/>
                  <a:pt x="293506" y="122373"/>
                  <a:pt x="286537" y="114282"/>
                </a:cubicBezTo>
                <a:cubicBezTo>
                  <a:pt x="279571" y="106192"/>
                  <a:pt x="276087" y="94828"/>
                  <a:pt x="276087" y="80190"/>
                </a:cubicBezTo>
                <a:cubicBezTo>
                  <a:pt x="276087" y="65439"/>
                  <a:pt x="279747" y="54218"/>
                  <a:pt x="287065" y="46528"/>
                </a:cubicBezTo>
                <a:cubicBezTo>
                  <a:pt x="294384" y="38837"/>
                  <a:pt x="304361" y="34992"/>
                  <a:pt x="316997" y="34992"/>
                </a:cubicBezTo>
                <a:cubicBezTo>
                  <a:pt x="329519" y="34992"/>
                  <a:pt x="339096" y="39096"/>
                  <a:pt x="345729" y="47305"/>
                </a:cubicBezTo>
                <a:cubicBezTo>
                  <a:pt x="352361" y="55512"/>
                  <a:pt x="355677" y="67108"/>
                  <a:pt x="355677" y="82093"/>
                </a:cubicBezTo>
                <a:lnTo>
                  <a:pt x="355677" y="84495"/>
                </a:lnTo>
                <a:lnTo>
                  <a:pt x="296842" y="84495"/>
                </a:lnTo>
                <a:moveTo>
                  <a:pt x="316311" y="48645"/>
                </a:moveTo>
                <a:cubicBezTo>
                  <a:pt x="310561" y="48645"/>
                  <a:pt x="305978" y="50702"/>
                  <a:pt x="302562" y="54817"/>
                </a:cubicBezTo>
                <a:cubicBezTo>
                  <a:pt x="299147" y="58931"/>
                  <a:pt x="297298" y="64615"/>
                  <a:pt x="297014" y="71871"/>
                </a:cubicBezTo>
                <a:lnTo>
                  <a:pt x="335094" y="71871"/>
                </a:lnTo>
                <a:cubicBezTo>
                  <a:pt x="334524" y="64101"/>
                  <a:pt x="332758" y="58287"/>
                  <a:pt x="329798" y="54431"/>
                </a:cubicBezTo>
                <a:cubicBezTo>
                  <a:pt x="326839" y="50574"/>
                  <a:pt x="322343" y="48645"/>
                  <a:pt x="316311" y="48645"/>
                </a:cubicBezTo>
                <a:close/>
                <a:moveTo>
                  <a:pt x="374951" y="124703"/>
                </a:moveTo>
                <a:lnTo>
                  <a:pt x="374951" y="0"/>
                </a:lnTo>
                <a:lnTo>
                  <a:pt x="394677" y="0"/>
                </a:lnTo>
                <a:lnTo>
                  <a:pt x="394677" y="124703"/>
                </a:lnTo>
                <a:lnTo>
                  <a:pt x="374951" y="124703"/>
                </a:lnTo>
                <a:close/>
                <a:moveTo>
                  <a:pt x="435990" y="84495"/>
                </a:moveTo>
                <a:cubicBezTo>
                  <a:pt x="436276" y="93461"/>
                  <a:pt x="438257" y="100357"/>
                  <a:pt x="441932" y="105183"/>
                </a:cubicBezTo>
                <a:cubicBezTo>
                  <a:pt x="445609" y="110009"/>
                  <a:pt x="450641" y="112422"/>
                  <a:pt x="457027" y="112422"/>
                </a:cubicBezTo>
                <a:cubicBezTo>
                  <a:pt x="461358" y="112422"/>
                  <a:pt x="465219" y="111330"/>
                  <a:pt x="468610" y="109147"/>
                </a:cubicBezTo>
                <a:cubicBezTo>
                  <a:pt x="472003" y="106963"/>
                  <a:pt x="475068" y="103286"/>
                  <a:pt x="477803" y="98115"/>
                </a:cubicBezTo>
                <a:lnTo>
                  <a:pt x="493281" y="105598"/>
                </a:lnTo>
                <a:cubicBezTo>
                  <a:pt x="489911" y="111048"/>
                  <a:pt x="486542" y="115177"/>
                  <a:pt x="483172" y="117986"/>
                </a:cubicBezTo>
                <a:cubicBezTo>
                  <a:pt x="479802" y="120797"/>
                  <a:pt x="475875" y="122904"/>
                  <a:pt x="471392" y="124309"/>
                </a:cubicBezTo>
                <a:cubicBezTo>
                  <a:pt x="466909" y="125715"/>
                  <a:pt x="461584" y="126418"/>
                  <a:pt x="455416" y="126418"/>
                </a:cubicBezTo>
                <a:cubicBezTo>
                  <a:pt x="442564" y="126418"/>
                  <a:pt x="432653" y="122373"/>
                  <a:pt x="425685" y="114282"/>
                </a:cubicBezTo>
                <a:cubicBezTo>
                  <a:pt x="418718" y="106192"/>
                  <a:pt x="415235" y="94828"/>
                  <a:pt x="415235" y="80190"/>
                </a:cubicBezTo>
                <a:cubicBezTo>
                  <a:pt x="415235" y="65439"/>
                  <a:pt x="418894" y="54218"/>
                  <a:pt x="426213" y="46528"/>
                </a:cubicBezTo>
                <a:cubicBezTo>
                  <a:pt x="433532" y="38837"/>
                  <a:pt x="443509" y="34992"/>
                  <a:pt x="456145" y="34992"/>
                </a:cubicBezTo>
                <a:cubicBezTo>
                  <a:pt x="468667" y="34992"/>
                  <a:pt x="478244" y="39096"/>
                  <a:pt x="484876" y="47305"/>
                </a:cubicBezTo>
                <a:cubicBezTo>
                  <a:pt x="491509" y="55512"/>
                  <a:pt x="494825" y="67108"/>
                  <a:pt x="494825" y="82093"/>
                </a:cubicBezTo>
                <a:lnTo>
                  <a:pt x="494825" y="84495"/>
                </a:lnTo>
                <a:lnTo>
                  <a:pt x="435990" y="84495"/>
                </a:lnTo>
                <a:moveTo>
                  <a:pt x="455459" y="48645"/>
                </a:moveTo>
                <a:cubicBezTo>
                  <a:pt x="449709" y="48645"/>
                  <a:pt x="445126" y="50702"/>
                  <a:pt x="441710" y="54817"/>
                </a:cubicBezTo>
                <a:cubicBezTo>
                  <a:pt x="438295" y="58931"/>
                  <a:pt x="436446" y="64615"/>
                  <a:pt x="436162" y="71871"/>
                </a:cubicBezTo>
                <a:lnTo>
                  <a:pt x="474241" y="71871"/>
                </a:lnTo>
                <a:cubicBezTo>
                  <a:pt x="473671" y="64101"/>
                  <a:pt x="471906" y="58287"/>
                  <a:pt x="468945" y="54431"/>
                </a:cubicBezTo>
                <a:cubicBezTo>
                  <a:pt x="465986" y="50574"/>
                  <a:pt x="461491" y="48645"/>
                  <a:pt x="455459" y="48645"/>
                </a:cubicBezTo>
                <a:close/>
                <a:moveTo>
                  <a:pt x="529022" y="80534"/>
                </a:moveTo>
                <a:cubicBezTo>
                  <a:pt x="529022" y="101449"/>
                  <a:pt x="536312" y="111907"/>
                  <a:pt x="550892" y="111907"/>
                </a:cubicBezTo>
                <a:cubicBezTo>
                  <a:pt x="558611" y="111907"/>
                  <a:pt x="564471" y="109236"/>
                  <a:pt x="568474" y="103894"/>
                </a:cubicBezTo>
                <a:cubicBezTo>
                  <a:pt x="572476" y="98550"/>
                  <a:pt x="574477" y="90791"/>
                  <a:pt x="574477" y="80619"/>
                </a:cubicBezTo>
                <a:cubicBezTo>
                  <a:pt x="574477" y="70447"/>
                  <a:pt x="572505" y="62718"/>
                  <a:pt x="568559" y="57433"/>
                </a:cubicBezTo>
                <a:cubicBezTo>
                  <a:pt x="564614" y="52146"/>
                  <a:pt x="558811" y="49503"/>
                  <a:pt x="551149" y="49503"/>
                </a:cubicBezTo>
                <a:cubicBezTo>
                  <a:pt x="536397" y="49503"/>
                  <a:pt x="529022" y="59846"/>
                  <a:pt x="529022" y="80534"/>
                </a:cubicBezTo>
                <a:moveTo>
                  <a:pt x="508438" y="80791"/>
                </a:moveTo>
                <a:cubicBezTo>
                  <a:pt x="508438" y="66554"/>
                  <a:pt x="511759" y="55361"/>
                  <a:pt x="518400" y="47214"/>
                </a:cubicBezTo>
                <a:cubicBezTo>
                  <a:pt x="525042" y="39066"/>
                  <a:pt x="534373" y="34992"/>
                  <a:pt x="546394" y="34992"/>
                </a:cubicBezTo>
                <a:cubicBezTo>
                  <a:pt x="552921" y="34992"/>
                  <a:pt x="558418" y="36193"/>
                  <a:pt x="562883" y="38594"/>
                </a:cubicBezTo>
                <a:cubicBezTo>
                  <a:pt x="567350" y="40996"/>
                  <a:pt x="571129" y="44941"/>
                  <a:pt x="574220" y="50430"/>
                </a:cubicBezTo>
                <a:lnTo>
                  <a:pt x="574563" y="50430"/>
                </a:lnTo>
                <a:cubicBezTo>
                  <a:pt x="574449" y="48143"/>
                  <a:pt x="574348" y="45870"/>
                  <a:pt x="574263" y="43612"/>
                </a:cubicBezTo>
                <a:cubicBezTo>
                  <a:pt x="574177" y="41353"/>
                  <a:pt x="574134" y="39080"/>
                  <a:pt x="574134" y="36793"/>
                </a:cubicBezTo>
                <a:lnTo>
                  <a:pt x="574134" y="0"/>
                </a:lnTo>
                <a:lnTo>
                  <a:pt x="594032" y="0"/>
                </a:lnTo>
                <a:lnTo>
                  <a:pt x="594032" y="105062"/>
                </a:lnTo>
                <a:cubicBezTo>
                  <a:pt x="594032" y="111066"/>
                  <a:pt x="594260" y="117613"/>
                  <a:pt x="594718" y="124703"/>
                </a:cubicBezTo>
                <a:lnTo>
                  <a:pt x="575340" y="124703"/>
                </a:lnTo>
                <a:cubicBezTo>
                  <a:pt x="575110" y="123840"/>
                  <a:pt x="574879" y="121511"/>
                  <a:pt x="574649" y="117715"/>
                </a:cubicBezTo>
                <a:cubicBezTo>
                  <a:pt x="574420" y="113920"/>
                  <a:pt x="574306" y="111275"/>
                  <a:pt x="574306" y="109779"/>
                </a:cubicBezTo>
                <a:lnTo>
                  <a:pt x="573963" y="109779"/>
                </a:lnTo>
                <a:cubicBezTo>
                  <a:pt x="568181" y="120757"/>
                  <a:pt x="558820" y="126246"/>
                  <a:pt x="545880" y="126246"/>
                </a:cubicBezTo>
                <a:cubicBezTo>
                  <a:pt x="533914" y="126246"/>
                  <a:pt x="524682" y="122358"/>
                  <a:pt x="518183" y="114582"/>
                </a:cubicBezTo>
                <a:cubicBezTo>
                  <a:pt x="511686" y="106806"/>
                  <a:pt x="508438" y="95542"/>
                  <a:pt x="508438" y="80791"/>
                </a:cubicBezTo>
                <a:close/>
                <a:moveTo>
                  <a:pt x="751016" y="63252"/>
                </a:moveTo>
                <a:cubicBezTo>
                  <a:pt x="751016" y="34646"/>
                  <a:pt x="737360" y="20342"/>
                  <a:pt x="710047" y="20342"/>
                </a:cubicBezTo>
                <a:lnTo>
                  <a:pt x="690638" y="20342"/>
                </a:lnTo>
                <a:lnTo>
                  <a:pt x="690638" y="108134"/>
                </a:lnTo>
                <a:lnTo>
                  <a:pt x="712712" y="108134"/>
                </a:lnTo>
                <a:cubicBezTo>
                  <a:pt x="724792" y="108134"/>
                  <a:pt x="734196" y="104215"/>
                  <a:pt x="740923" y="96379"/>
                </a:cubicBezTo>
                <a:cubicBezTo>
                  <a:pt x="747652" y="88540"/>
                  <a:pt x="751016" y="77498"/>
                  <a:pt x="751016" y="63252"/>
                </a:cubicBezTo>
                <a:moveTo>
                  <a:pt x="772115" y="63252"/>
                </a:moveTo>
                <a:cubicBezTo>
                  <a:pt x="772115" y="75840"/>
                  <a:pt x="769766" y="86768"/>
                  <a:pt x="765069" y="96038"/>
                </a:cubicBezTo>
                <a:cubicBezTo>
                  <a:pt x="760373" y="105306"/>
                  <a:pt x="753658" y="112401"/>
                  <a:pt x="744924" y="117321"/>
                </a:cubicBezTo>
                <a:cubicBezTo>
                  <a:pt x="736191" y="122242"/>
                  <a:pt x="726039" y="124703"/>
                  <a:pt x="714470" y="124703"/>
                </a:cubicBezTo>
                <a:lnTo>
                  <a:pt x="669883" y="124703"/>
                </a:lnTo>
                <a:lnTo>
                  <a:pt x="669883" y="3774"/>
                </a:lnTo>
                <a:lnTo>
                  <a:pt x="710517" y="3774"/>
                </a:lnTo>
                <a:cubicBezTo>
                  <a:pt x="730562" y="3774"/>
                  <a:pt x="745840" y="8837"/>
                  <a:pt x="756350" y="18965"/>
                </a:cubicBezTo>
                <a:cubicBezTo>
                  <a:pt x="766860" y="29092"/>
                  <a:pt x="772115" y="43855"/>
                  <a:pt x="772115" y="63252"/>
                </a:cubicBezTo>
                <a:close/>
                <a:moveTo>
                  <a:pt x="821489" y="112524"/>
                </a:moveTo>
                <a:cubicBezTo>
                  <a:pt x="827607" y="112524"/>
                  <a:pt x="832438" y="110389"/>
                  <a:pt x="835983" y="106118"/>
                </a:cubicBezTo>
                <a:cubicBezTo>
                  <a:pt x="839528" y="101846"/>
                  <a:pt x="841301" y="96355"/>
                  <a:pt x="841301" y="89646"/>
                </a:cubicBezTo>
                <a:lnTo>
                  <a:pt x="841301" y="81648"/>
                </a:lnTo>
                <a:lnTo>
                  <a:pt x="831952" y="81992"/>
                </a:lnTo>
                <a:cubicBezTo>
                  <a:pt x="823548" y="82394"/>
                  <a:pt x="817501" y="83885"/>
                  <a:pt x="813813" y="86465"/>
                </a:cubicBezTo>
                <a:cubicBezTo>
                  <a:pt x="810125" y="89045"/>
                  <a:pt x="808281" y="93087"/>
                  <a:pt x="808281" y="98592"/>
                </a:cubicBezTo>
                <a:cubicBezTo>
                  <a:pt x="808281" y="107880"/>
                  <a:pt x="812684" y="112524"/>
                  <a:pt x="821489" y="112524"/>
                </a:cubicBezTo>
                <a:moveTo>
                  <a:pt x="860941" y="124703"/>
                </a:moveTo>
                <a:lnTo>
                  <a:pt x="841901" y="124703"/>
                </a:lnTo>
                <a:lnTo>
                  <a:pt x="841215" y="110809"/>
                </a:lnTo>
                <a:cubicBezTo>
                  <a:pt x="838294" y="116526"/>
                  <a:pt x="834771" y="120557"/>
                  <a:pt x="830647" y="122902"/>
                </a:cubicBezTo>
                <a:cubicBezTo>
                  <a:pt x="826525" y="125246"/>
                  <a:pt x="821458" y="126418"/>
                  <a:pt x="815445" y="126418"/>
                </a:cubicBezTo>
                <a:cubicBezTo>
                  <a:pt x="806397" y="126418"/>
                  <a:pt x="799481" y="124070"/>
                  <a:pt x="794698" y="119374"/>
                </a:cubicBezTo>
                <a:cubicBezTo>
                  <a:pt x="789917" y="114679"/>
                  <a:pt x="787526" y="108151"/>
                  <a:pt x="787526" y="99790"/>
                </a:cubicBezTo>
                <a:cubicBezTo>
                  <a:pt x="787526" y="90628"/>
                  <a:pt x="790791" y="83613"/>
                  <a:pt x="797319" y="78746"/>
                </a:cubicBezTo>
                <a:cubicBezTo>
                  <a:pt x="803848" y="73879"/>
                  <a:pt x="813469" y="71244"/>
                  <a:pt x="826182" y="70842"/>
                </a:cubicBezTo>
                <a:lnTo>
                  <a:pt x="841215" y="70327"/>
                </a:lnTo>
                <a:lnTo>
                  <a:pt x="841215" y="67596"/>
                </a:lnTo>
                <a:cubicBezTo>
                  <a:pt x="841215" y="60823"/>
                  <a:pt x="840113" y="55914"/>
                  <a:pt x="837908" y="52869"/>
                </a:cubicBezTo>
                <a:cubicBezTo>
                  <a:pt x="835703" y="49824"/>
                  <a:pt x="831965" y="48302"/>
                  <a:pt x="826694" y="48302"/>
                </a:cubicBezTo>
                <a:cubicBezTo>
                  <a:pt x="822056" y="48302"/>
                  <a:pt x="818633" y="49173"/>
                  <a:pt x="816426" y="50915"/>
                </a:cubicBezTo>
                <a:cubicBezTo>
                  <a:pt x="814221" y="52655"/>
                  <a:pt x="812719" y="55352"/>
                  <a:pt x="811918" y="59006"/>
                </a:cubicBezTo>
                <a:lnTo>
                  <a:pt x="792844" y="56005"/>
                </a:lnTo>
                <a:cubicBezTo>
                  <a:pt x="794561" y="48515"/>
                  <a:pt x="798153" y="43140"/>
                  <a:pt x="803620" y="39881"/>
                </a:cubicBezTo>
                <a:cubicBezTo>
                  <a:pt x="809088" y="36622"/>
                  <a:pt x="816860" y="34992"/>
                  <a:pt x="826935" y="34992"/>
                </a:cubicBezTo>
                <a:cubicBezTo>
                  <a:pt x="838671" y="34992"/>
                  <a:pt x="847272" y="37765"/>
                  <a:pt x="852740" y="43311"/>
                </a:cubicBezTo>
                <a:cubicBezTo>
                  <a:pt x="858207" y="48858"/>
                  <a:pt x="860941" y="57463"/>
                  <a:pt x="860941" y="69127"/>
                </a:cubicBezTo>
                <a:lnTo>
                  <a:pt x="860941" y="124703"/>
                </a:lnTo>
                <a:close/>
                <a:moveTo>
                  <a:pt x="911518" y="126246"/>
                </a:moveTo>
                <a:cubicBezTo>
                  <a:pt x="904643" y="126246"/>
                  <a:pt x="899214" y="124286"/>
                  <a:pt x="895231" y="120366"/>
                </a:cubicBezTo>
                <a:cubicBezTo>
                  <a:pt x="891250" y="116446"/>
                  <a:pt x="889260" y="110823"/>
                  <a:pt x="889260" y="103497"/>
                </a:cubicBezTo>
                <a:lnTo>
                  <a:pt x="889260" y="51046"/>
                </a:lnTo>
                <a:lnTo>
                  <a:pt x="876223" y="51046"/>
                </a:lnTo>
                <a:lnTo>
                  <a:pt x="876223" y="36708"/>
                </a:lnTo>
                <a:lnTo>
                  <a:pt x="889517" y="36708"/>
                </a:lnTo>
                <a:lnTo>
                  <a:pt x="895805" y="15438"/>
                </a:lnTo>
                <a:lnTo>
                  <a:pt x="908986" y="15438"/>
                </a:lnTo>
                <a:lnTo>
                  <a:pt x="908986" y="36708"/>
                </a:lnTo>
                <a:lnTo>
                  <a:pt x="930170" y="36708"/>
                </a:lnTo>
                <a:lnTo>
                  <a:pt x="930170" y="51046"/>
                </a:lnTo>
                <a:lnTo>
                  <a:pt x="908986" y="51046"/>
                </a:lnTo>
                <a:lnTo>
                  <a:pt x="908986" y="98517"/>
                </a:lnTo>
                <a:cubicBezTo>
                  <a:pt x="908986" y="107215"/>
                  <a:pt x="912674" y="111564"/>
                  <a:pt x="920049" y="111564"/>
                </a:cubicBezTo>
                <a:cubicBezTo>
                  <a:pt x="923537" y="111564"/>
                  <a:pt x="927282" y="111193"/>
                  <a:pt x="931285" y="110449"/>
                </a:cubicBezTo>
                <a:lnTo>
                  <a:pt x="931285" y="123671"/>
                </a:lnTo>
                <a:cubicBezTo>
                  <a:pt x="924754" y="125388"/>
                  <a:pt x="918165" y="126246"/>
                  <a:pt x="911518" y="126246"/>
                </a:cubicBezTo>
                <a:close/>
                <a:moveTo>
                  <a:pt x="976972" y="112524"/>
                </a:moveTo>
                <a:cubicBezTo>
                  <a:pt x="983090" y="112524"/>
                  <a:pt x="987921" y="110389"/>
                  <a:pt x="991466" y="106118"/>
                </a:cubicBezTo>
                <a:cubicBezTo>
                  <a:pt x="995011" y="101846"/>
                  <a:pt x="996784" y="96355"/>
                  <a:pt x="996784" y="89646"/>
                </a:cubicBezTo>
                <a:lnTo>
                  <a:pt x="996784" y="81648"/>
                </a:lnTo>
                <a:lnTo>
                  <a:pt x="987435" y="81992"/>
                </a:lnTo>
                <a:cubicBezTo>
                  <a:pt x="979030" y="82394"/>
                  <a:pt x="972984" y="83885"/>
                  <a:pt x="969296" y="86465"/>
                </a:cubicBezTo>
                <a:cubicBezTo>
                  <a:pt x="965608" y="89045"/>
                  <a:pt x="963764" y="93087"/>
                  <a:pt x="963764" y="98592"/>
                </a:cubicBezTo>
                <a:cubicBezTo>
                  <a:pt x="963764" y="107880"/>
                  <a:pt x="968167" y="112524"/>
                  <a:pt x="976972" y="112524"/>
                </a:cubicBezTo>
                <a:moveTo>
                  <a:pt x="1016424" y="124703"/>
                </a:moveTo>
                <a:lnTo>
                  <a:pt x="997384" y="124703"/>
                </a:lnTo>
                <a:lnTo>
                  <a:pt x="996698" y="110809"/>
                </a:lnTo>
                <a:cubicBezTo>
                  <a:pt x="993777" y="116526"/>
                  <a:pt x="990254" y="120557"/>
                  <a:pt x="986130" y="122902"/>
                </a:cubicBezTo>
                <a:cubicBezTo>
                  <a:pt x="982008" y="125246"/>
                  <a:pt x="976941" y="126418"/>
                  <a:pt x="970928" y="126418"/>
                </a:cubicBezTo>
                <a:cubicBezTo>
                  <a:pt x="961880" y="126418"/>
                  <a:pt x="954964" y="124070"/>
                  <a:pt x="950181" y="119374"/>
                </a:cubicBezTo>
                <a:cubicBezTo>
                  <a:pt x="945400" y="114679"/>
                  <a:pt x="943009" y="108151"/>
                  <a:pt x="943009" y="99790"/>
                </a:cubicBezTo>
                <a:cubicBezTo>
                  <a:pt x="943009" y="90628"/>
                  <a:pt x="946273" y="83613"/>
                  <a:pt x="952802" y="78746"/>
                </a:cubicBezTo>
                <a:cubicBezTo>
                  <a:pt x="959331" y="73879"/>
                  <a:pt x="968952" y="71244"/>
                  <a:pt x="981665" y="70842"/>
                </a:cubicBezTo>
                <a:lnTo>
                  <a:pt x="996698" y="70327"/>
                </a:lnTo>
                <a:lnTo>
                  <a:pt x="996698" y="67596"/>
                </a:lnTo>
                <a:cubicBezTo>
                  <a:pt x="996698" y="60823"/>
                  <a:pt x="995596" y="55914"/>
                  <a:pt x="993391" y="52869"/>
                </a:cubicBezTo>
                <a:cubicBezTo>
                  <a:pt x="991186" y="49824"/>
                  <a:pt x="987448" y="48302"/>
                  <a:pt x="982177" y="48302"/>
                </a:cubicBezTo>
                <a:cubicBezTo>
                  <a:pt x="977538" y="48302"/>
                  <a:pt x="974116" y="49173"/>
                  <a:pt x="971909" y="50915"/>
                </a:cubicBezTo>
                <a:cubicBezTo>
                  <a:pt x="969704" y="52655"/>
                  <a:pt x="968202" y="55352"/>
                  <a:pt x="967401" y="59006"/>
                </a:cubicBezTo>
                <a:lnTo>
                  <a:pt x="948326" y="56005"/>
                </a:lnTo>
                <a:cubicBezTo>
                  <a:pt x="950044" y="48515"/>
                  <a:pt x="953636" y="43140"/>
                  <a:pt x="959103" y="39881"/>
                </a:cubicBezTo>
                <a:cubicBezTo>
                  <a:pt x="964571" y="36622"/>
                  <a:pt x="972342" y="34992"/>
                  <a:pt x="982418" y="34992"/>
                </a:cubicBezTo>
                <a:cubicBezTo>
                  <a:pt x="994154" y="34992"/>
                  <a:pt x="1002755" y="37765"/>
                  <a:pt x="1008223" y="43311"/>
                </a:cubicBezTo>
                <a:cubicBezTo>
                  <a:pt x="1013690" y="48858"/>
                  <a:pt x="1016424" y="57463"/>
                  <a:pt x="1016424" y="69127"/>
                </a:cubicBezTo>
                <a:lnTo>
                  <a:pt x="1016424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96E7C-17E2-485A-B535-73A6442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8873" y="2551678"/>
            <a:ext cx="951845" cy="821954"/>
          </a:xfrm>
          <a:custGeom xmlns:a="http://schemas.openxmlformats.org/drawingml/2006/main">
            <a:pathLst>
              <a:path w="951845" h="821954" fill="none">
                <a:moveTo>
                  <a:pt x="0" y="136995"/>
                </a:moveTo>
                <a:cubicBezTo>
                  <a:pt x="0" y="61335"/>
                  <a:pt x="61335" y="0"/>
                  <a:pt x="136995" y="0"/>
                </a:cubicBezTo>
                <a:lnTo>
                  <a:pt x="814850" y="0"/>
                </a:lnTo>
                <a:cubicBezTo>
                  <a:pt x="890510" y="0"/>
                  <a:pt x="951845" y="61335"/>
                  <a:pt x="951845" y="136995"/>
                </a:cubicBezTo>
                <a:lnTo>
                  <a:pt x="951845" y="684958"/>
                </a:lnTo>
                <a:cubicBezTo>
                  <a:pt x="951845" y="760619"/>
                  <a:pt x="890510" y="821954"/>
                  <a:pt x="814850" y="821954"/>
                </a:cubicBezTo>
                <a:lnTo>
                  <a:pt x="136995" y="821954"/>
                </a:lnTo>
                <a:cubicBezTo>
                  <a:pt x="61335" y="821954"/>
                  <a:pt x="0" y="760619"/>
                  <a:pt x="0" y="684958"/>
                </a:cubicBezTo>
                <a:lnTo>
                  <a:pt x="0" y="1369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9EA5B-136C-4725-A9F4-9CCF7131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959" y="1068139"/>
            <a:ext cx="951845" cy="786126"/>
          </a:xfrm>
          <a:custGeom xmlns:a="http://schemas.openxmlformats.org/drawingml/2006/main">
            <a:pathLst>
              <a:path w="951845" h="786126" fill="none">
                <a:moveTo>
                  <a:pt x="0" y="131023"/>
                </a:moveTo>
                <a:cubicBezTo>
                  <a:pt x="0" y="58661"/>
                  <a:pt x="58661" y="0"/>
                  <a:pt x="131023" y="0"/>
                </a:cubicBezTo>
                <a:lnTo>
                  <a:pt x="820821" y="0"/>
                </a:lnTo>
                <a:cubicBezTo>
                  <a:pt x="893184" y="0"/>
                  <a:pt x="951845" y="58661"/>
                  <a:pt x="951845" y="131023"/>
                </a:cubicBezTo>
                <a:lnTo>
                  <a:pt x="951845" y="655102"/>
                </a:lnTo>
                <a:cubicBezTo>
                  <a:pt x="951845" y="727464"/>
                  <a:pt x="893184" y="786126"/>
                  <a:pt x="820821" y="786126"/>
                </a:cubicBezTo>
                <a:lnTo>
                  <a:pt x="131023" y="786126"/>
                </a:lnTo>
                <a:cubicBezTo>
                  <a:pt x="58661" y="786126"/>
                  <a:pt x="0" y="727464"/>
                  <a:pt x="0" y="655102"/>
                </a:cubicBezTo>
                <a:lnTo>
                  <a:pt x="0" y="1310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40" name="Text Train">
            <a:extLst xmlns:a="http://schemas.openxmlformats.org/drawingml/2006/main">
              <a:ext uri="{FF2B5EF4-FFF2-40B4-BE49-F238E27FC236}">
                <a16:creationId xmlns:a16="http://schemas.microsoft.com/office/drawing/2014/main" id="{FFC5353E-10FA-40CF-B85F-21D662D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766" y="2402766"/>
            <a:ext cx="388586" cy="126418"/>
          </a:xfrm>
          <a:custGeom xmlns:a="http://schemas.openxmlformats.org/drawingml/2006/main">
            <a:pathLst>
              <a:path w="388586" h="126418">
                <a:moveTo>
                  <a:pt x="92455" y="3774"/>
                </a:moveTo>
                <a:lnTo>
                  <a:pt x="92455" y="20584"/>
                </a:lnTo>
                <a:lnTo>
                  <a:pt x="56433" y="20584"/>
                </a:lnTo>
                <a:lnTo>
                  <a:pt x="56433" y="124703"/>
                </a:lnTo>
                <a:lnTo>
                  <a:pt x="35678" y="124703"/>
                </a:lnTo>
                <a:lnTo>
                  <a:pt x="35678" y="20584"/>
                </a:lnTo>
                <a:lnTo>
                  <a:pt x="0" y="20584"/>
                </a:lnTo>
                <a:lnTo>
                  <a:pt x="0" y="3774"/>
                </a:lnTo>
                <a:lnTo>
                  <a:pt x="92455" y="3774"/>
                </a:lnTo>
                <a:close/>
                <a:moveTo>
                  <a:pt x="148494" y="51389"/>
                </a:moveTo>
                <a:cubicBezTo>
                  <a:pt x="142072" y="51389"/>
                  <a:pt x="136941" y="54205"/>
                  <a:pt x="133099" y="59837"/>
                </a:cubicBezTo>
                <a:cubicBezTo>
                  <a:pt x="129257" y="65467"/>
                  <a:pt x="127337" y="73055"/>
                  <a:pt x="127337" y="82600"/>
                </a:cubicBezTo>
                <a:lnTo>
                  <a:pt x="127337" y="124703"/>
                </a:lnTo>
                <a:lnTo>
                  <a:pt x="107611" y="124703"/>
                </a:lnTo>
                <a:lnTo>
                  <a:pt x="107611" y="58428"/>
                </a:lnTo>
                <a:cubicBezTo>
                  <a:pt x="107611" y="49156"/>
                  <a:pt x="107382" y="41916"/>
                  <a:pt x="106925" y="36708"/>
                </a:cubicBezTo>
                <a:lnTo>
                  <a:pt x="125790" y="36708"/>
                </a:lnTo>
                <a:cubicBezTo>
                  <a:pt x="126364" y="43569"/>
                  <a:pt x="126651" y="50201"/>
                  <a:pt x="126651" y="56605"/>
                </a:cubicBezTo>
                <a:lnTo>
                  <a:pt x="126994" y="56605"/>
                </a:lnTo>
                <a:cubicBezTo>
                  <a:pt x="129747" y="48518"/>
                  <a:pt x="132929" y="42894"/>
                  <a:pt x="136540" y="39733"/>
                </a:cubicBezTo>
                <a:cubicBezTo>
                  <a:pt x="140153" y="36573"/>
                  <a:pt x="144912" y="34992"/>
                  <a:pt x="150818" y="34992"/>
                </a:cubicBezTo>
                <a:cubicBezTo>
                  <a:pt x="153512" y="34992"/>
                  <a:pt x="155748" y="35364"/>
                  <a:pt x="157526" y="36107"/>
                </a:cubicBezTo>
                <a:lnTo>
                  <a:pt x="157526" y="52317"/>
                </a:lnTo>
                <a:cubicBezTo>
                  <a:pt x="154601" y="51699"/>
                  <a:pt x="151590" y="51389"/>
                  <a:pt x="148494" y="51389"/>
                </a:cubicBezTo>
                <a:close/>
                <a:moveTo>
                  <a:pt x="201112" y="112524"/>
                </a:moveTo>
                <a:cubicBezTo>
                  <a:pt x="207230" y="112524"/>
                  <a:pt x="212061" y="110389"/>
                  <a:pt x="215606" y="106118"/>
                </a:cubicBezTo>
                <a:cubicBezTo>
                  <a:pt x="219151" y="101846"/>
                  <a:pt x="220923" y="96355"/>
                  <a:pt x="220923" y="89646"/>
                </a:cubicBezTo>
                <a:lnTo>
                  <a:pt x="220923" y="81648"/>
                </a:lnTo>
                <a:lnTo>
                  <a:pt x="211575" y="81992"/>
                </a:lnTo>
                <a:cubicBezTo>
                  <a:pt x="203170" y="82394"/>
                  <a:pt x="197124" y="83885"/>
                  <a:pt x="193436" y="86465"/>
                </a:cubicBezTo>
                <a:cubicBezTo>
                  <a:pt x="189748" y="89045"/>
                  <a:pt x="187904" y="93087"/>
                  <a:pt x="187904" y="98592"/>
                </a:cubicBezTo>
                <a:cubicBezTo>
                  <a:pt x="187904" y="107880"/>
                  <a:pt x="192306" y="112524"/>
                  <a:pt x="201112" y="112524"/>
                </a:cubicBezTo>
                <a:moveTo>
                  <a:pt x="240564" y="124703"/>
                </a:moveTo>
                <a:lnTo>
                  <a:pt x="221524" y="124703"/>
                </a:lnTo>
                <a:lnTo>
                  <a:pt x="220838" y="110809"/>
                </a:lnTo>
                <a:cubicBezTo>
                  <a:pt x="217916" y="116526"/>
                  <a:pt x="214394" y="120557"/>
                  <a:pt x="210270" y="122902"/>
                </a:cubicBezTo>
                <a:cubicBezTo>
                  <a:pt x="206148" y="125246"/>
                  <a:pt x="201080" y="126418"/>
                  <a:pt x="195068" y="126418"/>
                </a:cubicBezTo>
                <a:cubicBezTo>
                  <a:pt x="186020" y="126418"/>
                  <a:pt x="179104" y="124070"/>
                  <a:pt x="174321" y="119374"/>
                </a:cubicBezTo>
                <a:cubicBezTo>
                  <a:pt x="169539" y="114679"/>
                  <a:pt x="167149" y="108151"/>
                  <a:pt x="167149" y="99790"/>
                </a:cubicBezTo>
                <a:cubicBezTo>
                  <a:pt x="167149" y="90628"/>
                  <a:pt x="170413" y="83613"/>
                  <a:pt x="176942" y="78746"/>
                </a:cubicBezTo>
                <a:cubicBezTo>
                  <a:pt x="183471" y="73879"/>
                  <a:pt x="193092" y="71244"/>
                  <a:pt x="205805" y="70842"/>
                </a:cubicBezTo>
                <a:lnTo>
                  <a:pt x="220838" y="70327"/>
                </a:lnTo>
                <a:lnTo>
                  <a:pt x="220838" y="67596"/>
                </a:lnTo>
                <a:cubicBezTo>
                  <a:pt x="220838" y="60823"/>
                  <a:pt x="219735" y="55914"/>
                  <a:pt x="217530" y="52869"/>
                </a:cubicBezTo>
                <a:cubicBezTo>
                  <a:pt x="215325" y="49824"/>
                  <a:pt x="211587" y="48302"/>
                  <a:pt x="206317" y="48302"/>
                </a:cubicBezTo>
                <a:cubicBezTo>
                  <a:pt x="201678" y="48302"/>
                  <a:pt x="198255" y="49173"/>
                  <a:pt x="196049" y="50915"/>
                </a:cubicBezTo>
                <a:cubicBezTo>
                  <a:pt x="193844" y="52655"/>
                  <a:pt x="192341" y="55352"/>
                  <a:pt x="191541" y="59006"/>
                </a:cubicBezTo>
                <a:lnTo>
                  <a:pt x="172466" y="56005"/>
                </a:lnTo>
                <a:cubicBezTo>
                  <a:pt x="174183" y="48515"/>
                  <a:pt x="177775" y="43140"/>
                  <a:pt x="183243" y="39881"/>
                </a:cubicBezTo>
                <a:cubicBezTo>
                  <a:pt x="188711" y="36622"/>
                  <a:pt x="196482" y="34992"/>
                  <a:pt x="206558" y="34992"/>
                </a:cubicBezTo>
                <a:cubicBezTo>
                  <a:pt x="218293" y="34992"/>
                  <a:pt x="226895" y="37765"/>
                  <a:pt x="232362" y="43311"/>
                </a:cubicBezTo>
                <a:cubicBezTo>
                  <a:pt x="237830" y="48858"/>
                  <a:pt x="240564" y="57463"/>
                  <a:pt x="240564" y="69127"/>
                </a:cubicBezTo>
                <a:lnTo>
                  <a:pt x="240564" y="124703"/>
                </a:lnTo>
                <a:close/>
                <a:moveTo>
                  <a:pt x="265197" y="16912"/>
                </a:moveTo>
                <a:lnTo>
                  <a:pt x="265197" y="0"/>
                </a:lnTo>
                <a:lnTo>
                  <a:pt x="284837" y="0"/>
                </a:lnTo>
                <a:lnTo>
                  <a:pt x="284837" y="16912"/>
                </a:lnTo>
                <a:lnTo>
                  <a:pt x="265197" y="16912"/>
                </a:lnTo>
                <a:moveTo>
                  <a:pt x="265197" y="124703"/>
                </a:moveTo>
                <a:lnTo>
                  <a:pt x="265197" y="36708"/>
                </a:lnTo>
                <a:lnTo>
                  <a:pt x="284923" y="36708"/>
                </a:lnTo>
                <a:lnTo>
                  <a:pt x="284923" y="124703"/>
                </a:lnTo>
                <a:lnTo>
                  <a:pt x="265197" y="124703"/>
                </a:lnTo>
                <a:close/>
                <a:moveTo>
                  <a:pt x="368689" y="124703"/>
                </a:moveTo>
                <a:lnTo>
                  <a:pt x="368689" y="75570"/>
                </a:lnTo>
                <a:cubicBezTo>
                  <a:pt x="368689" y="66652"/>
                  <a:pt x="367302" y="60250"/>
                  <a:pt x="364529" y="56364"/>
                </a:cubicBezTo>
                <a:cubicBezTo>
                  <a:pt x="361756" y="52476"/>
                  <a:pt x="357368" y="50532"/>
                  <a:pt x="351364" y="50532"/>
                </a:cubicBezTo>
                <a:cubicBezTo>
                  <a:pt x="344903" y="50532"/>
                  <a:pt x="339829" y="53019"/>
                  <a:pt x="336141" y="57993"/>
                </a:cubicBezTo>
                <a:cubicBezTo>
                  <a:pt x="332453" y="62966"/>
                  <a:pt x="330609" y="69711"/>
                  <a:pt x="330609" y="78229"/>
                </a:cubicBezTo>
                <a:lnTo>
                  <a:pt x="330609" y="124703"/>
                </a:lnTo>
                <a:lnTo>
                  <a:pt x="310883" y="124703"/>
                </a:lnTo>
                <a:lnTo>
                  <a:pt x="310883" y="56967"/>
                </a:lnTo>
                <a:cubicBezTo>
                  <a:pt x="310883" y="50157"/>
                  <a:pt x="310625" y="43404"/>
                  <a:pt x="310111" y="36708"/>
                </a:cubicBezTo>
                <a:lnTo>
                  <a:pt x="328893" y="36708"/>
                </a:lnTo>
                <a:cubicBezTo>
                  <a:pt x="329522" y="45284"/>
                  <a:pt x="329837" y="50945"/>
                  <a:pt x="329837" y="53689"/>
                </a:cubicBezTo>
                <a:lnTo>
                  <a:pt x="330180" y="53689"/>
                </a:lnTo>
                <a:cubicBezTo>
                  <a:pt x="333559" y="47144"/>
                  <a:pt x="337481" y="42392"/>
                  <a:pt x="341946" y="39433"/>
                </a:cubicBezTo>
                <a:cubicBezTo>
                  <a:pt x="346413" y="36473"/>
                  <a:pt x="352168" y="34992"/>
                  <a:pt x="359211" y="34992"/>
                </a:cubicBezTo>
                <a:cubicBezTo>
                  <a:pt x="369003" y="34992"/>
                  <a:pt x="376347" y="37880"/>
                  <a:pt x="381242" y="43654"/>
                </a:cubicBezTo>
                <a:cubicBezTo>
                  <a:pt x="386138" y="49429"/>
                  <a:pt x="388586" y="58349"/>
                  <a:pt x="388586" y="70413"/>
                </a:cubicBezTo>
                <a:lnTo>
                  <a:pt x="388586" y="124703"/>
                </a:lnTo>
                <a:lnTo>
                  <a:pt x="368689" y="124703"/>
                </a:lnTo>
                <a:close/>
              </a:path>
            </a:pathLst>
          </a:custGeom>
          <a:solidFill xmlns:a="http://schemas.openxmlformats.org/drawingml/2006/main">
            <a:srgbClr val="F5565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965c3ee624298"/>
          <a:stretch xmlns:a="http://schemas.openxmlformats.org/drawingml/2006/main"/>
        </p:blipFill>
        <p:spPr>
          <a:xfrm xmlns:a="http://schemas.openxmlformats.org/drawingml/2006/main">
            <a:off x="12241249" y="2326225"/>
            <a:ext cx="204922" cy="204922"/>
          </a:xfrm>
          <a:prstGeom xmlns:a="http://schemas.openxmlformats.org/drawingml/2006/main" prst="rect">
            <a:avLst/>
          </a:prstGeom>
        </p:spPr>
      </p:pic>
      <p:sp>
        <p:nvSpPr>
          <p:cNvPr id="24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37956FF7-1F6E-4B72-99B7-AFAB7D86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0993" y="2326225"/>
            <a:ext cx="204922" cy="204922"/>
          </a:xfrm>
          <a:custGeom xmlns:a="http://schemas.openxmlformats.org/drawingml/2006/main">
            <a:pathLst>
              <a:path w="204922" h="204922">
                <a:moveTo>
                  <a:pt x="0" y="204922"/>
                </a:moveTo>
                <a:lnTo>
                  <a:pt x="0" y="204922"/>
                </a:lnTo>
                <a:moveTo>
                  <a:pt x="204922" y="0"/>
                </a:moveTo>
                <a:lnTo>
                  <a:pt x="20492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7D785-F964-4D08-9571-CCFC4E1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965" y="1845665"/>
            <a:ext cx="87824" cy="573677"/>
          </a:xfrm>
          <a:custGeom xmlns:a="http://schemas.openxmlformats.org/drawingml/2006/main">
            <a:pathLst>
              <a:path w="87824" h="573677">
                <a:moveTo>
                  <a:pt x="54888" y="0"/>
                </a:moveTo>
                <a:lnTo>
                  <a:pt x="32932" y="0"/>
                </a:lnTo>
                <a:lnTo>
                  <a:pt x="32934" y="485853"/>
                </a:lnTo>
                <a:lnTo>
                  <a:pt x="0" y="485853"/>
                </a:lnTo>
                <a:lnTo>
                  <a:pt x="43912" y="573677"/>
                </a:lnTo>
                <a:lnTo>
                  <a:pt x="87824" y="485853"/>
                </a:lnTo>
                <a:lnTo>
                  <a:pt x="54890" y="485853"/>
                </a:lnTo>
                <a:lnTo>
                  <a:pt x="54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hidden">
            <a:extLst xmlns:a="http://schemas.openxmlformats.org/drawingml/2006/main">
              <a:ext uri="{FF2B5EF4-FFF2-40B4-BE49-F238E27FC236}">
                <a16:creationId xmlns:a16="http://schemas.microsoft.com/office/drawing/2014/main" id="{6AF4912E-69A8-4C6C-AF4B-AA18843E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361" y="1970674"/>
            <a:ext cx="531487" cy="126418"/>
          </a:xfrm>
          <a:custGeom xmlns:a="http://schemas.openxmlformats.org/drawingml/2006/main">
            <a:pathLst>
              <a:path w="531487" h="126418">
                <a:moveTo>
                  <a:pt x="57806" y="124703"/>
                </a:moveTo>
                <a:lnTo>
                  <a:pt x="57806" y="76159"/>
                </a:lnTo>
                <a:cubicBezTo>
                  <a:pt x="57806" y="67126"/>
                  <a:pt x="56493" y="60750"/>
                  <a:pt x="53869" y="57034"/>
                </a:cubicBezTo>
                <a:cubicBezTo>
                  <a:pt x="51246" y="53317"/>
                  <a:pt x="47139" y="51459"/>
                  <a:pt x="41548" y="51459"/>
                </a:cubicBezTo>
                <a:cubicBezTo>
                  <a:pt x="34701" y="51459"/>
                  <a:pt x="29352" y="53775"/>
                  <a:pt x="25502" y="58406"/>
                </a:cubicBezTo>
                <a:cubicBezTo>
                  <a:pt x="21651" y="63037"/>
                  <a:pt x="19726" y="69413"/>
                  <a:pt x="19726" y="77532"/>
                </a:cubicBezTo>
                <a:lnTo>
                  <a:pt x="19726" y="124703"/>
                </a:lnTo>
                <a:lnTo>
                  <a:pt x="0" y="124703"/>
                </a:lnTo>
                <a:lnTo>
                  <a:pt x="0" y="0"/>
                </a:lnTo>
                <a:lnTo>
                  <a:pt x="19726" y="0"/>
                </a:lnTo>
                <a:lnTo>
                  <a:pt x="19726" y="38018"/>
                </a:lnTo>
                <a:cubicBezTo>
                  <a:pt x="19726" y="40587"/>
                  <a:pt x="19683" y="43143"/>
                  <a:pt x="19597" y="45683"/>
                </a:cubicBezTo>
                <a:cubicBezTo>
                  <a:pt x="19512" y="48222"/>
                  <a:pt x="19412" y="50777"/>
                  <a:pt x="19297" y="53346"/>
                </a:cubicBezTo>
                <a:lnTo>
                  <a:pt x="19640" y="53346"/>
                </a:lnTo>
                <a:cubicBezTo>
                  <a:pt x="22837" y="46973"/>
                  <a:pt x="26618" y="42321"/>
                  <a:pt x="30985" y="39390"/>
                </a:cubicBezTo>
                <a:cubicBezTo>
                  <a:pt x="35354" y="36458"/>
                  <a:pt x="41107" y="34992"/>
                  <a:pt x="48243" y="34992"/>
                </a:cubicBezTo>
                <a:cubicBezTo>
                  <a:pt x="58006" y="34992"/>
                  <a:pt x="65328" y="37865"/>
                  <a:pt x="70210" y="43612"/>
                </a:cubicBezTo>
                <a:cubicBezTo>
                  <a:pt x="75091" y="49358"/>
                  <a:pt x="77532" y="58235"/>
                  <a:pt x="77532" y="70242"/>
                </a:cubicBezTo>
                <a:lnTo>
                  <a:pt x="77532" y="124703"/>
                </a:lnTo>
                <a:lnTo>
                  <a:pt x="57806" y="124703"/>
                </a:lnTo>
                <a:close/>
                <a:moveTo>
                  <a:pt x="102455" y="16912"/>
                </a:moveTo>
                <a:lnTo>
                  <a:pt x="102455" y="0"/>
                </a:lnTo>
                <a:lnTo>
                  <a:pt x="122095" y="0"/>
                </a:lnTo>
                <a:lnTo>
                  <a:pt x="122095" y="16912"/>
                </a:lnTo>
                <a:lnTo>
                  <a:pt x="102455" y="16912"/>
                </a:lnTo>
                <a:moveTo>
                  <a:pt x="102455" y="124703"/>
                </a:moveTo>
                <a:lnTo>
                  <a:pt x="102455" y="36708"/>
                </a:lnTo>
                <a:lnTo>
                  <a:pt x="122181" y="36708"/>
                </a:lnTo>
                <a:lnTo>
                  <a:pt x="122181" y="124703"/>
                </a:lnTo>
                <a:lnTo>
                  <a:pt x="102455" y="124703"/>
                </a:lnTo>
                <a:close/>
                <a:moveTo>
                  <a:pt x="163099" y="80534"/>
                </a:moveTo>
                <a:cubicBezTo>
                  <a:pt x="163099" y="101449"/>
                  <a:pt x="170389" y="111907"/>
                  <a:pt x="184969" y="111907"/>
                </a:cubicBezTo>
                <a:cubicBezTo>
                  <a:pt x="192688" y="111907"/>
                  <a:pt x="198549" y="109236"/>
                  <a:pt x="202551" y="103894"/>
                </a:cubicBezTo>
                <a:cubicBezTo>
                  <a:pt x="206553" y="98550"/>
                  <a:pt x="208555" y="90791"/>
                  <a:pt x="208555" y="80619"/>
                </a:cubicBezTo>
                <a:cubicBezTo>
                  <a:pt x="208555" y="70447"/>
                  <a:pt x="206582" y="62718"/>
                  <a:pt x="202637" y="57433"/>
                </a:cubicBezTo>
                <a:cubicBezTo>
                  <a:pt x="198692" y="52146"/>
                  <a:pt x="192888" y="49503"/>
                  <a:pt x="185227" y="49503"/>
                </a:cubicBezTo>
                <a:cubicBezTo>
                  <a:pt x="170475" y="49503"/>
                  <a:pt x="163099" y="59846"/>
                  <a:pt x="163099" y="80534"/>
                </a:cubicBezTo>
                <a:moveTo>
                  <a:pt x="142515" y="80791"/>
                </a:moveTo>
                <a:cubicBezTo>
                  <a:pt x="142515" y="66554"/>
                  <a:pt x="145836" y="55361"/>
                  <a:pt x="152478" y="47214"/>
                </a:cubicBezTo>
                <a:cubicBezTo>
                  <a:pt x="159119" y="39066"/>
                  <a:pt x="168450" y="34992"/>
                  <a:pt x="180472" y="34992"/>
                </a:cubicBezTo>
                <a:cubicBezTo>
                  <a:pt x="186999" y="34992"/>
                  <a:pt x="192495" y="36193"/>
                  <a:pt x="196960" y="38594"/>
                </a:cubicBezTo>
                <a:cubicBezTo>
                  <a:pt x="201427" y="40996"/>
                  <a:pt x="205206" y="44941"/>
                  <a:pt x="208297" y="50430"/>
                </a:cubicBezTo>
                <a:lnTo>
                  <a:pt x="208640" y="50430"/>
                </a:lnTo>
                <a:cubicBezTo>
                  <a:pt x="208526" y="48143"/>
                  <a:pt x="208426" y="45870"/>
                  <a:pt x="208340" y="43612"/>
                </a:cubicBezTo>
                <a:cubicBezTo>
                  <a:pt x="208254" y="41353"/>
                  <a:pt x="208212" y="39080"/>
                  <a:pt x="208212" y="36793"/>
                </a:cubicBezTo>
                <a:lnTo>
                  <a:pt x="208212" y="0"/>
                </a:lnTo>
                <a:lnTo>
                  <a:pt x="228109" y="0"/>
                </a:lnTo>
                <a:lnTo>
                  <a:pt x="228109" y="105062"/>
                </a:lnTo>
                <a:cubicBezTo>
                  <a:pt x="228109" y="111066"/>
                  <a:pt x="228338" y="117613"/>
                  <a:pt x="228795" y="124703"/>
                </a:cubicBezTo>
                <a:lnTo>
                  <a:pt x="209418" y="124703"/>
                </a:lnTo>
                <a:cubicBezTo>
                  <a:pt x="209187" y="123840"/>
                  <a:pt x="208957" y="121511"/>
                  <a:pt x="208726" y="117715"/>
                </a:cubicBezTo>
                <a:cubicBezTo>
                  <a:pt x="208497" y="113920"/>
                  <a:pt x="208383" y="111275"/>
                  <a:pt x="208383" y="109779"/>
                </a:cubicBezTo>
                <a:lnTo>
                  <a:pt x="208040" y="109779"/>
                </a:lnTo>
                <a:cubicBezTo>
                  <a:pt x="202258" y="120757"/>
                  <a:pt x="192897" y="126246"/>
                  <a:pt x="179957" y="126246"/>
                </a:cubicBezTo>
                <a:cubicBezTo>
                  <a:pt x="167991" y="126246"/>
                  <a:pt x="158759" y="122358"/>
                  <a:pt x="152261" y="114582"/>
                </a:cubicBezTo>
                <a:cubicBezTo>
                  <a:pt x="145764" y="106806"/>
                  <a:pt x="142515" y="95542"/>
                  <a:pt x="142515" y="80791"/>
                </a:cubicBezTo>
                <a:close/>
                <a:moveTo>
                  <a:pt x="269242" y="80534"/>
                </a:moveTo>
                <a:cubicBezTo>
                  <a:pt x="269242" y="101449"/>
                  <a:pt x="276532" y="111907"/>
                  <a:pt x="291112" y="111907"/>
                </a:cubicBezTo>
                <a:cubicBezTo>
                  <a:pt x="298831" y="111907"/>
                  <a:pt x="304692" y="109236"/>
                  <a:pt x="308694" y="103894"/>
                </a:cubicBezTo>
                <a:cubicBezTo>
                  <a:pt x="312696" y="98550"/>
                  <a:pt x="314698" y="90791"/>
                  <a:pt x="314698" y="80619"/>
                </a:cubicBezTo>
                <a:cubicBezTo>
                  <a:pt x="314698" y="70447"/>
                  <a:pt x="312725" y="62718"/>
                  <a:pt x="308780" y="57433"/>
                </a:cubicBezTo>
                <a:cubicBezTo>
                  <a:pt x="304835" y="52146"/>
                  <a:pt x="299031" y="49503"/>
                  <a:pt x="291369" y="49503"/>
                </a:cubicBezTo>
                <a:cubicBezTo>
                  <a:pt x="276618" y="49503"/>
                  <a:pt x="269242" y="59846"/>
                  <a:pt x="269242" y="80534"/>
                </a:cubicBezTo>
                <a:moveTo>
                  <a:pt x="248658" y="80791"/>
                </a:moveTo>
                <a:cubicBezTo>
                  <a:pt x="248658" y="66554"/>
                  <a:pt x="251979" y="55361"/>
                  <a:pt x="258621" y="47214"/>
                </a:cubicBezTo>
                <a:cubicBezTo>
                  <a:pt x="265262" y="39066"/>
                  <a:pt x="274593" y="34992"/>
                  <a:pt x="286615" y="34992"/>
                </a:cubicBezTo>
                <a:cubicBezTo>
                  <a:pt x="293142" y="34992"/>
                  <a:pt x="298638" y="36193"/>
                  <a:pt x="303103" y="38594"/>
                </a:cubicBezTo>
                <a:cubicBezTo>
                  <a:pt x="307570" y="40996"/>
                  <a:pt x="311349" y="44941"/>
                  <a:pt x="314440" y="50430"/>
                </a:cubicBezTo>
                <a:lnTo>
                  <a:pt x="314783" y="50430"/>
                </a:lnTo>
                <a:cubicBezTo>
                  <a:pt x="314669" y="48143"/>
                  <a:pt x="314569" y="45870"/>
                  <a:pt x="314483" y="43612"/>
                </a:cubicBezTo>
                <a:cubicBezTo>
                  <a:pt x="314397" y="41353"/>
                  <a:pt x="314355" y="39080"/>
                  <a:pt x="314355" y="36793"/>
                </a:cubicBezTo>
                <a:lnTo>
                  <a:pt x="314355" y="0"/>
                </a:lnTo>
                <a:lnTo>
                  <a:pt x="334252" y="0"/>
                </a:lnTo>
                <a:lnTo>
                  <a:pt x="334252" y="105062"/>
                </a:lnTo>
                <a:cubicBezTo>
                  <a:pt x="334252" y="111066"/>
                  <a:pt x="334481" y="117613"/>
                  <a:pt x="334938" y="124703"/>
                </a:cubicBezTo>
                <a:lnTo>
                  <a:pt x="315561" y="124703"/>
                </a:lnTo>
                <a:cubicBezTo>
                  <a:pt x="315330" y="123840"/>
                  <a:pt x="315100" y="121511"/>
                  <a:pt x="314869" y="117715"/>
                </a:cubicBezTo>
                <a:cubicBezTo>
                  <a:pt x="314640" y="113920"/>
                  <a:pt x="314526" y="111275"/>
                  <a:pt x="314526" y="109779"/>
                </a:cubicBezTo>
                <a:lnTo>
                  <a:pt x="314183" y="109779"/>
                </a:lnTo>
                <a:cubicBezTo>
                  <a:pt x="308401" y="120757"/>
                  <a:pt x="299040" y="126246"/>
                  <a:pt x="286100" y="126246"/>
                </a:cubicBezTo>
                <a:cubicBezTo>
                  <a:pt x="274134" y="126246"/>
                  <a:pt x="264902" y="122358"/>
                  <a:pt x="258403" y="114582"/>
                </a:cubicBezTo>
                <a:cubicBezTo>
                  <a:pt x="251907" y="106806"/>
                  <a:pt x="248658" y="95542"/>
                  <a:pt x="248658" y="80791"/>
                </a:cubicBezTo>
                <a:close/>
                <a:moveTo>
                  <a:pt x="375729" y="84495"/>
                </a:moveTo>
                <a:cubicBezTo>
                  <a:pt x="376015" y="93461"/>
                  <a:pt x="377995" y="100357"/>
                  <a:pt x="381671" y="105183"/>
                </a:cubicBezTo>
                <a:cubicBezTo>
                  <a:pt x="385348" y="110009"/>
                  <a:pt x="390379" y="112422"/>
                  <a:pt x="396765" y="112422"/>
                </a:cubicBezTo>
                <a:cubicBezTo>
                  <a:pt x="401096" y="112422"/>
                  <a:pt x="404958" y="111330"/>
                  <a:pt x="408349" y="109147"/>
                </a:cubicBezTo>
                <a:cubicBezTo>
                  <a:pt x="411742" y="106963"/>
                  <a:pt x="414806" y="103286"/>
                  <a:pt x="417542" y="98115"/>
                </a:cubicBezTo>
                <a:lnTo>
                  <a:pt x="433020" y="105598"/>
                </a:lnTo>
                <a:cubicBezTo>
                  <a:pt x="429650" y="111048"/>
                  <a:pt x="426280" y="115177"/>
                  <a:pt x="422910" y="117986"/>
                </a:cubicBezTo>
                <a:cubicBezTo>
                  <a:pt x="419540" y="120797"/>
                  <a:pt x="415614" y="122904"/>
                  <a:pt x="411131" y="124309"/>
                </a:cubicBezTo>
                <a:cubicBezTo>
                  <a:pt x="406648" y="125715"/>
                  <a:pt x="401322" y="126418"/>
                  <a:pt x="395154" y="126418"/>
                </a:cubicBezTo>
                <a:cubicBezTo>
                  <a:pt x="382302" y="126418"/>
                  <a:pt x="372392" y="122373"/>
                  <a:pt x="365423" y="114282"/>
                </a:cubicBezTo>
                <a:cubicBezTo>
                  <a:pt x="358457" y="106192"/>
                  <a:pt x="354974" y="94828"/>
                  <a:pt x="354974" y="80190"/>
                </a:cubicBezTo>
                <a:cubicBezTo>
                  <a:pt x="354974" y="65439"/>
                  <a:pt x="358633" y="54218"/>
                  <a:pt x="365951" y="46528"/>
                </a:cubicBezTo>
                <a:cubicBezTo>
                  <a:pt x="373270" y="38837"/>
                  <a:pt x="383247" y="34992"/>
                  <a:pt x="395883" y="34992"/>
                </a:cubicBezTo>
                <a:cubicBezTo>
                  <a:pt x="408405" y="34992"/>
                  <a:pt x="417982" y="39096"/>
                  <a:pt x="424615" y="47305"/>
                </a:cubicBezTo>
                <a:cubicBezTo>
                  <a:pt x="431247" y="55512"/>
                  <a:pt x="434564" y="67108"/>
                  <a:pt x="434564" y="82093"/>
                </a:cubicBezTo>
                <a:lnTo>
                  <a:pt x="434564" y="84495"/>
                </a:lnTo>
                <a:lnTo>
                  <a:pt x="375729" y="84495"/>
                </a:lnTo>
                <a:moveTo>
                  <a:pt x="395197" y="48645"/>
                </a:moveTo>
                <a:cubicBezTo>
                  <a:pt x="389448" y="48645"/>
                  <a:pt x="384864" y="50702"/>
                  <a:pt x="381448" y="54817"/>
                </a:cubicBezTo>
                <a:cubicBezTo>
                  <a:pt x="378034" y="58931"/>
                  <a:pt x="376184" y="64615"/>
                  <a:pt x="375900" y="71871"/>
                </a:cubicBezTo>
                <a:lnTo>
                  <a:pt x="413980" y="71871"/>
                </a:lnTo>
                <a:cubicBezTo>
                  <a:pt x="413410" y="64101"/>
                  <a:pt x="411645" y="58287"/>
                  <a:pt x="408684" y="54431"/>
                </a:cubicBezTo>
                <a:cubicBezTo>
                  <a:pt x="405725" y="50574"/>
                  <a:pt x="401230" y="48645"/>
                  <a:pt x="395197" y="48645"/>
                </a:cubicBezTo>
                <a:close/>
                <a:moveTo>
                  <a:pt x="511590" y="124703"/>
                </a:moveTo>
                <a:lnTo>
                  <a:pt x="511590" y="75570"/>
                </a:lnTo>
                <a:cubicBezTo>
                  <a:pt x="511590" y="66652"/>
                  <a:pt x="510203" y="60250"/>
                  <a:pt x="507430" y="56364"/>
                </a:cubicBezTo>
                <a:cubicBezTo>
                  <a:pt x="504657" y="52476"/>
                  <a:pt x="500269" y="50532"/>
                  <a:pt x="494265" y="50532"/>
                </a:cubicBezTo>
                <a:cubicBezTo>
                  <a:pt x="487804" y="50532"/>
                  <a:pt x="482730" y="53019"/>
                  <a:pt x="479042" y="57993"/>
                </a:cubicBezTo>
                <a:cubicBezTo>
                  <a:pt x="475354" y="62966"/>
                  <a:pt x="473510" y="69711"/>
                  <a:pt x="473510" y="78229"/>
                </a:cubicBezTo>
                <a:lnTo>
                  <a:pt x="473510" y="124703"/>
                </a:lnTo>
                <a:lnTo>
                  <a:pt x="453784" y="124703"/>
                </a:lnTo>
                <a:lnTo>
                  <a:pt x="453784" y="56967"/>
                </a:lnTo>
                <a:cubicBezTo>
                  <a:pt x="453784" y="50157"/>
                  <a:pt x="453527" y="43404"/>
                  <a:pt x="453012" y="36708"/>
                </a:cubicBezTo>
                <a:lnTo>
                  <a:pt x="471795" y="36708"/>
                </a:lnTo>
                <a:cubicBezTo>
                  <a:pt x="472424" y="45284"/>
                  <a:pt x="472738" y="50945"/>
                  <a:pt x="472738" y="53689"/>
                </a:cubicBezTo>
                <a:lnTo>
                  <a:pt x="473081" y="53689"/>
                </a:lnTo>
                <a:cubicBezTo>
                  <a:pt x="476460" y="47144"/>
                  <a:pt x="480382" y="42392"/>
                  <a:pt x="484847" y="39433"/>
                </a:cubicBezTo>
                <a:cubicBezTo>
                  <a:pt x="489314" y="36473"/>
                  <a:pt x="495069" y="34992"/>
                  <a:pt x="502113" y="34992"/>
                </a:cubicBezTo>
                <a:cubicBezTo>
                  <a:pt x="511904" y="34992"/>
                  <a:pt x="519248" y="37880"/>
                  <a:pt x="524144" y="43654"/>
                </a:cubicBezTo>
                <a:cubicBezTo>
                  <a:pt x="529040" y="49429"/>
                  <a:pt x="531487" y="58349"/>
                  <a:pt x="531487" y="70413"/>
                </a:cubicBezTo>
                <a:lnTo>
                  <a:pt x="531487" y="124703"/>
                </a:lnTo>
                <a:lnTo>
                  <a:pt x="511590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states">
            <a:extLst xmlns:a="http://schemas.openxmlformats.org/drawingml/2006/main">
              <a:ext uri="{FF2B5EF4-FFF2-40B4-BE49-F238E27FC236}">
                <a16:creationId xmlns:a16="http://schemas.microsoft.com/office/drawing/2014/main" id="{1639E91F-AF7B-4986-98B9-D718BDA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842" y="2207428"/>
            <a:ext cx="454475" cy="110980"/>
          </a:xfrm>
          <a:custGeom xmlns:a="http://schemas.openxmlformats.org/drawingml/2006/main">
            <a:pathLst>
              <a:path w="454475" h="110980">
                <a:moveTo>
                  <a:pt x="66382" y="83964"/>
                </a:moveTo>
                <a:cubicBezTo>
                  <a:pt x="66382" y="92426"/>
                  <a:pt x="63509" y="99044"/>
                  <a:pt x="57763" y="103819"/>
                </a:cubicBezTo>
                <a:cubicBezTo>
                  <a:pt x="52017" y="108593"/>
                  <a:pt x="43969" y="110980"/>
                  <a:pt x="33620" y="110980"/>
                </a:cubicBezTo>
                <a:cubicBezTo>
                  <a:pt x="22871" y="110980"/>
                  <a:pt x="14980" y="109293"/>
                  <a:pt x="9949" y="105920"/>
                </a:cubicBezTo>
                <a:cubicBezTo>
                  <a:pt x="4917" y="102547"/>
                  <a:pt x="1601" y="97115"/>
                  <a:pt x="0" y="89625"/>
                </a:cubicBezTo>
                <a:lnTo>
                  <a:pt x="16982" y="86966"/>
                </a:lnTo>
                <a:cubicBezTo>
                  <a:pt x="17782" y="90906"/>
                  <a:pt x="19483" y="93732"/>
                  <a:pt x="22085" y="95446"/>
                </a:cubicBezTo>
                <a:cubicBezTo>
                  <a:pt x="24686" y="97158"/>
                  <a:pt x="28417" y="98014"/>
                  <a:pt x="33277" y="98014"/>
                </a:cubicBezTo>
                <a:cubicBezTo>
                  <a:pt x="37680" y="98014"/>
                  <a:pt x="41239" y="97071"/>
                  <a:pt x="43955" y="95186"/>
                </a:cubicBezTo>
                <a:cubicBezTo>
                  <a:pt x="46671" y="93299"/>
                  <a:pt x="48029" y="90242"/>
                  <a:pt x="48029" y="86014"/>
                </a:cubicBezTo>
                <a:cubicBezTo>
                  <a:pt x="48029" y="83443"/>
                  <a:pt x="47428" y="81315"/>
                  <a:pt x="46227" y="79630"/>
                </a:cubicBezTo>
                <a:cubicBezTo>
                  <a:pt x="45027" y="77944"/>
                  <a:pt x="43240" y="76486"/>
                  <a:pt x="40867" y="75259"/>
                </a:cubicBezTo>
                <a:cubicBezTo>
                  <a:pt x="38494" y="74030"/>
                  <a:pt x="33877" y="72500"/>
                  <a:pt x="27016" y="70671"/>
                </a:cubicBezTo>
                <a:cubicBezTo>
                  <a:pt x="20727" y="69012"/>
                  <a:pt x="16052" y="67140"/>
                  <a:pt x="12993" y="65053"/>
                </a:cubicBezTo>
                <a:cubicBezTo>
                  <a:pt x="9934" y="62966"/>
                  <a:pt x="7576" y="60336"/>
                  <a:pt x="5918" y="57162"/>
                </a:cubicBezTo>
                <a:cubicBezTo>
                  <a:pt x="4260" y="53989"/>
                  <a:pt x="3431" y="50087"/>
                  <a:pt x="3431" y="45456"/>
                </a:cubicBezTo>
                <a:cubicBezTo>
                  <a:pt x="3431" y="37279"/>
                  <a:pt x="5986" y="30918"/>
                  <a:pt x="11096" y="26373"/>
                </a:cubicBezTo>
                <a:cubicBezTo>
                  <a:pt x="16206" y="21827"/>
                  <a:pt x="23671" y="19554"/>
                  <a:pt x="33491" y="19554"/>
                </a:cubicBezTo>
                <a:cubicBezTo>
                  <a:pt x="42570" y="19554"/>
                  <a:pt x="49550" y="21221"/>
                  <a:pt x="54431" y="24553"/>
                </a:cubicBezTo>
                <a:cubicBezTo>
                  <a:pt x="59313" y="27885"/>
                  <a:pt x="62382" y="32997"/>
                  <a:pt x="63638" y="39889"/>
                </a:cubicBezTo>
                <a:lnTo>
                  <a:pt x="46520" y="41682"/>
                </a:lnTo>
                <a:cubicBezTo>
                  <a:pt x="45892" y="38341"/>
                  <a:pt x="44509" y="35990"/>
                  <a:pt x="42368" y="34630"/>
                </a:cubicBezTo>
                <a:cubicBezTo>
                  <a:pt x="40229" y="33271"/>
                  <a:pt x="37334" y="32591"/>
                  <a:pt x="33682" y="32591"/>
                </a:cubicBezTo>
                <a:cubicBezTo>
                  <a:pt x="25636" y="32591"/>
                  <a:pt x="21613" y="36136"/>
                  <a:pt x="21613" y="43226"/>
                </a:cubicBezTo>
                <a:cubicBezTo>
                  <a:pt x="21613" y="45513"/>
                  <a:pt x="22113" y="47400"/>
                  <a:pt x="23114" y="48886"/>
                </a:cubicBezTo>
                <a:cubicBezTo>
                  <a:pt x="24114" y="50373"/>
                  <a:pt x="25572" y="51645"/>
                  <a:pt x="27488" y="52703"/>
                </a:cubicBezTo>
                <a:cubicBezTo>
                  <a:pt x="29403" y="53760"/>
                  <a:pt x="33763" y="55261"/>
                  <a:pt x="40567" y="57205"/>
                </a:cubicBezTo>
                <a:cubicBezTo>
                  <a:pt x="48057" y="59321"/>
                  <a:pt x="53375" y="61451"/>
                  <a:pt x="56519" y="63595"/>
                </a:cubicBezTo>
                <a:cubicBezTo>
                  <a:pt x="59664" y="65739"/>
                  <a:pt x="62094" y="68441"/>
                  <a:pt x="63809" y="71700"/>
                </a:cubicBezTo>
                <a:cubicBezTo>
                  <a:pt x="65525" y="74959"/>
                  <a:pt x="66382" y="79047"/>
                  <a:pt x="66382" y="83964"/>
                </a:cubicBezTo>
                <a:close/>
                <a:moveTo>
                  <a:pt x="110143" y="110809"/>
                </a:moveTo>
                <a:cubicBezTo>
                  <a:pt x="103267" y="110809"/>
                  <a:pt x="97838" y="108849"/>
                  <a:pt x="93856" y="104928"/>
                </a:cubicBezTo>
                <a:cubicBezTo>
                  <a:pt x="89875" y="101008"/>
                  <a:pt x="87884" y="95385"/>
                  <a:pt x="87884" y="88059"/>
                </a:cubicBezTo>
                <a:lnTo>
                  <a:pt x="87884" y="35609"/>
                </a:lnTo>
                <a:lnTo>
                  <a:pt x="74848" y="35609"/>
                </a:lnTo>
                <a:lnTo>
                  <a:pt x="74848" y="21270"/>
                </a:lnTo>
                <a:lnTo>
                  <a:pt x="88141" y="21270"/>
                </a:lnTo>
                <a:lnTo>
                  <a:pt x="94429" y="0"/>
                </a:lnTo>
                <a:lnTo>
                  <a:pt x="107610" y="0"/>
                </a:lnTo>
                <a:lnTo>
                  <a:pt x="107610" y="21270"/>
                </a:lnTo>
                <a:lnTo>
                  <a:pt x="128794" y="21270"/>
                </a:lnTo>
                <a:lnTo>
                  <a:pt x="128794" y="35609"/>
                </a:lnTo>
                <a:lnTo>
                  <a:pt x="107610" y="35609"/>
                </a:lnTo>
                <a:lnTo>
                  <a:pt x="107610" y="83080"/>
                </a:lnTo>
                <a:cubicBezTo>
                  <a:pt x="107610" y="91778"/>
                  <a:pt x="111298" y="96127"/>
                  <a:pt x="118674" y="96127"/>
                </a:cubicBezTo>
                <a:cubicBezTo>
                  <a:pt x="122162" y="96127"/>
                  <a:pt x="125907" y="95755"/>
                  <a:pt x="129909" y="95012"/>
                </a:cubicBezTo>
                <a:lnTo>
                  <a:pt x="129909" y="108233"/>
                </a:lnTo>
                <a:cubicBezTo>
                  <a:pt x="123378" y="109950"/>
                  <a:pt x="116790" y="110809"/>
                  <a:pt x="110143" y="110809"/>
                </a:cubicBezTo>
                <a:close/>
                <a:moveTo>
                  <a:pt x="175684" y="97086"/>
                </a:moveTo>
                <a:cubicBezTo>
                  <a:pt x="181802" y="97086"/>
                  <a:pt x="186634" y="94951"/>
                  <a:pt x="190179" y="90681"/>
                </a:cubicBezTo>
                <a:cubicBezTo>
                  <a:pt x="193723" y="86408"/>
                  <a:pt x="195496" y="80918"/>
                  <a:pt x="195496" y="74208"/>
                </a:cubicBezTo>
                <a:lnTo>
                  <a:pt x="195496" y="66211"/>
                </a:lnTo>
                <a:lnTo>
                  <a:pt x="186148" y="66554"/>
                </a:lnTo>
                <a:cubicBezTo>
                  <a:pt x="177743" y="66956"/>
                  <a:pt x="171696" y="68447"/>
                  <a:pt x="168008" y="71027"/>
                </a:cubicBezTo>
                <a:cubicBezTo>
                  <a:pt x="164320" y="73607"/>
                  <a:pt x="162476" y="77650"/>
                  <a:pt x="162476" y="83155"/>
                </a:cubicBezTo>
                <a:cubicBezTo>
                  <a:pt x="162476" y="92442"/>
                  <a:pt x="166879" y="97086"/>
                  <a:pt x="175684" y="97086"/>
                </a:cubicBezTo>
                <a:moveTo>
                  <a:pt x="215136" y="109265"/>
                </a:moveTo>
                <a:lnTo>
                  <a:pt x="196096" y="109265"/>
                </a:lnTo>
                <a:lnTo>
                  <a:pt x="195410" y="95371"/>
                </a:lnTo>
                <a:cubicBezTo>
                  <a:pt x="192489" y="101089"/>
                  <a:pt x="188966" y="105120"/>
                  <a:pt x="184842" y="107464"/>
                </a:cubicBezTo>
                <a:cubicBezTo>
                  <a:pt x="180720" y="109808"/>
                  <a:pt x="175653" y="110980"/>
                  <a:pt x="169640" y="110980"/>
                </a:cubicBezTo>
                <a:cubicBezTo>
                  <a:pt x="160592" y="110980"/>
                  <a:pt x="153677" y="108632"/>
                  <a:pt x="148893" y="103937"/>
                </a:cubicBezTo>
                <a:cubicBezTo>
                  <a:pt x="144112" y="99241"/>
                  <a:pt x="141721" y="92713"/>
                  <a:pt x="141721" y="84353"/>
                </a:cubicBezTo>
                <a:cubicBezTo>
                  <a:pt x="141721" y="75190"/>
                  <a:pt x="144986" y="68175"/>
                  <a:pt x="151515" y="63308"/>
                </a:cubicBezTo>
                <a:cubicBezTo>
                  <a:pt x="158043" y="58441"/>
                  <a:pt x="167664" y="55806"/>
                  <a:pt x="180377" y="55404"/>
                </a:cubicBezTo>
                <a:lnTo>
                  <a:pt x="195410" y="54890"/>
                </a:lnTo>
                <a:lnTo>
                  <a:pt x="195410" y="52159"/>
                </a:lnTo>
                <a:cubicBezTo>
                  <a:pt x="195410" y="45385"/>
                  <a:pt x="194308" y="40476"/>
                  <a:pt x="192103" y="37431"/>
                </a:cubicBezTo>
                <a:cubicBezTo>
                  <a:pt x="189898" y="34386"/>
                  <a:pt x="186160" y="32864"/>
                  <a:pt x="180889" y="32864"/>
                </a:cubicBezTo>
                <a:cubicBezTo>
                  <a:pt x="176251" y="32864"/>
                  <a:pt x="172828" y="33735"/>
                  <a:pt x="170621" y="35477"/>
                </a:cubicBezTo>
                <a:cubicBezTo>
                  <a:pt x="168417" y="37218"/>
                  <a:pt x="166914" y="39915"/>
                  <a:pt x="166113" y="43569"/>
                </a:cubicBezTo>
                <a:lnTo>
                  <a:pt x="147039" y="40567"/>
                </a:lnTo>
                <a:cubicBezTo>
                  <a:pt x="148756" y="33077"/>
                  <a:pt x="152348" y="27702"/>
                  <a:pt x="157816" y="24443"/>
                </a:cubicBezTo>
                <a:cubicBezTo>
                  <a:pt x="163283" y="21184"/>
                  <a:pt x="171055" y="19554"/>
                  <a:pt x="181130" y="19554"/>
                </a:cubicBezTo>
                <a:cubicBezTo>
                  <a:pt x="192866" y="19554"/>
                  <a:pt x="201467" y="22328"/>
                  <a:pt x="206935" y="27874"/>
                </a:cubicBezTo>
                <a:cubicBezTo>
                  <a:pt x="212402" y="33420"/>
                  <a:pt x="215136" y="42025"/>
                  <a:pt x="215136" y="53689"/>
                </a:cubicBezTo>
                <a:lnTo>
                  <a:pt x="215136" y="109265"/>
                </a:lnTo>
                <a:close/>
                <a:moveTo>
                  <a:pt x="265801" y="110809"/>
                </a:moveTo>
                <a:cubicBezTo>
                  <a:pt x="258925" y="110809"/>
                  <a:pt x="253496" y="108849"/>
                  <a:pt x="249514" y="104928"/>
                </a:cubicBezTo>
                <a:cubicBezTo>
                  <a:pt x="245533" y="101008"/>
                  <a:pt x="243542" y="95385"/>
                  <a:pt x="243542" y="88059"/>
                </a:cubicBezTo>
                <a:lnTo>
                  <a:pt x="243542" y="35609"/>
                </a:lnTo>
                <a:lnTo>
                  <a:pt x="230506" y="35609"/>
                </a:lnTo>
                <a:lnTo>
                  <a:pt x="230506" y="21270"/>
                </a:lnTo>
                <a:lnTo>
                  <a:pt x="243799" y="21270"/>
                </a:lnTo>
                <a:lnTo>
                  <a:pt x="250087" y="0"/>
                </a:lnTo>
                <a:lnTo>
                  <a:pt x="263268" y="0"/>
                </a:lnTo>
                <a:lnTo>
                  <a:pt x="263268" y="21270"/>
                </a:lnTo>
                <a:lnTo>
                  <a:pt x="284452" y="21270"/>
                </a:lnTo>
                <a:lnTo>
                  <a:pt x="284452" y="35609"/>
                </a:lnTo>
                <a:lnTo>
                  <a:pt x="263268" y="35609"/>
                </a:lnTo>
                <a:lnTo>
                  <a:pt x="263268" y="83080"/>
                </a:lnTo>
                <a:cubicBezTo>
                  <a:pt x="263268" y="91778"/>
                  <a:pt x="266956" y="96127"/>
                  <a:pt x="274332" y="96127"/>
                </a:cubicBezTo>
                <a:cubicBezTo>
                  <a:pt x="277820" y="96127"/>
                  <a:pt x="281565" y="95755"/>
                  <a:pt x="285567" y="95012"/>
                </a:cubicBezTo>
                <a:lnTo>
                  <a:pt x="285567" y="108233"/>
                </a:lnTo>
                <a:cubicBezTo>
                  <a:pt x="279036" y="109950"/>
                  <a:pt x="272448" y="110809"/>
                  <a:pt x="265801" y="110809"/>
                </a:cubicBezTo>
                <a:close/>
                <a:moveTo>
                  <a:pt x="319164" y="69057"/>
                </a:moveTo>
                <a:cubicBezTo>
                  <a:pt x="319450" y="78023"/>
                  <a:pt x="321430" y="84919"/>
                  <a:pt x="325106" y="89745"/>
                </a:cubicBezTo>
                <a:cubicBezTo>
                  <a:pt x="328783" y="94571"/>
                  <a:pt x="333815" y="96984"/>
                  <a:pt x="340200" y="96984"/>
                </a:cubicBezTo>
                <a:cubicBezTo>
                  <a:pt x="344532" y="96984"/>
                  <a:pt x="348393" y="95893"/>
                  <a:pt x="351784" y="93709"/>
                </a:cubicBezTo>
                <a:cubicBezTo>
                  <a:pt x="355177" y="91526"/>
                  <a:pt x="358242" y="87849"/>
                  <a:pt x="360977" y="82678"/>
                </a:cubicBezTo>
                <a:lnTo>
                  <a:pt x="376455" y="90161"/>
                </a:lnTo>
                <a:cubicBezTo>
                  <a:pt x="373085" y="95610"/>
                  <a:pt x="369715" y="99740"/>
                  <a:pt x="366345" y="102548"/>
                </a:cubicBezTo>
                <a:cubicBezTo>
                  <a:pt x="362976" y="105359"/>
                  <a:pt x="359049" y="107466"/>
                  <a:pt x="354566" y="108871"/>
                </a:cubicBezTo>
                <a:cubicBezTo>
                  <a:pt x="350083" y="110277"/>
                  <a:pt x="344758" y="110980"/>
                  <a:pt x="338590" y="110980"/>
                </a:cubicBezTo>
                <a:cubicBezTo>
                  <a:pt x="325737" y="110980"/>
                  <a:pt x="315827" y="106935"/>
                  <a:pt x="308859" y="98844"/>
                </a:cubicBezTo>
                <a:cubicBezTo>
                  <a:pt x="301892" y="90754"/>
                  <a:pt x="298409" y="79390"/>
                  <a:pt x="298409" y="64753"/>
                </a:cubicBezTo>
                <a:cubicBezTo>
                  <a:pt x="298409" y="50001"/>
                  <a:pt x="302068" y="38780"/>
                  <a:pt x="309387" y="31090"/>
                </a:cubicBezTo>
                <a:cubicBezTo>
                  <a:pt x="316705" y="23400"/>
                  <a:pt x="326683" y="19554"/>
                  <a:pt x="339319" y="19554"/>
                </a:cubicBezTo>
                <a:cubicBezTo>
                  <a:pt x="351840" y="19554"/>
                  <a:pt x="361418" y="23659"/>
                  <a:pt x="368050" y="31867"/>
                </a:cubicBezTo>
                <a:cubicBezTo>
                  <a:pt x="374683" y="40074"/>
                  <a:pt x="377999" y="51670"/>
                  <a:pt x="377999" y="66656"/>
                </a:cubicBezTo>
                <a:lnTo>
                  <a:pt x="377999" y="69057"/>
                </a:lnTo>
                <a:lnTo>
                  <a:pt x="319164" y="69057"/>
                </a:lnTo>
                <a:moveTo>
                  <a:pt x="338633" y="33207"/>
                </a:moveTo>
                <a:cubicBezTo>
                  <a:pt x="332883" y="33207"/>
                  <a:pt x="328300" y="35265"/>
                  <a:pt x="324883" y="39380"/>
                </a:cubicBezTo>
                <a:cubicBezTo>
                  <a:pt x="321469" y="43493"/>
                  <a:pt x="319619" y="49177"/>
                  <a:pt x="319335" y="56433"/>
                </a:cubicBezTo>
                <a:lnTo>
                  <a:pt x="357415" y="56433"/>
                </a:lnTo>
                <a:cubicBezTo>
                  <a:pt x="356845" y="48663"/>
                  <a:pt x="355080" y="42850"/>
                  <a:pt x="352119" y="38994"/>
                </a:cubicBezTo>
                <a:cubicBezTo>
                  <a:pt x="349160" y="35136"/>
                  <a:pt x="344665" y="33207"/>
                  <a:pt x="338633" y="33207"/>
                </a:cubicBezTo>
                <a:close/>
                <a:moveTo>
                  <a:pt x="454475" y="83964"/>
                </a:moveTo>
                <a:cubicBezTo>
                  <a:pt x="454475" y="92426"/>
                  <a:pt x="451602" y="99044"/>
                  <a:pt x="445856" y="103819"/>
                </a:cubicBezTo>
                <a:cubicBezTo>
                  <a:pt x="440110" y="108593"/>
                  <a:pt x="432062" y="110980"/>
                  <a:pt x="421713" y="110980"/>
                </a:cubicBezTo>
                <a:cubicBezTo>
                  <a:pt x="410964" y="110980"/>
                  <a:pt x="403073" y="109293"/>
                  <a:pt x="398042" y="105920"/>
                </a:cubicBezTo>
                <a:cubicBezTo>
                  <a:pt x="393010" y="102547"/>
                  <a:pt x="389694" y="97115"/>
                  <a:pt x="388093" y="89625"/>
                </a:cubicBezTo>
                <a:lnTo>
                  <a:pt x="405075" y="86966"/>
                </a:lnTo>
                <a:cubicBezTo>
                  <a:pt x="405875" y="90906"/>
                  <a:pt x="407576" y="93732"/>
                  <a:pt x="410178" y="95446"/>
                </a:cubicBezTo>
                <a:cubicBezTo>
                  <a:pt x="412779" y="97158"/>
                  <a:pt x="416510" y="98014"/>
                  <a:pt x="421370" y="98014"/>
                </a:cubicBezTo>
                <a:cubicBezTo>
                  <a:pt x="425773" y="98014"/>
                  <a:pt x="429332" y="97071"/>
                  <a:pt x="432048" y="95186"/>
                </a:cubicBezTo>
                <a:cubicBezTo>
                  <a:pt x="434764" y="93299"/>
                  <a:pt x="436122" y="90242"/>
                  <a:pt x="436122" y="86014"/>
                </a:cubicBezTo>
                <a:cubicBezTo>
                  <a:pt x="436122" y="83443"/>
                  <a:pt x="435521" y="81315"/>
                  <a:pt x="434321" y="79630"/>
                </a:cubicBezTo>
                <a:cubicBezTo>
                  <a:pt x="433120" y="77944"/>
                  <a:pt x="431333" y="76486"/>
                  <a:pt x="428960" y="75259"/>
                </a:cubicBezTo>
                <a:cubicBezTo>
                  <a:pt x="426587" y="74030"/>
                  <a:pt x="421970" y="72500"/>
                  <a:pt x="415109" y="70671"/>
                </a:cubicBezTo>
                <a:cubicBezTo>
                  <a:pt x="408820" y="69012"/>
                  <a:pt x="404145" y="67140"/>
                  <a:pt x="401087" y="65053"/>
                </a:cubicBezTo>
                <a:cubicBezTo>
                  <a:pt x="398028" y="62966"/>
                  <a:pt x="395669" y="60336"/>
                  <a:pt x="394011" y="57162"/>
                </a:cubicBezTo>
                <a:cubicBezTo>
                  <a:pt x="392353" y="53989"/>
                  <a:pt x="391524" y="50087"/>
                  <a:pt x="391524" y="45456"/>
                </a:cubicBezTo>
                <a:cubicBezTo>
                  <a:pt x="391524" y="37279"/>
                  <a:pt x="394079" y="30918"/>
                  <a:pt x="399189" y="26373"/>
                </a:cubicBezTo>
                <a:cubicBezTo>
                  <a:pt x="404299" y="21827"/>
                  <a:pt x="411764" y="19554"/>
                  <a:pt x="421584" y="19554"/>
                </a:cubicBezTo>
                <a:cubicBezTo>
                  <a:pt x="430663" y="19554"/>
                  <a:pt x="437643" y="21221"/>
                  <a:pt x="442524" y="24553"/>
                </a:cubicBezTo>
                <a:cubicBezTo>
                  <a:pt x="447406" y="27885"/>
                  <a:pt x="450475" y="32997"/>
                  <a:pt x="451731" y="39889"/>
                </a:cubicBezTo>
                <a:lnTo>
                  <a:pt x="434613" y="41682"/>
                </a:lnTo>
                <a:cubicBezTo>
                  <a:pt x="433985" y="38341"/>
                  <a:pt x="432602" y="35990"/>
                  <a:pt x="430461" y="34630"/>
                </a:cubicBezTo>
                <a:cubicBezTo>
                  <a:pt x="428322" y="33271"/>
                  <a:pt x="425427" y="32591"/>
                  <a:pt x="421775" y="32591"/>
                </a:cubicBezTo>
                <a:cubicBezTo>
                  <a:pt x="413729" y="32591"/>
                  <a:pt x="409706" y="36136"/>
                  <a:pt x="409706" y="43226"/>
                </a:cubicBezTo>
                <a:cubicBezTo>
                  <a:pt x="409706" y="45513"/>
                  <a:pt x="410206" y="47400"/>
                  <a:pt x="411207" y="48886"/>
                </a:cubicBezTo>
                <a:cubicBezTo>
                  <a:pt x="412207" y="50373"/>
                  <a:pt x="413665" y="51645"/>
                  <a:pt x="415581" y="52703"/>
                </a:cubicBezTo>
                <a:cubicBezTo>
                  <a:pt x="417496" y="53760"/>
                  <a:pt x="421856" y="55261"/>
                  <a:pt x="428660" y="57205"/>
                </a:cubicBezTo>
                <a:cubicBezTo>
                  <a:pt x="436150" y="59321"/>
                  <a:pt x="441468" y="61451"/>
                  <a:pt x="444612" y="63595"/>
                </a:cubicBezTo>
                <a:cubicBezTo>
                  <a:pt x="447757" y="65739"/>
                  <a:pt x="450187" y="68441"/>
                  <a:pt x="451902" y="71700"/>
                </a:cubicBezTo>
                <a:cubicBezTo>
                  <a:pt x="453618" y="74959"/>
                  <a:pt x="454475" y="79047"/>
                  <a:pt x="454475" y="83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GenGuardPrediction">
            <a:extLst xmlns:a="http://schemas.openxmlformats.org/drawingml/2006/main">
              <a:ext uri="{FF2B5EF4-FFF2-40B4-BE49-F238E27FC236}">
                <a16:creationId xmlns:a16="http://schemas.microsoft.com/office/drawing/2014/main" id="{8D8235E0-ED91-4ACE-AED0-F7616DD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60" y="5539823"/>
            <a:ext cx="1646007" cy="126418"/>
          </a:xfrm>
          <a:custGeom xmlns:a="http://schemas.openxmlformats.org/drawingml/2006/main">
            <a:pathLst>
              <a:path w="1646007" h="126418">
                <a:moveTo>
                  <a:pt x="55147" y="126418"/>
                </a:moveTo>
                <a:cubicBezTo>
                  <a:pt x="37651" y="126418"/>
                  <a:pt x="24086" y="120915"/>
                  <a:pt x="14451" y="109908"/>
                </a:cubicBezTo>
                <a:cubicBezTo>
                  <a:pt x="4817" y="98902"/>
                  <a:pt x="0" y="83507"/>
                  <a:pt x="0" y="63724"/>
                </a:cubicBezTo>
                <a:cubicBezTo>
                  <a:pt x="0" y="43826"/>
                  <a:pt x="4717" y="28574"/>
                  <a:pt x="14151" y="17968"/>
                </a:cubicBezTo>
                <a:cubicBezTo>
                  <a:pt x="23585" y="7362"/>
                  <a:pt x="37051" y="2058"/>
                  <a:pt x="54547" y="2058"/>
                </a:cubicBezTo>
                <a:cubicBezTo>
                  <a:pt x="66611" y="2058"/>
                  <a:pt x="76531" y="4445"/>
                  <a:pt x="84307" y="9220"/>
                </a:cubicBezTo>
                <a:cubicBezTo>
                  <a:pt x="92083" y="13994"/>
                  <a:pt x="97772" y="21270"/>
                  <a:pt x="101374" y="31047"/>
                </a:cubicBezTo>
                <a:lnTo>
                  <a:pt x="82163" y="36879"/>
                </a:lnTo>
                <a:cubicBezTo>
                  <a:pt x="77703" y="24758"/>
                  <a:pt x="68412" y="18697"/>
                  <a:pt x="54289" y="18697"/>
                </a:cubicBezTo>
                <a:cubicBezTo>
                  <a:pt x="43426" y="18697"/>
                  <a:pt x="35178" y="22570"/>
                  <a:pt x="29546" y="30315"/>
                </a:cubicBezTo>
                <a:cubicBezTo>
                  <a:pt x="23914" y="38061"/>
                  <a:pt x="21098" y="49194"/>
                  <a:pt x="21098" y="63715"/>
                </a:cubicBezTo>
                <a:cubicBezTo>
                  <a:pt x="21098" y="78237"/>
                  <a:pt x="24114" y="89556"/>
                  <a:pt x="30146" y="97673"/>
                </a:cubicBezTo>
                <a:cubicBezTo>
                  <a:pt x="36179" y="105790"/>
                  <a:pt x="44569" y="109849"/>
                  <a:pt x="55319" y="109849"/>
                </a:cubicBezTo>
                <a:cubicBezTo>
                  <a:pt x="66468" y="109849"/>
                  <a:pt x="75759" y="106308"/>
                  <a:pt x="83192" y="99225"/>
                </a:cubicBezTo>
                <a:lnTo>
                  <a:pt x="83192" y="77977"/>
                </a:lnTo>
                <a:lnTo>
                  <a:pt x="54718" y="77977"/>
                </a:lnTo>
                <a:lnTo>
                  <a:pt x="54718" y="62609"/>
                </a:lnTo>
                <a:lnTo>
                  <a:pt x="102747" y="62609"/>
                </a:lnTo>
                <a:lnTo>
                  <a:pt x="102747" y="106692"/>
                </a:lnTo>
                <a:cubicBezTo>
                  <a:pt x="97429" y="112695"/>
                  <a:pt x="90539" y="117484"/>
                  <a:pt x="82077" y="121058"/>
                </a:cubicBezTo>
                <a:cubicBezTo>
                  <a:pt x="73615" y="124631"/>
                  <a:pt x="64638" y="126418"/>
                  <a:pt x="55147" y="126418"/>
                </a:cubicBezTo>
                <a:close/>
                <a:moveTo>
                  <a:pt x="141967" y="84495"/>
                </a:moveTo>
                <a:cubicBezTo>
                  <a:pt x="142253" y="93461"/>
                  <a:pt x="144233" y="100357"/>
                  <a:pt x="147909" y="105183"/>
                </a:cubicBezTo>
                <a:cubicBezTo>
                  <a:pt x="151586" y="110009"/>
                  <a:pt x="156617" y="112422"/>
                  <a:pt x="163003" y="112422"/>
                </a:cubicBezTo>
                <a:cubicBezTo>
                  <a:pt x="167335" y="112422"/>
                  <a:pt x="171196" y="111330"/>
                  <a:pt x="174587" y="109147"/>
                </a:cubicBezTo>
                <a:cubicBezTo>
                  <a:pt x="177980" y="106963"/>
                  <a:pt x="181044" y="103286"/>
                  <a:pt x="183780" y="98115"/>
                </a:cubicBezTo>
                <a:lnTo>
                  <a:pt x="199258" y="105598"/>
                </a:lnTo>
                <a:cubicBezTo>
                  <a:pt x="195888" y="111048"/>
                  <a:pt x="192518" y="115177"/>
                  <a:pt x="189148" y="117986"/>
                </a:cubicBezTo>
                <a:cubicBezTo>
                  <a:pt x="185779" y="120797"/>
                  <a:pt x="181852" y="122904"/>
                  <a:pt x="177369" y="124309"/>
                </a:cubicBezTo>
                <a:cubicBezTo>
                  <a:pt x="172886" y="125715"/>
                  <a:pt x="167561" y="126418"/>
                  <a:pt x="161393" y="126418"/>
                </a:cubicBezTo>
                <a:cubicBezTo>
                  <a:pt x="148540" y="126418"/>
                  <a:pt x="138630" y="122373"/>
                  <a:pt x="131662" y="114282"/>
                </a:cubicBezTo>
                <a:cubicBezTo>
                  <a:pt x="124695" y="106192"/>
                  <a:pt x="121212" y="94828"/>
                  <a:pt x="121212" y="80190"/>
                </a:cubicBezTo>
                <a:cubicBezTo>
                  <a:pt x="121212" y="65439"/>
                  <a:pt x="124871" y="54218"/>
                  <a:pt x="132190" y="46528"/>
                </a:cubicBezTo>
                <a:cubicBezTo>
                  <a:pt x="139508" y="38837"/>
                  <a:pt x="149486" y="34992"/>
                  <a:pt x="162122" y="34992"/>
                </a:cubicBezTo>
                <a:cubicBezTo>
                  <a:pt x="174643" y="34992"/>
                  <a:pt x="184220" y="39096"/>
                  <a:pt x="190853" y="47305"/>
                </a:cubicBezTo>
                <a:cubicBezTo>
                  <a:pt x="197485" y="55512"/>
                  <a:pt x="200802" y="67108"/>
                  <a:pt x="200802" y="82093"/>
                </a:cubicBezTo>
                <a:lnTo>
                  <a:pt x="200802" y="84495"/>
                </a:lnTo>
                <a:lnTo>
                  <a:pt x="141967" y="84495"/>
                </a:lnTo>
                <a:moveTo>
                  <a:pt x="161436" y="48645"/>
                </a:moveTo>
                <a:cubicBezTo>
                  <a:pt x="155686" y="48645"/>
                  <a:pt x="151103" y="50702"/>
                  <a:pt x="147686" y="54817"/>
                </a:cubicBezTo>
                <a:cubicBezTo>
                  <a:pt x="144272" y="58931"/>
                  <a:pt x="142422" y="64615"/>
                  <a:pt x="142138" y="71871"/>
                </a:cubicBezTo>
                <a:lnTo>
                  <a:pt x="180218" y="71871"/>
                </a:lnTo>
                <a:cubicBezTo>
                  <a:pt x="179648" y="64101"/>
                  <a:pt x="177883" y="58287"/>
                  <a:pt x="174922" y="54431"/>
                </a:cubicBezTo>
                <a:cubicBezTo>
                  <a:pt x="171963" y="50574"/>
                  <a:pt x="167468" y="48645"/>
                  <a:pt x="161436" y="48645"/>
                </a:cubicBezTo>
                <a:close/>
                <a:moveTo>
                  <a:pt x="277757" y="124703"/>
                </a:moveTo>
                <a:lnTo>
                  <a:pt x="277757" y="75570"/>
                </a:lnTo>
                <a:cubicBezTo>
                  <a:pt x="277757" y="66652"/>
                  <a:pt x="276371" y="60250"/>
                  <a:pt x="273598" y="56364"/>
                </a:cubicBezTo>
                <a:cubicBezTo>
                  <a:pt x="270824" y="52476"/>
                  <a:pt x="266436" y="50532"/>
                  <a:pt x="260433" y="50532"/>
                </a:cubicBezTo>
                <a:cubicBezTo>
                  <a:pt x="253972" y="50532"/>
                  <a:pt x="248897" y="53019"/>
                  <a:pt x="245209" y="57993"/>
                </a:cubicBezTo>
                <a:cubicBezTo>
                  <a:pt x="241521" y="62966"/>
                  <a:pt x="239677" y="69711"/>
                  <a:pt x="239677" y="78229"/>
                </a:cubicBezTo>
                <a:lnTo>
                  <a:pt x="239677" y="124703"/>
                </a:lnTo>
                <a:lnTo>
                  <a:pt x="219951" y="124703"/>
                </a:lnTo>
                <a:lnTo>
                  <a:pt x="219951" y="56967"/>
                </a:lnTo>
                <a:cubicBezTo>
                  <a:pt x="219951" y="50157"/>
                  <a:pt x="219694" y="43404"/>
                  <a:pt x="219180" y="36708"/>
                </a:cubicBezTo>
                <a:lnTo>
                  <a:pt x="237962" y="36708"/>
                </a:lnTo>
                <a:cubicBezTo>
                  <a:pt x="238591" y="45284"/>
                  <a:pt x="238906" y="50945"/>
                  <a:pt x="238906" y="53689"/>
                </a:cubicBezTo>
                <a:lnTo>
                  <a:pt x="239249" y="53689"/>
                </a:lnTo>
                <a:cubicBezTo>
                  <a:pt x="242627" y="47144"/>
                  <a:pt x="246549" y="42392"/>
                  <a:pt x="251014" y="39433"/>
                </a:cubicBezTo>
                <a:cubicBezTo>
                  <a:pt x="255481" y="36473"/>
                  <a:pt x="261237" y="34992"/>
                  <a:pt x="268280" y="34992"/>
                </a:cubicBezTo>
                <a:cubicBezTo>
                  <a:pt x="278072" y="34992"/>
                  <a:pt x="285415" y="37880"/>
                  <a:pt x="290311" y="43654"/>
                </a:cubicBezTo>
                <a:cubicBezTo>
                  <a:pt x="295207" y="49429"/>
                  <a:pt x="297655" y="58349"/>
                  <a:pt x="297655" y="70413"/>
                </a:cubicBezTo>
                <a:lnTo>
                  <a:pt x="297655" y="124703"/>
                </a:lnTo>
                <a:lnTo>
                  <a:pt x="277757" y="124703"/>
                </a:lnTo>
                <a:close/>
                <a:moveTo>
                  <a:pt x="373367" y="126418"/>
                </a:moveTo>
                <a:cubicBezTo>
                  <a:pt x="355871" y="126418"/>
                  <a:pt x="342305" y="120915"/>
                  <a:pt x="332671" y="109908"/>
                </a:cubicBezTo>
                <a:cubicBezTo>
                  <a:pt x="323037" y="98902"/>
                  <a:pt x="318220" y="83507"/>
                  <a:pt x="318220" y="63724"/>
                </a:cubicBezTo>
                <a:cubicBezTo>
                  <a:pt x="318220" y="43826"/>
                  <a:pt x="322937" y="28574"/>
                  <a:pt x="332371" y="17968"/>
                </a:cubicBezTo>
                <a:cubicBezTo>
                  <a:pt x="341805" y="7362"/>
                  <a:pt x="355270" y="2058"/>
                  <a:pt x="372766" y="2058"/>
                </a:cubicBezTo>
                <a:cubicBezTo>
                  <a:pt x="384831" y="2058"/>
                  <a:pt x="394751" y="4445"/>
                  <a:pt x="402527" y="9220"/>
                </a:cubicBezTo>
                <a:cubicBezTo>
                  <a:pt x="410303" y="13994"/>
                  <a:pt x="415992" y="21270"/>
                  <a:pt x="419594" y="31047"/>
                </a:cubicBezTo>
                <a:lnTo>
                  <a:pt x="400383" y="36879"/>
                </a:lnTo>
                <a:cubicBezTo>
                  <a:pt x="395923" y="24758"/>
                  <a:pt x="386632" y="18697"/>
                  <a:pt x="372509" y="18697"/>
                </a:cubicBezTo>
                <a:cubicBezTo>
                  <a:pt x="361646" y="18697"/>
                  <a:pt x="353398" y="22570"/>
                  <a:pt x="347766" y="30315"/>
                </a:cubicBezTo>
                <a:cubicBezTo>
                  <a:pt x="342134" y="38061"/>
                  <a:pt x="339318" y="49194"/>
                  <a:pt x="339318" y="63715"/>
                </a:cubicBezTo>
                <a:cubicBezTo>
                  <a:pt x="339318" y="78237"/>
                  <a:pt x="342334" y="89556"/>
                  <a:pt x="348366" y="97673"/>
                </a:cubicBezTo>
                <a:cubicBezTo>
                  <a:pt x="354398" y="105790"/>
                  <a:pt x="362789" y="109849"/>
                  <a:pt x="373538" y="109849"/>
                </a:cubicBezTo>
                <a:cubicBezTo>
                  <a:pt x="384688" y="109849"/>
                  <a:pt x="393979" y="106308"/>
                  <a:pt x="401412" y="99225"/>
                </a:cubicBezTo>
                <a:lnTo>
                  <a:pt x="401412" y="77977"/>
                </a:lnTo>
                <a:lnTo>
                  <a:pt x="372938" y="77977"/>
                </a:lnTo>
                <a:lnTo>
                  <a:pt x="372938" y="62609"/>
                </a:lnTo>
                <a:lnTo>
                  <a:pt x="420966" y="62609"/>
                </a:lnTo>
                <a:lnTo>
                  <a:pt x="420966" y="106692"/>
                </a:lnTo>
                <a:cubicBezTo>
                  <a:pt x="415649" y="112695"/>
                  <a:pt x="408759" y="117484"/>
                  <a:pt x="400297" y="121058"/>
                </a:cubicBezTo>
                <a:cubicBezTo>
                  <a:pt x="391835" y="124631"/>
                  <a:pt x="382858" y="126418"/>
                  <a:pt x="373367" y="126418"/>
                </a:cubicBezTo>
                <a:close/>
                <a:moveTo>
                  <a:pt x="463446" y="36708"/>
                </a:moveTo>
                <a:lnTo>
                  <a:pt x="463446" y="85907"/>
                </a:lnTo>
                <a:cubicBezTo>
                  <a:pt x="463446" y="94838"/>
                  <a:pt x="464849" y="101249"/>
                  <a:pt x="467656" y="105143"/>
                </a:cubicBezTo>
                <a:cubicBezTo>
                  <a:pt x="470465" y="109034"/>
                  <a:pt x="474849" y="110980"/>
                  <a:pt x="480808" y="110980"/>
                </a:cubicBezTo>
                <a:cubicBezTo>
                  <a:pt x="487228" y="110980"/>
                  <a:pt x="492328" y="108533"/>
                  <a:pt x="496109" y="103639"/>
                </a:cubicBezTo>
                <a:cubicBezTo>
                  <a:pt x="499891" y="98745"/>
                  <a:pt x="501783" y="91919"/>
                  <a:pt x="501783" y="83160"/>
                </a:cubicBezTo>
                <a:lnTo>
                  <a:pt x="501783" y="36708"/>
                </a:lnTo>
                <a:lnTo>
                  <a:pt x="521509" y="36708"/>
                </a:lnTo>
                <a:lnTo>
                  <a:pt x="521509" y="104357"/>
                </a:lnTo>
                <a:cubicBezTo>
                  <a:pt x="521509" y="111224"/>
                  <a:pt x="521766" y="118006"/>
                  <a:pt x="522281" y="124703"/>
                </a:cubicBezTo>
                <a:lnTo>
                  <a:pt x="503498" y="124703"/>
                </a:lnTo>
                <a:cubicBezTo>
                  <a:pt x="502869" y="116012"/>
                  <a:pt x="502555" y="110351"/>
                  <a:pt x="502555" y="107721"/>
                </a:cubicBezTo>
                <a:lnTo>
                  <a:pt x="502212" y="107721"/>
                </a:lnTo>
                <a:cubicBezTo>
                  <a:pt x="498776" y="114468"/>
                  <a:pt x="494810" y="119271"/>
                  <a:pt x="490314" y="122130"/>
                </a:cubicBezTo>
                <a:cubicBezTo>
                  <a:pt x="485821" y="124988"/>
                  <a:pt x="480052" y="126418"/>
                  <a:pt x="473008" y="126418"/>
                </a:cubicBezTo>
                <a:cubicBezTo>
                  <a:pt x="463274" y="126418"/>
                  <a:pt x="455959" y="123513"/>
                  <a:pt x="451063" y="117705"/>
                </a:cubicBezTo>
                <a:cubicBezTo>
                  <a:pt x="446168" y="111896"/>
                  <a:pt x="443720" y="102982"/>
                  <a:pt x="443720" y="90962"/>
                </a:cubicBezTo>
                <a:lnTo>
                  <a:pt x="443720" y="36708"/>
                </a:lnTo>
                <a:lnTo>
                  <a:pt x="463446" y="36708"/>
                </a:lnTo>
                <a:close/>
                <a:moveTo>
                  <a:pt x="574750" y="112524"/>
                </a:moveTo>
                <a:cubicBezTo>
                  <a:pt x="580868" y="112524"/>
                  <a:pt x="585700" y="110389"/>
                  <a:pt x="589245" y="106118"/>
                </a:cubicBezTo>
                <a:cubicBezTo>
                  <a:pt x="592790" y="101846"/>
                  <a:pt x="594562" y="96355"/>
                  <a:pt x="594562" y="89646"/>
                </a:cubicBezTo>
                <a:lnTo>
                  <a:pt x="594562" y="81648"/>
                </a:lnTo>
                <a:lnTo>
                  <a:pt x="585214" y="81992"/>
                </a:lnTo>
                <a:cubicBezTo>
                  <a:pt x="576809" y="82394"/>
                  <a:pt x="570762" y="83885"/>
                  <a:pt x="567074" y="86465"/>
                </a:cubicBezTo>
                <a:cubicBezTo>
                  <a:pt x="563386" y="89045"/>
                  <a:pt x="561542" y="93087"/>
                  <a:pt x="561542" y="98592"/>
                </a:cubicBezTo>
                <a:cubicBezTo>
                  <a:pt x="561542" y="107880"/>
                  <a:pt x="565945" y="112524"/>
                  <a:pt x="574750" y="112524"/>
                </a:cubicBezTo>
                <a:moveTo>
                  <a:pt x="614202" y="124703"/>
                </a:moveTo>
                <a:lnTo>
                  <a:pt x="595162" y="124703"/>
                </a:lnTo>
                <a:lnTo>
                  <a:pt x="594476" y="110809"/>
                </a:lnTo>
                <a:cubicBezTo>
                  <a:pt x="591555" y="116526"/>
                  <a:pt x="588032" y="120557"/>
                  <a:pt x="583908" y="122902"/>
                </a:cubicBezTo>
                <a:cubicBezTo>
                  <a:pt x="579786" y="125246"/>
                  <a:pt x="574719" y="126418"/>
                  <a:pt x="568707" y="126418"/>
                </a:cubicBezTo>
                <a:cubicBezTo>
                  <a:pt x="559658" y="126418"/>
                  <a:pt x="552743" y="124070"/>
                  <a:pt x="547959" y="119374"/>
                </a:cubicBezTo>
                <a:cubicBezTo>
                  <a:pt x="543178" y="114679"/>
                  <a:pt x="540787" y="108151"/>
                  <a:pt x="540787" y="99790"/>
                </a:cubicBezTo>
                <a:cubicBezTo>
                  <a:pt x="540787" y="90628"/>
                  <a:pt x="544052" y="83613"/>
                  <a:pt x="550581" y="78746"/>
                </a:cubicBezTo>
                <a:cubicBezTo>
                  <a:pt x="557110" y="73879"/>
                  <a:pt x="566730" y="71244"/>
                  <a:pt x="579443" y="70842"/>
                </a:cubicBezTo>
                <a:lnTo>
                  <a:pt x="594476" y="70327"/>
                </a:lnTo>
                <a:lnTo>
                  <a:pt x="594476" y="67596"/>
                </a:lnTo>
                <a:cubicBezTo>
                  <a:pt x="594476" y="60823"/>
                  <a:pt x="593374" y="55914"/>
                  <a:pt x="591169" y="52869"/>
                </a:cubicBezTo>
                <a:cubicBezTo>
                  <a:pt x="588964" y="49824"/>
                  <a:pt x="585226" y="48302"/>
                  <a:pt x="579955" y="48302"/>
                </a:cubicBezTo>
                <a:cubicBezTo>
                  <a:pt x="575317" y="48302"/>
                  <a:pt x="571894" y="49173"/>
                  <a:pt x="569688" y="50915"/>
                </a:cubicBezTo>
                <a:cubicBezTo>
                  <a:pt x="567483" y="52655"/>
                  <a:pt x="565980" y="55352"/>
                  <a:pt x="565179" y="59006"/>
                </a:cubicBezTo>
                <a:lnTo>
                  <a:pt x="546105" y="56005"/>
                </a:lnTo>
                <a:cubicBezTo>
                  <a:pt x="547822" y="48515"/>
                  <a:pt x="551414" y="43140"/>
                  <a:pt x="556882" y="39881"/>
                </a:cubicBezTo>
                <a:cubicBezTo>
                  <a:pt x="562349" y="36622"/>
                  <a:pt x="570121" y="34992"/>
                  <a:pt x="580196" y="34992"/>
                </a:cubicBezTo>
                <a:cubicBezTo>
                  <a:pt x="591932" y="34992"/>
                  <a:pt x="600533" y="37765"/>
                  <a:pt x="606001" y="43311"/>
                </a:cubicBezTo>
                <a:cubicBezTo>
                  <a:pt x="611469" y="48858"/>
                  <a:pt x="614202" y="57463"/>
                  <a:pt x="614202" y="69127"/>
                </a:cubicBezTo>
                <a:lnTo>
                  <a:pt x="614202" y="124703"/>
                </a:lnTo>
                <a:close/>
                <a:moveTo>
                  <a:pt x="679511" y="51389"/>
                </a:moveTo>
                <a:cubicBezTo>
                  <a:pt x="673090" y="51389"/>
                  <a:pt x="667958" y="54205"/>
                  <a:pt x="664117" y="59837"/>
                </a:cubicBezTo>
                <a:cubicBezTo>
                  <a:pt x="660275" y="65467"/>
                  <a:pt x="658354" y="73055"/>
                  <a:pt x="658354" y="82600"/>
                </a:cubicBezTo>
                <a:lnTo>
                  <a:pt x="658354" y="124703"/>
                </a:lnTo>
                <a:lnTo>
                  <a:pt x="638628" y="124703"/>
                </a:lnTo>
                <a:lnTo>
                  <a:pt x="638628" y="58428"/>
                </a:lnTo>
                <a:cubicBezTo>
                  <a:pt x="638628" y="49156"/>
                  <a:pt x="638400" y="41916"/>
                  <a:pt x="637942" y="36708"/>
                </a:cubicBezTo>
                <a:lnTo>
                  <a:pt x="656808" y="36708"/>
                </a:lnTo>
                <a:cubicBezTo>
                  <a:pt x="657381" y="43569"/>
                  <a:pt x="657668" y="50201"/>
                  <a:pt x="657668" y="56605"/>
                </a:cubicBezTo>
                <a:lnTo>
                  <a:pt x="658011" y="56605"/>
                </a:lnTo>
                <a:cubicBezTo>
                  <a:pt x="660765" y="48518"/>
                  <a:pt x="663947" y="42894"/>
                  <a:pt x="667558" y="39733"/>
                </a:cubicBezTo>
                <a:cubicBezTo>
                  <a:pt x="671171" y="36573"/>
                  <a:pt x="675930" y="34992"/>
                  <a:pt x="681835" y="34992"/>
                </a:cubicBezTo>
                <a:cubicBezTo>
                  <a:pt x="684530" y="34992"/>
                  <a:pt x="686766" y="35364"/>
                  <a:pt x="688544" y="36107"/>
                </a:cubicBezTo>
                <a:lnTo>
                  <a:pt x="688544" y="52317"/>
                </a:lnTo>
                <a:cubicBezTo>
                  <a:pt x="685619" y="51699"/>
                  <a:pt x="682608" y="51389"/>
                  <a:pt x="679511" y="51389"/>
                </a:cubicBezTo>
                <a:close/>
                <a:moveTo>
                  <a:pt x="719573" y="80534"/>
                </a:moveTo>
                <a:cubicBezTo>
                  <a:pt x="719573" y="101449"/>
                  <a:pt x="726863" y="111907"/>
                  <a:pt x="741443" y="111907"/>
                </a:cubicBezTo>
                <a:cubicBezTo>
                  <a:pt x="749162" y="111907"/>
                  <a:pt x="755022" y="109236"/>
                  <a:pt x="759025" y="103894"/>
                </a:cubicBezTo>
                <a:cubicBezTo>
                  <a:pt x="763027" y="98550"/>
                  <a:pt x="765028" y="90791"/>
                  <a:pt x="765028" y="80619"/>
                </a:cubicBezTo>
                <a:cubicBezTo>
                  <a:pt x="765028" y="70447"/>
                  <a:pt x="763056" y="62718"/>
                  <a:pt x="759111" y="57433"/>
                </a:cubicBezTo>
                <a:cubicBezTo>
                  <a:pt x="755165" y="52146"/>
                  <a:pt x="749362" y="49503"/>
                  <a:pt x="741700" y="49503"/>
                </a:cubicBezTo>
                <a:cubicBezTo>
                  <a:pt x="726949" y="49503"/>
                  <a:pt x="719573" y="59846"/>
                  <a:pt x="719573" y="80534"/>
                </a:cubicBezTo>
                <a:moveTo>
                  <a:pt x="698989" y="80791"/>
                </a:moveTo>
                <a:cubicBezTo>
                  <a:pt x="698989" y="66554"/>
                  <a:pt x="702310" y="55361"/>
                  <a:pt x="708951" y="47214"/>
                </a:cubicBezTo>
                <a:cubicBezTo>
                  <a:pt x="715593" y="39066"/>
                  <a:pt x="724924" y="34992"/>
                  <a:pt x="736946" y="34992"/>
                </a:cubicBezTo>
                <a:cubicBezTo>
                  <a:pt x="743473" y="34992"/>
                  <a:pt x="748969" y="36193"/>
                  <a:pt x="753434" y="38594"/>
                </a:cubicBezTo>
                <a:cubicBezTo>
                  <a:pt x="757901" y="40996"/>
                  <a:pt x="761680" y="44941"/>
                  <a:pt x="764771" y="50430"/>
                </a:cubicBezTo>
                <a:lnTo>
                  <a:pt x="765114" y="50430"/>
                </a:lnTo>
                <a:cubicBezTo>
                  <a:pt x="765000" y="48143"/>
                  <a:pt x="764900" y="45870"/>
                  <a:pt x="764814" y="43612"/>
                </a:cubicBezTo>
                <a:cubicBezTo>
                  <a:pt x="764728" y="41353"/>
                  <a:pt x="764685" y="39080"/>
                  <a:pt x="764685" y="36793"/>
                </a:cubicBezTo>
                <a:lnTo>
                  <a:pt x="764685" y="0"/>
                </a:lnTo>
                <a:lnTo>
                  <a:pt x="784583" y="0"/>
                </a:lnTo>
                <a:lnTo>
                  <a:pt x="784583" y="105062"/>
                </a:lnTo>
                <a:cubicBezTo>
                  <a:pt x="784583" y="111066"/>
                  <a:pt x="784812" y="117613"/>
                  <a:pt x="785269" y="124703"/>
                </a:cubicBezTo>
                <a:lnTo>
                  <a:pt x="765891" y="124703"/>
                </a:lnTo>
                <a:cubicBezTo>
                  <a:pt x="765661" y="123840"/>
                  <a:pt x="765430" y="121511"/>
                  <a:pt x="765200" y="117715"/>
                </a:cubicBezTo>
                <a:cubicBezTo>
                  <a:pt x="764971" y="113920"/>
                  <a:pt x="764857" y="111275"/>
                  <a:pt x="764857" y="109779"/>
                </a:cubicBezTo>
                <a:lnTo>
                  <a:pt x="764514" y="109779"/>
                </a:lnTo>
                <a:cubicBezTo>
                  <a:pt x="758732" y="120757"/>
                  <a:pt x="749371" y="126246"/>
                  <a:pt x="736431" y="126246"/>
                </a:cubicBezTo>
                <a:cubicBezTo>
                  <a:pt x="724465" y="126246"/>
                  <a:pt x="715233" y="122358"/>
                  <a:pt x="708734" y="114582"/>
                </a:cubicBezTo>
                <a:cubicBezTo>
                  <a:pt x="702238" y="106806"/>
                  <a:pt x="698989" y="95542"/>
                  <a:pt x="698989" y="80791"/>
                </a:cubicBezTo>
                <a:close/>
                <a:moveTo>
                  <a:pt x="921690" y="40996"/>
                </a:moveTo>
                <a:cubicBezTo>
                  <a:pt x="921690" y="34020"/>
                  <a:pt x="919584" y="28588"/>
                  <a:pt x="915372" y="24700"/>
                </a:cubicBezTo>
                <a:cubicBezTo>
                  <a:pt x="911161" y="20812"/>
                  <a:pt x="904815" y="18868"/>
                  <a:pt x="896335" y="18868"/>
                </a:cubicBezTo>
                <a:lnTo>
                  <a:pt x="881380" y="18868"/>
                </a:lnTo>
                <a:lnTo>
                  <a:pt x="881380" y="63981"/>
                </a:lnTo>
                <a:lnTo>
                  <a:pt x="897021" y="63981"/>
                </a:lnTo>
                <a:cubicBezTo>
                  <a:pt x="904815" y="63981"/>
                  <a:pt x="910875" y="61994"/>
                  <a:pt x="915201" y="58020"/>
                </a:cubicBezTo>
                <a:cubicBezTo>
                  <a:pt x="919527" y="54046"/>
                  <a:pt x="921690" y="48372"/>
                  <a:pt x="921690" y="40996"/>
                </a:cubicBezTo>
                <a:moveTo>
                  <a:pt x="942616" y="40824"/>
                </a:moveTo>
                <a:cubicBezTo>
                  <a:pt x="942616" y="48372"/>
                  <a:pt x="940913" y="55004"/>
                  <a:pt x="937505" y="60722"/>
                </a:cubicBezTo>
                <a:cubicBezTo>
                  <a:pt x="934100" y="66439"/>
                  <a:pt x="929147" y="70899"/>
                  <a:pt x="922646" y="74101"/>
                </a:cubicBezTo>
                <a:cubicBezTo>
                  <a:pt x="916148" y="77303"/>
                  <a:pt x="908462" y="78904"/>
                  <a:pt x="899589" y="78904"/>
                </a:cubicBezTo>
                <a:lnTo>
                  <a:pt x="881380" y="78904"/>
                </a:lnTo>
                <a:lnTo>
                  <a:pt x="881380" y="124703"/>
                </a:lnTo>
                <a:lnTo>
                  <a:pt x="860625" y="124703"/>
                </a:lnTo>
                <a:lnTo>
                  <a:pt x="860625" y="3774"/>
                </a:lnTo>
                <a:lnTo>
                  <a:pt x="898745" y="3774"/>
                </a:lnTo>
                <a:cubicBezTo>
                  <a:pt x="912824" y="3774"/>
                  <a:pt x="923656" y="6990"/>
                  <a:pt x="931239" y="13422"/>
                </a:cubicBezTo>
                <a:cubicBezTo>
                  <a:pt x="938824" y="19855"/>
                  <a:pt x="942616" y="28989"/>
                  <a:pt x="942616" y="40824"/>
                </a:cubicBezTo>
                <a:close/>
                <a:moveTo>
                  <a:pt x="1001733" y="51389"/>
                </a:moveTo>
                <a:cubicBezTo>
                  <a:pt x="995311" y="51389"/>
                  <a:pt x="990180" y="54205"/>
                  <a:pt x="986338" y="59837"/>
                </a:cubicBezTo>
                <a:cubicBezTo>
                  <a:pt x="982497" y="65467"/>
                  <a:pt x="980576" y="73055"/>
                  <a:pt x="980576" y="82600"/>
                </a:cubicBezTo>
                <a:lnTo>
                  <a:pt x="980576" y="124703"/>
                </a:lnTo>
                <a:lnTo>
                  <a:pt x="960850" y="124703"/>
                </a:lnTo>
                <a:lnTo>
                  <a:pt x="960850" y="58428"/>
                </a:lnTo>
                <a:cubicBezTo>
                  <a:pt x="960850" y="49156"/>
                  <a:pt x="960621" y="41916"/>
                  <a:pt x="960164" y="36708"/>
                </a:cubicBezTo>
                <a:lnTo>
                  <a:pt x="979029" y="36708"/>
                </a:lnTo>
                <a:cubicBezTo>
                  <a:pt x="979603" y="43569"/>
                  <a:pt x="979890" y="50201"/>
                  <a:pt x="979890" y="56605"/>
                </a:cubicBezTo>
                <a:lnTo>
                  <a:pt x="980233" y="56605"/>
                </a:lnTo>
                <a:cubicBezTo>
                  <a:pt x="982986" y="48518"/>
                  <a:pt x="986169" y="42894"/>
                  <a:pt x="989780" y="39733"/>
                </a:cubicBezTo>
                <a:cubicBezTo>
                  <a:pt x="993392" y="36573"/>
                  <a:pt x="998152" y="34992"/>
                  <a:pt x="1004057" y="34992"/>
                </a:cubicBezTo>
                <a:cubicBezTo>
                  <a:pt x="1006751" y="34992"/>
                  <a:pt x="1008987" y="35364"/>
                  <a:pt x="1010765" y="36107"/>
                </a:cubicBezTo>
                <a:lnTo>
                  <a:pt x="1010765" y="52317"/>
                </a:lnTo>
                <a:cubicBezTo>
                  <a:pt x="1007840" y="51699"/>
                  <a:pt x="1004830" y="51389"/>
                  <a:pt x="1001733" y="51389"/>
                </a:cubicBezTo>
                <a:close/>
                <a:moveTo>
                  <a:pt x="1042208" y="84495"/>
                </a:moveTo>
                <a:cubicBezTo>
                  <a:pt x="1042494" y="93461"/>
                  <a:pt x="1044474" y="100357"/>
                  <a:pt x="1048150" y="105183"/>
                </a:cubicBezTo>
                <a:cubicBezTo>
                  <a:pt x="1051827" y="110009"/>
                  <a:pt x="1056859" y="112422"/>
                  <a:pt x="1063245" y="112422"/>
                </a:cubicBezTo>
                <a:cubicBezTo>
                  <a:pt x="1067576" y="112422"/>
                  <a:pt x="1071437" y="111330"/>
                  <a:pt x="1074828" y="109147"/>
                </a:cubicBezTo>
                <a:cubicBezTo>
                  <a:pt x="1078221" y="106963"/>
                  <a:pt x="1081286" y="103286"/>
                  <a:pt x="1084021" y="98115"/>
                </a:cubicBezTo>
                <a:lnTo>
                  <a:pt x="1099499" y="105598"/>
                </a:lnTo>
                <a:cubicBezTo>
                  <a:pt x="1096129" y="111048"/>
                  <a:pt x="1092759" y="115177"/>
                  <a:pt x="1089389" y="117986"/>
                </a:cubicBezTo>
                <a:cubicBezTo>
                  <a:pt x="1086020" y="120797"/>
                  <a:pt x="1082093" y="122904"/>
                  <a:pt x="1077610" y="124309"/>
                </a:cubicBezTo>
                <a:cubicBezTo>
                  <a:pt x="1073127" y="125715"/>
                  <a:pt x="1067802" y="126418"/>
                  <a:pt x="1061634" y="126418"/>
                </a:cubicBezTo>
                <a:cubicBezTo>
                  <a:pt x="1048781" y="126418"/>
                  <a:pt x="1038871" y="122373"/>
                  <a:pt x="1031903" y="114282"/>
                </a:cubicBezTo>
                <a:cubicBezTo>
                  <a:pt x="1024936" y="106192"/>
                  <a:pt x="1021453" y="94828"/>
                  <a:pt x="1021453" y="80190"/>
                </a:cubicBezTo>
                <a:cubicBezTo>
                  <a:pt x="1021453" y="65439"/>
                  <a:pt x="1025112" y="54218"/>
                  <a:pt x="1032431" y="46528"/>
                </a:cubicBezTo>
                <a:cubicBezTo>
                  <a:pt x="1039749" y="38837"/>
                  <a:pt x="1049727" y="34992"/>
                  <a:pt x="1062363" y="34992"/>
                </a:cubicBezTo>
                <a:cubicBezTo>
                  <a:pt x="1074884" y="34992"/>
                  <a:pt x="1084462" y="39096"/>
                  <a:pt x="1091094" y="47305"/>
                </a:cubicBezTo>
                <a:cubicBezTo>
                  <a:pt x="1097727" y="55512"/>
                  <a:pt x="1101043" y="67108"/>
                  <a:pt x="1101043" y="82093"/>
                </a:cubicBezTo>
                <a:lnTo>
                  <a:pt x="1101043" y="84495"/>
                </a:lnTo>
                <a:lnTo>
                  <a:pt x="1042208" y="84495"/>
                </a:lnTo>
                <a:moveTo>
                  <a:pt x="1061677" y="48645"/>
                </a:moveTo>
                <a:cubicBezTo>
                  <a:pt x="1055927" y="48645"/>
                  <a:pt x="1051344" y="50702"/>
                  <a:pt x="1047927" y="54817"/>
                </a:cubicBezTo>
                <a:cubicBezTo>
                  <a:pt x="1044513" y="58931"/>
                  <a:pt x="1042664" y="64615"/>
                  <a:pt x="1042379" y="71871"/>
                </a:cubicBezTo>
                <a:lnTo>
                  <a:pt x="1080459" y="71871"/>
                </a:lnTo>
                <a:cubicBezTo>
                  <a:pt x="1079889" y="64101"/>
                  <a:pt x="1078124" y="58287"/>
                  <a:pt x="1075163" y="54431"/>
                </a:cubicBezTo>
                <a:cubicBezTo>
                  <a:pt x="1072204" y="50574"/>
                  <a:pt x="1067709" y="48645"/>
                  <a:pt x="1061677" y="48645"/>
                </a:cubicBezTo>
                <a:close/>
                <a:moveTo>
                  <a:pt x="1135186" y="80534"/>
                </a:moveTo>
                <a:cubicBezTo>
                  <a:pt x="1135186" y="101449"/>
                  <a:pt x="1142476" y="111907"/>
                  <a:pt x="1157056" y="111907"/>
                </a:cubicBezTo>
                <a:cubicBezTo>
                  <a:pt x="1164775" y="111907"/>
                  <a:pt x="1170636" y="109236"/>
                  <a:pt x="1174638" y="103894"/>
                </a:cubicBezTo>
                <a:cubicBezTo>
                  <a:pt x="1178641" y="98550"/>
                  <a:pt x="1180642" y="90791"/>
                  <a:pt x="1180642" y="80619"/>
                </a:cubicBezTo>
                <a:cubicBezTo>
                  <a:pt x="1180642" y="70447"/>
                  <a:pt x="1178669" y="62718"/>
                  <a:pt x="1174724" y="57433"/>
                </a:cubicBezTo>
                <a:cubicBezTo>
                  <a:pt x="1170779" y="52146"/>
                  <a:pt x="1164975" y="49503"/>
                  <a:pt x="1157314" y="49503"/>
                </a:cubicBezTo>
                <a:cubicBezTo>
                  <a:pt x="1142562" y="49503"/>
                  <a:pt x="1135186" y="59846"/>
                  <a:pt x="1135186" y="80534"/>
                </a:cubicBezTo>
                <a:moveTo>
                  <a:pt x="1114603" y="80791"/>
                </a:moveTo>
                <a:cubicBezTo>
                  <a:pt x="1114603" y="66554"/>
                  <a:pt x="1117923" y="55361"/>
                  <a:pt x="1124565" y="47214"/>
                </a:cubicBezTo>
                <a:cubicBezTo>
                  <a:pt x="1131206" y="39066"/>
                  <a:pt x="1140538" y="34992"/>
                  <a:pt x="1152559" y="34992"/>
                </a:cubicBezTo>
                <a:cubicBezTo>
                  <a:pt x="1159086" y="34992"/>
                  <a:pt x="1164582" y="36193"/>
                  <a:pt x="1169047" y="38594"/>
                </a:cubicBezTo>
                <a:cubicBezTo>
                  <a:pt x="1173514" y="40996"/>
                  <a:pt x="1177293" y="44941"/>
                  <a:pt x="1180384" y="50430"/>
                </a:cubicBezTo>
                <a:lnTo>
                  <a:pt x="1180728" y="50430"/>
                </a:lnTo>
                <a:cubicBezTo>
                  <a:pt x="1180613" y="48143"/>
                  <a:pt x="1180513" y="45870"/>
                  <a:pt x="1180427" y="43612"/>
                </a:cubicBezTo>
                <a:cubicBezTo>
                  <a:pt x="1180342" y="41353"/>
                  <a:pt x="1180299" y="39080"/>
                  <a:pt x="1180299" y="36793"/>
                </a:cubicBezTo>
                <a:lnTo>
                  <a:pt x="1180299" y="0"/>
                </a:lnTo>
                <a:lnTo>
                  <a:pt x="1200196" y="0"/>
                </a:lnTo>
                <a:lnTo>
                  <a:pt x="1200196" y="105062"/>
                </a:lnTo>
                <a:cubicBezTo>
                  <a:pt x="1200196" y="111066"/>
                  <a:pt x="1200425" y="117613"/>
                  <a:pt x="1200882" y="124703"/>
                </a:cubicBezTo>
                <a:lnTo>
                  <a:pt x="1181505" y="124703"/>
                </a:lnTo>
                <a:cubicBezTo>
                  <a:pt x="1181274" y="123840"/>
                  <a:pt x="1181044" y="121511"/>
                  <a:pt x="1180813" y="117715"/>
                </a:cubicBezTo>
                <a:cubicBezTo>
                  <a:pt x="1180585" y="113920"/>
                  <a:pt x="1180470" y="111275"/>
                  <a:pt x="1180470" y="109779"/>
                </a:cubicBezTo>
                <a:lnTo>
                  <a:pt x="1180127" y="109779"/>
                </a:lnTo>
                <a:cubicBezTo>
                  <a:pt x="1174345" y="120757"/>
                  <a:pt x="1164984" y="126246"/>
                  <a:pt x="1152044" y="126246"/>
                </a:cubicBezTo>
                <a:cubicBezTo>
                  <a:pt x="1140078" y="126246"/>
                  <a:pt x="1130846" y="122358"/>
                  <a:pt x="1124348" y="114582"/>
                </a:cubicBezTo>
                <a:cubicBezTo>
                  <a:pt x="1117851" y="106806"/>
                  <a:pt x="1114603" y="95542"/>
                  <a:pt x="1114603" y="80791"/>
                </a:cubicBezTo>
                <a:close/>
                <a:moveTo>
                  <a:pt x="1226407" y="16912"/>
                </a:moveTo>
                <a:lnTo>
                  <a:pt x="1226407" y="0"/>
                </a:lnTo>
                <a:lnTo>
                  <a:pt x="1246047" y="0"/>
                </a:lnTo>
                <a:lnTo>
                  <a:pt x="1246047" y="16912"/>
                </a:lnTo>
                <a:lnTo>
                  <a:pt x="1226407" y="16912"/>
                </a:lnTo>
                <a:moveTo>
                  <a:pt x="1226407" y="124703"/>
                </a:moveTo>
                <a:lnTo>
                  <a:pt x="1226407" y="36708"/>
                </a:lnTo>
                <a:lnTo>
                  <a:pt x="1246133" y="36708"/>
                </a:lnTo>
                <a:lnTo>
                  <a:pt x="1246133" y="124703"/>
                </a:lnTo>
                <a:lnTo>
                  <a:pt x="1226407" y="124703"/>
                </a:lnTo>
                <a:close/>
                <a:moveTo>
                  <a:pt x="1304204" y="126418"/>
                </a:moveTo>
                <a:cubicBezTo>
                  <a:pt x="1292139" y="126418"/>
                  <a:pt x="1282834" y="122473"/>
                  <a:pt x="1276287" y="114582"/>
                </a:cubicBezTo>
                <a:cubicBezTo>
                  <a:pt x="1269740" y="106692"/>
                  <a:pt x="1266467" y="95571"/>
                  <a:pt x="1266467" y="81220"/>
                </a:cubicBezTo>
                <a:cubicBezTo>
                  <a:pt x="1266467" y="66468"/>
                  <a:pt x="1269812" y="55076"/>
                  <a:pt x="1276502" y="47042"/>
                </a:cubicBezTo>
                <a:cubicBezTo>
                  <a:pt x="1283191" y="39009"/>
                  <a:pt x="1292654" y="34992"/>
                  <a:pt x="1304890" y="34992"/>
                </a:cubicBezTo>
                <a:cubicBezTo>
                  <a:pt x="1324844" y="34992"/>
                  <a:pt x="1336280" y="44112"/>
                  <a:pt x="1339196" y="62351"/>
                </a:cubicBezTo>
                <a:lnTo>
                  <a:pt x="1319470" y="63981"/>
                </a:lnTo>
                <a:cubicBezTo>
                  <a:pt x="1318841" y="59121"/>
                  <a:pt x="1317226" y="55476"/>
                  <a:pt x="1314624" y="53046"/>
                </a:cubicBezTo>
                <a:cubicBezTo>
                  <a:pt x="1312023" y="50616"/>
                  <a:pt x="1308835" y="49401"/>
                  <a:pt x="1305061" y="49401"/>
                </a:cubicBezTo>
                <a:cubicBezTo>
                  <a:pt x="1298600" y="49401"/>
                  <a:pt x="1293869" y="51945"/>
                  <a:pt x="1290867" y="57034"/>
                </a:cubicBezTo>
                <a:cubicBezTo>
                  <a:pt x="1287865" y="62121"/>
                  <a:pt x="1286365" y="69894"/>
                  <a:pt x="1286365" y="80354"/>
                </a:cubicBezTo>
                <a:cubicBezTo>
                  <a:pt x="1286365" y="90987"/>
                  <a:pt x="1287923" y="98933"/>
                  <a:pt x="1291039" y="104191"/>
                </a:cubicBezTo>
                <a:cubicBezTo>
                  <a:pt x="1294155" y="109450"/>
                  <a:pt x="1298600" y="112079"/>
                  <a:pt x="1304375" y="112079"/>
                </a:cubicBezTo>
                <a:cubicBezTo>
                  <a:pt x="1313009" y="112079"/>
                  <a:pt x="1318155" y="106681"/>
                  <a:pt x="1319813" y="95885"/>
                </a:cubicBezTo>
                <a:lnTo>
                  <a:pt x="1339024" y="97944"/>
                </a:lnTo>
                <a:cubicBezTo>
                  <a:pt x="1335937" y="116927"/>
                  <a:pt x="1324330" y="126418"/>
                  <a:pt x="1304204" y="126418"/>
                </a:cubicBezTo>
                <a:close/>
                <a:moveTo>
                  <a:pt x="1380415" y="126246"/>
                </a:moveTo>
                <a:cubicBezTo>
                  <a:pt x="1373540" y="126246"/>
                  <a:pt x="1368111" y="124286"/>
                  <a:pt x="1364128" y="120366"/>
                </a:cubicBezTo>
                <a:cubicBezTo>
                  <a:pt x="1360147" y="116446"/>
                  <a:pt x="1358157" y="110823"/>
                  <a:pt x="1358157" y="103497"/>
                </a:cubicBezTo>
                <a:lnTo>
                  <a:pt x="1358157" y="51046"/>
                </a:lnTo>
                <a:lnTo>
                  <a:pt x="1345120" y="51046"/>
                </a:lnTo>
                <a:lnTo>
                  <a:pt x="1345120" y="36708"/>
                </a:lnTo>
                <a:lnTo>
                  <a:pt x="1358414" y="36708"/>
                </a:lnTo>
                <a:lnTo>
                  <a:pt x="1364702" y="15438"/>
                </a:lnTo>
                <a:lnTo>
                  <a:pt x="1377883" y="15438"/>
                </a:lnTo>
                <a:lnTo>
                  <a:pt x="1377883" y="36708"/>
                </a:lnTo>
                <a:lnTo>
                  <a:pt x="1399067" y="36708"/>
                </a:lnTo>
                <a:lnTo>
                  <a:pt x="1399067" y="51046"/>
                </a:lnTo>
                <a:lnTo>
                  <a:pt x="1377883" y="51046"/>
                </a:lnTo>
                <a:lnTo>
                  <a:pt x="1377883" y="98517"/>
                </a:lnTo>
                <a:cubicBezTo>
                  <a:pt x="1377883" y="107215"/>
                  <a:pt x="1381570" y="111564"/>
                  <a:pt x="1388946" y="111564"/>
                </a:cubicBezTo>
                <a:cubicBezTo>
                  <a:pt x="1392434" y="111564"/>
                  <a:pt x="1396179" y="111193"/>
                  <a:pt x="1400182" y="110449"/>
                </a:cubicBezTo>
                <a:lnTo>
                  <a:pt x="1400182" y="123671"/>
                </a:lnTo>
                <a:cubicBezTo>
                  <a:pt x="1393651" y="125388"/>
                  <a:pt x="1387062" y="126246"/>
                  <a:pt x="1380415" y="126246"/>
                </a:cubicBezTo>
                <a:close/>
                <a:moveTo>
                  <a:pt x="1418371" y="16912"/>
                </a:moveTo>
                <a:lnTo>
                  <a:pt x="1418371" y="0"/>
                </a:lnTo>
                <a:lnTo>
                  <a:pt x="1438012" y="0"/>
                </a:lnTo>
                <a:lnTo>
                  <a:pt x="1438012" y="16912"/>
                </a:lnTo>
                <a:lnTo>
                  <a:pt x="1418371" y="16912"/>
                </a:lnTo>
                <a:moveTo>
                  <a:pt x="1418371" y="124703"/>
                </a:moveTo>
                <a:lnTo>
                  <a:pt x="1418371" y="36708"/>
                </a:lnTo>
                <a:lnTo>
                  <a:pt x="1438097" y="36708"/>
                </a:lnTo>
                <a:lnTo>
                  <a:pt x="1438097" y="124703"/>
                </a:lnTo>
                <a:lnTo>
                  <a:pt x="1418371" y="124703"/>
                </a:lnTo>
                <a:close/>
                <a:moveTo>
                  <a:pt x="1548657" y="80534"/>
                </a:moveTo>
                <a:cubicBezTo>
                  <a:pt x="1548657" y="94885"/>
                  <a:pt x="1544665" y="106120"/>
                  <a:pt x="1536682" y="114239"/>
                </a:cubicBezTo>
                <a:cubicBezTo>
                  <a:pt x="1528698" y="122358"/>
                  <a:pt x="1517495" y="126418"/>
                  <a:pt x="1503072" y="126418"/>
                </a:cubicBezTo>
                <a:cubicBezTo>
                  <a:pt x="1489107" y="126418"/>
                  <a:pt x="1478175" y="122301"/>
                  <a:pt x="1470278" y="114068"/>
                </a:cubicBezTo>
                <a:cubicBezTo>
                  <a:pt x="1462380" y="105834"/>
                  <a:pt x="1458432" y="94656"/>
                  <a:pt x="1458432" y="80534"/>
                </a:cubicBezTo>
                <a:cubicBezTo>
                  <a:pt x="1458432" y="66182"/>
                  <a:pt x="1462395" y="55004"/>
                  <a:pt x="1470321" y="46999"/>
                </a:cubicBezTo>
                <a:cubicBezTo>
                  <a:pt x="1478247" y="38995"/>
                  <a:pt x="1489336" y="34992"/>
                  <a:pt x="1503587" y="34992"/>
                </a:cubicBezTo>
                <a:cubicBezTo>
                  <a:pt x="1518296" y="34992"/>
                  <a:pt x="1529484" y="38895"/>
                  <a:pt x="1537153" y="46699"/>
                </a:cubicBezTo>
                <a:cubicBezTo>
                  <a:pt x="1544822" y="54504"/>
                  <a:pt x="1548657" y="65782"/>
                  <a:pt x="1548657" y="80534"/>
                </a:cubicBezTo>
                <a:moveTo>
                  <a:pt x="1527901" y="80534"/>
                </a:moveTo>
                <a:cubicBezTo>
                  <a:pt x="1527901" y="59893"/>
                  <a:pt x="1519939" y="49572"/>
                  <a:pt x="1504016" y="49572"/>
                </a:cubicBezTo>
                <a:cubicBezTo>
                  <a:pt x="1487463" y="49572"/>
                  <a:pt x="1479187" y="59893"/>
                  <a:pt x="1479187" y="80534"/>
                </a:cubicBezTo>
                <a:cubicBezTo>
                  <a:pt x="1479187" y="90654"/>
                  <a:pt x="1481213" y="98401"/>
                  <a:pt x="1485265" y="103776"/>
                </a:cubicBezTo>
                <a:cubicBezTo>
                  <a:pt x="1489318" y="109150"/>
                  <a:pt x="1495196" y="111838"/>
                  <a:pt x="1502901" y="111838"/>
                </a:cubicBezTo>
                <a:cubicBezTo>
                  <a:pt x="1519568" y="111838"/>
                  <a:pt x="1527901" y="101403"/>
                  <a:pt x="1527901" y="80534"/>
                </a:cubicBezTo>
                <a:close/>
                <a:moveTo>
                  <a:pt x="1626109" y="124703"/>
                </a:moveTo>
                <a:lnTo>
                  <a:pt x="1626109" y="75570"/>
                </a:lnTo>
                <a:cubicBezTo>
                  <a:pt x="1626109" y="66652"/>
                  <a:pt x="1624723" y="60250"/>
                  <a:pt x="1621950" y="56364"/>
                </a:cubicBezTo>
                <a:cubicBezTo>
                  <a:pt x="1619177" y="52476"/>
                  <a:pt x="1614788" y="50532"/>
                  <a:pt x="1608785" y="50532"/>
                </a:cubicBezTo>
                <a:cubicBezTo>
                  <a:pt x="1602324" y="50532"/>
                  <a:pt x="1597249" y="53019"/>
                  <a:pt x="1593562" y="57993"/>
                </a:cubicBezTo>
                <a:cubicBezTo>
                  <a:pt x="1589874" y="62966"/>
                  <a:pt x="1588030" y="69711"/>
                  <a:pt x="1588030" y="78229"/>
                </a:cubicBezTo>
                <a:lnTo>
                  <a:pt x="1588030" y="124703"/>
                </a:lnTo>
                <a:lnTo>
                  <a:pt x="1568304" y="124703"/>
                </a:lnTo>
                <a:lnTo>
                  <a:pt x="1568304" y="56967"/>
                </a:lnTo>
                <a:cubicBezTo>
                  <a:pt x="1568304" y="50157"/>
                  <a:pt x="1568046" y="43404"/>
                  <a:pt x="1567532" y="36708"/>
                </a:cubicBezTo>
                <a:lnTo>
                  <a:pt x="1586314" y="36708"/>
                </a:lnTo>
                <a:cubicBezTo>
                  <a:pt x="1586943" y="45284"/>
                  <a:pt x="1587258" y="50945"/>
                  <a:pt x="1587258" y="53689"/>
                </a:cubicBezTo>
                <a:lnTo>
                  <a:pt x="1587601" y="53689"/>
                </a:lnTo>
                <a:cubicBezTo>
                  <a:pt x="1590980" y="47144"/>
                  <a:pt x="1594902" y="42392"/>
                  <a:pt x="1599367" y="39433"/>
                </a:cubicBezTo>
                <a:cubicBezTo>
                  <a:pt x="1603834" y="36473"/>
                  <a:pt x="1609589" y="34992"/>
                  <a:pt x="1616632" y="34992"/>
                </a:cubicBezTo>
                <a:cubicBezTo>
                  <a:pt x="1626424" y="34992"/>
                  <a:pt x="1633768" y="37880"/>
                  <a:pt x="1638663" y="43654"/>
                </a:cubicBezTo>
                <a:cubicBezTo>
                  <a:pt x="1643559" y="49429"/>
                  <a:pt x="1646007" y="58349"/>
                  <a:pt x="1646007" y="70413"/>
                </a:cubicBezTo>
                <a:lnTo>
                  <a:pt x="1646007" y="124703"/>
                </a:lnTo>
                <a:lnTo>
                  <a:pt x="1626109" y="124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87ee8776845e7"/>
          <a:stretch xmlns:a="http://schemas.openxmlformats.org/drawingml/2006/main"/>
        </p:blipFill>
        <p:spPr>
          <a:xfrm xmlns:a="http://schemas.openxmlformats.org/drawingml/2006/main">
            <a:off x="6294352" y="5507779"/>
            <a:ext cx="234196" cy="234196"/>
          </a:xfrm>
          <a:prstGeom xmlns:a="http://schemas.openxmlformats.org/drawingml/2006/main" prst="rect">
            <a:avLst/>
          </a:prstGeom>
        </p:spPr>
      </p:pic>
      <p:sp>
        <p:nvSpPr>
          <p:cNvPr id="248" name="Text !">
            <a:extLst xmlns:a="http://schemas.openxmlformats.org/drawingml/2006/main">
              <a:ext uri="{FF2B5EF4-FFF2-40B4-BE49-F238E27FC236}">
                <a16:creationId xmlns:a16="http://schemas.microsoft.com/office/drawing/2014/main" id="{AF8E74D2-97B8-4663-B139-6E2FA5D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59" y="5507779"/>
            <a:ext cx="234196" cy="234196"/>
          </a:xfrm>
          <a:custGeom xmlns:a="http://schemas.openxmlformats.org/drawingml/2006/main">
            <a:pathLst>
              <a:path w="234196" h="234196">
                <a:moveTo>
                  <a:pt x="0" y="234196"/>
                </a:moveTo>
                <a:lnTo>
                  <a:pt x="0" y="234196"/>
                </a:lnTo>
                <a:moveTo>
                  <a:pt x="234196" y="0"/>
                </a:moveTo>
                <a:lnTo>
                  <a:pt x="234196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5b445c52a4516"/>
          <a:stretch xmlns:a="http://schemas.openxmlformats.org/drawingml/2006/main"/>
        </p:blipFill>
        <p:spPr>
          <a:xfrm xmlns:a="http://schemas.openxmlformats.org/drawingml/2006/main">
            <a:off x="6353449" y="6037062"/>
            <a:ext cx="263471" cy="263471"/>
          </a:xfrm>
          <a:prstGeom xmlns:a="http://schemas.openxmlformats.org/drawingml/2006/main" prst="rect">
            <a:avLst/>
          </a:prstGeom>
        </p:spPr>
      </p:pic>
      <p:sp>
        <p:nvSpPr>
          <p:cNvPr id="25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FD19B73C-6ACE-43A0-A53D-EE3DA8C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19" y="6037063"/>
            <a:ext cx="263471" cy="263471"/>
          </a:xfrm>
          <a:custGeom xmlns:a="http://schemas.openxmlformats.org/drawingml/2006/main">
            <a:pathLst>
              <a:path w="263471" h="263471">
                <a:moveTo>
                  <a:pt x="0" y="263471"/>
                </a:moveTo>
                <a:lnTo>
                  <a:pt x="0" y="263471"/>
                </a:lnTo>
                <a:moveTo>
                  <a:pt x="263471" y="0"/>
                </a:moveTo>
                <a:lnTo>
                  <a:pt x="26347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TokensofaCodeLine">
            <a:extLst xmlns:a="http://schemas.openxmlformats.org/drawingml/2006/main">
              <a:ext uri="{FF2B5EF4-FFF2-40B4-BE49-F238E27FC236}">
                <a16:creationId xmlns:a16="http://schemas.microsoft.com/office/drawing/2014/main" id="{435934B8-0D0B-43D1-8949-60ED2AE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670" y="6140022"/>
            <a:ext cx="1743016" cy="126932"/>
          </a:xfrm>
          <a:custGeom xmlns:a="http://schemas.openxmlformats.org/drawingml/2006/main">
            <a:pathLst>
              <a:path w="1743016" h="126932">
                <a:moveTo>
                  <a:pt x="92455" y="4288"/>
                </a:moveTo>
                <a:lnTo>
                  <a:pt x="92455" y="21098"/>
                </a:lnTo>
                <a:lnTo>
                  <a:pt x="56433" y="21098"/>
                </a:lnTo>
                <a:lnTo>
                  <a:pt x="56433" y="125217"/>
                </a:lnTo>
                <a:lnTo>
                  <a:pt x="35678" y="125217"/>
                </a:lnTo>
                <a:lnTo>
                  <a:pt x="35678" y="21098"/>
                </a:lnTo>
                <a:lnTo>
                  <a:pt x="0" y="21098"/>
                </a:lnTo>
                <a:lnTo>
                  <a:pt x="0" y="4288"/>
                </a:lnTo>
                <a:lnTo>
                  <a:pt x="92455" y="4288"/>
                </a:lnTo>
                <a:close/>
                <a:moveTo>
                  <a:pt x="192346" y="81048"/>
                </a:moveTo>
                <a:cubicBezTo>
                  <a:pt x="192346" y="95399"/>
                  <a:pt x="188354" y="106635"/>
                  <a:pt x="180371" y="114754"/>
                </a:cubicBezTo>
                <a:cubicBezTo>
                  <a:pt x="172387" y="122873"/>
                  <a:pt x="161184" y="126932"/>
                  <a:pt x="146761" y="126932"/>
                </a:cubicBezTo>
                <a:cubicBezTo>
                  <a:pt x="132796" y="126932"/>
                  <a:pt x="121864" y="122816"/>
                  <a:pt x="113967" y="114582"/>
                </a:cubicBezTo>
                <a:cubicBezTo>
                  <a:pt x="106069" y="106349"/>
                  <a:pt x="102121" y="95171"/>
                  <a:pt x="102121" y="81048"/>
                </a:cubicBezTo>
                <a:cubicBezTo>
                  <a:pt x="102121" y="66697"/>
                  <a:pt x="106084" y="55519"/>
                  <a:pt x="114010" y="47514"/>
                </a:cubicBezTo>
                <a:cubicBezTo>
                  <a:pt x="121936" y="39509"/>
                  <a:pt x="133025" y="35507"/>
                  <a:pt x="147276" y="35507"/>
                </a:cubicBezTo>
                <a:cubicBezTo>
                  <a:pt x="161985" y="35507"/>
                  <a:pt x="173173" y="39409"/>
                  <a:pt x="180842" y="47214"/>
                </a:cubicBezTo>
                <a:cubicBezTo>
                  <a:pt x="188511" y="55018"/>
                  <a:pt x="192346" y="66296"/>
                  <a:pt x="192346" y="81048"/>
                </a:cubicBezTo>
                <a:moveTo>
                  <a:pt x="171590" y="81048"/>
                </a:moveTo>
                <a:cubicBezTo>
                  <a:pt x="171590" y="60407"/>
                  <a:pt x="163629" y="50087"/>
                  <a:pt x="147705" y="50087"/>
                </a:cubicBezTo>
                <a:cubicBezTo>
                  <a:pt x="131152" y="50087"/>
                  <a:pt x="122876" y="60407"/>
                  <a:pt x="122876" y="81048"/>
                </a:cubicBezTo>
                <a:cubicBezTo>
                  <a:pt x="122876" y="91168"/>
                  <a:pt x="124902" y="98916"/>
                  <a:pt x="128954" y="104290"/>
                </a:cubicBezTo>
                <a:cubicBezTo>
                  <a:pt x="133007" y="109665"/>
                  <a:pt x="138885" y="112352"/>
                  <a:pt x="146590" y="112352"/>
                </a:cubicBezTo>
                <a:cubicBezTo>
                  <a:pt x="163257" y="112352"/>
                  <a:pt x="171590" y="101918"/>
                  <a:pt x="171590" y="81048"/>
                </a:cubicBezTo>
                <a:close/>
                <a:moveTo>
                  <a:pt x="268566" y="125217"/>
                </a:moveTo>
                <a:lnTo>
                  <a:pt x="241550" y="86156"/>
                </a:lnTo>
                <a:lnTo>
                  <a:pt x="231859" y="94055"/>
                </a:lnTo>
                <a:lnTo>
                  <a:pt x="231859" y="125217"/>
                </a:lnTo>
                <a:lnTo>
                  <a:pt x="211961" y="125217"/>
                </a:lnTo>
                <a:lnTo>
                  <a:pt x="211961" y="515"/>
                </a:lnTo>
                <a:lnTo>
                  <a:pt x="231859" y="515"/>
                </a:lnTo>
                <a:lnTo>
                  <a:pt x="231859" y="76883"/>
                </a:lnTo>
                <a:lnTo>
                  <a:pt x="267140" y="37222"/>
                </a:lnTo>
                <a:lnTo>
                  <a:pt x="289664" y="37222"/>
                </a:lnTo>
                <a:lnTo>
                  <a:pt x="255444" y="73793"/>
                </a:lnTo>
                <a:lnTo>
                  <a:pt x="291551" y="125217"/>
                </a:lnTo>
                <a:lnTo>
                  <a:pt x="268566" y="125217"/>
                </a:lnTo>
                <a:close/>
                <a:moveTo>
                  <a:pt x="318929" y="85009"/>
                </a:moveTo>
                <a:cubicBezTo>
                  <a:pt x="319215" y="93975"/>
                  <a:pt x="321195" y="100871"/>
                  <a:pt x="324871" y="105698"/>
                </a:cubicBezTo>
                <a:cubicBezTo>
                  <a:pt x="328548" y="110524"/>
                  <a:pt x="333579" y="112937"/>
                  <a:pt x="339965" y="112937"/>
                </a:cubicBezTo>
                <a:cubicBezTo>
                  <a:pt x="344296" y="112937"/>
                  <a:pt x="348158" y="111845"/>
                  <a:pt x="351549" y="109662"/>
                </a:cubicBezTo>
                <a:cubicBezTo>
                  <a:pt x="354942" y="107478"/>
                  <a:pt x="358006" y="103801"/>
                  <a:pt x="360742" y="98630"/>
                </a:cubicBezTo>
                <a:lnTo>
                  <a:pt x="376220" y="106113"/>
                </a:lnTo>
                <a:cubicBezTo>
                  <a:pt x="372850" y="111563"/>
                  <a:pt x="369480" y="115692"/>
                  <a:pt x="366110" y="118501"/>
                </a:cubicBezTo>
                <a:cubicBezTo>
                  <a:pt x="362740" y="121311"/>
                  <a:pt x="358814" y="123419"/>
                  <a:pt x="354331" y="124823"/>
                </a:cubicBezTo>
                <a:cubicBezTo>
                  <a:pt x="349848" y="126229"/>
                  <a:pt x="344522" y="126932"/>
                  <a:pt x="338354" y="126932"/>
                </a:cubicBezTo>
                <a:cubicBezTo>
                  <a:pt x="325502" y="126932"/>
                  <a:pt x="315592" y="122887"/>
                  <a:pt x="308623" y="114797"/>
                </a:cubicBezTo>
                <a:cubicBezTo>
                  <a:pt x="301657" y="106706"/>
                  <a:pt x="298173" y="95342"/>
                  <a:pt x="298173" y="80705"/>
                </a:cubicBezTo>
                <a:cubicBezTo>
                  <a:pt x="298173" y="65953"/>
                  <a:pt x="301833" y="54732"/>
                  <a:pt x="309151" y="47042"/>
                </a:cubicBezTo>
                <a:cubicBezTo>
                  <a:pt x="316470" y="39352"/>
                  <a:pt x="326447" y="35507"/>
                  <a:pt x="339083" y="35507"/>
                </a:cubicBezTo>
                <a:cubicBezTo>
                  <a:pt x="351605" y="35507"/>
                  <a:pt x="361182" y="39611"/>
                  <a:pt x="367815" y="47819"/>
                </a:cubicBezTo>
                <a:cubicBezTo>
                  <a:pt x="374447" y="56026"/>
                  <a:pt x="377764" y="67622"/>
                  <a:pt x="377764" y="82608"/>
                </a:cubicBezTo>
                <a:lnTo>
                  <a:pt x="377764" y="85009"/>
                </a:lnTo>
                <a:lnTo>
                  <a:pt x="318929" y="85009"/>
                </a:lnTo>
                <a:moveTo>
                  <a:pt x="338397" y="49160"/>
                </a:moveTo>
                <a:cubicBezTo>
                  <a:pt x="332648" y="49160"/>
                  <a:pt x="328064" y="51217"/>
                  <a:pt x="324648" y="55332"/>
                </a:cubicBezTo>
                <a:cubicBezTo>
                  <a:pt x="321234" y="59445"/>
                  <a:pt x="319384" y="65130"/>
                  <a:pt x="319100" y="72386"/>
                </a:cubicBezTo>
                <a:lnTo>
                  <a:pt x="357180" y="72386"/>
                </a:lnTo>
                <a:cubicBezTo>
                  <a:pt x="356610" y="64615"/>
                  <a:pt x="354845" y="58802"/>
                  <a:pt x="351884" y="54946"/>
                </a:cubicBezTo>
                <a:cubicBezTo>
                  <a:pt x="348925" y="51088"/>
                  <a:pt x="344429" y="49160"/>
                  <a:pt x="338397" y="49160"/>
                </a:cubicBezTo>
                <a:close/>
                <a:moveTo>
                  <a:pt x="454755" y="125217"/>
                </a:moveTo>
                <a:lnTo>
                  <a:pt x="454755" y="76084"/>
                </a:lnTo>
                <a:cubicBezTo>
                  <a:pt x="454755" y="67167"/>
                  <a:pt x="453368" y="60765"/>
                  <a:pt x="450595" y="56878"/>
                </a:cubicBezTo>
                <a:cubicBezTo>
                  <a:pt x="447822" y="52990"/>
                  <a:pt x="443434" y="51046"/>
                  <a:pt x="437430" y="51046"/>
                </a:cubicBezTo>
                <a:cubicBezTo>
                  <a:pt x="430969" y="51046"/>
                  <a:pt x="425895" y="53534"/>
                  <a:pt x="422207" y="58508"/>
                </a:cubicBezTo>
                <a:cubicBezTo>
                  <a:pt x="418519" y="63481"/>
                  <a:pt x="416675" y="70226"/>
                  <a:pt x="416675" y="78743"/>
                </a:cubicBezTo>
                <a:lnTo>
                  <a:pt x="416675" y="125217"/>
                </a:lnTo>
                <a:lnTo>
                  <a:pt x="396949" y="125217"/>
                </a:lnTo>
                <a:lnTo>
                  <a:pt x="396949" y="57481"/>
                </a:lnTo>
                <a:cubicBezTo>
                  <a:pt x="396949" y="50672"/>
                  <a:pt x="396692" y="43919"/>
                  <a:pt x="396177" y="37222"/>
                </a:cubicBezTo>
                <a:lnTo>
                  <a:pt x="414960" y="37222"/>
                </a:lnTo>
                <a:cubicBezTo>
                  <a:pt x="415589" y="45799"/>
                  <a:pt x="415903" y="51459"/>
                  <a:pt x="415903" y="54204"/>
                </a:cubicBezTo>
                <a:lnTo>
                  <a:pt x="416246" y="54204"/>
                </a:lnTo>
                <a:cubicBezTo>
                  <a:pt x="419625" y="47659"/>
                  <a:pt x="423547" y="42907"/>
                  <a:pt x="428012" y="39948"/>
                </a:cubicBezTo>
                <a:cubicBezTo>
                  <a:pt x="432479" y="36987"/>
                  <a:pt x="438234" y="35507"/>
                  <a:pt x="445278" y="35507"/>
                </a:cubicBezTo>
                <a:cubicBezTo>
                  <a:pt x="455069" y="35507"/>
                  <a:pt x="462413" y="38394"/>
                  <a:pt x="467309" y="44169"/>
                </a:cubicBezTo>
                <a:cubicBezTo>
                  <a:pt x="472204" y="49944"/>
                  <a:pt x="474652" y="58863"/>
                  <a:pt x="474652" y="70928"/>
                </a:cubicBezTo>
                <a:lnTo>
                  <a:pt x="474652" y="125217"/>
                </a:lnTo>
                <a:lnTo>
                  <a:pt x="454755" y="125217"/>
                </a:lnTo>
                <a:close/>
                <a:moveTo>
                  <a:pt x="556660" y="99916"/>
                </a:moveTo>
                <a:cubicBezTo>
                  <a:pt x="556660" y="108379"/>
                  <a:pt x="553787" y="114997"/>
                  <a:pt x="548041" y="119771"/>
                </a:cubicBezTo>
                <a:cubicBezTo>
                  <a:pt x="542294" y="124545"/>
                  <a:pt x="534247" y="126932"/>
                  <a:pt x="523898" y="126932"/>
                </a:cubicBezTo>
                <a:cubicBezTo>
                  <a:pt x="513149" y="126932"/>
                  <a:pt x="505258" y="125246"/>
                  <a:pt x="500227" y="121872"/>
                </a:cubicBezTo>
                <a:cubicBezTo>
                  <a:pt x="495195" y="118499"/>
                  <a:pt x="491879" y="113067"/>
                  <a:pt x="490278" y="105577"/>
                </a:cubicBezTo>
                <a:lnTo>
                  <a:pt x="507259" y="102918"/>
                </a:lnTo>
                <a:cubicBezTo>
                  <a:pt x="508060" y="106858"/>
                  <a:pt x="509761" y="109685"/>
                  <a:pt x="512362" y="111398"/>
                </a:cubicBezTo>
                <a:cubicBezTo>
                  <a:pt x="514964" y="113110"/>
                  <a:pt x="518695" y="113966"/>
                  <a:pt x="523555" y="113966"/>
                </a:cubicBezTo>
                <a:cubicBezTo>
                  <a:pt x="527957" y="113966"/>
                  <a:pt x="531517" y="113023"/>
                  <a:pt x="534232" y="111138"/>
                </a:cubicBezTo>
                <a:cubicBezTo>
                  <a:pt x="536948" y="109251"/>
                  <a:pt x="538306" y="106194"/>
                  <a:pt x="538306" y="101967"/>
                </a:cubicBezTo>
                <a:cubicBezTo>
                  <a:pt x="538306" y="99396"/>
                  <a:pt x="537706" y="97268"/>
                  <a:pt x="536505" y="95583"/>
                </a:cubicBezTo>
                <a:cubicBezTo>
                  <a:pt x="535305" y="93896"/>
                  <a:pt x="533518" y="92439"/>
                  <a:pt x="531145" y="91211"/>
                </a:cubicBezTo>
                <a:cubicBezTo>
                  <a:pt x="528772" y="89982"/>
                  <a:pt x="524155" y="88452"/>
                  <a:pt x="517294" y="86623"/>
                </a:cubicBezTo>
                <a:cubicBezTo>
                  <a:pt x="511004" y="84965"/>
                  <a:pt x="506330" y="83092"/>
                  <a:pt x="503271" y="81005"/>
                </a:cubicBezTo>
                <a:cubicBezTo>
                  <a:pt x="500212" y="78918"/>
                  <a:pt x="497854" y="76288"/>
                  <a:pt x="496196" y="73115"/>
                </a:cubicBezTo>
                <a:cubicBezTo>
                  <a:pt x="494537" y="69941"/>
                  <a:pt x="493708" y="66039"/>
                  <a:pt x="493708" y="61408"/>
                </a:cubicBezTo>
                <a:cubicBezTo>
                  <a:pt x="493708" y="53232"/>
                  <a:pt x="496263" y="46871"/>
                  <a:pt x="501374" y="42325"/>
                </a:cubicBezTo>
                <a:cubicBezTo>
                  <a:pt x="506484" y="37780"/>
                  <a:pt x="513949" y="35507"/>
                  <a:pt x="523769" y="35507"/>
                </a:cubicBezTo>
                <a:cubicBezTo>
                  <a:pt x="532848" y="35507"/>
                  <a:pt x="539828" y="37173"/>
                  <a:pt x="544709" y="40505"/>
                </a:cubicBezTo>
                <a:cubicBezTo>
                  <a:pt x="549591" y="43838"/>
                  <a:pt x="552659" y="48950"/>
                  <a:pt x="553916" y="55841"/>
                </a:cubicBezTo>
                <a:lnTo>
                  <a:pt x="536797" y="57634"/>
                </a:lnTo>
                <a:cubicBezTo>
                  <a:pt x="536170" y="54293"/>
                  <a:pt x="534786" y="51942"/>
                  <a:pt x="532646" y="50583"/>
                </a:cubicBezTo>
                <a:cubicBezTo>
                  <a:pt x="530507" y="49223"/>
                  <a:pt x="527612" y="48543"/>
                  <a:pt x="523959" y="48543"/>
                </a:cubicBezTo>
                <a:cubicBezTo>
                  <a:pt x="515914" y="48543"/>
                  <a:pt x="511891" y="52088"/>
                  <a:pt x="511891" y="59178"/>
                </a:cubicBezTo>
                <a:cubicBezTo>
                  <a:pt x="511891" y="61465"/>
                  <a:pt x="512391" y="63352"/>
                  <a:pt x="513392" y="64838"/>
                </a:cubicBezTo>
                <a:cubicBezTo>
                  <a:pt x="514392" y="66325"/>
                  <a:pt x="515850" y="67597"/>
                  <a:pt x="517766" y="68655"/>
                </a:cubicBezTo>
                <a:cubicBezTo>
                  <a:pt x="519681" y="69713"/>
                  <a:pt x="524041" y="71214"/>
                  <a:pt x="530845" y="73158"/>
                </a:cubicBezTo>
                <a:cubicBezTo>
                  <a:pt x="538335" y="75273"/>
                  <a:pt x="543652" y="77403"/>
                  <a:pt x="546797" y="79547"/>
                </a:cubicBezTo>
                <a:cubicBezTo>
                  <a:pt x="549942" y="81691"/>
                  <a:pt x="552372" y="84393"/>
                  <a:pt x="554087" y="87652"/>
                </a:cubicBezTo>
                <a:cubicBezTo>
                  <a:pt x="555802" y="90911"/>
                  <a:pt x="556660" y="94999"/>
                  <a:pt x="556660" y="99916"/>
                </a:cubicBezTo>
                <a:close/>
                <a:moveTo>
                  <a:pt x="706570" y="81048"/>
                </a:moveTo>
                <a:cubicBezTo>
                  <a:pt x="706570" y="95399"/>
                  <a:pt x="702578" y="106635"/>
                  <a:pt x="694595" y="114754"/>
                </a:cubicBezTo>
                <a:cubicBezTo>
                  <a:pt x="686612" y="122873"/>
                  <a:pt x="675408" y="126932"/>
                  <a:pt x="660986" y="126932"/>
                </a:cubicBezTo>
                <a:cubicBezTo>
                  <a:pt x="647020" y="126932"/>
                  <a:pt x="636089" y="122816"/>
                  <a:pt x="628191" y="114582"/>
                </a:cubicBezTo>
                <a:cubicBezTo>
                  <a:pt x="620294" y="106349"/>
                  <a:pt x="616345" y="95171"/>
                  <a:pt x="616345" y="81048"/>
                </a:cubicBezTo>
                <a:cubicBezTo>
                  <a:pt x="616345" y="66697"/>
                  <a:pt x="620308" y="55519"/>
                  <a:pt x="628234" y="47514"/>
                </a:cubicBezTo>
                <a:cubicBezTo>
                  <a:pt x="636160" y="39509"/>
                  <a:pt x="647249" y="35507"/>
                  <a:pt x="661500" y="35507"/>
                </a:cubicBezTo>
                <a:cubicBezTo>
                  <a:pt x="676209" y="35507"/>
                  <a:pt x="687398" y="39409"/>
                  <a:pt x="695067" y="47214"/>
                </a:cubicBezTo>
                <a:cubicBezTo>
                  <a:pt x="702735" y="55018"/>
                  <a:pt x="706570" y="66296"/>
                  <a:pt x="706570" y="81048"/>
                </a:cubicBezTo>
                <a:moveTo>
                  <a:pt x="685815" y="81048"/>
                </a:moveTo>
                <a:cubicBezTo>
                  <a:pt x="685815" y="60407"/>
                  <a:pt x="677853" y="50087"/>
                  <a:pt x="661929" y="50087"/>
                </a:cubicBezTo>
                <a:cubicBezTo>
                  <a:pt x="645376" y="50087"/>
                  <a:pt x="637100" y="60407"/>
                  <a:pt x="637100" y="81048"/>
                </a:cubicBezTo>
                <a:cubicBezTo>
                  <a:pt x="637100" y="91168"/>
                  <a:pt x="639126" y="98916"/>
                  <a:pt x="643179" y="104290"/>
                </a:cubicBezTo>
                <a:cubicBezTo>
                  <a:pt x="647231" y="109665"/>
                  <a:pt x="653110" y="112352"/>
                  <a:pt x="660814" y="112352"/>
                </a:cubicBezTo>
                <a:cubicBezTo>
                  <a:pt x="677481" y="112352"/>
                  <a:pt x="685815" y="101918"/>
                  <a:pt x="685815" y="81048"/>
                </a:cubicBezTo>
                <a:close/>
                <a:moveTo>
                  <a:pt x="752773" y="51561"/>
                </a:moveTo>
                <a:lnTo>
                  <a:pt x="752773" y="125217"/>
                </a:lnTo>
                <a:lnTo>
                  <a:pt x="733047" y="125217"/>
                </a:lnTo>
                <a:lnTo>
                  <a:pt x="733047" y="51561"/>
                </a:lnTo>
                <a:lnTo>
                  <a:pt x="717609" y="51561"/>
                </a:lnTo>
                <a:lnTo>
                  <a:pt x="717609" y="37222"/>
                </a:lnTo>
                <a:lnTo>
                  <a:pt x="733047" y="37222"/>
                </a:lnTo>
                <a:lnTo>
                  <a:pt x="733047" y="26158"/>
                </a:lnTo>
                <a:cubicBezTo>
                  <a:pt x="733047" y="17239"/>
                  <a:pt x="735281" y="10649"/>
                  <a:pt x="739750" y="6389"/>
                </a:cubicBezTo>
                <a:cubicBezTo>
                  <a:pt x="744219" y="2130"/>
                  <a:pt x="751008" y="0"/>
                  <a:pt x="760117" y="0"/>
                </a:cubicBezTo>
                <a:cubicBezTo>
                  <a:pt x="766075" y="0"/>
                  <a:pt x="771175" y="372"/>
                  <a:pt x="775415" y="1115"/>
                </a:cubicBezTo>
                <a:lnTo>
                  <a:pt x="775415" y="14323"/>
                </a:lnTo>
                <a:cubicBezTo>
                  <a:pt x="772890" y="13694"/>
                  <a:pt x="769131" y="13379"/>
                  <a:pt x="764137" y="13379"/>
                </a:cubicBezTo>
                <a:cubicBezTo>
                  <a:pt x="760120" y="13379"/>
                  <a:pt x="757222" y="14480"/>
                  <a:pt x="755442" y="16681"/>
                </a:cubicBezTo>
                <a:cubicBezTo>
                  <a:pt x="753663" y="18883"/>
                  <a:pt x="752773" y="22956"/>
                  <a:pt x="752773" y="28903"/>
                </a:cubicBezTo>
                <a:lnTo>
                  <a:pt x="752773" y="37222"/>
                </a:lnTo>
                <a:lnTo>
                  <a:pt x="771813" y="37222"/>
                </a:lnTo>
                <a:lnTo>
                  <a:pt x="771813" y="51561"/>
                </a:lnTo>
                <a:lnTo>
                  <a:pt x="752773" y="51561"/>
                </a:lnTo>
                <a:close/>
                <a:moveTo>
                  <a:pt x="861860" y="113039"/>
                </a:moveTo>
                <a:cubicBezTo>
                  <a:pt x="867978" y="113039"/>
                  <a:pt x="872810" y="110903"/>
                  <a:pt x="876355" y="106633"/>
                </a:cubicBezTo>
                <a:cubicBezTo>
                  <a:pt x="879900" y="102361"/>
                  <a:pt x="881672" y="96870"/>
                  <a:pt x="881672" y="90161"/>
                </a:cubicBezTo>
                <a:lnTo>
                  <a:pt x="881672" y="82163"/>
                </a:lnTo>
                <a:lnTo>
                  <a:pt x="872324" y="82506"/>
                </a:lnTo>
                <a:cubicBezTo>
                  <a:pt x="863919" y="82908"/>
                  <a:pt x="857872" y="84399"/>
                  <a:pt x="854185" y="86979"/>
                </a:cubicBezTo>
                <a:cubicBezTo>
                  <a:pt x="850497" y="89559"/>
                  <a:pt x="848653" y="93602"/>
                  <a:pt x="848653" y="99107"/>
                </a:cubicBezTo>
                <a:cubicBezTo>
                  <a:pt x="848653" y="108395"/>
                  <a:pt x="853055" y="113039"/>
                  <a:pt x="861860" y="113039"/>
                </a:cubicBezTo>
                <a:moveTo>
                  <a:pt x="901312" y="125217"/>
                </a:moveTo>
                <a:lnTo>
                  <a:pt x="882273" y="125217"/>
                </a:lnTo>
                <a:lnTo>
                  <a:pt x="881586" y="111323"/>
                </a:lnTo>
                <a:cubicBezTo>
                  <a:pt x="878665" y="117041"/>
                  <a:pt x="875142" y="121072"/>
                  <a:pt x="871019" y="123416"/>
                </a:cubicBezTo>
                <a:cubicBezTo>
                  <a:pt x="866897" y="125760"/>
                  <a:pt x="861829" y="126932"/>
                  <a:pt x="855817" y="126932"/>
                </a:cubicBezTo>
                <a:cubicBezTo>
                  <a:pt x="846769" y="126932"/>
                  <a:pt x="839853" y="124585"/>
                  <a:pt x="835070" y="119889"/>
                </a:cubicBezTo>
                <a:cubicBezTo>
                  <a:pt x="830288" y="115193"/>
                  <a:pt x="827897" y="108665"/>
                  <a:pt x="827897" y="100305"/>
                </a:cubicBezTo>
                <a:cubicBezTo>
                  <a:pt x="827897" y="91142"/>
                  <a:pt x="831162" y="84128"/>
                  <a:pt x="837691" y="79260"/>
                </a:cubicBezTo>
                <a:cubicBezTo>
                  <a:pt x="844220" y="74393"/>
                  <a:pt x="853841" y="71759"/>
                  <a:pt x="866553" y="71357"/>
                </a:cubicBezTo>
                <a:lnTo>
                  <a:pt x="881586" y="70842"/>
                </a:lnTo>
                <a:lnTo>
                  <a:pt x="881586" y="68111"/>
                </a:lnTo>
                <a:cubicBezTo>
                  <a:pt x="881586" y="61337"/>
                  <a:pt x="880484" y="56428"/>
                  <a:pt x="878279" y="53383"/>
                </a:cubicBezTo>
                <a:cubicBezTo>
                  <a:pt x="876074" y="50339"/>
                  <a:pt x="872336" y="48816"/>
                  <a:pt x="867065" y="48816"/>
                </a:cubicBezTo>
                <a:cubicBezTo>
                  <a:pt x="862427" y="48816"/>
                  <a:pt x="859004" y="49688"/>
                  <a:pt x="856798" y="51430"/>
                </a:cubicBezTo>
                <a:cubicBezTo>
                  <a:pt x="854593" y="53170"/>
                  <a:pt x="853090" y="55867"/>
                  <a:pt x="852290" y="59521"/>
                </a:cubicBezTo>
                <a:lnTo>
                  <a:pt x="833215" y="56519"/>
                </a:lnTo>
                <a:cubicBezTo>
                  <a:pt x="834932" y="49029"/>
                  <a:pt x="838524" y="43654"/>
                  <a:pt x="843992" y="40395"/>
                </a:cubicBezTo>
                <a:cubicBezTo>
                  <a:pt x="849459" y="37136"/>
                  <a:pt x="857231" y="35507"/>
                  <a:pt x="867307" y="35507"/>
                </a:cubicBezTo>
                <a:cubicBezTo>
                  <a:pt x="879042" y="35507"/>
                  <a:pt x="887644" y="38280"/>
                  <a:pt x="893111" y="43826"/>
                </a:cubicBezTo>
                <a:cubicBezTo>
                  <a:pt x="898579" y="49372"/>
                  <a:pt x="901312" y="57977"/>
                  <a:pt x="901312" y="69641"/>
                </a:cubicBezTo>
                <a:lnTo>
                  <a:pt x="901312" y="125217"/>
                </a:lnTo>
                <a:close/>
                <a:moveTo>
                  <a:pt x="1020603" y="126932"/>
                </a:moveTo>
                <a:cubicBezTo>
                  <a:pt x="1004493" y="126932"/>
                  <a:pt x="991939" y="121386"/>
                  <a:pt x="982941" y="110294"/>
                </a:cubicBezTo>
                <a:cubicBezTo>
                  <a:pt x="973945" y="99202"/>
                  <a:pt x="969446" y="83850"/>
                  <a:pt x="969446" y="64238"/>
                </a:cubicBezTo>
                <a:cubicBezTo>
                  <a:pt x="969446" y="44741"/>
                  <a:pt x="973873" y="29589"/>
                  <a:pt x="982727" y="18783"/>
                </a:cubicBezTo>
                <a:cubicBezTo>
                  <a:pt x="991582" y="7976"/>
                  <a:pt x="1004150" y="2573"/>
                  <a:pt x="1020431" y="2573"/>
                </a:cubicBezTo>
                <a:cubicBezTo>
                  <a:pt x="1031684" y="2573"/>
                  <a:pt x="1040981" y="5032"/>
                  <a:pt x="1048321" y="9949"/>
                </a:cubicBezTo>
                <a:cubicBezTo>
                  <a:pt x="1055663" y="14866"/>
                  <a:pt x="1061190" y="22642"/>
                  <a:pt x="1064903" y="33277"/>
                </a:cubicBezTo>
                <a:lnTo>
                  <a:pt x="1046571" y="39795"/>
                </a:lnTo>
                <a:cubicBezTo>
                  <a:pt x="1044628" y="33048"/>
                  <a:pt x="1041459" y="27931"/>
                  <a:pt x="1037061" y="24443"/>
                </a:cubicBezTo>
                <a:cubicBezTo>
                  <a:pt x="1032664" y="20955"/>
                  <a:pt x="1027267" y="19211"/>
                  <a:pt x="1020871" y="19211"/>
                </a:cubicBezTo>
                <a:cubicBezTo>
                  <a:pt x="1011161" y="19211"/>
                  <a:pt x="1003679" y="23113"/>
                  <a:pt x="998424" y="30916"/>
                </a:cubicBezTo>
                <a:cubicBezTo>
                  <a:pt x="993171" y="38719"/>
                  <a:pt x="990545" y="49823"/>
                  <a:pt x="990545" y="64230"/>
                </a:cubicBezTo>
                <a:cubicBezTo>
                  <a:pt x="990545" y="78522"/>
                  <a:pt x="993228" y="89785"/>
                  <a:pt x="998596" y="98016"/>
                </a:cubicBezTo>
                <a:cubicBezTo>
                  <a:pt x="1003965" y="106248"/>
                  <a:pt x="1011333" y="110364"/>
                  <a:pt x="1020699" y="110364"/>
                </a:cubicBezTo>
                <a:cubicBezTo>
                  <a:pt x="1027039" y="110364"/>
                  <a:pt x="1032478" y="108400"/>
                  <a:pt x="1037019" y="104473"/>
                </a:cubicBezTo>
                <a:cubicBezTo>
                  <a:pt x="1041559" y="100544"/>
                  <a:pt x="1044914" y="94937"/>
                  <a:pt x="1047085" y="87652"/>
                </a:cubicBezTo>
                <a:lnTo>
                  <a:pt x="1065503" y="94872"/>
                </a:lnTo>
                <a:cubicBezTo>
                  <a:pt x="1057506" y="116246"/>
                  <a:pt x="1042539" y="126932"/>
                  <a:pt x="1020603" y="126932"/>
                </a:cubicBezTo>
                <a:close/>
                <a:moveTo>
                  <a:pt x="1167925" y="81048"/>
                </a:moveTo>
                <a:cubicBezTo>
                  <a:pt x="1167925" y="95399"/>
                  <a:pt x="1163933" y="106635"/>
                  <a:pt x="1155950" y="114754"/>
                </a:cubicBezTo>
                <a:cubicBezTo>
                  <a:pt x="1147967" y="122873"/>
                  <a:pt x="1136764" y="126932"/>
                  <a:pt x="1122341" y="126932"/>
                </a:cubicBezTo>
                <a:cubicBezTo>
                  <a:pt x="1108375" y="126932"/>
                  <a:pt x="1097444" y="122816"/>
                  <a:pt x="1089546" y="114582"/>
                </a:cubicBezTo>
                <a:cubicBezTo>
                  <a:pt x="1081649" y="106349"/>
                  <a:pt x="1077700" y="95171"/>
                  <a:pt x="1077700" y="81048"/>
                </a:cubicBezTo>
                <a:cubicBezTo>
                  <a:pt x="1077700" y="66697"/>
                  <a:pt x="1081663" y="55519"/>
                  <a:pt x="1089589" y="47514"/>
                </a:cubicBezTo>
                <a:cubicBezTo>
                  <a:pt x="1097515" y="39509"/>
                  <a:pt x="1108604" y="35507"/>
                  <a:pt x="1122855" y="35507"/>
                </a:cubicBezTo>
                <a:cubicBezTo>
                  <a:pt x="1137564" y="35507"/>
                  <a:pt x="1148753" y="39409"/>
                  <a:pt x="1156422" y="47214"/>
                </a:cubicBezTo>
                <a:cubicBezTo>
                  <a:pt x="1164091" y="55018"/>
                  <a:pt x="1167925" y="66296"/>
                  <a:pt x="1167925" y="81048"/>
                </a:cubicBezTo>
                <a:moveTo>
                  <a:pt x="1147170" y="81048"/>
                </a:moveTo>
                <a:cubicBezTo>
                  <a:pt x="1147170" y="60407"/>
                  <a:pt x="1139208" y="50087"/>
                  <a:pt x="1123284" y="50087"/>
                </a:cubicBezTo>
                <a:cubicBezTo>
                  <a:pt x="1106731" y="50087"/>
                  <a:pt x="1098455" y="60407"/>
                  <a:pt x="1098455" y="81048"/>
                </a:cubicBezTo>
                <a:cubicBezTo>
                  <a:pt x="1098455" y="91168"/>
                  <a:pt x="1100481" y="98916"/>
                  <a:pt x="1104534" y="104290"/>
                </a:cubicBezTo>
                <a:cubicBezTo>
                  <a:pt x="1108586" y="109665"/>
                  <a:pt x="1114465" y="112352"/>
                  <a:pt x="1122169" y="112352"/>
                </a:cubicBezTo>
                <a:cubicBezTo>
                  <a:pt x="1138836" y="112352"/>
                  <a:pt x="1147170" y="101918"/>
                  <a:pt x="1147170" y="81048"/>
                </a:cubicBezTo>
                <a:close/>
                <a:moveTo>
                  <a:pt x="1202636" y="81048"/>
                </a:moveTo>
                <a:cubicBezTo>
                  <a:pt x="1202636" y="101964"/>
                  <a:pt x="1209926" y="112422"/>
                  <a:pt x="1224506" y="112422"/>
                </a:cubicBezTo>
                <a:cubicBezTo>
                  <a:pt x="1232225" y="112422"/>
                  <a:pt x="1238085" y="109751"/>
                  <a:pt x="1242088" y="104408"/>
                </a:cubicBezTo>
                <a:cubicBezTo>
                  <a:pt x="1246090" y="99064"/>
                  <a:pt x="1248091" y="91306"/>
                  <a:pt x="1248091" y="81134"/>
                </a:cubicBezTo>
                <a:cubicBezTo>
                  <a:pt x="1248091" y="70962"/>
                  <a:pt x="1246119" y="63233"/>
                  <a:pt x="1242174" y="57948"/>
                </a:cubicBezTo>
                <a:cubicBezTo>
                  <a:pt x="1238228" y="52661"/>
                  <a:pt x="1232425" y="50017"/>
                  <a:pt x="1224763" y="50017"/>
                </a:cubicBezTo>
                <a:cubicBezTo>
                  <a:pt x="1210012" y="50017"/>
                  <a:pt x="1202636" y="60361"/>
                  <a:pt x="1202636" y="81048"/>
                </a:cubicBezTo>
                <a:moveTo>
                  <a:pt x="1182052" y="81305"/>
                </a:moveTo>
                <a:cubicBezTo>
                  <a:pt x="1182052" y="67068"/>
                  <a:pt x="1185373" y="55876"/>
                  <a:pt x="1192014" y="47728"/>
                </a:cubicBezTo>
                <a:cubicBezTo>
                  <a:pt x="1198656" y="39581"/>
                  <a:pt x="1207987" y="35507"/>
                  <a:pt x="1220009" y="35507"/>
                </a:cubicBezTo>
                <a:cubicBezTo>
                  <a:pt x="1226536" y="35507"/>
                  <a:pt x="1232032" y="36707"/>
                  <a:pt x="1236497" y="39109"/>
                </a:cubicBezTo>
                <a:cubicBezTo>
                  <a:pt x="1240964" y="41510"/>
                  <a:pt x="1244743" y="45456"/>
                  <a:pt x="1247834" y="50945"/>
                </a:cubicBezTo>
                <a:lnTo>
                  <a:pt x="1248177" y="50945"/>
                </a:lnTo>
                <a:cubicBezTo>
                  <a:pt x="1248063" y="48657"/>
                  <a:pt x="1247963" y="46385"/>
                  <a:pt x="1247877" y="44126"/>
                </a:cubicBezTo>
                <a:cubicBezTo>
                  <a:pt x="1247791" y="41868"/>
                  <a:pt x="1247748" y="39595"/>
                  <a:pt x="1247748" y="37308"/>
                </a:cubicBezTo>
                <a:lnTo>
                  <a:pt x="1247748" y="515"/>
                </a:lnTo>
                <a:lnTo>
                  <a:pt x="1267646" y="515"/>
                </a:lnTo>
                <a:lnTo>
                  <a:pt x="1267646" y="105577"/>
                </a:lnTo>
                <a:cubicBezTo>
                  <a:pt x="1267646" y="111580"/>
                  <a:pt x="1267875" y="118127"/>
                  <a:pt x="1268332" y="125217"/>
                </a:cubicBezTo>
                <a:lnTo>
                  <a:pt x="1248954" y="125217"/>
                </a:lnTo>
                <a:cubicBezTo>
                  <a:pt x="1248724" y="124354"/>
                  <a:pt x="1248493" y="122025"/>
                  <a:pt x="1248263" y="118230"/>
                </a:cubicBezTo>
                <a:cubicBezTo>
                  <a:pt x="1248034" y="114435"/>
                  <a:pt x="1247920" y="111790"/>
                  <a:pt x="1247920" y="110294"/>
                </a:cubicBezTo>
                <a:lnTo>
                  <a:pt x="1247577" y="110294"/>
                </a:lnTo>
                <a:cubicBezTo>
                  <a:pt x="1241795" y="121272"/>
                  <a:pt x="1232434" y="126761"/>
                  <a:pt x="1219494" y="126761"/>
                </a:cubicBezTo>
                <a:cubicBezTo>
                  <a:pt x="1207528" y="126761"/>
                  <a:pt x="1198296" y="122873"/>
                  <a:pt x="1191797" y="115097"/>
                </a:cubicBezTo>
                <a:cubicBezTo>
                  <a:pt x="1185301" y="107321"/>
                  <a:pt x="1182052" y="96057"/>
                  <a:pt x="1182052" y="81305"/>
                </a:cubicBezTo>
                <a:close/>
                <a:moveTo>
                  <a:pt x="1309087" y="85009"/>
                </a:moveTo>
                <a:cubicBezTo>
                  <a:pt x="1309373" y="93975"/>
                  <a:pt x="1311353" y="100871"/>
                  <a:pt x="1315029" y="105698"/>
                </a:cubicBezTo>
                <a:cubicBezTo>
                  <a:pt x="1318706" y="110524"/>
                  <a:pt x="1323737" y="112937"/>
                  <a:pt x="1330123" y="112937"/>
                </a:cubicBezTo>
                <a:cubicBezTo>
                  <a:pt x="1334454" y="112937"/>
                  <a:pt x="1338316" y="111845"/>
                  <a:pt x="1341707" y="109662"/>
                </a:cubicBezTo>
                <a:cubicBezTo>
                  <a:pt x="1345100" y="107478"/>
                  <a:pt x="1348164" y="103801"/>
                  <a:pt x="1350900" y="98630"/>
                </a:cubicBezTo>
                <a:lnTo>
                  <a:pt x="1366378" y="106113"/>
                </a:lnTo>
                <a:cubicBezTo>
                  <a:pt x="1363008" y="111563"/>
                  <a:pt x="1359638" y="115692"/>
                  <a:pt x="1356268" y="118501"/>
                </a:cubicBezTo>
                <a:cubicBezTo>
                  <a:pt x="1352898" y="121311"/>
                  <a:pt x="1348972" y="123419"/>
                  <a:pt x="1344489" y="124823"/>
                </a:cubicBezTo>
                <a:cubicBezTo>
                  <a:pt x="1340006" y="126229"/>
                  <a:pt x="1334680" y="126932"/>
                  <a:pt x="1328513" y="126932"/>
                </a:cubicBezTo>
                <a:cubicBezTo>
                  <a:pt x="1315660" y="126932"/>
                  <a:pt x="1305750" y="122887"/>
                  <a:pt x="1298781" y="114797"/>
                </a:cubicBezTo>
                <a:cubicBezTo>
                  <a:pt x="1291815" y="106706"/>
                  <a:pt x="1288332" y="95342"/>
                  <a:pt x="1288332" y="80705"/>
                </a:cubicBezTo>
                <a:cubicBezTo>
                  <a:pt x="1288332" y="65953"/>
                  <a:pt x="1291991" y="54732"/>
                  <a:pt x="1299309" y="47042"/>
                </a:cubicBezTo>
                <a:cubicBezTo>
                  <a:pt x="1306628" y="39352"/>
                  <a:pt x="1316605" y="35507"/>
                  <a:pt x="1329242" y="35507"/>
                </a:cubicBezTo>
                <a:cubicBezTo>
                  <a:pt x="1341763" y="35507"/>
                  <a:pt x="1351340" y="39611"/>
                  <a:pt x="1357973" y="47819"/>
                </a:cubicBezTo>
                <a:cubicBezTo>
                  <a:pt x="1364605" y="56026"/>
                  <a:pt x="1367922" y="67622"/>
                  <a:pt x="1367922" y="82608"/>
                </a:cubicBezTo>
                <a:lnTo>
                  <a:pt x="1367922" y="85009"/>
                </a:lnTo>
                <a:lnTo>
                  <a:pt x="1309087" y="85009"/>
                </a:lnTo>
                <a:moveTo>
                  <a:pt x="1328555" y="49160"/>
                </a:moveTo>
                <a:cubicBezTo>
                  <a:pt x="1322806" y="49160"/>
                  <a:pt x="1318222" y="51217"/>
                  <a:pt x="1314806" y="55332"/>
                </a:cubicBezTo>
                <a:cubicBezTo>
                  <a:pt x="1311392" y="59445"/>
                  <a:pt x="1309542" y="65130"/>
                  <a:pt x="1309258" y="72386"/>
                </a:cubicBezTo>
                <a:lnTo>
                  <a:pt x="1347338" y="72386"/>
                </a:lnTo>
                <a:cubicBezTo>
                  <a:pt x="1346768" y="64615"/>
                  <a:pt x="1345003" y="58802"/>
                  <a:pt x="1342042" y="54946"/>
                </a:cubicBezTo>
                <a:cubicBezTo>
                  <a:pt x="1339083" y="51088"/>
                  <a:pt x="1334588" y="49160"/>
                  <a:pt x="1328555" y="49160"/>
                </a:cubicBezTo>
                <a:close/>
                <a:moveTo>
                  <a:pt x="1457710" y="4288"/>
                </a:moveTo>
                <a:lnTo>
                  <a:pt x="1457710" y="108648"/>
                </a:lnTo>
                <a:lnTo>
                  <a:pt x="1504194" y="108648"/>
                </a:lnTo>
                <a:lnTo>
                  <a:pt x="1504194" y="125217"/>
                </a:lnTo>
                <a:lnTo>
                  <a:pt x="1436783" y="125217"/>
                </a:lnTo>
                <a:lnTo>
                  <a:pt x="1436783" y="4288"/>
                </a:lnTo>
                <a:lnTo>
                  <a:pt x="1457710" y="4288"/>
                </a:lnTo>
                <a:close/>
                <a:moveTo>
                  <a:pt x="1520809" y="17426"/>
                </a:moveTo>
                <a:lnTo>
                  <a:pt x="1520809" y="515"/>
                </a:lnTo>
                <a:lnTo>
                  <a:pt x="1540449" y="515"/>
                </a:lnTo>
                <a:lnTo>
                  <a:pt x="1540449" y="17426"/>
                </a:lnTo>
                <a:lnTo>
                  <a:pt x="1520809" y="17426"/>
                </a:lnTo>
                <a:moveTo>
                  <a:pt x="1520809" y="125217"/>
                </a:moveTo>
                <a:lnTo>
                  <a:pt x="1520809" y="37222"/>
                </a:lnTo>
                <a:lnTo>
                  <a:pt x="1540535" y="37222"/>
                </a:lnTo>
                <a:lnTo>
                  <a:pt x="1540535" y="125217"/>
                </a:lnTo>
                <a:lnTo>
                  <a:pt x="1520809" y="125217"/>
                </a:lnTo>
                <a:close/>
                <a:moveTo>
                  <a:pt x="1624301" y="125217"/>
                </a:moveTo>
                <a:lnTo>
                  <a:pt x="1624301" y="76084"/>
                </a:lnTo>
                <a:cubicBezTo>
                  <a:pt x="1624301" y="67167"/>
                  <a:pt x="1622914" y="60765"/>
                  <a:pt x="1620141" y="56878"/>
                </a:cubicBezTo>
                <a:cubicBezTo>
                  <a:pt x="1617368" y="52990"/>
                  <a:pt x="1612980" y="51046"/>
                  <a:pt x="1606976" y="51046"/>
                </a:cubicBezTo>
                <a:cubicBezTo>
                  <a:pt x="1600515" y="51046"/>
                  <a:pt x="1595441" y="53534"/>
                  <a:pt x="1591753" y="58508"/>
                </a:cubicBezTo>
                <a:cubicBezTo>
                  <a:pt x="1588065" y="63481"/>
                  <a:pt x="1586221" y="70226"/>
                  <a:pt x="1586221" y="78743"/>
                </a:cubicBezTo>
                <a:lnTo>
                  <a:pt x="1586221" y="125217"/>
                </a:lnTo>
                <a:lnTo>
                  <a:pt x="1566495" y="125217"/>
                </a:lnTo>
                <a:lnTo>
                  <a:pt x="1566495" y="57481"/>
                </a:lnTo>
                <a:cubicBezTo>
                  <a:pt x="1566495" y="50672"/>
                  <a:pt x="1566238" y="43919"/>
                  <a:pt x="1565723" y="37222"/>
                </a:cubicBezTo>
                <a:lnTo>
                  <a:pt x="1584506" y="37222"/>
                </a:lnTo>
                <a:cubicBezTo>
                  <a:pt x="1585135" y="45799"/>
                  <a:pt x="1585449" y="51459"/>
                  <a:pt x="1585449" y="54204"/>
                </a:cubicBezTo>
                <a:lnTo>
                  <a:pt x="1585792" y="54204"/>
                </a:lnTo>
                <a:cubicBezTo>
                  <a:pt x="1589171" y="47659"/>
                  <a:pt x="1593093" y="42907"/>
                  <a:pt x="1597558" y="39948"/>
                </a:cubicBezTo>
                <a:cubicBezTo>
                  <a:pt x="1602025" y="36987"/>
                  <a:pt x="1607780" y="35507"/>
                  <a:pt x="1614824" y="35507"/>
                </a:cubicBezTo>
                <a:cubicBezTo>
                  <a:pt x="1624615" y="35507"/>
                  <a:pt x="1631959" y="38394"/>
                  <a:pt x="1636855" y="44169"/>
                </a:cubicBezTo>
                <a:cubicBezTo>
                  <a:pt x="1641751" y="49944"/>
                  <a:pt x="1644198" y="58863"/>
                  <a:pt x="1644198" y="70928"/>
                </a:cubicBezTo>
                <a:lnTo>
                  <a:pt x="1644198" y="125217"/>
                </a:lnTo>
                <a:lnTo>
                  <a:pt x="1624301" y="125217"/>
                </a:lnTo>
                <a:close/>
                <a:moveTo>
                  <a:pt x="1684181" y="85009"/>
                </a:moveTo>
                <a:cubicBezTo>
                  <a:pt x="1684467" y="93975"/>
                  <a:pt x="1686448" y="100871"/>
                  <a:pt x="1690123" y="105698"/>
                </a:cubicBezTo>
                <a:cubicBezTo>
                  <a:pt x="1693800" y="110524"/>
                  <a:pt x="1698832" y="112937"/>
                  <a:pt x="1705218" y="112937"/>
                </a:cubicBezTo>
                <a:cubicBezTo>
                  <a:pt x="1709549" y="112937"/>
                  <a:pt x="1713410" y="111845"/>
                  <a:pt x="1716802" y="109662"/>
                </a:cubicBezTo>
                <a:cubicBezTo>
                  <a:pt x="1720195" y="107478"/>
                  <a:pt x="1723259" y="103801"/>
                  <a:pt x="1725994" y="98630"/>
                </a:cubicBezTo>
                <a:lnTo>
                  <a:pt x="1741472" y="106113"/>
                </a:lnTo>
                <a:cubicBezTo>
                  <a:pt x="1738103" y="111563"/>
                  <a:pt x="1734733" y="115692"/>
                  <a:pt x="1731363" y="118501"/>
                </a:cubicBezTo>
                <a:cubicBezTo>
                  <a:pt x="1727993" y="121311"/>
                  <a:pt x="1724067" y="123419"/>
                  <a:pt x="1719584" y="124823"/>
                </a:cubicBezTo>
                <a:cubicBezTo>
                  <a:pt x="1715101" y="126229"/>
                  <a:pt x="1709775" y="126932"/>
                  <a:pt x="1703607" y="126932"/>
                </a:cubicBezTo>
                <a:cubicBezTo>
                  <a:pt x="1690755" y="126932"/>
                  <a:pt x="1680844" y="122887"/>
                  <a:pt x="1673876" y="114797"/>
                </a:cubicBezTo>
                <a:cubicBezTo>
                  <a:pt x="1666909" y="106706"/>
                  <a:pt x="1663426" y="95342"/>
                  <a:pt x="1663426" y="80705"/>
                </a:cubicBezTo>
                <a:cubicBezTo>
                  <a:pt x="1663426" y="65953"/>
                  <a:pt x="1667085" y="54732"/>
                  <a:pt x="1674404" y="47042"/>
                </a:cubicBezTo>
                <a:cubicBezTo>
                  <a:pt x="1681723" y="39352"/>
                  <a:pt x="1691700" y="35507"/>
                  <a:pt x="1704336" y="35507"/>
                </a:cubicBezTo>
                <a:cubicBezTo>
                  <a:pt x="1716858" y="35507"/>
                  <a:pt x="1726435" y="39611"/>
                  <a:pt x="1733067" y="47819"/>
                </a:cubicBezTo>
                <a:cubicBezTo>
                  <a:pt x="1739700" y="56026"/>
                  <a:pt x="1743016" y="67622"/>
                  <a:pt x="1743016" y="82608"/>
                </a:cubicBezTo>
                <a:lnTo>
                  <a:pt x="1743016" y="85009"/>
                </a:lnTo>
                <a:lnTo>
                  <a:pt x="1684181" y="85009"/>
                </a:lnTo>
                <a:moveTo>
                  <a:pt x="1703650" y="49160"/>
                </a:moveTo>
                <a:cubicBezTo>
                  <a:pt x="1697900" y="49160"/>
                  <a:pt x="1693317" y="51217"/>
                  <a:pt x="1689901" y="55332"/>
                </a:cubicBezTo>
                <a:cubicBezTo>
                  <a:pt x="1686486" y="59445"/>
                  <a:pt x="1684637" y="65130"/>
                  <a:pt x="1684353" y="72386"/>
                </a:cubicBezTo>
                <a:lnTo>
                  <a:pt x="1722433" y="72386"/>
                </a:lnTo>
                <a:cubicBezTo>
                  <a:pt x="1721863" y="64615"/>
                  <a:pt x="1720097" y="58802"/>
                  <a:pt x="1717137" y="54946"/>
                </a:cubicBezTo>
                <a:cubicBezTo>
                  <a:pt x="1714178" y="51088"/>
                  <a:pt x="1709682" y="49160"/>
                  <a:pt x="1703650" y="49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GenGuard">
            <a:extLst xmlns:a="http://schemas.openxmlformats.org/drawingml/2006/main">
              <a:ext uri="{FF2B5EF4-FFF2-40B4-BE49-F238E27FC236}">
                <a16:creationId xmlns:a16="http://schemas.microsoft.com/office/drawing/2014/main" id="{6A7EA910-592D-4F27-B73E-5C6F9687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40" y="5666290"/>
            <a:ext cx="785269" cy="126418"/>
          </a:xfrm>
          <a:custGeom xmlns:a="http://schemas.openxmlformats.org/drawingml/2006/main">
            <a:pathLst>
              <a:path w="785269" h="126418">
                <a:moveTo>
                  <a:pt x="55147" y="126418"/>
                </a:moveTo>
                <a:cubicBezTo>
                  <a:pt x="37651" y="126418"/>
                  <a:pt x="24086" y="120915"/>
                  <a:pt x="14451" y="109908"/>
                </a:cubicBezTo>
                <a:cubicBezTo>
                  <a:pt x="4817" y="98902"/>
                  <a:pt x="0" y="83507"/>
                  <a:pt x="0" y="63724"/>
                </a:cubicBezTo>
                <a:cubicBezTo>
                  <a:pt x="0" y="43826"/>
                  <a:pt x="4717" y="28574"/>
                  <a:pt x="14151" y="17968"/>
                </a:cubicBezTo>
                <a:cubicBezTo>
                  <a:pt x="23585" y="7362"/>
                  <a:pt x="37051" y="2058"/>
                  <a:pt x="54547" y="2058"/>
                </a:cubicBezTo>
                <a:cubicBezTo>
                  <a:pt x="66611" y="2058"/>
                  <a:pt x="76531" y="4445"/>
                  <a:pt x="84307" y="9220"/>
                </a:cubicBezTo>
                <a:cubicBezTo>
                  <a:pt x="92083" y="13994"/>
                  <a:pt x="97772" y="21270"/>
                  <a:pt x="101374" y="31047"/>
                </a:cubicBezTo>
                <a:lnTo>
                  <a:pt x="82163" y="36879"/>
                </a:lnTo>
                <a:cubicBezTo>
                  <a:pt x="77703" y="24758"/>
                  <a:pt x="68412" y="18697"/>
                  <a:pt x="54289" y="18697"/>
                </a:cubicBezTo>
                <a:cubicBezTo>
                  <a:pt x="43426" y="18697"/>
                  <a:pt x="35178" y="22570"/>
                  <a:pt x="29546" y="30315"/>
                </a:cubicBezTo>
                <a:cubicBezTo>
                  <a:pt x="23914" y="38061"/>
                  <a:pt x="21098" y="49194"/>
                  <a:pt x="21098" y="63715"/>
                </a:cubicBezTo>
                <a:cubicBezTo>
                  <a:pt x="21098" y="78237"/>
                  <a:pt x="24114" y="89556"/>
                  <a:pt x="30146" y="97673"/>
                </a:cubicBezTo>
                <a:cubicBezTo>
                  <a:pt x="36179" y="105790"/>
                  <a:pt x="44569" y="109849"/>
                  <a:pt x="55319" y="109849"/>
                </a:cubicBezTo>
                <a:cubicBezTo>
                  <a:pt x="66468" y="109849"/>
                  <a:pt x="75759" y="106308"/>
                  <a:pt x="83192" y="99225"/>
                </a:cubicBezTo>
                <a:lnTo>
                  <a:pt x="83192" y="77977"/>
                </a:lnTo>
                <a:lnTo>
                  <a:pt x="54718" y="77977"/>
                </a:lnTo>
                <a:lnTo>
                  <a:pt x="54718" y="62609"/>
                </a:lnTo>
                <a:lnTo>
                  <a:pt x="102747" y="62609"/>
                </a:lnTo>
                <a:lnTo>
                  <a:pt x="102747" y="106692"/>
                </a:lnTo>
                <a:cubicBezTo>
                  <a:pt x="97429" y="112695"/>
                  <a:pt x="90539" y="117484"/>
                  <a:pt x="82077" y="121058"/>
                </a:cubicBezTo>
                <a:cubicBezTo>
                  <a:pt x="73615" y="124631"/>
                  <a:pt x="64638" y="126418"/>
                  <a:pt x="55147" y="126418"/>
                </a:cubicBezTo>
                <a:close/>
                <a:moveTo>
                  <a:pt x="141967" y="84495"/>
                </a:moveTo>
                <a:cubicBezTo>
                  <a:pt x="142253" y="93461"/>
                  <a:pt x="144234" y="100357"/>
                  <a:pt x="147909" y="105183"/>
                </a:cubicBezTo>
                <a:cubicBezTo>
                  <a:pt x="151586" y="110009"/>
                  <a:pt x="156618" y="112422"/>
                  <a:pt x="163004" y="112422"/>
                </a:cubicBezTo>
                <a:cubicBezTo>
                  <a:pt x="167335" y="112422"/>
                  <a:pt x="171196" y="111330"/>
                  <a:pt x="174587" y="109147"/>
                </a:cubicBezTo>
                <a:cubicBezTo>
                  <a:pt x="177980" y="106963"/>
                  <a:pt x="181045" y="103286"/>
                  <a:pt x="183780" y="98115"/>
                </a:cubicBezTo>
                <a:lnTo>
                  <a:pt x="199258" y="105598"/>
                </a:lnTo>
                <a:cubicBezTo>
                  <a:pt x="195888" y="111048"/>
                  <a:pt x="192519" y="115177"/>
                  <a:pt x="189149" y="117986"/>
                </a:cubicBezTo>
                <a:cubicBezTo>
                  <a:pt x="185779" y="120797"/>
                  <a:pt x="181852" y="122904"/>
                  <a:pt x="177369" y="124309"/>
                </a:cubicBezTo>
                <a:cubicBezTo>
                  <a:pt x="172886" y="125715"/>
                  <a:pt x="167561" y="126418"/>
                  <a:pt x="161393" y="126418"/>
                </a:cubicBezTo>
                <a:cubicBezTo>
                  <a:pt x="148541" y="126418"/>
                  <a:pt x="138630" y="122373"/>
                  <a:pt x="131662" y="114282"/>
                </a:cubicBezTo>
                <a:cubicBezTo>
                  <a:pt x="124695" y="106192"/>
                  <a:pt x="121212" y="94828"/>
                  <a:pt x="121212" y="80190"/>
                </a:cubicBezTo>
                <a:cubicBezTo>
                  <a:pt x="121212" y="65439"/>
                  <a:pt x="124871" y="54218"/>
                  <a:pt x="132190" y="46528"/>
                </a:cubicBezTo>
                <a:cubicBezTo>
                  <a:pt x="139509" y="38837"/>
                  <a:pt x="149486" y="34992"/>
                  <a:pt x="162122" y="34992"/>
                </a:cubicBezTo>
                <a:cubicBezTo>
                  <a:pt x="174644" y="34992"/>
                  <a:pt x="184221" y="39096"/>
                  <a:pt x="190853" y="47305"/>
                </a:cubicBezTo>
                <a:cubicBezTo>
                  <a:pt x="197486" y="55512"/>
                  <a:pt x="200802" y="67108"/>
                  <a:pt x="200802" y="82093"/>
                </a:cubicBezTo>
                <a:lnTo>
                  <a:pt x="200802" y="84495"/>
                </a:lnTo>
                <a:lnTo>
                  <a:pt x="141967" y="84495"/>
                </a:lnTo>
                <a:moveTo>
                  <a:pt x="161436" y="48645"/>
                </a:moveTo>
                <a:cubicBezTo>
                  <a:pt x="155686" y="48645"/>
                  <a:pt x="151103" y="50702"/>
                  <a:pt x="147687" y="54817"/>
                </a:cubicBezTo>
                <a:cubicBezTo>
                  <a:pt x="144272" y="58931"/>
                  <a:pt x="142423" y="64615"/>
                  <a:pt x="142139" y="71871"/>
                </a:cubicBezTo>
                <a:lnTo>
                  <a:pt x="180218" y="71871"/>
                </a:lnTo>
                <a:cubicBezTo>
                  <a:pt x="179648" y="64101"/>
                  <a:pt x="177883" y="58287"/>
                  <a:pt x="174922" y="54431"/>
                </a:cubicBezTo>
                <a:cubicBezTo>
                  <a:pt x="171963" y="50574"/>
                  <a:pt x="167468" y="48645"/>
                  <a:pt x="161436" y="48645"/>
                </a:cubicBezTo>
                <a:close/>
                <a:moveTo>
                  <a:pt x="277758" y="124703"/>
                </a:moveTo>
                <a:lnTo>
                  <a:pt x="277758" y="75570"/>
                </a:lnTo>
                <a:cubicBezTo>
                  <a:pt x="277758" y="66652"/>
                  <a:pt x="276371" y="60250"/>
                  <a:pt x="273598" y="56364"/>
                </a:cubicBezTo>
                <a:cubicBezTo>
                  <a:pt x="270825" y="52476"/>
                  <a:pt x="266437" y="50532"/>
                  <a:pt x="260433" y="50532"/>
                </a:cubicBezTo>
                <a:cubicBezTo>
                  <a:pt x="253972" y="50532"/>
                  <a:pt x="248898" y="53019"/>
                  <a:pt x="245210" y="57993"/>
                </a:cubicBezTo>
                <a:cubicBezTo>
                  <a:pt x="241522" y="62966"/>
                  <a:pt x="239678" y="69711"/>
                  <a:pt x="239678" y="78229"/>
                </a:cubicBezTo>
                <a:lnTo>
                  <a:pt x="239678" y="124703"/>
                </a:lnTo>
                <a:lnTo>
                  <a:pt x="219952" y="124703"/>
                </a:lnTo>
                <a:lnTo>
                  <a:pt x="219952" y="56967"/>
                </a:lnTo>
                <a:cubicBezTo>
                  <a:pt x="219952" y="50157"/>
                  <a:pt x="219695" y="43404"/>
                  <a:pt x="219180" y="36708"/>
                </a:cubicBezTo>
                <a:lnTo>
                  <a:pt x="237963" y="36708"/>
                </a:lnTo>
                <a:cubicBezTo>
                  <a:pt x="238592" y="45284"/>
                  <a:pt x="238906" y="50945"/>
                  <a:pt x="238906" y="53689"/>
                </a:cubicBezTo>
                <a:lnTo>
                  <a:pt x="239249" y="53689"/>
                </a:lnTo>
                <a:cubicBezTo>
                  <a:pt x="242628" y="47144"/>
                  <a:pt x="246550" y="42392"/>
                  <a:pt x="251015" y="39433"/>
                </a:cubicBezTo>
                <a:cubicBezTo>
                  <a:pt x="255482" y="36473"/>
                  <a:pt x="261237" y="34992"/>
                  <a:pt x="268281" y="34992"/>
                </a:cubicBezTo>
                <a:cubicBezTo>
                  <a:pt x="278072" y="34992"/>
                  <a:pt x="285416" y="37880"/>
                  <a:pt x="290311" y="43654"/>
                </a:cubicBezTo>
                <a:cubicBezTo>
                  <a:pt x="295207" y="49429"/>
                  <a:pt x="297655" y="58349"/>
                  <a:pt x="297655" y="70413"/>
                </a:cubicBezTo>
                <a:lnTo>
                  <a:pt x="297655" y="124703"/>
                </a:lnTo>
                <a:lnTo>
                  <a:pt x="277758" y="124703"/>
                </a:lnTo>
                <a:close/>
                <a:moveTo>
                  <a:pt x="373367" y="126418"/>
                </a:moveTo>
                <a:cubicBezTo>
                  <a:pt x="355871" y="126418"/>
                  <a:pt x="342305" y="120915"/>
                  <a:pt x="332671" y="109908"/>
                </a:cubicBezTo>
                <a:cubicBezTo>
                  <a:pt x="323037" y="98902"/>
                  <a:pt x="318220" y="83507"/>
                  <a:pt x="318220" y="63724"/>
                </a:cubicBezTo>
                <a:cubicBezTo>
                  <a:pt x="318220" y="43826"/>
                  <a:pt x="322937" y="28574"/>
                  <a:pt x="332371" y="17968"/>
                </a:cubicBezTo>
                <a:cubicBezTo>
                  <a:pt x="341805" y="7362"/>
                  <a:pt x="355270" y="2058"/>
                  <a:pt x="372766" y="2058"/>
                </a:cubicBezTo>
                <a:cubicBezTo>
                  <a:pt x="384831" y="2058"/>
                  <a:pt x="394751" y="4445"/>
                  <a:pt x="402527" y="9220"/>
                </a:cubicBezTo>
                <a:cubicBezTo>
                  <a:pt x="410303" y="13994"/>
                  <a:pt x="415992" y="21270"/>
                  <a:pt x="419594" y="31047"/>
                </a:cubicBezTo>
                <a:lnTo>
                  <a:pt x="400383" y="36879"/>
                </a:lnTo>
                <a:cubicBezTo>
                  <a:pt x="395923" y="24758"/>
                  <a:pt x="386632" y="18697"/>
                  <a:pt x="372509" y="18697"/>
                </a:cubicBezTo>
                <a:cubicBezTo>
                  <a:pt x="361646" y="18697"/>
                  <a:pt x="353398" y="22570"/>
                  <a:pt x="347766" y="30315"/>
                </a:cubicBezTo>
                <a:cubicBezTo>
                  <a:pt x="342134" y="38061"/>
                  <a:pt x="339318" y="49194"/>
                  <a:pt x="339318" y="63715"/>
                </a:cubicBezTo>
                <a:cubicBezTo>
                  <a:pt x="339318" y="78237"/>
                  <a:pt x="342334" y="89556"/>
                  <a:pt x="348366" y="97673"/>
                </a:cubicBezTo>
                <a:cubicBezTo>
                  <a:pt x="354398" y="105790"/>
                  <a:pt x="362789" y="109849"/>
                  <a:pt x="373538" y="109849"/>
                </a:cubicBezTo>
                <a:cubicBezTo>
                  <a:pt x="384688" y="109849"/>
                  <a:pt x="393979" y="106308"/>
                  <a:pt x="401412" y="99225"/>
                </a:cubicBezTo>
                <a:lnTo>
                  <a:pt x="401412" y="77977"/>
                </a:lnTo>
                <a:lnTo>
                  <a:pt x="372938" y="77977"/>
                </a:lnTo>
                <a:lnTo>
                  <a:pt x="372938" y="62609"/>
                </a:lnTo>
                <a:lnTo>
                  <a:pt x="420966" y="62609"/>
                </a:lnTo>
                <a:lnTo>
                  <a:pt x="420966" y="106692"/>
                </a:lnTo>
                <a:cubicBezTo>
                  <a:pt x="415649" y="112695"/>
                  <a:pt x="408759" y="117484"/>
                  <a:pt x="400297" y="121058"/>
                </a:cubicBezTo>
                <a:cubicBezTo>
                  <a:pt x="391835" y="124631"/>
                  <a:pt x="382858" y="126418"/>
                  <a:pt x="373367" y="126418"/>
                </a:cubicBezTo>
                <a:close/>
                <a:moveTo>
                  <a:pt x="463446" y="36708"/>
                </a:moveTo>
                <a:lnTo>
                  <a:pt x="463446" y="85907"/>
                </a:lnTo>
                <a:cubicBezTo>
                  <a:pt x="463446" y="94838"/>
                  <a:pt x="464849" y="101249"/>
                  <a:pt x="467656" y="105143"/>
                </a:cubicBezTo>
                <a:cubicBezTo>
                  <a:pt x="470465" y="109034"/>
                  <a:pt x="474849" y="110980"/>
                  <a:pt x="480808" y="110980"/>
                </a:cubicBezTo>
                <a:cubicBezTo>
                  <a:pt x="487228" y="110980"/>
                  <a:pt x="492328" y="108533"/>
                  <a:pt x="496109" y="103639"/>
                </a:cubicBezTo>
                <a:cubicBezTo>
                  <a:pt x="499892" y="98745"/>
                  <a:pt x="501783" y="91919"/>
                  <a:pt x="501783" y="83160"/>
                </a:cubicBezTo>
                <a:lnTo>
                  <a:pt x="501783" y="36708"/>
                </a:lnTo>
                <a:lnTo>
                  <a:pt x="521509" y="36708"/>
                </a:lnTo>
                <a:lnTo>
                  <a:pt x="521509" y="104357"/>
                </a:lnTo>
                <a:cubicBezTo>
                  <a:pt x="521509" y="111224"/>
                  <a:pt x="521766" y="118006"/>
                  <a:pt x="522281" y="124703"/>
                </a:cubicBezTo>
                <a:lnTo>
                  <a:pt x="503498" y="124703"/>
                </a:lnTo>
                <a:cubicBezTo>
                  <a:pt x="502869" y="116012"/>
                  <a:pt x="502555" y="110351"/>
                  <a:pt x="502555" y="107721"/>
                </a:cubicBezTo>
                <a:lnTo>
                  <a:pt x="502212" y="107721"/>
                </a:lnTo>
                <a:cubicBezTo>
                  <a:pt x="498776" y="114468"/>
                  <a:pt x="494810" y="119271"/>
                  <a:pt x="490315" y="122130"/>
                </a:cubicBezTo>
                <a:cubicBezTo>
                  <a:pt x="485821" y="124988"/>
                  <a:pt x="480052" y="126418"/>
                  <a:pt x="473009" y="126418"/>
                </a:cubicBezTo>
                <a:cubicBezTo>
                  <a:pt x="463274" y="126418"/>
                  <a:pt x="455959" y="123513"/>
                  <a:pt x="451064" y="117705"/>
                </a:cubicBezTo>
                <a:cubicBezTo>
                  <a:pt x="446168" y="111896"/>
                  <a:pt x="443720" y="102982"/>
                  <a:pt x="443720" y="90962"/>
                </a:cubicBezTo>
                <a:lnTo>
                  <a:pt x="443720" y="36708"/>
                </a:lnTo>
                <a:lnTo>
                  <a:pt x="463446" y="36708"/>
                </a:lnTo>
                <a:close/>
                <a:moveTo>
                  <a:pt x="574750" y="112524"/>
                </a:moveTo>
                <a:cubicBezTo>
                  <a:pt x="580868" y="112524"/>
                  <a:pt x="585700" y="110389"/>
                  <a:pt x="589245" y="106118"/>
                </a:cubicBezTo>
                <a:cubicBezTo>
                  <a:pt x="592789" y="101846"/>
                  <a:pt x="594562" y="96355"/>
                  <a:pt x="594562" y="89646"/>
                </a:cubicBezTo>
                <a:lnTo>
                  <a:pt x="594562" y="81648"/>
                </a:lnTo>
                <a:lnTo>
                  <a:pt x="585214" y="81992"/>
                </a:lnTo>
                <a:cubicBezTo>
                  <a:pt x="576809" y="82394"/>
                  <a:pt x="570762" y="83885"/>
                  <a:pt x="567074" y="86465"/>
                </a:cubicBezTo>
                <a:cubicBezTo>
                  <a:pt x="563386" y="89045"/>
                  <a:pt x="561542" y="93087"/>
                  <a:pt x="561542" y="98592"/>
                </a:cubicBezTo>
                <a:cubicBezTo>
                  <a:pt x="561542" y="107880"/>
                  <a:pt x="565945" y="112524"/>
                  <a:pt x="574750" y="112524"/>
                </a:cubicBezTo>
                <a:moveTo>
                  <a:pt x="614202" y="124703"/>
                </a:moveTo>
                <a:lnTo>
                  <a:pt x="595162" y="124703"/>
                </a:lnTo>
                <a:lnTo>
                  <a:pt x="594476" y="110809"/>
                </a:lnTo>
                <a:cubicBezTo>
                  <a:pt x="591555" y="116526"/>
                  <a:pt x="588032" y="120557"/>
                  <a:pt x="583908" y="122902"/>
                </a:cubicBezTo>
                <a:cubicBezTo>
                  <a:pt x="579786" y="125246"/>
                  <a:pt x="574719" y="126418"/>
                  <a:pt x="568706" y="126418"/>
                </a:cubicBezTo>
                <a:cubicBezTo>
                  <a:pt x="559658" y="126418"/>
                  <a:pt x="552743" y="124070"/>
                  <a:pt x="547959" y="119374"/>
                </a:cubicBezTo>
                <a:cubicBezTo>
                  <a:pt x="543178" y="114679"/>
                  <a:pt x="540787" y="108151"/>
                  <a:pt x="540787" y="99790"/>
                </a:cubicBezTo>
                <a:cubicBezTo>
                  <a:pt x="540787" y="90628"/>
                  <a:pt x="544052" y="83613"/>
                  <a:pt x="550581" y="78746"/>
                </a:cubicBezTo>
                <a:cubicBezTo>
                  <a:pt x="557109" y="73879"/>
                  <a:pt x="566730" y="71244"/>
                  <a:pt x="579443" y="70842"/>
                </a:cubicBezTo>
                <a:lnTo>
                  <a:pt x="594476" y="70327"/>
                </a:lnTo>
                <a:lnTo>
                  <a:pt x="594476" y="67596"/>
                </a:lnTo>
                <a:cubicBezTo>
                  <a:pt x="594476" y="60823"/>
                  <a:pt x="593374" y="55914"/>
                  <a:pt x="591169" y="52869"/>
                </a:cubicBezTo>
                <a:cubicBezTo>
                  <a:pt x="588964" y="49824"/>
                  <a:pt x="585226" y="48302"/>
                  <a:pt x="579955" y="48302"/>
                </a:cubicBezTo>
                <a:cubicBezTo>
                  <a:pt x="575317" y="48302"/>
                  <a:pt x="571894" y="49173"/>
                  <a:pt x="569687" y="50915"/>
                </a:cubicBezTo>
                <a:cubicBezTo>
                  <a:pt x="567483" y="52655"/>
                  <a:pt x="565980" y="55352"/>
                  <a:pt x="565179" y="59006"/>
                </a:cubicBezTo>
                <a:lnTo>
                  <a:pt x="546105" y="56005"/>
                </a:lnTo>
                <a:cubicBezTo>
                  <a:pt x="547822" y="48515"/>
                  <a:pt x="551414" y="43140"/>
                  <a:pt x="556882" y="39881"/>
                </a:cubicBezTo>
                <a:cubicBezTo>
                  <a:pt x="562349" y="36622"/>
                  <a:pt x="570121" y="34992"/>
                  <a:pt x="580196" y="34992"/>
                </a:cubicBezTo>
                <a:cubicBezTo>
                  <a:pt x="591932" y="34992"/>
                  <a:pt x="600533" y="37765"/>
                  <a:pt x="606001" y="43311"/>
                </a:cubicBezTo>
                <a:cubicBezTo>
                  <a:pt x="611468" y="48858"/>
                  <a:pt x="614202" y="57463"/>
                  <a:pt x="614202" y="69127"/>
                </a:cubicBezTo>
                <a:lnTo>
                  <a:pt x="614202" y="124703"/>
                </a:lnTo>
                <a:close/>
                <a:moveTo>
                  <a:pt x="679512" y="51389"/>
                </a:moveTo>
                <a:cubicBezTo>
                  <a:pt x="673090" y="51389"/>
                  <a:pt x="667958" y="54205"/>
                  <a:pt x="664117" y="59837"/>
                </a:cubicBezTo>
                <a:cubicBezTo>
                  <a:pt x="660275" y="65467"/>
                  <a:pt x="658354" y="73055"/>
                  <a:pt x="658354" y="82600"/>
                </a:cubicBezTo>
                <a:lnTo>
                  <a:pt x="658354" y="124703"/>
                </a:lnTo>
                <a:lnTo>
                  <a:pt x="638628" y="124703"/>
                </a:lnTo>
                <a:lnTo>
                  <a:pt x="638628" y="58428"/>
                </a:lnTo>
                <a:cubicBezTo>
                  <a:pt x="638628" y="49156"/>
                  <a:pt x="638400" y="41916"/>
                  <a:pt x="637942" y="36708"/>
                </a:cubicBezTo>
                <a:lnTo>
                  <a:pt x="656808" y="36708"/>
                </a:lnTo>
                <a:cubicBezTo>
                  <a:pt x="657382" y="43569"/>
                  <a:pt x="657668" y="50201"/>
                  <a:pt x="657668" y="56605"/>
                </a:cubicBezTo>
                <a:lnTo>
                  <a:pt x="658011" y="56605"/>
                </a:lnTo>
                <a:cubicBezTo>
                  <a:pt x="660765" y="48518"/>
                  <a:pt x="663947" y="42894"/>
                  <a:pt x="667558" y="39733"/>
                </a:cubicBezTo>
                <a:cubicBezTo>
                  <a:pt x="671171" y="36573"/>
                  <a:pt x="675930" y="34992"/>
                  <a:pt x="681835" y="34992"/>
                </a:cubicBezTo>
                <a:cubicBezTo>
                  <a:pt x="684530" y="34992"/>
                  <a:pt x="686766" y="35364"/>
                  <a:pt x="688544" y="36107"/>
                </a:cubicBezTo>
                <a:lnTo>
                  <a:pt x="688544" y="52317"/>
                </a:lnTo>
                <a:cubicBezTo>
                  <a:pt x="685619" y="51699"/>
                  <a:pt x="682608" y="51389"/>
                  <a:pt x="679512" y="51389"/>
                </a:cubicBezTo>
                <a:close/>
                <a:moveTo>
                  <a:pt x="719573" y="80534"/>
                </a:moveTo>
                <a:cubicBezTo>
                  <a:pt x="719573" y="101449"/>
                  <a:pt x="726863" y="111907"/>
                  <a:pt x="741443" y="111907"/>
                </a:cubicBezTo>
                <a:cubicBezTo>
                  <a:pt x="749162" y="111907"/>
                  <a:pt x="755023" y="109236"/>
                  <a:pt x="759025" y="103894"/>
                </a:cubicBezTo>
                <a:cubicBezTo>
                  <a:pt x="763028" y="98550"/>
                  <a:pt x="765029" y="90791"/>
                  <a:pt x="765029" y="80619"/>
                </a:cubicBezTo>
                <a:cubicBezTo>
                  <a:pt x="765029" y="70447"/>
                  <a:pt x="763056" y="62718"/>
                  <a:pt x="759111" y="57433"/>
                </a:cubicBezTo>
                <a:cubicBezTo>
                  <a:pt x="755166" y="52146"/>
                  <a:pt x="749362" y="49503"/>
                  <a:pt x="741701" y="49503"/>
                </a:cubicBezTo>
                <a:cubicBezTo>
                  <a:pt x="726949" y="49503"/>
                  <a:pt x="719573" y="59846"/>
                  <a:pt x="719573" y="80534"/>
                </a:cubicBezTo>
                <a:moveTo>
                  <a:pt x="698989" y="80791"/>
                </a:moveTo>
                <a:cubicBezTo>
                  <a:pt x="698989" y="66554"/>
                  <a:pt x="702310" y="55361"/>
                  <a:pt x="708952" y="47214"/>
                </a:cubicBezTo>
                <a:cubicBezTo>
                  <a:pt x="715593" y="39066"/>
                  <a:pt x="724925" y="34992"/>
                  <a:pt x="736946" y="34992"/>
                </a:cubicBezTo>
                <a:cubicBezTo>
                  <a:pt x="743473" y="34992"/>
                  <a:pt x="748969" y="36193"/>
                  <a:pt x="753434" y="38594"/>
                </a:cubicBezTo>
                <a:cubicBezTo>
                  <a:pt x="757901" y="40996"/>
                  <a:pt x="761680" y="44941"/>
                  <a:pt x="764771" y="50430"/>
                </a:cubicBezTo>
                <a:lnTo>
                  <a:pt x="765114" y="50430"/>
                </a:lnTo>
                <a:cubicBezTo>
                  <a:pt x="765000" y="48143"/>
                  <a:pt x="764900" y="45870"/>
                  <a:pt x="764814" y="43612"/>
                </a:cubicBezTo>
                <a:cubicBezTo>
                  <a:pt x="764729" y="41353"/>
                  <a:pt x="764686" y="39080"/>
                  <a:pt x="764686" y="36793"/>
                </a:cubicBezTo>
                <a:lnTo>
                  <a:pt x="764686" y="0"/>
                </a:lnTo>
                <a:lnTo>
                  <a:pt x="784583" y="0"/>
                </a:lnTo>
                <a:lnTo>
                  <a:pt x="784583" y="105062"/>
                </a:lnTo>
                <a:cubicBezTo>
                  <a:pt x="784583" y="111066"/>
                  <a:pt x="784812" y="117613"/>
                  <a:pt x="785269" y="124703"/>
                </a:cubicBezTo>
                <a:lnTo>
                  <a:pt x="765892" y="124703"/>
                </a:lnTo>
                <a:cubicBezTo>
                  <a:pt x="765661" y="123840"/>
                  <a:pt x="765431" y="121511"/>
                  <a:pt x="765200" y="117715"/>
                </a:cubicBezTo>
                <a:cubicBezTo>
                  <a:pt x="764972" y="113920"/>
                  <a:pt x="764857" y="111275"/>
                  <a:pt x="764857" y="109779"/>
                </a:cubicBezTo>
                <a:lnTo>
                  <a:pt x="764514" y="109779"/>
                </a:lnTo>
                <a:cubicBezTo>
                  <a:pt x="758732" y="120757"/>
                  <a:pt x="749371" y="126246"/>
                  <a:pt x="736431" y="126246"/>
                </a:cubicBezTo>
                <a:cubicBezTo>
                  <a:pt x="724465" y="126246"/>
                  <a:pt x="715233" y="122358"/>
                  <a:pt x="708735" y="114582"/>
                </a:cubicBezTo>
                <a:cubicBezTo>
                  <a:pt x="702238" y="106806"/>
                  <a:pt x="698989" y="95542"/>
                  <a:pt x="698989" y="807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E980B-FF6A-46D4-86F9-8491AAB3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51" y="4127852"/>
            <a:ext cx="2625168" cy="1190124"/>
          </a:xfrm>
          <a:custGeom xmlns:a="http://schemas.openxmlformats.org/drawingml/2006/main">
            <a:pathLst>
              <a:path w="2625168" h="1190124" fill="none">
                <a:moveTo>
                  <a:pt x="0" y="198358"/>
                </a:moveTo>
                <a:cubicBezTo>
                  <a:pt x="0" y="88808"/>
                  <a:pt x="88808" y="0"/>
                  <a:pt x="198358" y="0"/>
                </a:cubicBezTo>
                <a:lnTo>
                  <a:pt x="2426810" y="0"/>
                </a:lnTo>
                <a:cubicBezTo>
                  <a:pt x="2536360" y="0"/>
                  <a:pt x="2625168" y="88808"/>
                  <a:pt x="2625168" y="198358"/>
                </a:cubicBezTo>
                <a:lnTo>
                  <a:pt x="2625168" y="991766"/>
                </a:lnTo>
                <a:cubicBezTo>
                  <a:pt x="2625168" y="1101317"/>
                  <a:pt x="2536360" y="1190124"/>
                  <a:pt x="2426810" y="1190124"/>
                </a:cubicBezTo>
                <a:lnTo>
                  <a:pt x="198358" y="1190124"/>
                </a:lnTo>
                <a:cubicBezTo>
                  <a:pt x="88808" y="1190124"/>
                  <a:pt x="0" y="1101317"/>
                  <a:pt x="0" y="991766"/>
                </a:cubicBezTo>
                <a:lnTo>
                  <a:pt x="0" y="1983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548235"/>
            </a:solidFill>
            <a:custDash>
              <a:ds d="400000" sp="300000"/>
            </a:custDash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1C094-A1CE-4EFD-9507-B6C40614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50" y="5454887"/>
            <a:ext cx="2621352" cy="1190124"/>
          </a:xfrm>
          <a:custGeom xmlns:a="http://schemas.openxmlformats.org/drawingml/2006/main">
            <a:pathLst>
              <a:path w="2621352" h="1190124" fill="none">
                <a:moveTo>
                  <a:pt x="0" y="198359"/>
                </a:moveTo>
                <a:cubicBezTo>
                  <a:pt x="0" y="88808"/>
                  <a:pt x="88808" y="0"/>
                  <a:pt x="198359" y="0"/>
                </a:cubicBezTo>
                <a:lnTo>
                  <a:pt x="2422993" y="0"/>
                </a:lnTo>
                <a:cubicBezTo>
                  <a:pt x="2532544" y="0"/>
                  <a:pt x="2621352" y="88808"/>
                  <a:pt x="2621352" y="198359"/>
                </a:cubicBezTo>
                <a:lnTo>
                  <a:pt x="2621352" y="991766"/>
                </a:lnTo>
                <a:cubicBezTo>
                  <a:pt x="2621352" y="1101316"/>
                  <a:pt x="2532544" y="1190124"/>
                  <a:pt x="2422993" y="1190124"/>
                </a:cubicBezTo>
                <a:lnTo>
                  <a:pt x="198359" y="1190124"/>
                </a:lnTo>
                <a:cubicBezTo>
                  <a:pt x="88808" y="1190124"/>
                  <a:pt x="0" y="1101316"/>
                  <a:pt x="0" y="991766"/>
                </a:cubicBezTo>
                <a:lnTo>
                  <a:pt x="0" y="1983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45FE8-A19A-4524-A25E-AFE3FA6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055" y="5123011"/>
            <a:ext cx="87824" cy="419100"/>
          </a:xfrm>
          <a:custGeom xmlns:a="http://schemas.openxmlformats.org/drawingml/2006/main">
            <a:pathLst>
              <a:path w="87824" h="419100">
                <a:moveTo>
                  <a:pt x="54888" y="0"/>
                </a:moveTo>
                <a:lnTo>
                  <a:pt x="32932" y="0"/>
                </a:lnTo>
                <a:lnTo>
                  <a:pt x="32934" y="331276"/>
                </a:lnTo>
                <a:lnTo>
                  <a:pt x="0" y="331276"/>
                </a:lnTo>
                <a:lnTo>
                  <a:pt x="43912" y="419100"/>
                </a:lnTo>
                <a:lnTo>
                  <a:pt x="87824" y="331276"/>
                </a:lnTo>
                <a:lnTo>
                  <a:pt x="54890" y="331276"/>
                </a:lnTo>
                <a:lnTo>
                  <a:pt x="54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Prompt">
            <a:extLst xmlns:a="http://schemas.openxmlformats.org/drawingml/2006/main">
              <a:ext uri="{FF2B5EF4-FFF2-40B4-BE49-F238E27FC236}">
                <a16:creationId xmlns:a16="http://schemas.microsoft.com/office/drawing/2014/main" id="{FC0BB484-DB14-49C6-9992-F35850B7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14" y="3878463"/>
            <a:ext cx="577971" cy="154720"/>
          </a:xfrm>
          <a:custGeom xmlns:a="http://schemas.openxmlformats.org/drawingml/2006/main">
            <a:pathLst>
              <a:path w="577971" h="154720">
                <a:moveTo>
                  <a:pt x="61065" y="37222"/>
                </a:moveTo>
                <a:cubicBezTo>
                  <a:pt x="61065" y="30247"/>
                  <a:pt x="58959" y="24815"/>
                  <a:pt x="54748" y="20927"/>
                </a:cubicBezTo>
                <a:cubicBezTo>
                  <a:pt x="50536" y="17039"/>
                  <a:pt x="44191" y="15095"/>
                  <a:pt x="35710" y="15095"/>
                </a:cubicBezTo>
                <a:lnTo>
                  <a:pt x="20755" y="15095"/>
                </a:lnTo>
                <a:lnTo>
                  <a:pt x="20755" y="60207"/>
                </a:lnTo>
                <a:lnTo>
                  <a:pt x="36397" y="60207"/>
                </a:lnTo>
                <a:cubicBezTo>
                  <a:pt x="44191" y="60207"/>
                  <a:pt x="50250" y="58220"/>
                  <a:pt x="54576" y="54246"/>
                </a:cubicBezTo>
                <a:cubicBezTo>
                  <a:pt x="58902" y="50273"/>
                  <a:pt x="61065" y="44598"/>
                  <a:pt x="61065" y="37222"/>
                </a:cubicBezTo>
                <a:moveTo>
                  <a:pt x="81992" y="37051"/>
                </a:moveTo>
                <a:cubicBezTo>
                  <a:pt x="81992" y="44598"/>
                  <a:pt x="80288" y="51230"/>
                  <a:pt x="76880" y="56948"/>
                </a:cubicBezTo>
                <a:cubicBezTo>
                  <a:pt x="73475" y="62666"/>
                  <a:pt x="68522" y="67126"/>
                  <a:pt x="62022" y="70327"/>
                </a:cubicBezTo>
                <a:cubicBezTo>
                  <a:pt x="55523" y="73529"/>
                  <a:pt x="47837" y="75130"/>
                  <a:pt x="38964" y="75130"/>
                </a:cubicBezTo>
                <a:lnTo>
                  <a:pt x="20755" y="75130"/>
                </a:lnTo>
                <a:lnTo>
                  <a:pt x="20755" y="120929"/>
                </a:lnTo>
                <a:lnTo>
                  <a:pt x="0" y="120929"/>
                </a:lnTo>
                <a:lnTo>
                  <a:pt x="0" y="0"/>
                </a:lnTo>
                <a:lnTo>
                  <a:pt x="38120" y="0"/>
                </a:lnTo>
                <a:cubicBezTo>
                  <a:pt x="52200" y="0"/>
                  <a:pt x="63031" y="3216"/>
                  <a:pt x="70614" y="9649"/>
                </a:cubicBezTo>
                <a:cubicBezTo>
                  <a:pt x="78199" y="16081"/>
                  <a:pt x="81992" y="25215"/>
                  <a:pt x="81992" y="37051"/>
                </a:cubicBezTo>
                <a:close/>
                <a:moveTo>
                  <a:pt x="141108" y="47616"/>
                </a:moveTo>
                <a:cubicBezTo>
                  <a:pt x="134687" y="47616"/>
                  <a:pt x="129555" y="50432"/>
                  <a:pt x="125713" y="56064"/>
                </a:cubicBezTo>
                <a:cubicBezTo>
                  <a:pt x="121872" y="61694"/>
                  <a:pt x="119951" y="69281"/>
                  <a:pt x="119951" y="78826"/>
                </a:cubicBezTo>
                <a:lnTo>
                  <a:pt x="119951" y="120929"/>
                </a:lnTo>
                <a:lnTo>
                  <a:pt x="100225" y="120929"/>
                </a:lnTo>
                <a:lnTo>
                  <a:pt x="100225" y="54654"/>
                </a:lnTo>
                <a:cubicBezTo>
                  <a:pt x="100225" y="45382"/>
                  <a:pt x="99996" y="38142"/>
                  <a:pt x="99539" y="32934"/>
                </a:cubicBezTo>
                <a:lnTo>
                  <a:pt x="118405" y="32934"/>
                </a:lnTo>
                <a:cubicBezTo>
                  <a:pt x="118978" y="39795"/>
                  <a:pt x="119265" y="46428"/>
                  <a:pt x="119265" y="52831"/>
                </a:cubicBezTo>
                <a:lnTo>
                  <a:pt x="119608" y="52831"/>
                </a:lnTo>
                <a:cubicBezTo>
                  <a:pt x="122361" y="44744"/>
                  <a:pt x="125544" y="39121"/>
                  <a:pt x="129155" y="35960"/>
                </a:cubicBezTo>
                <a:cubicBezTo>
                  <a:pt x="132768" y="32799"/>
                  <a:pt x="137527" y="31219"/>
                  <a:pt x="143432" y="31219"/>
                </a:cubicBezTo>
                <a:cubicBezTo>
                  <a:pt x="146126" y="31219"/>
                  <a:pt x="148363" y="31590"/>
                  <a:pt x="150140" y="32333"/>
                </a:cubicBezTo>
                <a:lnTo>
                  <a:pt x="150140" y="48543"/>
                </a:lnTo>
                <a:cubicBezTo>
                  <a:pt x="147215" y="47925"/>
                  <a:pt x="144205" y="47616"/>
                  <a:pt x="141108" y="47616"/>
                </a:cubicBezTo>
                <a:close/>
                <a:moveTo>
                  <a:pt x="250881" y="76760"/>
                </a:moveTo>
                <a:cubicBezTo>
                  <a:pt x="250881" y="91111"/>
                  <a:pt x="246890" y="102346"/>
                  <a:pt x="238906" y="110466"/>
                </a:cubicBezTo>
                <a:cubicBezTo>
                  <a:pt x="230923" y="118585"/>
                  <a:pt x="219720" y="122644"/>
                  <a:pt x="205297" y="122644"/>
                </a:cubicBezTo>
                <a:cubicBezTo>
                  <a:pt x="191332" y="122644"/>
                  <a:pt x="180400" y="118527"/>
                  <a:pt x="172503" y="110294"/>
                </a:cubicBezTo>
                <a:cubicBezTo>
                  <a:pt x="164605" y="102061"/>
                  <a:pt x="160656" y="90883"/>
                  <a:pt x="160656" y="76760"/>
                </a:cubicBezTo>
                <a:cubicBezTo>
                  <a:pt x="160656" y="62408"/>
                  <a:pt x="164620" y="51230"/>
                  <a:pt x="172546" y="43226"/>
                </a:cubicBezTo>
                <a:cubicBezTo>
                  <a:pt x="180472" y="35221"/>
                  <a:pt x="191561" y="31219"/>
                  <a:pt x="205812" y="31219"/>
                </a:cubicBezTo>
                <a:cubicBezTo>
                  <a:pt x="220521" y="31219"/>
                  <a:pt x="231709" y="35121"/>
                  <a:pt x="239378" y="42925"/>
                </a:cubicBezTo>
                <a:cubicBezTo>
                  <a:pt x="247047" y="50730"/>
                  <a:pt x="250881" y="62008"/>
                  <a:pt x="250881" y="76760"/>
                </a:cubicBezTo>
                <a:moveTo>
                  <a:pt x="230126" y="76760"/>
                </a:moveTo>
                <a:cubicBezTo>
                  <a:pt x="230126" y="56119"/>
                  <a:pt x="222164" y="45799"/>
                  <a:pt x="206241" y="45799"/>
                </a:cubicBezTo>
                <a:cubicBezTo>
                  <a:pt x="189688" y="45799"/>
                  <a:pt x="181412" y="56119"/>
                  <a:pt x="181412" y="76760"/>
                </a:cubicBezTo>
                <a:cubicBezTo>
                  <a:pt x="181412" y="86880"/>
                  <a:pt x="183438" y="94628"/>
                  <a:pt x="187490" y="100002"/>
                </a:cubicBezTo>
                <a:cubicBezTo>
                  <a:pt x="191543" y="105377"/>
                  <a:pt x="197421" y="108064"/>
                  <a:pt x="205126" y="108064"/>
                </a:cubicBezTo>
                <a:cubicBezTo>
                  <a:pt x="221793" y="108064"/>
                  <a:pt x="230126" y="97629"/>
                  <a:pt x="230126" y="76760"/>
                </a:cubicBezTo>
                <a:close/>
                <a:moveTo>
                  <a:pt x="325933" y="120929"/>
                </a:moveTo>
                <a:lnTo>
                  <a:pt x="325933" y="71796"/>
                </a:lnTo>
                <a:cubicBezTo>
                  <a:pt x="325933" y="62707"/>
                  <a:pt x="324660" y="56262"/>
                  <a:pt x="322116" y="52461"/>
                </a:cubicBezTo>
                <a:cubicBezTo>
                  <a:pt x="319572" y="48659"/>
                  <a:pt x="315526" y="46758"/>
                  <a:pt x="309980" y="46758"/>
                </a:cubicBezTo>
                <a:cubicBezTo>
                  <a:pt x="303920" y="46758"/>
                  <a:pt x="299117" y="49217"/>
                  <a:pt x="295572" y="54134"/>
                </a:cubicBezTo>
                <a:cubicBezTo>
                  <a:pt x="292027" y="59049"/>
                  <a:pt x="290254" y="65823"/>
                  <a:pt x="290254" y="74455"/>
                </a:cubicBezTo>
                <a:lnTo>
                  <a:pt x="290254" y="120929"/>
                </a:lnTo>
                <a:lnTo>
                  <a:pt x="270528" y="120929"/>
                </a:lnTo>
                <a:lnTo>
                  <a:pt x="270528" y="53193"/>
                </a:lnTo>
                <a:cubicBezTo>
                  <a:pt x="270528" y="46384"/>
                  <a:pt x="270271" y="39631"/>
                  <a:pt x="269756" y="32934"/>
                </a:cubicBezTo>
                <a:lnTo>
                  <a:pt x="288539" y="32934"/>
                </a:lnTo>
                <a:cubicBezTo>
                  <a:pt x="289168" y="41510"/>
                  <a:pt x="289482" y="47171"/>
                  <a:pt x="289482" y="49915"/>
                </a:cubicBezTo>
                <a:lnTo>
                  <a:pt x="289825" y="49915"/>
                </a:lnTo>
                <a:cubicBezTo>
                  <a:pt x="293147" y="43199"/>
                  <a:pt x="296984" y="38404"/>
                  <a:pt x="301337" y="35531"/>
                </a:cubicBezTo>
                <a:cubicBezTo>
                  <a:pt x="305689" y="32656"/>
                  <a:pt x="311215" y="31219"/>
                  <a:pt x="317914" y="31219"/>
                </a:cubicBezTo>
                <a:cubicBezTo>
                  <a:pt x="331715" y="31219"/>
                  <a:pt x="340419" y="37451"/>
                  <a:pt x="344026" y="49915"/>
                </a:cubicBezTo>
                <a:lnTo>
                  <a:pt x="344629" y="49915"/>
                </a:lnTo>
                <a:cubicBezTo>
                  <a:pt x="347721" y="43485"/>
                  <a:pt x="351485" y="38761"/>
                  <a:pt x="355924" y="35745"/>
                </a:cubicBezTo>
                <a:cubicBezTo>
                  <a:pt x="360362" y="32727"/>
                  <a:pt x="366103" y="31219"/>
                  <a:pt x="373146" y="31219"/>
                </a:cubicBezTo>
                <a:cubicBezTo>
                  <a:pt x="382595" y="31219"/>
                  <a:pt x="389667" y="34077"/>
                  <a:pt x="394362" y="39795"/>
                </a:cubicBezTo>
                <a:cubicBezTo>
                  <a:pt x="399058" y="45513"/>
                  <a:pt x="401406" y="54461"/>
                  <a:pt x="401406" y="66640"/>
                </a:cubicBezTo>
                <a:lnTo>
                  <a:pt x="401406" y="120929"/>
                </a:lnTo>
                <a:lnTo>
                  <a:pt x="381508" y="120929"/>
                </a:lnTo>
                <a:lnTo>
                  <a:pt x="381508" y="71796"/>
                </a:lnTo>
                <a:cubicBezTo>
                  <a:pt x="381508" y="62878"/>
                  <a:pt x="380208" y="56476"/>
                  <a:pt x="377606" y="52590"/>
                </a:cubicBezTo>
                <a:cubicBezTo>
                  <a:pt x="375005" y="48702"/>
                  <a:pt x="370874" y="46758"/>
                  <a:pt x="365213" y="46758"/>
                </a:cubicBezTo>
                <a:cubicBezTo>
                  <a:pt x="359209" y="46758"/>
                  <a:pt x="354478" y="49174"/>
                  <a:pt x="351019" y="54005"/>
                </a:cubicBezTo>
                <a:cubicBezTo>
                  <a:pt x="347560" y="58835"/>
                  <a:pt x="345830" y="65480"/>
                  <a:pt x="345830" y="73940"/>
                </a:cubicBezTo>
                <a:lnTo>
                  <a:pt x="345830" y="120929"/>
                </a:lnTo>
                <a:lnTo>
                  <a:pt x="325933" y="120929"/>
                </a:lnTo>
                <a:close/>
                <a:moveTo>
                  <a:pt x="511279" y="76503"/>
                </a:moveTo>
                <a:cubicBezTo>
                  <a:pt x="511279" y="90911"/>
                  <a:pt x="507929" y="102204"/>
                  <a:pt x="501229" y="110380"/>
                </a:cubicBezTo>
                <a:cubicBezTo>
                  <a:pt x="494528" y="118556"/>
                  <a:pt x="485218" y="122644"/>
                  <a:pt x="473299" y="122644"/>
                </a:cubicBezTo>
                <a:cubicBezTo>
                  <a:pt x="466455" y="122644"/>
                  <a:pt x="460838" y="121329"/>
                  <a:pt x="456446" y="118699"/>
                </a:cubicBezTo>
                <a:cubicBezTo>
                  <a:pt x="452056" y="116069"/>
                  <a:pt x="448549" y="112238"/>
                  <a:pt x="445926" y="107206"/>
                </a:cubicBezTo>
                <a:lnTo>
                  <a:pt x="445497" y="107206"/>
                </a:lnTo>
                <a:cubicBezTo>
                  <a:pt x="445612" y="109494"/>
                  <a:pt x="445712" y="111752"/>
                  <a:pt x="445798" y="113982"/>
                </a:cubicBezTo>
                <a:cubicBezTo>
                  <a:pt x="445883" y="116212"/>
                  <a:pt x="445926" y="118470"/>
                  <a:pt x="445926" y="120757"/>
                </a:cubicBezTo>
                <a:lnTo>
                  <a:pt x="445926" y="154720"/>
                </a:lnTo>
                <a:lnTo>
                  <a:pt x="426029" y="154720"/>
                </a:lnTo>
                <a:lnTo>
                  <a:pt x="426029" y="52502"/>
                </a:lnTo>
                <a:cubicBezTo>
                  <a:pt x="426029" y="46552"/>
                  <a:pt x="425800" y="40029"/>
                  <a:pt x="425343" y="32934"/>
                </a:cubicBezTo>
                <a:lnTo>
                  <a:pt x="444463" y="32934"/>
                </a:lnTo>
                <a:cubicBezTo>
                  <a:pt x="445210" y="38880"/>
                  <a:pt x="445583" y="43855"/>
                  <a:pt x="445583" y="47857"/>
                </a:cubicBezTo>
                <a:lnTo>
                  <a:pt x="445926" y="47857"/>
                </a:lnTo>
                <a:cubicBezTo>
                  <a:pt x="451401" y="36765"/>
                  <a:pt x="461010" y="31219"/>
                  <a:pt x="474754" y="31219"/>
                </a:cubicBezTo>
                <a:cubicBezTo>
                  <a:pt x="486558" y="31219"/>
                  <a:pt x="495596" y="35121"/>
                  <a:pt x="501869" y="42925"/>
                </a:cubicBezTo>
                <a:cubicBezTo>
                  <a:pt x="508143" y="50730"/>
                  <a:pt x="511279" y="61922"/>
                  <a:pt x="511279" y="76503"/>
                </a:cubicBezTo>
                <a:moveTo>
                  <a:pt x="490696" y="76674"/>
                </a:moveTo>
                <a:cubicBezTo>
                  <a:pt x="490696" y="56090"/>
                  <a:pt x="483491" y="45799"/>
                  <a:pt x="469080" y="45799"/>
                </a:cubicBezTo>
                <a:cubicBezTo>
                  <a:pt x="461390" y="45799"/>
                  <a:pt x="455551" y="48457"/>
                  <a:pt x="451563" y="53775"/>
                </a:cubicBezTo>
                <a:cubicBezTo>
                  <a:pt x="447576" y="59092"/>
                  <a:pt x="445583" y="66811"/>
                  <a:pt x="445583" y="76931"/>
                </a:cubicBezTo>
                <a:cubicBezTo>
                  <a:pt x="445583" y="87052"/>
                  <a:pt x="447520" y="94771"/>
                  <a:pt x="451394" y="100088"/>
                </a:cubicBezTo>
                <a:cubicBezTo>
                  <a:pt x="455268" y="105405"/>
                  <a:pt x="461049" y="108064"/>
                  <a:pt x="468737" y="108064"/>
                </a:cubicBezTo>
                <a:cubicBezTo>
                  <a:pt x="483376" y="108064"/>
                  <a:pt x="490696" y="97601"/>
                  <a:pt x="490696" y="76674"/>
                </a:cubicBezTo>
                <a:close/>
                <a:moveTo>
                  <a:pt x="558205" y="122473"/>
                </a:moveTo>
                <a:cubicBezTo>
                  <a:pt x="551329" y="122473"/>
                  <a:pt x="545900" y="120513"/>
                  <a:pt x="541917" y="116592"/>
                </a:cubicBezTo>
                <a:cubicBezTo>
                  <a:pt x="537937" y="112672"/>
                  <a:pt x="535946" y="107049"/>
                  <a:pt x="535946" y="99723"/>
                </a:cubicBezTo>
                <a:lnTo>
                  <a:pt x="535946" y="47273"/>
                </a:lnTo>
                <a:lnTo>
                  <a:pt x="522910" y="47273"/>
                </a:lnTo>
                <a:lnTo>
                  <a:pt x="522910" y="32934"/>
                </a:lnTo>
                <a:lnTo>
                  <a:pt x="536203" y="32934"/>
                </a:lnTo>
                <a:lnTo>
                  <a:pt x="542491" y="11664"/>
                </a:lnTo>
                <a:lnTo>
                  <a:pt x="555672" y="11664"/>
                </a:lnTo>
                <a:lnTo>
                  <a:pt x="555672" y="32934"/>
                </a:lnTo>
                <a:lnTo>
                  <a:pt x="576856" y="32934"/>
                </a:lnTo>
                <a:lnTo>
                  <a:pt x="576856" y="47273"/>
                </a:lnTo>
                <a:lnTo>
                  <a:pt x="555672" y="47273"/>
                </a:lnTo>
                <a:lnTo>
                  <a:pt x="555672" y="94744"/>
                </a:lnTo>
                <a:cubicBezTo>
                  <a:pt x="555672" y="103442"/>
                  <a:pt x="559360" y="107791"/>
                  <a:pt x="566736" y="107791"/>
                </a:cubicBezTo>
                <a:cubicBezTo>
                  <a:pt x="570224" y="107791"/>
                  <a:pt x="573969" y="107419"/>
                  <a:pt x="577971" y="106676"/>
                </a:cubicBezTo>
                <a:lnTo>
                  <a:pt x="577971" y="119897"/>
                </a:lnTo>
                <a:cubicBezTo>
                  <a:pt x="571440" y="121614"/>
                  <a:pt x="564852" y="122473"/>
                  <a:pt x="558205" y="122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F10EF-049B-4B11-AB50-8C948D0C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785" y="4686027"/>
            <a:ext cx="1115166" cy="850725"/>
          </a:xfrm>
          <a:custGeom xmlns:a="http://schemas.openxmlformats.org/drawingml/2006/main">
            <a:pathLst>
              <a:path w="1115166" h="850725">
                <a:moveTo>
                  <a:pt x="257494" y="797205"/>
                </a:moveTo>
                <a:lnTo>
                  <a:pt x="304291" y="775448"/>
                </a:lnTo>
                <a:lnTo>
                  <a:pt x="348620" y="750691"/>
                </a:lnTo>
                <a:lnTo>
                  <a:pt x="390083" y="723221"/>
                </a:lnTo>
                <a:lnTo>
                  <a:pt x="428276" y="693314"/>
                </a:lnTo>
                <a:lnTo>
                  <a:pt x="462796" y="661245"/>
                </a:lnTo>
                <a:lnTo>
                  <a:pt x="493235" y="627283"/>
                </a:lnTo>
                <a:lnTo>
                  <a:pt x="519072" y="591818"/>
                </a:lnTo>
                <a:lnTo>
                  <a:pt x="530290" y="573363"/>
                </a:lnTo>
                <a:lnTo>
                  <a:pt x="540141" y="554723"/>
                </a:lnTo>
                <a:lnTo>
                  <a:pt x="548644" y="535804"/>
                </a:lnTo>
                <a:lnTo>
                  <a:pt x="555739" y="516641"/>
                </a:lnTo>
                <a:lnTo>
                  <a:pt x="561367" y="497270"/>
                </a:lnTo>
                <a:lnTo>
                  <a:pt x="565462" y="477729"/>
                </a:lnTo>
                <a:lnTo>
                  <a:pt x="567965" y="458064"/>
                </a:lnTo>
                <a:lnTo>
                  <a:pt x="568794" y="438793"/>
                </a:lnTo>
                <a:lnTo>
                  <a:pt x="569582" y="420443"/>
                </a:lnTo>
                <a:lnTo>
                  <a:pt x="571856" y="402568"/>
                </a:lnTo>
                <a:lnTo>
                  <a:pt x="575602" y="384698"/>
                </a:lnTo>
                <a:lnTo>
                  <a:pt x="580776" y="366884"/>
                </a:lnTo>
                <a:lnTo>
                  <a:pt x="587343" y="349151"/>
                </a:lnTo>
                <a:lnTo>
                  <a:pt x="595249" y="331561"/>
                </a:lnTo>
                <a:lnTo>
                  <a:pt x="604465" y="314121"/>
                </a:lnTo>
                <a:lnTo>
                  <a:pt x="614868" y="297009"/>
                </a:lnTo>
                <a:lnTo>
                  <a:pt x="639506" y="263192"/>
                </a:lnTo>
                <a:lnTo>
                  <a:pt x="668532" y="230803"/>
                </a:lnTo>
                <a:lnTo>
                  <a:pt x="701645" y="200042"/>
                </a:lnTo>
                <a:lnTo>
                  <a:pt x="738427" y="171242"/>
                </a:lnTo>
                <a:lnTo>
                  <a:pt x="778457" y="144720"/>
                </a:lnTo>
                <a:lnTo>
                  <a:pt x="821353" y="120764"/>
                </a:lnTo>
                <a:lnTo>
                  <a:pt x="866671" y="99694"/>
                </a:lnTo>
                <a:lnTo>
                  <a:pt x="914007" y="81802"/>
                </a:lnTo>
                <a:lnTo>
                  <a:pt x="962948" y="67384"/>
                </a:lnTo>
                <a:lnTo>
                  <a:pt x="1012936" y="56760"/>
                </a:lnTo>
                <a:lnTo>
                  <a:pt x="1028506" y="55115"/>
                </a:lnTo>
                <a:lnTo>
                  <a:pt x="1031059" y="87553"/>
                </a:lnTo>
                <a:lnTo>
                  <a:pt x="1115166" y="36887"/>
                </a:lnTo>
                <a:lnTo>
                  <a:pt x="1024169" y="0"/>
                </a:lnTo>
                <a:lnTo>
                  <a:pt x="1026783" y="33219"/>
                </a:lnTo>
                <a:lnTo>
                  <a:pt x="1009486" y="35046"/>
                </a:lnTo>
                <a:lnTo>
                  <a:pt x="957555" y="46082"/>
                </a:lnTo>
                <a:lnTo>
                  <a:pt x="907021" y="60971"/>
                </a:lnTo>
                <a:lnTo>
                  <a:pt x="858156" y="79439"/>
                </a:lnTo>
                <a:lnTo>
                  <a:pt x="811361" y="101196"/>
                </a:lnTo>
                <a:lnTo>
                  <a:pt x="767030" y="125952"/>
                </a:lnTo>
                <a:lnTo>
                  <a:pt x="725569" y="153423"/>
                </a:lnTo>
                <a:lnTo>
                  <a:pt x="687374" y="183330"/>
                </a:lnTo>
                <a:lnTo>
                  <a:pt x="652854" y="215399"/>
                </a:lnTo>
                <a:lnTo>
                  <a:pt x="622417" y="249362"/>
                </a:lnTo>
                <a:lnTo>
                  <a:pt x="596580" y="284826"/>
                </a:lnTo>
                <a:lnTo>
                  <a:pt x="585362" y="303281"/>
                </a:lnTo>
                <a:lnTo>
                  <a:pt x="575511" y="321922"/>
                </a:lnTo>
                <a:lnTo>
                  <a:pt x="567008" y="340840"/>
                </a:lnTo>
                <a:lnTo>
                  <a:pt x="559912" y="360003"/>
                </a:lnTo>
                <a:lnTo>
                  <a:pt x="554285" y="379374"/>
                </a:lnTo>
                <a:lnTo>
                  <a:pt x="550188" y="398915"/>
                </a:lnTo>
                <a:lnTo>
                  <a:pt x="547685" y="418580"/>
                </a:lnTo>
                <a:lnTo>
                  <a:pt x="546858" y="437852"/>
                </a:lnTo>
                <a:lnTo>
                  <a:pt x="546070" y="456201"/>
                </a:lnTo>
                <a:lnTo>
                  <a:pt x="543792" y="474093"/>
                </a:lnTo>
                <a:lnTo>
                  <a:pt x="540049" y="491946"/>
                </a:lnTo>
                <a:lnTo>
                  <a:pt x="534875" y="509759"/>
                </a:lnTo>
                <a:lnTo>
                  <a:pt x="528307" y="527494"/>
                </a:lnTo>
                <a:lnTo>
                  <a:pt x="520397" y="545092"/>
                </a:lnTo>
                <a:lnTo>
                  <a:pt x="511185" y="562524"/>
                </a:lnTo>
                <a:lnTo>
                  <a:pt x="500789" y="579627"/>
                </a:lnTo>
                <a:lnTo>
                  <a:pt x="476138" y="613462"/>
                </a:lnTo>
                <a:lnTo>
                  <a:pt x="447120" y="645842"/>
                </a:lnTo>
                <a:lnTo>
                  <a:pt x="414007" y="676602"/>
                </a:lnTo>
                <a:lnTo>
                  <a:pt x="377233" y="705396"/>
                </a:lnTo>
                <a:lnTo>
                  <a:pt x="337186" y="731930"/>
                </a:lnTo>
                <a:lnTo>
                  <a:pt x="294299" y="755880"/>
                </a:lnTo>
                <a:lnTo>
                  <a:pt x="248973" y="776953"/>
                </a:lnTo>
                <a:lnTo>
                  <a:pt x="201643" y="794843"/>
                </a:lnTo>
                <a:lnTo>
                  <a:pt x="152708" y="809260"/>
                </a:lnTo>
                <a:lnTo>
                  <a:pt x="102581" y="819913"/>
                </a:lnTo>
                <a:lnTo>
                  <a:pt x="51718" y="826507"/>
                </a:lnTo>
                <a:lnTo>
                  <a:pt x="0" y="828791"/>
                </a:lnTo>
                <a:lnTo>
                  <a:pt x="969" y="850725"/>
                </a:lnTo>
                <a:lnTo>
                  <a:pt x="53618" y="848402"/>
                </a:lnTo>
                <a:lnTo>
                  <a:pt x="106291" y="841571"/>
                </a:lnTo>
                <a:lnTo>
                  <a:pt x="158096" y="830562"/>
                </a:lnTo>
                <a:lnTo>
                  <a:pt x="208631" y="815673"/>
                </a:lnTo>
                <a:lnTo>
                  <a:pt x="257494" y="797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14D92-01E3-443D-980A-5A9FA53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52" y="5906574"/>
            <a:ext cx="1114681" cy="87824"/>
          </a:xfrm>
          <a:custGeom xmlns:a="http://schemas.openxmlformats.org/drawingml/2006/main">
            <a:pathLst>
              <a:path w="1114681" h="87824">
                <a:moveTo>
                  <a:pt x="0" y="32932"/>
                </a:moveTo>
                <a:lnTo>
                  <a:pt x="0" y="54888"/>
                </a:lnTo>
                <a:lnTo>
                  <a:pt x="1026858" y="54890"/>
                </a:lnTo>
                <a:lnTo>
                  <a:pt x="1026858" y="87824"/>
                </a:lnTo>
                <a:lnTo>
                  <a:pt x="1114681" y="43912"/>
                </a:lnTo>
                <a:lnTo>
                  <a:pt x="1026858" y="0"/>
                </a:lnTo>
                <a:lnTo>
                  <a:pt x="1026858" y="32934"/>
                </a:lnTo>
                <a:lnTo>
                  <a:pt x="0" y="32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F172F-C917-47FF-9D4C-567B055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242" y="5686875"/>
            <a:ext cx="383243" cy="87824"/>
          </a:xfrm>
          <a:custGeom xmlns:a="http://schemas.openxmlformats.org/drawingml/2006/main">
            <a:pathLst>
              <a:path w="383243" h="87824">
                <a:moveTo>
                  <a:pt x="0" y="51232"/>
                </a:moveTo>
                <a:lnTo>
                  <a:pt x="58549" y="51232"/>
                </a:lnTo>
                <a:lnTo>
                  <a:pt x="58549" y="36595"/>
                </a:lnTo>
                <a:lnTo>
                  <a:pt x="0" y="36595"/>
                </a:lnTo>
                <a:lnTo>
                  <a:pt x="0" y="51232"/>
                </a:lnTo>
                <a:close/>
                <a:moveTo>
                  <a:pt x="102461" y="51230"/>
                </a:moveTo>
                <a:lnTo>
                  <a:pt x="161010" y="51230"/>
                </a:lnTo>
                <a:lnTo>
                  <a:pt x="161010" y="36593"/>
                </a:lnTo>
                <a:lnTo>
                  <a:pt x="102461" y="36593"/>
                </a:lnTo>
                <a:lnTo>
                  <a:pt x="102461" y="51230"/>
                </a:lnTo>
                <a:close/>
                <a:moveTo>
                  <a:pt x="204922" y="51230"/>
                </a:moveTo>
                <a:lnTo>
                  <a:pt x="263471" y="51230"/>
                </a:lnTo>
                <a:lnTo>
                  <a:pt x="263471" y="36593"/>
                </a:lnTo>
                <a:lnTo>
                  <a:pt x="204922" y="36593"/>
                </a:lnTo>
                <a:lnTo>
                  <a:pt x="204922" y="51230"/>
                </a:lnTo>
                <a:close/>
                <a:moveTo>
                  <a:pt x="307382" y="51230"/>
                </a:moveTo>
                <a:lnTo>
                  <a:pt x="310057" y="51230"/>
                </a:lnTo>
                <a:lnTo>
                  <a:pt x="310057" y="36593"/>
                </a:lnTo>
                <a:lnTo>
                  <a:pt x="307382" y="36593"/>
                </a:lnTo>
                <a:lnTo>
                  <a:pt x="307382" y="51230"/>
                </a:lnTo>
                <a:close/>
                <a:moveTo>
                  <a:pt x="295419" y="87824"/>
                </a:moveTo>
                <a:lnTo>
                  <a:pt x="383243" y="43912"/>
                </a:lnTo>
                <a:lnTo>
                  <a:pt x="295419" y="0"/>
                </a:lnTo>
                <a:lnTo>
                  <a:pt x="295419" y="878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A85C4-2480-4ED5-8C5E-4102B9A6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93" y="6093095"/>
            <a:ext cx="326538" cy="87824"/>
          </a:xfrm>
          <a:custGeom xmlns:a="http://schemas.openxmlformats.org/drawingml/2006/main">
            <a:pathLst>
              <a:path w="326538" h="87824">
                <a:moveTo>
                  <a:pt x="204922" y="36593"/>
                </a:moveTo>
                <a:lnTo>
                  <a:pt x="204922" y="51230"/>
                </a:lnTo>
                <a:lnTo>
                  <a:pt x="238715" y="51230"/>
                </a:lnTo>
                <a:lnTo>
                  <a:pt x="238715" y="87824"/>
                </a:lnTo>
                <a:lnTo>
                  <a:pt x="326538" y="43912"/>
                </a:lnTo>
                <a:lnTo>
                  <a:pt x="238715" y="0"/>
                </a:lnTo>
                <a:lnTo>
                  <a:pt x="238715" y="36593"/>
                </a:lnTo>
                <a:lnTo>
                  <a:pt x="204922" y="36593"/>
                </a:lnTo>
                <a:close/>
                <a:moveTo>
                  <a:pt x="102461" y="36595"/>
                </a:moveTo>
                <a:lnTo>
                  <a:pt x="102461" y="51232"/>
                </a:lnTo>
                <a:lnTo>
                  <a:pt x="161010" y="51230"/>
                </a:lnTo>
                <a:lnTo>
                  <a:pt x="161010" y="36593"/>
                </a:lnTo>
                <a:lnTo>
                  <a:pt x="102461" y="36595"/>
                </a:lnTo>
                <a:close/>
                <a:moveTo>
                  <a:pt x="0" y="36595"/>
                </a:moveTo>
                <a:lnTo>
                  <a:pt x="0" y="51232"/>
                </a:lnTo>
                <a:lnTo>
                  <a:pt x="58549" y="51232"/>
                </a:lnTo>
                <a:lnTo>
                  <a:pt x="58549" y="36595"/>
                </a:lnTo>
                <a:lnTo>
                  <a:pt x="0" y="365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InferencewithCodeFast">
            <a:extLst xmlns:a="http://schemas.openxmlformats.org/drawingml/2006/main">
              <a:ext uri="{FF2B5EF4-FFF2-40B4-BE49-F238E27FC236}">
                <a16:creationId xmlns:a16="http://schemas.microsoft.com/office/drawing/2014/main" id="{15B1D477-FED0-4CC0-B229-FB7A243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44" y="6526445"/>
            <a:ext cx="1897169" cy="126932"/>
          </a:xfrm>
          <a:custGeom xmlns:a="http://schemas.openxmlformats.org/drawingml/2006/main">
            <a:pathLst>
              <a:path w="1897169" h="126932">
                <a:moveTo>
                  <a:pt x="20927" y="125217"/>
                </a:moveTo>
                <a:lnTo>
                  <a:pt x="0" y="125217"/>
                </a:lnTo>
                <a:lnTo>
                  <a:pt x="0" y="4288"/>
                </a:lnTo>
                <a:lnTo>
                  <a:pt x="20927" y="4288"/>
                </a:lnTo>
                <a:lnTo>
                  <a:pt x="20927" y="125217"/>
                </a:lnTo>
                <a:close/>
                <a:moveTo>
                  <a:pt x="106984" y="125217"/>
                </a:moveTo>
                <a:lnTo>
                  <a:pt x="106984" y="76084"/>
                </a:lnTo>
                <a:cubicBezTo>
                  <a:pt x="106984" y="67167"/>
                  <a:pt x="105597" y="60765"/>
                  <a:pt x="102824" y="56878"/>
                </a:cubicBezTo>
                <a:cubicBezTo>
                  <a:pt x="100051" y="52990"/>
                  <a:pt x="95663" y="51046"/>
                  <a:pt x="89659" y="51046"/>
                </a:cubicBezTo>
                <a:cubicBezTo>
                  <a:pt x="83198" y="51046"/>
                  <a:pt x="78124" y="53534"/>
                  <a:pt x="74436" y="58508"/>
                </a:cubicBezTo>
                <a:cubicBezTo>
                  <a:pt x="70748" y="63481"/>
                  <a:pt x="68904" y="70226"/>
                  <a:pt x="68904" y="78743"/>
                </a:cubicBezTo>
                <a:lnTo>
                  <a:pt x="68904" y="125217"/>
                </a:lnTo>
                <a:lnTo>
                  <a:pt x="49178" y="125217"/>
                </a:lnTo>
                <a:lnTo>
                  <a:pt x="49178" y="57481"/>
                </a:lnTo>
                <a:cubicBezTo>
                  <a:pt x="49178" y="50672"/>
                  <a:pt x="48921" y="43919"/>
                  <a:pt x="48406" y="37222"/>
                </a:cubicBezTo>
                <a:lnTo>
                  <a:pt x="67189" y="37222"/>
                </a:lnTo>
                <a:cubicBezTo>
                  <a:pt x="67817" y="45799"/>
                  <a:pt x="68132" y="51459"/>
                  <a:pt x="68132" y="54204"/>
                </a:cubicBezTo>
                <a:lnTo>
                  <a:pt x="68475" y="54204"/>
                </a:lnTo>
                <a:cubicBezTo>
                  <a:pt x="71854" y="47659"/>
                  <a:pt x="75776" y="42907"/>
                  <a:pt x="80241" y="39948"/>
                </a:cubicBezTo>
                <a:cubicBezTo>
                  <a:pt x="84708" y="36987"/>
                  <a:pt x="90463" y="35507"/>
                  <a:pt x="97507" y="35507"/>
                </a:cubicBezTo>
                <a:cubicBezTo>
                  <a:pt x="107298" y="35507"/>
                  <a:pt x="114642" y="38394"/>
                  <a:pt x="119537" y="44169"/>
                </a:cubicBezTo>
                <a:cubicBezTo>
                  <a:pt x="124433" y="49944"/>
                  <a:pt x="126881" y="58863"/>
                  <a:pt x="126881" y="70928"/>
                </a:cubicBezTo>
                <a:lnTo>
                  <a:pt x="126881" y="125217"/>
                </a:lnTo>
                <a:lnTo>
                  <a:pt x="106984" y="125217"/>
                </a:lnTo>
                <a:close/>
                <a:moveTo>
                  <a:pt x="178119" y="51561"/>
                </a:moveTo>
                <a:lnTo>
                  <a:pt x="178119" y="125217"/>
                </a:lnTo>
                <a:lnTo>
                  <a:pt x="158393" y="125217"/>
                </a:lnTo>
                <a:lnTo>
                  <a:pt x="158393" y="51561"/>
                </a:lnTo>
                <a:lnTo>
                  <a:pt x="142955" y="51561"/>
                </a:lnTo>
                <a:lnTo>
                  <a:pt x="142955" y="37222"/>
                </a:lnTo>
                <a:lnTo>
                  <a:pt x="158393" y="37222"/>
                </a:lnTo>
                <a:lnTo>
                  <a:pt x="158393" y="26158"/>
                </a:lnTo>
                <a:cubicBezTo>
                  <a:pt x="158393" y="17239"/>
                  <a:pt x="160627" y="10649"/>
                  <a:pt x="165096" y="6389"/>
                </a:cubicBezTo>
                <a:cubicBezTo>
                  <a:pt x="169565" y="2130"/>
                  <a:pt x="176353" y="0"/>
                  <a:pt x="185462" y="0"/>
                </a:cubicBezTo>
                <a:cubicBezTo>
                  <a:pt x="191421" y="0"/>
                  <a:pt x="196521" y="372"/>
                  <a:pt x="200761" y="1115"/>
                </a:cubicBezTo>
                <a:lnTo>
                  <a:pt x="200761" y="14323"/>
                </a:lnTo>
                <a:cubicBezTo>
                  <a:pt x="198236" y="13694"/>
                  <a:pt x="194477" y="13379"/>
                  <a:pt x="189483" y="13379"/>
                </a:cubicBezTo>
                <a:cubicBezTo>
                  <a:pt x="185466" y="13379"/>
                  <a:pt x="182568" y="14480"/>
                  <a:pt x="180788" y="16681"/>
                </a:cubicBezTo>
                <a:cubicBezTo>
                  <a:pt x="179009" y="18883"/>
                  <a:pt x="178119" y="22956"/>
                  <a:pt x="178119" y="28903"/>
                </a:cubicBezTo>
                <a:lnTo>
                  <a:pt x="178119" y="37222"/>
                </a:lnTo>
                <a:lnTo>
                  <a:pt x="197159" y="37222"/>
                </a:lnTo>
                <a:lnTo>
                  <a:pt x="197159" y="51561"/>
                </a:lnTo>
                <a:lnTo>
                  <a:pt x="178119" y="51561"/>
                </a:lnTo>
                <a:close/>
                <a:moveTo>
                  <a:pt x="227339" y="85009"/>
                </a:moveTo>
                <a:cubicBezTo>
                  <a:pt x="227625" y="93975"/>
                  <a:pt x="229606" y="100871"/>
                  <a:pt x="233281" y="105698"/>
                </a:cubicBezTo>
                <a:cubicBezTo>
                  <a:pt x="236958" y="110524"/>
                  <a:pt x="241990" y="112937"/>
                  <a:pt x="248376" y="112937"/>
                </a:cubicBezTo>
                <a:cubicBezTo>
                  <a:pt x="252707" y="112937"/>
                  <a:pt x="256568" y="111845"/>
                  <a:pt x="259959" y="109662"/>
                </a:cubicBezTo>
                <a:cubicBezTo>
                  <a:pt x="263353" y="107478"/>
                  <a:pt x="266417" y="103801"/>
                  <a:pt x="269152" y="98630"/>
                </a:cubicBezTo>
                <a:lnTo>
                  <a:pt x="284630" y="106113"/>
                </a:lnTo>
                <a:cubicBezTo>
                  <a:pt x="281260" y="111563"/>
                  <a:pt x="277891" y="115692"/>
                  <a:pt x="274521" y="118501"/>
                </a:cubicBezTo>
                <a:cubicBezTo>
                  <a:pt x="271151" y="121311"/>
                  <a:pt x="267224" y="123419"/>
                  <a:pt x="262741" y="124823"/>
                </a:cubicBezTo>
                <a:cubicBezTo>
                  <a:pt x="258258" y="126229"/>
                  <a:pt x="252933" y="126932"/>
                  <a:pt x="246765" y="126932"/>
                </a:cubicBezTo>
                <a:cubicBezTo>
                  <a:pt x="233913" y="126932"/>
                  <a:pt x="224002" y="122887"/>
                  <a:pt x="217034" y="114797"/>
                </a:cubicBezTo>
                <a:cubicBezTo>
                  <a:pt x="210067" y="106706"/>
                  <a:pt x="206584" y="95342"/>
                  <a:pt x="206584" y="80705"/>
                </a:cubicBezTo>
                <a:cubicBezTo>
                  <a:pt x="206584" y="65953"/>
                  <a:pt x="210243" y="54732"/>
                  <a:pt x="217562" y="47042"/>
                </a:cubicBezTo>
                <a:cubicBezTo>
                  <a:pt x="224881" y="39352"/>
                  <a:pt x="234858" y="35507"/>
                  <a:pt x="247494" y="35507"/>
                </a:cubicBezTo>
                <a:cubicBezTo>
                  <a:pt x="260016" y="35507"/>
                  <a:pt x="269593" y="39611"/>
                  <a:pt x="276225" y="47819"/>
                </a:cubicBezTo>
                <a:cubicBezTo>
                  <a:pt x="282858" y="56026"/>
                  <a:pt x="286174" y="67622"/>
                  <a:pt x="286174" y="82608"/>
                </a:cubicBezTo>
                <a:lnTo>
                  <a:pt x="286174" y="85009"/>
                </a:lnTo>
                <a:lnTo>
                  <a:pt x="227339" y="85009"/>
                </a:lnTo>
                <a:moveTo>
                  <a:pt x="246808" y="49160"/>
                </a:moveTo>
                <a:cubicBezTo>
                  <a:pt x="241058" y="49160"/>
                  <a:pt x="236475" y="51217"/>
                  <a:pt x="233059" y="55332"/>
                </a:cubicBezTo>
                <a:cubicBezTo>
                  <a:pt x="229644" y="59445"/>
                  <a:pt x="227795" y="65130"/>
                  <a:pt x="227511" y="72386"/>
                </a:cubicBezTo>
                <a:lnTo>
                  <a:pt x="265590" y="72386"/>
                </a:lnTo>
                <a:cubicBezTo>
                  <a:pt x="265020" y="64615"/>
                  <a:pt x="263255" y="58802"/>
                  <a:pt x="260294" y="54946"/>
                </a:cubicBezTo>
                <a:cubicBezTo>
                  <a:pt x="257336" y="51088"/>
                  <a:pt x="252840" y="49160"/>
                  <a:pt x="246808" y="49160"/>
                </a:cubicBezTo>
                <a:close/>
                <a:moveTo>
                  <a:pt x="346176" y="51904"/>
                </a:moveTo>
                <a:cubicBezTo>
                  <a:pt x="339755" y="51904"/>
                  <a:pt x="334623" y="54720"/>
                  <a:pt x="330781" y="60352"/>
                </a:cubicBezTo>
                <a:cubicBezTo>
                  <a:pt x="326940" y="65982"/>
                  <a:pt x="325019" y="73570"/>
                  <a:pt x="325019" y="83114"/>
                </a:cubicBezTo>
                <a:lnTo>
                  <a:pt x="325019" y="125217"/>
                </a:lnTo>
                <a:lnTo>
                  <a:pt x="305293" y="125217"/>
                </a:lnTo>
                <a:lnTo>
                  <a:pt x="305293" y="58942"/>
                </a:lnTo>
                <a:cubicBezTo>
                  <a:pt x="305293" y="49671"/>
                  <a:pt x="305064" y="42431"/>
                  <a:pt x="304607" y="37222"/>
                </a:cubicBezTo>
                <a:lnTo>
                  <a:pt x="323473" y="37222"/>
                </a:lnTo>
                <a:cubicBezTo>
                  <a:pt x="324046" y="44083"/>
                  <a:pt x="324333" y="50716"/>
                  <a:pt x="324333" y="57120"/>
                </a:cubicBezTo>
                <a:lnTo>
                  <a:pt x="324676" y="57120"/>
                </a:lnTo>
                <a:cubicBezTo>
                  <a:pt x="327429" y="49033"/>
                  <a:pt x="330612" y="43409"/>
                  <a:pt x="334223" y="40248"/>
                </a:cubicBezTo>
                <a:cubicBezTo>
                  <a:pt x="337836" y="37087"/>
                  <a:pt x="342595" y="35507"/>
                  <a:pt x="348500" y="35507"/>
                </a:cubicBezTo>
                <a:cubicBezTo>
                  <a:pt x="351194" y="35507"/>
                  <a:pt x="353431" y="35878"/>
                  <a:pt x="355208" y="36622"/>
                </a:cubicBezTo>
                <a:lnTo>
                  <a:pt x="355208" y="52831"/>
                </a:lnTo>
                <a:cubicBezTo>
                  <a:pt x="352283" y="52213"/>
                  <a:pt x="349273" y="51904"/>
                  <a:pt x="346176" y="51904"/>
                </a:cubicBezTo>
                <a:close/>
                <a:moveTo>
                  <a:pt x="386546" y="85009"/>
                </a:moveTo>
                <a:cubicBezTo>
                  <a:pt x="386832" y="93975"/>
                  <a:pt x="388812" y="100871"/>
                  <a:pt x="392488" y="105698"/>
                </a:cubicBezTo>
                <a:cubicBezTo>
                  <a:pt x="396165" y="110524"/>
                  <a:pt x="401196" y="112937"/>
                  <a:pt x="407582" y="112937"/>
                </a:cubicBezTo>
                <a:cubicBezTo>
                  <a:pt x="411913" y="112937"/>
                  <a:pt x="415775" y="111845"/>
                  <a:pt x="419166" y="109662"/>
                </a:cubicBezTo>
                <a:cubicBezTo>
                  <a:pt x="422559" y="107478"/>
                  <a:pt x="425623" y="103801"/>
                  <a:pt x="428359" y="98630"/>
                </a:cubicBezTo>
                <a:lnTo>
                  <a:pt x="443837" y="106113"/>
                </a:lnTo>
                <a:cubicBezTo>
                  <a:pt x="440467" y="111563"/>
                  <a:pt x="437097" y="115692"/>
                  <a:pt x="433727" y="118501"/>
                </a:cubicBezTo>
                <a:cubicBezTo>
                  <a:pt x="430357" y="121311"/>
                  <a:pt x="426431" y="123419"/>
                  <a:pt x="421948" y="124823"/>
                </a:cubicBezTo>
                <a:cubicBezTo>
                  <a:pt x="417465" y="126229"/>
                  <a:pt x="412139" y="126932"/>
                  <a:pt x="405972" y="126932"/>
                </a:cubicBezTo>
                <a:cubicBezTo>
                  <a:pt x="393119" y="126932"/>
                  <a:pt x="383209" y="122887"/>
                  <a:pt x="376241" y="114797"/>
                </a:cubicBezTo>
                <a:cubicBezTo>
                  <a:pt x="369274" y="106706"/>
                  <a:pt x="365791" y="95342"/>
                  <a:pt x="365791" y="80705"/>
                </a:cubicBezTo>
                <a:cubicBezTo>
                  <a:pt x="365791" y="65953"/>
                  <a:pt x="369450" y="54732"/>
                  <a:pt x="376768" y="47042"/>
                </a:cubicBezTo>
                <a:cubicBezTo>
                  <a:pt x="384087" y="39352"/>
                  <a:pt x="394064" y="35507"/>
                  <a:pt x="406701" y="35507"/>
                </a:cubicBezTo>
                <a:cubicBezTo>
                  <a:pt x="419222" y="35507"/>
                  <a:pt x="428799" y="39611"/>
                  <a:pt x="435432" y="47819"/>
                </a:cubicBezTo>
                <a:cubicBezTo>
                  <a:pt x="442064" y="56026"/>
                  <a:pt x="445381" y="67622"/>
                  <a:pt x="445381" y="82608"/>
                </a:cubicBezTo>
                <a:lnTo>
                  <a:pt x="445381" y="85009"/>
                </a:lnTo>
                <a:lnTo>
                  <a:pt x="386546" y="85009"/>
                </a:lnTo>
                <a:moveTo>
                  <a:pt x="406014" y="49160"/>
                </a:moveTo>
                <a:cubicBezTo>
                  <a:pt x="400265" y="49160"/>
                  <a:pt x="395682" y="51217"/>
                  <a:pt x="392265" y="55332"/>
                </a:cubicBezTo>
                <a:cubicBezTo>
                  <a:pt x="388851" y="59445"/>
                  <a:pt x="387001" y="65130"/>
                  <a:pt x="386717" y="72386"/>
                </a:cubicBezTo>
                <a:lnTo>
                  <a:pt x="424797" y="72386"/>
                </a:lnTo>
                <a:cubicBezTo>
                  <a:pt x="424227" y="64615"/>
                  <a:pt x="422462" y="58802"/>
                  <a:pt x="419501" y="54946"/>
                </a:cubicBezTo>
                <a:cubicBezTo>
                  <a:pt x="416542" y="51088"/>
                  <a:pt x="412047" y="49160"/>
                  <a:pt x="406014" y="49160"/>
                </a:cubicBezTo>
                <a:close/>
                <a:moveTo>
                  <a:pt x="522477" y="125217"/>
                </a:moveTo>
                <a:lnTo>
                  <a:pt x="522477" y="76084"/>
                </a:lnTo>
                <a:cubicBezTo>
                  <a:pt x="522477" y="67167"/>
                  <a:pt x="521090" y="60765"/>
                  <a:pt x="518317" y="56878"/>
                </a:cubicBezTo>
                <a:cubicBezTo>
                  <a:pt x="515544" y="52990"/>
                  <a:pt x="511156" y="51046"/>
                  <a:pt x="505152" y="51046"/>
                </a:cubicBezTo>
                <a:cubicBezTo>
                  <a:pt x="498691" y="51046"/>
                  <a:pt x="493617" y="53534"/>
                  <a:pt x="489929" y="58508"/>
                </a:cubicBezTo>
                <a:cubicBezTo>
                  <a:pt x="486241" y="63481"/>
                  <a:pt x="484397" y="70226"/>
                  <a:pt x="484397" y="78743"/>
                </a:cubicBezTo>
                <a:lnTo>
                  <a:pt x="484397" y="125217"/>
                </a:lnTo>
                <a:lnTo>
                  <a:pt x="464671" y="125217"/>
                </a:lnTo>
                <a:lnTo>
                  <a:pt x="464671" y="57481"/>
                </a:lnTo>
                <a:cubicBezTo>
                  <a:pt x="464671" y="50672"/>
                  <a:pt x="464414" y="43919"/>
                  <a:pt x="463899" y="37222"/>
                </a:cubicBezTo>
                <a:lnTo>
                  <a:pt x="482682" y="37222"/>
                </a:lnTo>
                <a:cubicBezTo>
                  <a:pt x="483311" y="45799"/>
                  <a:pt x="483625" y="51459"/>
                  <a:pt x="483625" y="54204"/>
                </a:cubicBezTo>
                <a:lnTo>
                  <a:pt x="483968" y="54204"/>
                </a:lnTo>
                <a:cubicBezTo>
                  <a:pt x="487347" y="47659"/>
                  <a:pt x="491269" y="42907"/>
                  <a:pt x="495734" y="39948"/>
                </a:cubicBezTo>
                <a:cubicBezTo>
                  <a:pt x="500201" y="36987"/>
                  <a:pt x="505956" y="35507"/>
                  <a:pt x="513000" y="35507"/>
                </a:cubicBezTo>
                <a:cubicBezTo>
                  <a:pt x="522791" y="35507"/>
                  <a:pt x="530135" y="38394"/>
                  <a:pt x="535031" y="44169"/>
                </a:cubicBezTo>
                <a:cubicBezTo>
                  <a:pt x="539926" y="49944"/>
                  <a:pt x="542374" y="58863"/>
                  <a:pt x="542374" y="70928"/>
                </a:cubicBezTo>
                <a:lnTo>
                  <a:pt x="542374" y="125217"/>
                </a:lnTo>
                <a:lnTo>
                  <a:pt x="522477" y="125217"/>
                </a:lnTo>
                <a:close/>
                <a:moveTo>
                  <a:pt x="599272" y="126932"/>
                </a:moveTo>
                <a:cubicBezTo>
                  <a:pt x="587208" y="126932"/>
                  <a:pt x="577903" y="122987"/>
                  <a:pt x="571356" y="115097"/>
                </a:cubicBezTo>
                <a:cubicBezTo>
                  <a:pt x="564809" y="107206"/>
                  <a:pt x="561536" y="96086"/>
                  <a:pt x="561536" y="81734"/>
                </a:cubicBezTo>
                <a:cubicBezTo>
                  <a:pt x="561536" y="66983"/>
                  <a:pt x="564881" y="55590"/>
                  <a:pt x="571570" y="47557"/>
                </a:cubicBezTo>
                <a:cubicBezTo>
                  <a:pt x="578260" y="39523"/>
                  <a:pt x="587723" y="35507"/>
                  <a:pt x="599959" y="35507"/>
                </a:cubicBezTo>
                <a:cubicBezTo>
                  <a:pt x="619913" y="35507"/>
                  <a:pt x="631349" y="44626"/>
                  <a:pt x="634265" y="62866"/>
                </a:cubicBezTo>
                <a:lnTo>
                  <a:pt x="614539" y="64495"/>
                </a:lnTo>
                <a:cubicBezTo>
                  <a:pt x="613910" y="59635"/>
                  <a:pt x="612294" y="55990"/>
                  <a:pt x="609693" y="53560"/>
                </a:cubicBezTo>
                <a:cubicBezTo>
                  <a:pt x="607091" y="51130"/>
                  <a:pt x="603904" y="49915"/>
                  <a:pt x="600130" y="49915"/>
                </a:cubicBezTo>
                <a:cubicBezTo>
                  <a:pt x="593669" y="49915"/>
                  <a:pt x="588938" y="52460"/>
                  <a:pt x="585936" y="57548"/>
                </a:cubicBezTo>
                <a:cubicBezTo>
                  <a:pt x="582934" y="62635"/>
                  <a:pt x="581433" y="70409"/>
                  <a:pt x="581433" y="80869"/>
                </a:cubicBezTo>
                <a:cubicBezTo>
                  <a:pt x="581433" y="91502"/>
                  <a:pt x="582991" y="99447"/>
                  <a:pt x="586108" y="104706"/>
                </a:cubicBezTo>
                <a:cubicBezTo>
                  <a:pt x="589224" y="109964"/>
                  <a:pt x="593669" y="112594"/>
                  <a:pt x="599444" y="112594"/>
                </a:cubicBezTo>
                <a:cubicBezTo>
                  <a:pt x="608078" y="112594"/>
                  <a:pt x="613224" y="107196"/>
                  <a:pt x="614882" y="96400"/>
                </a:cubicBezTo>
                <a:lnTo>
                  <a:pt x="634093" y="98458"/>
                </a:lnTo>
                <a:cubicBezTo>
                  <a:pt x="631006" y="117441"/>
                  <a:pt x="619399" y="126932"/>
                  <a:pt x="599272" y="126932"/>
                </a:cubicBezTo>
                <a:close/>
                <a:moveTo>
                  <a:pt x="664788" y="85009"/>
                </a:moveTo>
                <a:cubicBezTo>
                  <a:pt x="665074" y="93975"/>
                  <a:pt x="667055" y="100871"/>
                  <a:pt x="670730" y="105698"/>
                </a:cubicBezTo>
                <a:cubicBezTo>
                  <a:pt x="674407" y="110524"/>
                  <a:pt x="679439" y="112937"/>
                  <a:pt x="685825" y="112937"/>
                </a:cubicBezTo>
                <a:cubicBezTo>
                  <a:pt x="690156" y="112937"/>
                  <a:pt x="694017" y="111845"/>
                  <a:pt x="697409" y="109662"/>
                </a:cubicBezTo>
                <a:cubicBezTo>
                  <a:pt x="700802" y="107478"/>
                  <a:pt x="703866" y="103801"/>
                  <a:pt x="706602" y="98630"/>
                </a:cubicBezTo>
                <a:lnTo>
                  <a:pt x="722080" y="106113"/>
                </a:lnTo>
                <a:cubicBezTo>
                  <a:pt x="718710" y="111563"/>
                  <a:pt x="715340" y="115692"/>
                  <a:pt x="711970" y="118501"/>
                </a:cubicBezTo>
                <a:cubicBezTo>
                  <a:pt x="708600" y="121311"/>
                  <a:pt x="704674" y="123419"/>
                  <a:pt x="700191" y="124823"/>
                </a:cubicBezTo>
                <a:cubicBezTo>
                  <a:pt x="695708" y="126229"/>
                  <a:pt x="690382" y="126932"/>
                  <a:pt x="684214" y="126932"/>
                </a:cubicBezTo>
                <a:cubicBezTo>
                  <a:pt x="671362" y="126932"/>
                  <a:pt x="661452" y="122887"/>
                  <a:pt x="654483" y="114797"/>
                </a:cubicBezTo>
                <a:cubicBezTo>
                  <a:pt x="647517" y="106706"/>
                  <a:pt x="644033" y="95342"/>
                  <a:pt x="644033" y="80705"/>
                </a:cubicBezTo>
                <a:cubicBezTo>
                  <a:pt x="644033" y="65953"/>
                  <a:pt x="647693" y="54732"/>
                  <a:pt x="655011" y="47042"/>
                </a:cubicBezTo>
                <a:cubicBezTo>
                  <a:pt x="662330" y="39352"/>
                  <a:pt x="672307" y="35507"/>
                  <a:pt x="684943" y="35507"/>
                </a:cubicBezTo>
                <a:cubicBezTo>
                  <a:pt x="697465" y="35507"/>
                  <a:pt x="707042" y="39611"/>
                  <a:pt x="713675" y="47819"/>
                </a:cubicBezTo>
                <a:cubicBezTo>
                  <a:pt x="720307" y="56026"/>
                  <a:pt x="723623" y="67622"/>
                  <a:pt x="723623" y="82608"/>
                </a:cubicBezTo>
                <a:lnTo>
                  <a:pt x="723623" y="85009"/>
                </a:lnTo>
                <a:lnTo>
                  <a:pt x="664788" y="85009"/>
                </a:lnTo>
                <a:moveTo>
                  <a:pt x="684257" y="49160"/>
                </a:moveTo>
                <a:cubicBezTo>
                  <a:pt x="678507" y="49160"/>
                  <a:pt x="673924" y="51217"/>
                  <a:pt x="670508" y="55332"/>
                </a:cubicBezTo>
                <a:cubicBezTo>
                  <a:pt x="667093" y="59445"/>
                  <a:pt x="665244" y="65130"/>
                  <a:pt x="664960" y="72386"/>
                </a:cubicBezTo>
                <a:lnTo>
                  <a:pt x="703040" y="72386"/>
                </a:lnTo>
                <a:cubicBezTo>
                  <a:pt x="702470" y="64615"/>
                  <a:pt x="700704" y="58802"/>
                  <a:pt x="697744" y="54946"/>
                </a:cubicBezTo>
                <a:cubicBezTo>
                  <a:pt x="694785" y="51088"/>
                  <a:pt x="690289" y="49160"/>
                  <a:pt x="684257" y="49160"/>
                </a:cubicBezTo>
                <a:close/>
                <a:moveTo>
                  <a:pt x="802195" y="125217"/>
                </a:moveTo>
                <a:lnTo>
                  <a:pt x="778111" y="37222"/>
                </a:lnTo>
                <a:lnTo>
                  <a:pt x="797223" y="37222"/>
                </a:lnTo>
                <a:lnTo>
                  <a:pt x="810252" y="88743"/>
                </a:lnTo>
                <a:cubicBezTo>
                  <a:pt x="810995" y="91777"/>
                  <a:pt x="811680" y="94983"/>
                  <a:pt x="812307" y="98362"/>
                </a:cubicBezTo>
                <a:cubicBezTo>
                  <a:pt x="812936" y="101739"/>
                  <a:pt x="813537" y="105259"/>
                  <a:pt x="814108" y="108922"/>
                </a:cubicBezTo>
                <a:cubicBezTo>
                  <a:pt x="815538" y="102968"/>
                  <a:pt x="816666" y="98274"/>
                  <a:pt x="817493" y="94840"/>
                </a:cubicBezTo>
                <a:cubicBezTo>
                  <a:pt x="818323" y="91404"/>
                  <a:pt x="823594" y="72198"/>
                  <a:pt x="833309" y="37222"/>
                </a:cubicBezTo>
                <a:lnTo>
                  <a:pt x="853794" y="37222"/>
                </a:lnTo>
                <a:lnTo>
                  <a:pt x="867934" y="88142"/>
                </a:lnTo>
                <a:cubicBezTo>
                  <a:pt x="869364" y="93122"/>
                  <a:pt x="870992" y="100077"/>
                  <a:pt x="872820" y="109008"/>
                </a:cubicBezTo>
                <a:cubicBezTo>
                  <a:pt x="873277" y="106717"/>
                  <a:pt x="873820" y="104241"/>
                  <a:pt x="874447" y="101581"/>
                </a:cubicBezTo>
                <a:cubicBezTo>
                  <a:pt x="875076" y="98919"/>
                  <a:pt x="880333" y="77466"/>
                  <a:pt x="890220" y="37222"/>
                </a:cubicBezTo>
                <a:lnTo>
                  <a:pt x="909160" y="37222"/>
                </a:lnTo>
                <a:lnTo>
                  <a:pt x="884219" y="125217"/>
                </a:lnTo>
                <a:lnTo>
                  <a:pt x="862022" y="125217"/>
                </a:lnTo>
                <a:lnTo>
                  <a:pt x="848136" y="73954"/>
                </a:lnTo>
                <a:cubicBezTo>
                  <a:pt x="847335" y="71263"/>
                  <a:pt x="846478" y="67843"/>
                  <a:pt x="845563" y="63694"/>
                </a:cubicBezTo>
                <a:cubicBezTo>
                  <a:pt x="844650" y="59543"/>
                  <a:pt x="843993" y="56037"/>
                  <a:pt x="843593" y="53174"/>
                </a:cubicBezTo>
                <a:cubicBezTo>
                  <a:pt x="842335" y="60788"/>
                  <a:pt x="840821" y="67686"/>
                  <a:pt x="839050" y="73868"/>
                </a:cubicBezTo>
                <a:lnTo>
                  <a:pt x="824652" y="125217"/>
                </a:lnTo>
                <a:lnTo>
                  <a:pt x="802195" y="125217"/>
                </a:lnTo>
                <a:close/>
                <a:moveTo>
                  <a:pt x="924076" y="17426"/>
                </a:moveTo>
                <a:lnTo>
                  <a:pt x="924076" y="515"/>
                </a:lnTo>
                <a:lnTo>
                  <a:pt x="943716" y="515"/>
                </a:lnTo>
                <a:lnTo>
                  <a:pt x="943716" y="17426"/>
                </a:lnTo>
                <a:lnTo>
                  <a:pt x="924076" y="17426"/>
                </a:lnTo>
                <a:moveTo>
                  <a:pt x="924076" y="125217"/>
                </a:moveTo>
                <a:lnTo>
                  <a:pt x="924076" y="37222"/>
                </a:lnTo>
                <a:lnTo>
                  <a:pt x="943802" y="37222"/>
                </a:lnTo>
                <a:lnTo>
                  <a:pt x="943802" y="125217"/>
                </a:lnTo>
                <a:lnTo>
                  <a:pt x="924076" y="125217"/>
                </a:lnTo>
                <a:close/>
                <a:moveTo>
                  <a:pt x="995900" y="126761"/>
                </a:moveTo>
                <a:cubicBezTo>
                  <a:pt x="989024" y="126761"/>
                  <a:pt x="983595" y="124801"/>
                  <a:pt x="979612" y="120881"/>
                </a:cubicBezTo>
                <a:cubicBezTo>
                  <a:pt x="975631" y="116960"/>
                  <a:pt x="973641" y="111337"/>
                  <a:pt x="973641" y="104012"/>
                </a:cubicBezTo>
                <a:lnTo>
                  <a:pt x="973641" y="51561"/>
                </a:lnTo>
                <a:lnTo>
                  <a:pt x="960605" y="51561"/>
                </a:lnTo>
                <a:lnTo>
                  <a:pt x="960605" y="37222"/>
                </a:lnTo>
                <a:lnTo>
                  <a:pt x="973898" y="37222"/>
                </a:lnTo>
                <a:lnTo>
                  <a:pt x="980186" y="15952"/>
                </a:lnTo>
                <a:lnTo>
                  <a:pt x="993367" y="15952"/>
                </a:lnTo>
                <a:lnTo>
                  <a:pt x="993367" y="37222"/>
                </a:lnTo>
                <a:lnTo>
                  <a:pt x="1014551" y="37222"/>
                </a:lnTo>
                <a:lnTo>
                  <a:pt x="1014551" y="51561"/>
                </a:lnTo>
                <a:lnTo>
                  <a:pt x="993367" y="51561"/>
                </a:lnTo>
                <a:lnTo>
                  <a:pt x="993367" y="99032"/>
                </a:lnTo>
                <a:cubicBezTo>
                  <a:pt x="993367" y="107730"/>
                  <a:pt x="997055" y="112079"/>
                  <a:pt x="1004431" y="112079"/>
                </a:cubicBezTo>
                <a:cubicBezTo>
                  <a:pt x="1007918" y="112079"/>
                  <a:pt x="1011663" y="111707"/>
                  <a:pt x="1015666" y="110964"/>
                </a:cubicBezTo>
                <a:lnTo>
                  <a:pt x="1015666" y="124185"/>
                </a:lnTo>
                <a:cubicBezTo>
                  <a:pt x="1009135" y="125902"/>
                  <a:pt x="1002546" y="126761"/>
                  <a:pt x="995900" y="126761"/>
                </a:cubicBezTo>
                <a:close/>
                <a:moveTo>
                  <a:pt x="1091732" y="125217"/>
                </a:moveTo>
                <a:lnTo>
                  <a:pt x="1091732" y="76674"/>
                </a:lnTo>
                <a:cubicBezTo>
                  <a:pt x="1091732" y="67640"/>
                  <a:pt x="1090419" y="61265"/>
                  <a:pt x="1087795" y="57548"/>
                </a:cubicBezTo>
                <a:cubicBezTo>
                  <a:pt x="1085172" y="53832"/>
                  <a:pt x="1081065" y="51974"/>
                  <a:pt x="1075474" y="51974"/>
                </a:cubicBezTo>
                <a:cubicBezTo>
                  <a:pt x="1068627" y="51974"/>
                  <a:pt x="1063278" y="54289"/>
                  <a:pt x="1059428" y="58921"/>
                </a:cubicBezTo>
                <a:cubicBezTo>
                  <a:pt x="1055577" y="63552"/>
                  <a:pt x="1053652" y="69927"/>
                  <a:pt x="1053652" y="78046"/>
                </a:cubicBezTo>
                <a:lnTo>
                  <a:pt x="1053652" y="125217"/>
                </a:lnTo>
                <a:lnTo>
                  <a:pt x="1033926" y="125217"/>
                </a:lnTo>
                <a:lnTo>
                  <a:pt x="1033926" y="515"/>
                </a:lnTo>
                <a:lnTo>
                  <a:pt x="1053652" y="515"/>
                </a:lnTo>
                <a:lnTo>
                  <a:pt x="1053652" y="38533"/>
                </a:lnTo>
                <a:cubicBezTo>
                  <a:pt x="1053652" y="41102"/>
                  <a:pt x="1053609" y="43657"/>
                  <a:pt x="1053523" y="46198"/>
                </a:cubicBezTo>
                <a:cubicBezTo>
                  <a:pt x="1053438" y="48737"/>
                  <a:pt x="1053338" y="51291"/>
                  <a:pt x="1053223" y="53861"/>
                </a:cubicBezTo>
                <a:lnTo>
                  <a:pt x="1053566" y="53861"/>
                </a:lnTo>
                <a:cubicBezTo>
                  <a:pt x="1056763" y="47487"/>
                  <a:pt x="1060545" y="42835"/>
                  <a:pt x="1064911" y="39905"/>
                </a:cubicBezTo>
                <a:cubicBezTo>
                  <a:pt x="1069280" y="36973"/>
                  <a:pt x="1075033" y="35507"/>
                  <a:pt x="1082169" y="35507"/>
                </a:cubicBezTo>
                <a:cubicBezTo>
                  <a:pt x="1091932" y="35507"/>
                  <a:pt x="1099254" y="38380"/>
                  <a:pt x="1104136" y="44126"/>
                </a:cubicBezTo>
                <a:cubicBezTo>
                  <a:pt x="1109017" y="49872"/>
                  <a:pt x="1111458" y="58749"/>
                  <a:pt x="1111458" y="70756"/>
                </a:cubicBezTo>
                <a:lnTo>
                  <a:pt x="1111458" y="125217"/>
                </a:lnTo>
                <a:lnTo>
                  <a:pt x="1091732" y="125217"/>
                </a:lnTo>
                <a:close/>
                <a:moveTo>
                  <a:pt x="1230599" y="126932"/>
                </a:moveTo>
                <a:cubicBezTo>
                  <a:pt x="1214490" y="126932"/>
                  <a:pt x="1201936" y="121386"/>
                  <a:pt x="1192938" y="110294"/>
                </a:cubicBezTo>
                <a:cubicBezTo>
                  <a:pt x="1183941" y="99202"/>
                  <a:pt x="1179443" y="83850"/>
                  <a:pt x="1179443" y="64238"/>
                </a:cubicBezTo>
                <a:cubicBezTo>
                  <a:pt x="1179443" y="44741"/>
                  <a:pt x="1183870" y="29589"/>
                  <a:pt x="1192723" y="18783"/>
                </a:cubicBezTo>
                <a:cubicBezTo>
                  <a:pt x="1201578" y="7976"/>
                  <a:pt x="1214147" y="2573"/>
                  <a:pt x="1230428" y="2573"/>
                </a:cubicBezTo>
                <a:cubicBezTo>
                  <a:pt x="1241681" y="2573"/>
                  <a:pt x="1250977" y="5032"/>
                  <a:pt x="1258317" y="9949"/>
                </a:cubicBezTo>
                <a:cubicBezTo>
                  <a:pt x="1265659" y="14866"/>
                  <a:pt x="1271187" y="22642"/>
                  <a:pt x="1274900" y="33277"/>
                </a:cubicBezTo>
                <a:lnTo>
                  <a:pt x="1256567" y="39795"/>
                </a:lnTo>
                <a:cubicBezTo>
                  <a:pt x="1254625" y="33048"/>
                  <a:pt x="1251455" y="27931"/>
                  <a:pt x="1247058" y="24443"/>
                </a:cubicBezTo>
                <a:cubicBezTo>
                  <a:pt x="1242661" y="20955"/>
                  <a:pt x="1237264" y="19211"/>
                  <a:pt x="1230867" y="19211"/>
                </a:cubicBezTo>
                <a:cubicBezTo>
                  <a:pt x="1221158" y="19211"/>
                  <a:pt x="1213676" y="23113"/>
                  <a:pt x="1208421" y="30916"/>
                </a:cubicBezTo>
                <a:cubicBezTo>
                  <a:pt x="1203168" y="38719"/>
                  <a:pt x="1200541" y="49823"/>
                  <a:pt x="1200541" y="64230"/>
                </a:cubicBezTo>
                <a:cubicBezTo>
                  <a:pt x="1200541" y="78522"/>
                  <a:pt x="1203225" y="89785"/>
                  <a:pt x="1208592" y="98016"/>
                </a:cubicBezTo>
                <a:cubicBezTo>
                  <a:pt x="1213962" y="106248"/>
                  <a:pt x="1221329" y="110364"/>
                  <a:pt x="1230696" y="110364"/>
                </a:cubicBezTo>
                <a:cubicBezTo>
                  <a:pt x="1237035" y="110364"/>
                  <a:pt x="1242475" y="108400"/>
                  <a:pt x="1247015" y="104473"/>
                </a:cubicBezTo>
                <a:cubicBezTo>
                  <a:pt x="1251555" y="100544"/>
                  <a:pt x="1254911" y="94937"/>
                  <a:pt x="1257082" y="87652"/>
                </a:cubicBezTo>
                <a:lnTo>
                  <a:pt x="1275500" y="94872"/>
                </a:lnTo>
                <a:cubicBezTo>
                  <a:pt x="1267502" y="116246"/>
                  <a:pt x="1252535" y="126932"/>
                  <a:pt x="1230599" y="126932"/>
                </a:cubicBezTo>
                <a:close/>
                <a:moveTo>
                  <a:pt x="1377904" y="81048"/>
                </a:moveTo>
                <a:cubicBezTo>
                  <a:pt x="1377904" y="95399"/>
                  <a:pt x="1373912" y="106635"/>
                  <a:pt x="1365929" y="114754"/>
                </a:cubicBezTo>
                <a:cubicBezTo>
                  <a:pt x="1357945" y="122873"/>
                  <a:pt x="1346742" y="126932"/>
                  <a:pt x="1332319" y="126932"/>
                </a:cubicBezTo>
                <a:cubicBezTo>
                  <a:pt x="1318354" y="126932"/>
                  <a:pt x="1307422" y="122816"/>
                  <a:pt x="1299525" y="114582"/>
                </a:cubicBezTo>
                <a:cubicBezTo>
                  <a:pt x="1291627" y="106349"/>
                  <a:pt x="1287679" y="95171"/>
                  <a:pt x="1287679" y="81048"/>
                </a:cubicBezTo>
                <a:cubicBezTo>
                  <a:pt x="1287679" y="66697"/>
                  <a:pt x="1291642" y="55519"/>
                  <a:pt x="1299568" y="47514"/>
                </a:cubicBezTo>
                <a:cubicBezTo>
                  <a:pt x="1307494" y="39509"/>
                  <a:pt x="1318583" y="35507"/>
                  <a:pt x="1332834" y="35507"/>
                </a:cubicBezTo>
                <a:cubicBezTo>
                  <a:pt x="1347543" y="35507"/>
                  <a:pt x="1358731" y="39409"/>
                  <a:pt x="1366400" y="47214"/>
                </a:cubicBezTo>
                <a:cubicBezTo>
                  <a:pt x="1374069" y="55018"/>
                  <a:pt x="1377904" y="66296"/>
                  <a:pt x="1377904" y="81048"/>
                </a:cubicBezTo>
                <a:moveTo>
                  <a:pt x="1357148" y="81048"/>
                </a:moveTo>
                <a:cubicBezTo>
                  <a:pt x="1357148" y="60407"/>
                  <a:pt x="1349186" y="50087"/>
                  <a:pt x="1333263" y="50087"/>
                </a:cubicBezTo>
                <a:cubicBezTo>
                  <a:pt x="1316710" y="50087"/>
                  <a:pt x="1308434" y="60407"/>
                  <a:pt x="1308434" y="81048"/>
                </a:cubicBezTo>
                <a:cubicBezTo>
                  <a:pt x="1308434" y="91168"/>
                  <a:pt x="1310460" y="98916"/>
                  <a:pt x="1314512" y="104290"/>
                </a:cubicBezTo>
                <a:cubicBezTo>
                  <a:pt x="1318565" y="109665"/>
                  <a:pt x="1324443" y="112352"/>
                  <a:pt x="1332148" y="112352"/>
                </a:cubicBezTo>
                <a:cubicBezTo>
                  <a:pt x="1348815" y="112352"/>
                  <a:pt x="1357148" y="101918"/>
                  <a:pt x="1357148" y="81048"/>
                </a:cubicBezTo>
                <a:close/>
                <a:moveTo>
                  <a:pt x="1412597" y="81048"/>
                </a:moveTo>
                <a:cubicBezTo>
                  <a:pt x="1412597" y="101964"/>
                  <a:pt x="1419887" y="112422"/>
                  <a:pt x="1434467" y="112422"/>
                </a:cubicBezTo>
                <a:cubicBezTo>
                  <a:pt x="1442186" y="112422"/>
                  <a:pt x="1448046" y="109751"/>
                  <a:pt x="1452049" y="104408"/>
                </a:cubicBezTo>
                <a:cubicBezTo>
                  <a:pt x="1456051" y="99064"/>
                  <a:pt x="1458052" y="91306"/>
                  <a:pt x="1458052" y="81134"/>
                </a:cubicBezTo>
                <a:cubicBezTo>
                  <a:pt x="1458052" y="70962"/>
                  <a:pt x="1456080" y="63233"/>
                  <a:pt x="1452134" y="57948"/>
                </a:cubicBezTo>
                <a:cubicBezTo>
                  <a:pt x="1448189" y="52661"/>
                  <a:pt x="1442386" y="50017"/>
                  <a:pt x="1434724" y="50017"/>
                </a:cubicBezTo>
                <a:cubicBezTo>
                  <a:pt x="1419972" y="50017"/>
                  <a:pt x="1412597" y="60361"/>
                  <a:pt x="1412597" y="81048"/>
                </a:cubicBezTo>
                <a:moveTo>
                  <a:pt x="1392013" y="81305"/>
                </a:moveTo>
                <a:cubicBezTo>
                  <a:pt x="1392013" y="67068"/>
                  <a:pt x="1395334" y="55876"/>
                  <a:pt x="1401975" y="47728"/>
                </a:cubicBezTo>
                <a:cubicBezTo>
                  <a:pt x="1408617" y="39581"/>
                  <a:pt x="1417948" y="35507"/>
                  <a:pt x="1429969" y="35507"/>
                </a:cubicBezTo>
                <a:cubicBezTo>
                  <a:pt x="1436497" y="35507"/>
                  <a:pt x="1441993" y="36707"/>
                  <a:pt x="1446458" y="39109"/>
                </a:cubicBezTo>
                <a:cubicBezTo>
                  <a:pt x="1450925" y="41510"/>
                  <a:pt x="1454704" y="45456"/>
                  <a:pt x="1457795" y="50945"/>
                </a:cubicBezTo>
                <a:lnTo>
                  <a:pt x="1458138" y="50945"/>
                </a:lnTo>
                <a:cubicBezTo>
                  <a:pt x="1458024" y="48657"/>
                  <a:pt x="1457924" y="46385"/>
                  <a:pt x="1457838" y="44126"/>
                </a:cubicBezTo>
                <a:cubicBezTo>
                  <a:pt x="1457752" y="41868"/>
                  <a:pt x="1457709" y="39595"/>
                  <a:pt x="1457709" y="37308"/>
                </a:cubicBezTo>
                <a:lnTo>
                  <a:pt x="1457709" y="515"/>
                </a:lnTo>
                <a:lnTo>
                  <a:pt x="1477607" y="515"/>
                </a:lnTo>
                <a:lnTo>
                  <a:pt x="1477607" y="105577"/>
                </a:lnTo>
                <a:cubicBezTo>
                  <a:pt x="1477607" y="111580"/>
                  <a:pt x="1477835" y="118127"/>
                  <a:pt x="1478293" y="125217"/>
                </a:cubicBezTo>
                <a:lnTo>
                  <a:pt x="1458915" y="125217"/>
                </a:lnTo>
                <a:cubicBezTo>
                  <a:pt x="1458685" y="124354"/>
                  <a:pt x="1458454" y="122025"/>
                  <a:pt x="1458224" y="118230"/>
                </a:cubicBezTo>
                <a:cubicBezTo>
                  <a:pt x="1457995" y="114435"/>
                  <a:pt x="1457881" y="111790"/>
                  <a:pt x="1457881" y="110294"/>
                </a:cubicBezTo>
                <a:lnTo>
                  <a:pt x="1457538" y="110294"/>
                </a:lnTo>
                <a:cubicBezTo>
                  <a:pt x="1451756" y="121272"/>
                  <a:pt x="1442395" y="126761"/>
                  <a:pt x="1429455" y="126761"/>
                </a:cubicBezTo>
                <a:cubicBezTo>
                  <a:pt x="1417489" y="126761"/>
                  <a:pt x="1408257" y="122873"/>
                  <a:pt x="1401758" y="115097"/>
                </a:cubicBezTo>
                <a:cubicBezTo>
                  <a:pt x="1395261" y="107321"/>
                  <a:pt x="1392013" y="96057"/>
                  <a:pt x="1392013" y="81305"/>
                </a:cubicBezTo>
                <a:close/>
                <a:moveTo>
                  <a:pt x="1519031" y="85009"/>
                </a:moveTo>
                <a:cubicBezTo>
                  <a:pt x="1519317" y="93975"/>
                  <a:pt x="1521297" y="100871"/>
                  <a:pt x="1524973" y="105698"/>
                </a:cubicBezTo>
                <a:cubicBezTo>
                  <a:pt x="1528650" y="110524"/>
                  <a:pt x="1533681" y="112937"/>
                  <a:pt x="1540067" y="112937"/>
                </a:cubicBezTo>
                <a:cubicBezTo>
                  <a:pt x="1544398" y="112937"/>
                  <a:pt x="1548260" y="111845"/>
                  <a:pt x="1551651" y="109662"/>
                </a:cubicBezTo>
                <a:cubicBezTo>
                  <a:pt x="1555044" y="107478"/>
                  <a:pt x="1558108" y="103801"/>
                  <a:pt x="1560844" y="98630"/>
                </a:cubicBezTo>
                <a:lnTo>
                  <a:pt x="1576322" y="106113"/>
                </a:lnTo>
                <a:cubicBezTo>
                  <a:pt x="1572952" y="111563"/>
                  <a:pt x="1569582" y="115692"/>
                  <a:pt x="1566212" y="118501"/>
                </a:cubicBezTo>
                <a:cubicBezTo>
                  <a:pt x="1562842" y="121311"/>
                  <a:pt x="1558916" y="123419"/>
                  <a:pt x="1554433" y="124823"/>
                </a:cubicBezTo>
                <a:cubicBezTo>
                  <a:pt x="1549950" y="126229"/>
                  <a:pt x="1544624" y="126932"/>
                  <a:pt x="1538457" y="126932"/>
                </a:cubicBezTo>
                <a:cubicBezTo>
                  <a:pt x="1525604" y="126932"/>
                  <a:pt x="1515694" y="122887"/>
                  <a:pt x="1508725" y="114797"/>
                </a:cubicBezTo>
                <a:cubicBezTo>
                  <a:pt x="1501759" y="106706"/>
                  <a:pt x="1498276" y="95342"/>
                  <a:pt x="1498276" y="80705"/>
                </a:cubicBezTo>
                <a:cubicBezTo>
                  <a:pt x="1498276" y="65953"/>
                  <a:pt x="1501935" y="54732"/>
                  <a:pt x="1509253" y="47042"/>
                </a:cubicBezTo>
                <a:cubicBezTo>
                  <a:pt x="1516572" y="39352"/>
                  <a:pt x="1526549" y="35507"/>
                  <a:pt x="1539186" y="35507"/>
                </a:cubicBezTo>
                <a:cubicBezTo>
                  <a:pt x="1551707" y="35507"/>
                  <a:pt x="1561284" y="39611"/>
                  <a:pt x="1567917" y="47819"/>
                </a:cubicBezTo>
                <a:cubicBezTo>
                  <a:pt x="1574549" y="56026"/>
                  <a:pt x="1577866" y="67622"/>
                  <a:pt x="1577866" y="82608"/>
                </a:cubicBezTo>
                <a:lnTo>
                  <a:pt x="1577866" y="85009"/>
                </a:lnTo>
                <a:lnTo>
                  <a:pt x="1519031" y="85009"/>
                </a:lnTo>
                <a:moveTo>
                  <a:pt x="1538499" y="49160"/>
                </a:moveTo>
                <a:cubicBezTo>
                  <a:pt x="1532750" y="49160"/>
                  <a:pt x="1528166" y="51217"/>
                  <a:pt x="1524750" y="55332"/>
                </a:cubicBezTo>
                <a:cubicBezTo>
                  <a:pt x="1521336" y="59445"/>
                  <a:pt x="1519486" y="65130"/>
                  <a:pt x="1519202" y="72386"/>
                </a:cubicBezTo>
                <a:lnTo>
                  <a:pt x="1557282" y="72386"/>
                </a:lnTo>
                <a:cubicBezTo>
                  <a:pt x="1556712" y="64615"/>
                  <a:pt x="1554947" y="58802"/>
                  <a:pt x="1551986" y="54946"/>
                </a:cubicBezTo>
                <a:cubicBezTo>
                  <a:pt x="1549027" y="51088"/>
                  <a:pt x="1544532" y="49160"/>
                  <a:pt x="1538499" y="49160"/>
                </a:cubicBezTo>
                <a:close/>
                <a:moveTo>
                  <a:pt x="1620018" y="125217"/>
                </a:moveTo>
                <a:lnTo>
                  <a:pt x="1599091" y="125217"/>
                </a:lnTo>
                <a:lnTo>
                  <a:pt x="1599091" y="4288"/>
                </a:lnTo>
                <a:lnTo>
                  <a:pt x="1666503" y="4288"/>
                </a:lnTo>
                <a:lnTo>
                  <a:pt x="1666503" y="21029"/>
                </a:lnTo>
                <a:lnTo>
                  <a:pt x="1620018" y="21029"/>
                </a:lnTo>
                <a:lnTo>
                  <a:pt x="1620018" y="57634"/>
                </a:lnTo>
                <a:lnTo>
                  <a:pt x="1664616" y="57634"/>
                </a:lnTo>
                <a:lnTo>
                  <a:pt x="1664616" y="73860"/>
                </a:lnTo>
                <a:lnTo>
                  <a:pt x="1620018" y="73860"/>
                </a:lnTo>
                <a:lnTo>
                  <a:pt x="1620018" y="125217"/>
                </a:lnTo>
                <a:close/>
                <a:moveTo>
                  <a:pt x="1712301" y="113039"/>
                </a:moveTo>
                <a:cubicBezTo>
                  <a:pt x="1718419" y="113039"/>
                  <a:pt x="1723251" y="110903"/>
                  <a:pt x="1726796" y="106633"/>
                </a:cubicBezTo>
                <a:cubicBezTo>
                  <a:pt x="1730341" y="102361"/>
                  <a:pt x="1732113" y="96870"/>
                  <a:pt x="1732113" y="90161"/>
                </a:cubicBezTo>
                <a:lnTo>
                  <a:pt x="1732113" y="82163"/>
                </a:lnTo>
                <a:lnTo>
                  <a:pt x="1722765" y="82506"/>
                </a:lnTo>
                <a:cubicBezTo>
                  <a:pt x="1714360" y="82908"/>
                  <a:pt x="1708313" y="84399"/>
                  <a:pt x="1704625" y="86979"/>
                </a:cubicBezTo>
                <a:cubicBezTo>
                  <a:pt x="1700938" y="89559"/>
                  <a:pt x="1699094" y="93602"/>
                  <a:pt x="1699094" y="99107"/>
                </a:cubicBezTo>
                <a:cubicBezTo>
                  <a:pt x="1699094" y="108395"/>
                  <a:pt x="1703496" y="113039"/>
                  <a:pt x="1712301" y="113039"/>
                </a:cubicBezTo>
                <a:moveTo>
                  <a:pt x="1751753" y="125217"/>
                </a:moveTo>
                <a:lnTo>
                  <a:pt x="1732714" y="125217"/>
                </a:lnTo>
                <a:lnTo>
                  <a:pt x="1732027" y="111323"/>
                </a:lnTo>
                <a:cubicBezTo>
                  <a:pt x="1729106" y="117041"/>
                  <a:pt x="1725583" y="121072"/>
                  <a:pt x="1721460" y="123416"/>
                </a:cubicBezTo>
                <a:cubicBezTo>
                  <a:pt x="1717337" y="125760"/>
                  <a:pt x="1712270" y="126932"/>
                  <a:pt x="1706258" y="126932"/>
                </a:cubicBezTo>
                <a:cubicBezTo>
                  <a:pt x="1697209" y="126932"/>
                  <a:pt x="1690294" y="124585"/>
                  <a:pt x="1685511" y="119889"/>
                </a:cubicBezTo>
                <a:cubicBezTo>
                  <a:pt x="1680729" y="115193"/>
                  <a:pt x="1678338" y="108665"/>
                  <a:pt x="1678338" y="100305"/>
                </a:cubicBezTo>
                <a:cubicBezTo>
                  <a:pt x="1678338" y="91142"/>
                  <a:pt x="1681603" y="84128"/>
                  <a:pt x="1688132" y="79260"/>
                </a:cubicBezTo>
                <a:cubicBezTo>
                  <a:pt x="1694661" y="74393"/>
                  <a:pt x="1704281" y="71759"/>
                  <a:pt x="1716994" y="71357"/>
                </a:cubicBezTo>
                <a:lnTo>
                  <a:pt x="1732027" y="70842"/>
                </a:lnTo>
                <a:lnTo>
                  <a:pt x="1732027" y="68111"/>
                </a:lnTo>
                <a:cubicBezTo>
                  <a:pt x="1732027" y="61337"/>
                  <a:pt x="1730925" y="56428"/>
                  <a:pt x="1728720" y="53383"/>
                </a:cubicBezTo>
                <a:cubicBezTo>
                  <a:pt x="1726515" y="50339"/>
                  <a:pt x="1722777" y="48816"/>
                  <a:pt x="1717506" y="48816"/>
                </a:cubicBezTo>
                <a:cubicBezTo>
                  <a:pt x="1712868" y="48816"/>
                  <a:pt x="1709445" y="49688"/>
                  <a:pt x="1707239" y="51430"/>
                </a:cubicBezTo>
                <a:cubicBezTo>
                  <a:pt x="1705034" y="53170"/>
                  <a:pt x="1703531" y="55867"/>
                  <a:pt x="1702731" y="59521"/>
                </a:cubicBezTo>
                <a:lnTo>
                  <a:pt x="1683656" y="56519"/>
                </a:lnTo>
                <a:cubicBezTo>
                  <a:pt x="1685373" y="49029"/>
                  <a:pt x="1688965" y="43654"/>
                  <a:pt x="1694433" y="40395"/>
                </a:cubicBezTo>
                <a:cubicBezTo>
                  <a:pt x="1699900" y="37136"/>
                  <a:pt x="1707672" y="35507"/>
                  <a:pt x="1717748" y="35507"/>
                </a:cubicBezTo>
                <a:cubicBezTo>
                  <a:pt x="1729483" y="35507"/>
                  <a:pt x="1738085" y="38280"/>
                  <a:pt x="1743552" y="43826"/>
                </a:cubicBezTo>
                <a:cubicBezTo>
                  <a:pt x="1749020" y="49372"/>
                  <a:pt x="1751753" y="57977"/>
                  <a:pt x="1751753" y="69641"/>
                </a:cubicBezTo>
                <a:lnTo>
                  <a:pt x="1751753" y="125217"/>
                </a:lnTo>
                <a:close/>
                <a:moveTo>
                  <a:pt x="1833660" y="99916"/>
                </a:moveTo>
                <a:cubicBezTo>
                  <a:pt x="1833660" y="108379"/>
                  <a:pt x="1830787" y="114997"/>
                  <a:pt x="1825040" y="119771"/>
                </a:cubicBezTo>
                <a:cubicBezTo>
                  <a:pt x="1819294" y="124545"/>
                  <a:pt x="1811246" y="126932"/>
                  <a:pt x="1800897" y="126932"/>
                </a:cubicBezTo>
                <a:cubicBezTo>
                  <a:pt x="1790148" y="126932"/>
                  <a:pt x="1782258" y="125246"/>
                  <a:pt x="1777226" y="121872"/>
                </a:cubicBezTo>
                <a:cubicBezTo>
                  <a:pt x="1772195" y="118499"/>
                  <a:pt x="1768878" y="113067"/>
                  <a:pt x="1767277" y="105577"/>
                </a:cubicBezTo>
                <a:lnTo>
                  <a:pt x="1784259" y="102918"/>
                </a:lnTo>
                <a:cubicBezTo>
                  <a:pt x="1785059" y="106858"/>
                  <a:pt x="1786760" y="109685"/>
                  <a:pt x="1789362" y="111398"/>
                </a:cubicBezTo>
                <a:cubicBezTo>
                  <a:pt x="1791964" y="113110"/>
                  <a:pt x="1795694" y="113966"/>
                  <a:pt x="1800554" y="113966"/>
                </a:cubicBezTo>
                <a:cubicBezTo>
                  <a:pt x="1804957" y="113966"/>
                  <a:pt x="1808516" y="113023"/>
                  <a:pt x="1811232" y="111138"/>
                </a:cubicBezTo>
                <a:cubicBezTo>
                  <a:pt x="1813948" y="109251"/>
                  <a:pt x="1815306" y="106194"/>
                  <a:pt x="1815306" y="101967"/>
                </a:cubicBezTo>
                <a:cubicBezTo>
                  <a:pt x="1815306" y="99396"/>
                  <a:pt x="1814706" y="97268"/>
                  <a:pt x="1813505" y="95583"/>
                </a:cubicBezTo>
                <a:cubicBezTo>
                  <a:pt x="1812304" y="93896"/>
                  <a:pt x="1810517" y="92439"/>
                  <a:pt x="1808145" y="91211"/>
                </a:cubicBezTo>
                <a:cubicBezTo>
                  <a:pt x="1805772" y="89982"/>
                  <a:pt x="1801155" y="88452"/>
                  <a:pt x="1794293" y="86623"/>
                </a:cubicBezTo>
                <a:cubicBezTo>
                  <a:pt x="1788004" y="84965"/>
                  <a:pt x="1783330" y="83092"/>
                  <a:pt x="1780271" y="81005"/>
                </a:cubicBezTo>
                <a:cubicBezTo>
                  <a:pt x="1777212" y="78918"/>
                  <a:pt x="1774853" y="76288"/>
                  <a:pt x="1773195" y="73115"/>
                </a:cubicBezTo>
                <a:cubicBezTo>
                  <a:pt x="1771537" y="69941"/>
                  <a:pt x="1770708" y="66039"/>
                  <a:pt x="1770708" y="61408"/>
                </a:cubicBezTo>
                <a:cubicBezTo>
                  <a:pt x="1770708" y="53232"/>
                  <a:pt x="1773263" y="46871"/>
                  <a:pt x="1778373" y="42325"/>
                </a:cubicBezTo>
                <a:cubicBezTo>
                  <a:pt x="1783484" y="37780"/>
                  <a:pt x="1790949" y="35507"/>
                  <a:pt x="1800769" y="35507"/>
                </a:cubicBezTo>
                <a:cubicBezTo>
                  <a:pt x="1809847" y="35507"/>
                  <a:pt x="1816827" y="37173"/>
                  <a:pt x="1821709" y="40505"/>
                </a:cubicBezTo>
                <a:cubicBezTo>
                  <a:pt x="1826590" y="43838"/>
                  <a:pt x="1829659" y="48950"/>
                  <a:pt x="1830915" y="55841"/>
                </a:cubicBezTo>
                <a:lnTo>
                  <a:pt x="1813797" y="57634"/>
                </a:lnTo>
                <a:cubicBezTo>
                  <a:pt x="1813170" y="54293"/>
                  <a:pt x="1811786" y="51942"/>
                  <a:pt x="1809645" y="50583"/>
                </a:cubicBezTo>
                <a:cubicBezTo>
                  <a:pt x="1807507" y="49223"/>
                  <a:pt x="1804611" y="48543"/>
                  <a:pt x="1800959" y="48543"/>
                </a:cubicBezTo>
                <a:cubicBezTo>
                  <a:pt x="1792913" y="48543"/>
                  <a:pt x="1788890" y="52088"/>
                  <a:pt x="1788890" y="59178"/>
                </a:cubicBezTo>
                <a:cubicBezTo>
                  <a:pt x="1788890" y="61465"/>
                  <a:pt x="1789391" y="63352"/>
                  <a:pt x="1790391" y="64838"/>
                </a:cubicBezTo>
                <a:cubicBezTo>
                  <a:pt x="1791392" y="66325"/>
                  <a:pt x="1792850" y="67597"/>
                  <a:pt x="1794765" y="68655"/>
                </a:cubicBezTo>
                <a:cubicBezTo>
                  <a:pt x="1796681" y="69713"/>
                  <a:pt x="1801040" y="71214"/>
                  <a:pt x="1807844" y="73158"/>
                </a:cubicBezTo>
                <a:cubicBezTo>
                  <a:pt x="1815335" y="75273"/>
                  <a:pt x="1820652" y="77403"/>
                  <a:pt x="1823797" y="79547"/>
                </a:cubicBezTo>
                <a:cubicBezTo>
                  <a:pt x="1826941" y="81691"/>
                  <a:pt x="1829371" y="84393"/>
                  <a:pt x="1831087" y="87652"/>
                </a:cubicBezTo>
                <a:cubicBezTo>
                  <a:pt x="1832802" y="90911"/>
                  <a:pt x="1833660" y="94999"/>
                  <a:pt x="1833660" y="99916"/>
                </a:cubicBezTo>
                <a:close/>
                <a:moveTo>
                  <a:pt x="1877402" y="126761"/>
                </a:moveTo>
                <a:cubicBezTo>
                  <a:pt x="1870527" y="126761"/>
                  <a:pt x="1865098" y="124801"/>
                  <a:pt x="1861115" y="120881"/>
                </a:cubicBezTo>
                <a:cubicBezTo>
                  <a:pt x="1857134" y="116960"/>
                  <a:pt x="1855144" y="111337"/>
                  <a:pt x="1855144" y="104012"/>
                </a:cubicBezTo>
                <a:lnTo>
                  <a:pt x="1855144" y="51561"/>
                </a:lnTo>
                <a:lnTo>
                  <a:pt x="1842107" y="51561"/>
                </a:lnTo>
                <a:lnTo>
                  <a:pt x="1842107" y="37222"/>
                </a:lnTo>
                <a:lnTo>
                  <a:pt x="1855401" y="37222"/>
                </a:lnTo>
                <a:lnTo>
                  <a:pt x="1861689" y="15952"/>
                </a:lnTo>
                <a:lnTo>
                  <a:pt x="1874870" y="15952"/>
                </a:lnTo>
                <a:lnTo>
                  <a:pt x="1874870" y="37222"/>
                </a:lnTo>
                <a:lnTo>
                  <a:pt x="1896054" y="37222"/>
                </a:lnTo>
                <a:lnTo>
                  <a:pt x="1896054" y="51561"/>
                </a:lnTo>
                <a:lnTo>
                  <a:pt x="1874870" y="51561"/>
                </a:lnTo>
                <a:lnTo>
                  <a:pt x="1874870" y="99032"/>
                </a:lnTo>
                <a:cubicBezTo>
                  <a:pt x="1874870" y="107730"/>
                  <a:pt x="1878558" y="112079"/>
                  <a:pt x="1885933" y="112079"/>
                </a:cubicBezTo>
                <a:cubicBezTo>
                  <a:pt x="1889421" y="112079"/>
                  <a:pt x="1893166" y="111707"/>
                  <a:pt x="1897169" y="110964"/>
                </a:cubicBezTo>
                <a:lnTo>
                  <a:pt x="1897169" y="124185"/>
                </a:lnTo>
                <a:cubicBezTo>
                  <a:pt x="1890638" y="125902"/>
                  <a:pt x="1884049" y="126761"/>
                  <a:pt x="1877402" y="1267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F7201-B8F6-42D1-B7F8-53698DA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26" y="2007882"/>
            <a:ext cx="992355" cy="325013"/>
          </a:xfrm>
          <a:custGeom xmlns:a="http://schemas.openxmlformats.org/drawingml/2006/main">
            <a:pathLst>
              <a:path w="992355" h="325013" fill="none">
                <a:moveTo>
                  <a:pt x="992355" y="0"/>
                </a:moveTo>
                <a:lnTo>
                  <a:pt x="0" y="325013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B272A-9365-4E01-84DB-4570EE5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664" y="2007882"/>
            <a:ext cx="940874" cy="317143"/>
          </a:xfrm>
          <a:custGeom xmlns:a="http://schemas.openxmlformats.org/drawingml/2006/main">
            <a:pathLst>
              <a:path w="940874" h="317143" fill="none">
                <a:moveTo>
                  <a:pt x="0" y="0"/>
                </a:moveTo>
                <a:lnTo>
                  <a:pt x="940874" y="317143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1CFA1-4532-4FFF-9267-7631F47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97" y="2325025"/>
            <a:ext cx="16690" cy="1003739"/>
          </a:xfrm>
          <a:custGeom xmlns:a="http://schemas.openxmlformats.org/drawingml/2006/main">
            <a:pathLst>
              <a:path w="16690" h="1003739" fill="none">
                <a:moveTo>
                  <a:pt x="0" y="0"/>
                </a:moveTo>
                <a:lnTo>
                  <a:pt x="16690" y="1003739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60CCC-6D86-4968-8CFE-24FC7419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2" y="3319793"/>
            <a:ext cx="2717170" cy="16159"/>
          </a:xfrm>
          <a:custGeom xmlns:a="http://schemas.openxmlformats.org/drawingml/2006/main">
            <a:pathLst>
              <a:path w="2717170" h="16159" fill="none">
                <a:moveTo>
                  <a:pt x="2717170" y="0"/>
                </a:moveTo>
                <a:lnTo>
                  <a:pt x="0" y="16159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0F84F-6D68-43A3-B2C2-E85BC7D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52" y="2332212"/>
            <a:ext cx="10" cy="1003739"/>
          </a:xfrm>
          <a:custGeom xmlns:a="http://schemas.openxmlformats.org/drawingml/2006/main">
            <a:pathLst>
              <a:path w="1" h="1003739" fill="none">
                <a:moveTo>
                  <a:pt x="0" y="1003739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2A9B7-77E7-47F6-9177-FB24FE39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185" y="1252658"/>
            <a:ext cx="786361" cy="814414"/>
          </a:xfrm>
          <a:custGeom xmlns:a="http://schemas.openxmlformats.org/drawingml/2006/main">
            <a:pathLst>
              <a:path w="786361" h="814414" fill="none">
                <a:moveTo>
                  <a:pt x="0" y="131062"/>
                </a:moveTo>
                <a:cubicBezTo>
                  <a:pt x="0" y="58679"/>
                  <a:pt x="58679" y="0"/>
                  <a:pt x="131062" y="0"/>
                </a:cubicBezTo>
                <a:lnTo>
                  <a:pt x="655298" y="0"/>
                </a:lnTo>
                <a:cubicBezTo>
                  <a:pt x="727682" y="0"/>
                  <a:pt x="786361" y="58679"/>
                  <a:pt x="786361" y="131062"/>
                </a:cubicBezTo>
                <a:lnTo>
                  <a:pt x="786361" y="683351"/>
                </a:lnTo>
                <a:cubicBezTo>
                  <a:pt x="786361" y="755735"/>
                  <a:pt x="727682" y="814414"/>
                  <a:pt x="655298" y="814414"/>
                </a:cubicBezTo>
                <a:lnTo>
                  <a:pt x="131062" y="814414"/>
                </a:lnTo>
                <a:cubicBezTo>
                  <a:pt x="58679" y="814414"/>
                  <a:pt x="0" y="755735"/>
                  <a:pt x="0" y="683351"/>
                </a:cubicBezTo>
                <a:lnTo>
                  <a:pt x="0" y="1310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45296-4DFF-4C45-9A33-11157E6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154" y="2008554"/>
            <a:ext cx="757305" cy="336394"/>
          </a:xfrm>
          <a:custGeom xmlns:a="http://schemas.openxmlformats.org/drawingml/2006/main">
            <a:pathLst>
              <a:path w="757305" h="336394" fill="none">
                <a:moveTo>
                  <a:pt x="757305" y="0"/>
                </a:moveTo>
                <a:lnTo>
                  <a:pt x="0" y="336394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2C326-F109-4F52-B2A4-47441E9D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244" y="2008554"/>
            <a:ext cx="935143" cy="350509"/>
          </a:xfrm>
          <a:custGeom xmlns:a="http://schemas.openxmlformats.org/drawingml/2006/main">
            <a:pathLst>
              <a:path w="935143" h="350509" fill="none">
                <a:moveTo>
                  <a:pt x="0" y="0"/>
                </a:moveTo>
                <a:lnTo>
                  <a:pt x="935143" y="350509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3CDFF-AE4F-44FC-8E62-6BA9277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054" y="2351735"/>
            <a:ext cx="6299" cy="984888"/>
          </a:xfrm>
          <a:custGeom xmlns:a="http://schemas.openxmlformats.org/drawingml/2006/main">
            <a:pathLst>
              <a:path w="6299" h="984888" fill="none">
                <a:moveTo>
                  <a:pt x="6299" y="0"/>
                </a:moveTo>
                <a:lnTo>
                  <a:pt x="0" y="984888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9C7B2-8B09-4750-BE3D-442BF57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445" y="3351926"/>
            <a:ext cx="2475015" cy="1309"/>
          </a:xfrm>
          <a:custGeom xmlns:a="http://schemas.openxmlformats.org/drawingml/2006/main">
            <a:pathLst>
              <a:path w="2475015" h="1309" fill="none">
                <a:moveTo>
                  <a:pt x="2475015" y="13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8FD05-06B3-412B-963F-9EFC4992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00" y="2313943"/>
            <a:ext cx="11993" cy="1044832"/>
          </a:xfrm>
          <a:custGeom xmlns:a="http://schemas.openxmlformats.org/drawingml/2006/main">
            <a:pathLst>
              <a:path w="11993" h="1044832" fill="none">
                <a:moveTo>
                  <a:pt x="0" y="1044832"/>
                </a:moveTo>
                <a:lnTo>
                  <a:pt x="119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30AE5-759D-48DD-B92C-E3121251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289" y="2131776"/>
            <a:ext cx="510649" cy="98801"/>
          </a:xfrm>
          <a:custGeom xmlns:a="http://schemas.openxmlformats.org/drawingml/2006/main">
            <a:pathLst>
              <a:path w="510649" h="98801">
                <a:moveTo>
                  <a:pt x="0" y="32932"/>
                </a:moveTo>
                <a:lnTo>
                  <a:pt x="0" y="65866"/>
                </a:lnTo>
                <a:lnTo>
                  <a:pt x="411847" y="65868"/>
                </a:lnTo>
                <a:lnTo>
                  <a:pt x="411847" y="98801"/>
                </a:lnTo>
                <a:lnTo>
                  <a:pt x="510649" y="49401"/>
                </a:lnTo>
                <a:lnTo>
                  <a:pt x="411847" y="0"/>
                </a:lnTo>
                <a:lnTo>
                  <a:pt x="411847" y="32934"/>
                </a:lnTo>
                <a:lnTo>
                  <a:pt x="0" y="32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09F6D-8DE8-4341-8391-1B73D337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174" y="867597"/>
            <a:ext cx="1232578" cy="2606935"/>
          </a:xfrm>
          <a:custGeom xmlns:a="http://schemas.openxmlformats.org/drawingml/2006/main">
            <a:pathLst>
              <a:path w="1232578" h="2606935" fill="none">
                <a:moveTo>
                  <a:pt x="0" y="79377"/>
                </a:moveTo>
                <a:cubicBezTo>
                  <a:pt x="0" y="35538"/>
                  <a:pt x="35538" y="0"/>
                  <a:pt x="79377" y="0"/>
                </a:cubicBezTo>
                <a:lnTo>
                  <a:pt x="1153202" y="0"/>
                </a:lnTo>
                <a:cubicBezTo>
                  <a:pt x="1197040" y="0"/>
                  <a:pt x="1232578" y="35538"/>
                  <a:pt x="1232578" y="79377"/>
                </a:cubicBezTo>
                <a:lnTo>
                  <a:pt x="1232578" y="2527558"/>
                </a:lnTo>
                <a:cubicBezTo>
                  <a:pt x="1232578" y="2571396"/>
                  <a:pt x="1197040" y="2606935"/>
                  <a:pt x="1153202" y="2606935"/>
                </a:cubicBezTo>
                <a:lnTo>
                  <a:pt x="79377" y="2606935"/>
                </a:lnTo>
                <a:cubicBezTo>
                  <a:pt x="35538" y="2606935"/>
                  <a:pt x="0" y="2571396"/>
                  <a:pt x="0" y="2527558"/>
                </a:cubicBezTo>
                <a:lnTo>
                  <a:pt x="0" y="793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56" cap="flat">
            <a:solidFill>
              <a:srgbClr val="A6A6A6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31602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2026-09-08T02:24:41.5010000Z</dcterms:created>
  <dcterms:modified xsi:type="dcterms:W3CDTF">2026-09-08T02:24:41.5010000Z</dcterms:modified>
</coreProperties>
</file>