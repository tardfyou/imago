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e4a74bc1b4d61" /><Relationship Type="http://schemas.openxmlformats.org/officeDocument/2006/relationships/extended-properties" Target="/docProps/app.xml" Id="R8446fe61aa514f65" /><Relationship Type="http://schemas.openxmlformats.org/officeDocument/2006/relationships/officeDocument" Target="/ppt/presentation.xml" Id="Rbc62cd7d89a141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6c5942db054477"/>
  </p:sldMasterIdLst>
  <p:notesMasterIdLst>
    <p:notesMasterId xmlns:r="http://schemas.openxmlformats.org/officeDocument/2006/relationships" r:id="R049d4e199fa44be5"/>
  </p:notesMasterIdLst>
  <p:sldIdLst>
    <p:sldId xmlns:r="http://schemas.openxmlformats.org/officeDocument/2006/relationships" id="256" r:id="R902ae7f80dff419d"/>
  </p:sldIdLst>
  <p:sldSz cx="11201400" cy="3086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5801a9e9da4177" /><Relationship Type="http://schemas.openxmlformats.org/officeDocument/2006/relationships/slideMaster" Target="/ppt/slideMasters/slideMaster1.xml" Id="R716c5942db054477" /><Relationship Type="http://schemas.openxmlformats.org/officeDocument/2006/relationships/notesMaster" Target="/ppt/notesMasters/notesMaster1.xml" Id="R049d4e199fa44be5" /><Relationship Type="http://schemas.openxmlformats.org/officeDocument/2006/relationships/presProps" Target="/ppt/presProps.xml" Id="R4528e0972e0a492b" /><Relationship Type="http://schemas.openxmlformats.org/officeDocument/2006/relationships/tableStyles" Target="/ppt/tableStyles.xml" Id="R10c473f9fa5b4273" /><Relationship Type="http://schemas.openxmlformats.org/officeDocument/2006/relationships/slide" Target="/ppt/slides/slide1.xml" Id="R902ae7f80dff41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21d1475a0540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46a0c0dc84828" /><Relationship Type="http://schemas.openxmlformats.org/officeDocument/2006/relationships/notesMaster" Target="/ppt/notesMasters/notesMaster1.xml" Id="R6638d126501e4a4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素材ID：SE-065</ns1:t>
            </ns1:r>
          </ns1:p>
          <ns1:p>
            <ns1:r>
              <ns1:t>论文：GraphLocator: Graph-guided Causal Reasoning for Issue Localization</ns1:t>
            </ns1:r>
          </ns1:p>
          <ns1:p>
            <ns1:r>
              <ns1:t>会议：FSE 2026</ns1:t>
            </ns1:r>
          </ns1:p>
          <ns1:p>
            <ns1:r>
              <ns1:t>奖项：FSE26 Distinguished Paper Award</ns1:t>
            </ns1:r>
          </ns1:p>
          <ns1:p>
            <ns1:r>
              <ns1:t>图号：Figure 5，PDF第7页</ns1:t>
            </ns1:r>
          </ns1:p>
          <ns1:p>
            <ns1:r>
              <ns1:t>类型：系统架构</ns1:t>
            </ns1:r>
          </ns1:p>
          <ns1:p>
            <ns1:r>
              <ns1:t>借鉴点：两个智能体分别在分层存储图和问题因果图上工作，每个阶段有工具与局部邻域支持；输入症状、最终因果节点列表与中间图可追踪。</ns1:t>
            </ns1:r>
          </ns1:p>
          <ns1:p>
            <ns1:r>
              <ns1:t>论文URL：https://arxiv.org/pdf/2512.22469</ns1:t>
            </ns1:r>
          </ns1:p>
          <ns1:p>
            <ns1:r>
              <ns1:t>官方获奖URL：https://conf.researchr.org/track/fse-2026/fse-2026-research-papers#fse26-distinguished-paper-awards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389bc827644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30fac1b2d5445f" /><Relationship Type="http://schemas.openxmlformats.org/officeDocument/2006/relationships/slideLayout" Target="/ppt/slideLayouts/slideLayout1.xml" Id="R356cc3c0660d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cc3c0660d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01b46c90444c4" /><Relationship Type="http://schemas.openxmlformats.org/officeDocument/2006/relationships/image" Target="/ppt/media/image.png" Id="Rbb5d830ccadf41ee" /><Relationship Type="http://schemas.openxmlformats.org/officeDocument/2006/relationships/image" Target="/ppt/media/image2.png" Id="Rc10f1bedf81b4020" /><Relationship Type="http://schemas.openxmlformats.org/officeDocument/2006/relationships/image" Target="/ppt/media/image3.png" Id="Rd2b08c0c65b64a75" /><Relationship Type="http://schemas.openxmlformats.org/officeDocument/2006/relationships/image" Target="/ppt/media/image4.png" Id="Ra325bae9360e4dd5" /><Relationship Type="http://schemas.openxmlformats.org/officeDocument/2006/relationships/image" Target="/ppt/media/image5.png" Id="R89b894b745ba411f" /><Relationship Type="http://schemas.openxmlformats.org/officeDocument/2006/relationships/image" Target="/ppt/media/image6.png" Id="R855a5d90313645c8" /><Relationship Type="http://schemas.openxmlformats.org/officeDocument/2006/relationships/image" Target="/ppt/media/image7.png" Id="R638cf6a32cab47fc" /><Relationship Type="http://schemas.openxmlformats.org/officeDocument/2006/relationships/image" Target="/ppt/media/image8.png" Id="Rbd9850fa562b4da0" /><Relationship Type="http://schemas.openxmlformats.org/officeDocument/2006/relationships/image" Target="/ppt/media/image9.png" Id="Rc10784ee25364b74" /><Relationship Type="http://schemas.openxmlformats.org/officeDocument/2006/relationships/image" Target="/ppt/media/image10.png" Id="R3b479ec687ee424b" /><Relationship Type="http://schemas.openxmlformats.org/officeDocument/2006/relationships/image" Target="/ppt/media/image11.png" Id="R46cf06b106054030" /><Relationship Type="http://schemas.openxmlformats.org/officeDocument/2006/relationships/image" Target="/ppt/media/image12.png" Id="R5ae19947b6154c30" /><Relationship Type="http://schemas.openxmlformats.org/officeDocument/2006/relationships/image" Target="/ppt/media/image13.png" Id="Rb20477ef1f6c41b6" /><Relationship Type="http://schemas.openxmlformats.org/officeDocument/2006/relationships/image" Target="/ppt/media/image14.png" Id="R07d3bdfda4874d2f" /><Relationship Type="http://schemas.openxmlformats.org/officeDocument/2006/relationships/image" Target="/ppt/media/image15.png" Id="R18440502ce2c4f37" /><Relationship Type="http://schemas.openxmlformats.org/officeDocument/2006/relationships/image" Target="/ppt/media/image16.png" Id="R2918f1c723fa41d6" /><Relationship Type="http://schemas.openxmlformats.org/officeDocument/2006/relationships/image" Target="/ppt/media/image17.png" Id="R0398321058e94a90" /><Relationship Type="http://schemas.openxmlformats.org/officeDocument/2006/relationships/image" Target="/ppt/media/image18.png" Id="Re30bf789cb8a44ba" /><Relationship Type="http://schemas.openxmlformats.org/officeDocument/2006/relationships/image" Target="/ppt/media/image19.png" Id="R4727e99925704bd8" /><Relationship Type="http://schemas.openxmlformats.org/officeDocument/2006/relationships/notesSlide" Target="/ppt/notesSlides/notesSlide1.xml" Id="R44119cd6cb8a4f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AA613-0208-485A-8355-D9F8EA2D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" y="19462"/>
            <a:ext cx="11149165" cy="2943888"/>
          </a:xfrm>
          <a:custGeom xmlns:a="http://schemas.openxmlformats.org/drawingml/2006/main">
            <a:pathLst>
              <a:path w="11149165" h="2943888">
                <a:moveTo>
                  <a:pt x="11149165" y="2943888"/>
                </a:moveTo>
                <a:lnTo>
                  <a:pt x="11149165" y="0"/>
                </a:lnTo>
                <a:lnTo>
                  <a:pt x="0" y="0"/>
                </a:lnTo>
                <a:lnTo>
                  <a:pt x="0" y="2943888"/>
                </a:lnTo>
                <a:lnTo>
                  <a:pt x="11149165" y="29438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395D5-9CB6-4F6C-85EF-FECC1CA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537" y="1528528"/>
            <a:ext cx="1332616" cy="1302286"/>
          </a:xfrm>
          <a:custGeom xmlns:a="http://schemas.openxmlformats.org/drawingml/2006/main">
            <a:pathLst>
              <a:path w="1332616" h="1302286" fill="none">
                <a:moveTo>
                  <a:pt x="0" y="55712"/>
                </a:moveTo>
                <a:cubicBezTo>
                  <a:pt x="0" y="24943"/>
                  <a:pt x="24943" y="0"/>
                  <a:pt x="55712" y="0"/>
                </a:cubicBezTo>
                <a:lnTo>
                  <a:pt x="1276904" y="0"/>
                </a:lnTo>
                <a:cubicBezTo>
                  <a:pt x="1307673" y="0"/>
                  <a:pt x="1332616" y="24943"/>
                  <a:pt x="1332616" y="55712"/>
                </a:cubicBezTo>
                <a:lnTo>
                  <a:pt x="1332616" y="1246574"/>
                </a:lnTo>
                <a:cubicBezTo>
                  <a:pt x="1332616" y="1277343"/>
                  <a:pt x="1307673" y="1302286"/>
                  <a:pt x="1276904" y="1302286"/>
                </a:cubicBezTo>
                <a:lnTo>
                  <a:pt x="55712" y="1302286"/>
                </a:lnTo>
                <a:cubicBezTo>
                  <a:pt x="24943" y="1302286"/>
                  <a:pt x="0" y="1277343"/>
                  <a:pt x="0" y="1246574"/>
                </a:cubicBezTo>
                <a:lnTo>
                  <a:pt x="0" y="557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FE195-F184-49C3-8804-C56923F6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4" y="322917"/>
            <a:ext cx="2007455" cy="1285226"/>
          </a:xfrm>
          <a:custGeom xmlns:a="http://schemas.openxmlformats.org/drawingml/2006/main">
            <a:pathLst>
              <a:path w="2007455" h="1285226" fill="none">
                <a:moveTo>
                  <a:pt x="0" y="54981"/>
                </a:moveTo>
                <a:cubicBezTo>
                  <a:pt x="0" y="24616"/>
                  <a:pt x="24616" y="0"/>
                  <a:pt x="54981" y="0"/>
                </a:cubicBezTo>
                <a:lnTo>
                  <a:pt x="1952474" y="0"/>
                </a:lnTo>
                <a:cubicBezTo>
                  <a:pt x="1982839" y="0"/>
                  <a:pt x="2007455" y="24616"/>
                  <a:pt x="2007455" y="54981"/>
                </a:cubicBezTo>
                <a:lnTo>
                  <a:pt x="2007455" y="1230246"/>
                </a:lnTo>
                <a:cubicBezTo>
                  <a:pt x="2007455" y="1260611"/>
                  <a:pt x="1982839" y="1285226"/>
                  <a:pt x="1952474" y="1285226"/>
                </a:cubicBezTo>
                <a:lnTo>
                  <a:pt x="54981" y="1285226"/>
                </a:lnTo>
                <a:cubicBezTo>
                  <a:pt x="24616" y="1285226"/>
                  <a:pt x="0" y="1260611"/>
                  <a:pt x="0" y="1230246"/>
                </a:cubicBezTo>
                <a:lnTo>
                  <a:pt x="0" y="549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88" cap="flat">
            <a:solidFill>
              <a:srgbClr val="000000"/>
            </a:solidFill>
            <a:miter/>
          </a:ln>
        </p:spPr>
      </p:sp>
      <p:sp>
        <p:nvSpPr>
          <p:cNvPr id="4" name="Text IssueDescription">
            <a:extLst xmlns:a="http://schemas.openxmlformats.org/drawingml/2006/main">
              <a:ext uri="{FF2B5EF4-FFF2-40B4-BE49-F238E27FC236}">
                <a16:creationId xmlns:a16="http://schemas.microsoft.com/office/drawing/2014/main" id="{21A0A978-0BDB-42AB-B83C-8F1EA4F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75" y="449442"/>
            <a:ext cx="1143963" cy="140127"/>
          </a:xfrm>
          <a:custGeom xmlns:a="http://schemas.openxmlformats.org/drawingml/2006/main">
            <a:pathLst>
              <a:path w="1143963" h="140127">
                <a:moveTo>
                  <a:pt x="54468" y="103713"/>
                </a:moveTo>
                <a:lnTo>
                  <a:pt x="54468" y="106478"/>
                </a:lnTo>
                <a:lnTo>
                  <a:pt x="0" y="106478"/>
                </a:lnTo>
                <a:lnTo>
                  <a:pt x="0" y="103713"/>
                </a:lnTo>
                <a:lnTo>
                  <a:pt x="3457" y="103713"/>
                </a:lnTo>
                <a:cubicBezTo>
                  <a:pt x="6479" y="103713"/>
                  <a:pt x="8912" y="103172"/>
                  <a:pt x="10755" y="102092"/>
                </a:cubicBezTo>
                <a:cubicBezTo>
                  <a:pt x="12087" y="101370"/>
                  <a:pt x="13111" y="100135"/>
                  <a:pt x="13828" y="98385"/>
                </a:cubicBezTo>
                <a:cubicBezTo>
                  <a:pt x="14392" y="97150"/>
                  <a:pt x="14673" y="93906"/>
                  <a:pt x="14673" y="88655"/>
                </a:cubicBezTo>
                <a:lnTo>
                  <a:pt x="14673" y="20128"/>
                </a:lnTo>
                <a:cubicBezTo>
                  <a:pt x="14673" y="14774"/>
                  <a:pt x="14392" y="11428"/>
                  <a:pt x="13828" y="10090"/>
                </a:cubicBezTo>
                <a:cubicBezTo>
                  <a:pt x="13265" y="8751"/>
                  <a:pt x="12125" y="7579"/>
                  <a:pt x="10410" y="6576"/>
                </a:cubicBezTo>
                <a:cubicBezTo>
                  <a:pt x="8694" y="5572"/>
                  <a:pt x="6376" y="5070"/>
                  <a:pt x="3457" y="5070"/>
                </a:cubicBezTo>
                <a:lnTo>
                  <a:pt x="0" y="5070"/>
                </a:lnTo>
                <a:lnTo>
                  <a:pt x="0" y="2305"/>
                </a:lnTo>
                <a:lnTo>
                  <a:pt x="54468" y="2305"/>
                </a:lnTo>
                <a:lnTo>
                  <a:pt x="54468" y="5070"/>
                </a:lnTo>
                <a:lnTo>
                  <a:pt x="51011" y="5070"/>
                </a:lnTo>
                <a:cubicBezTo>
                  <a:pt x="47989" y="5070"/>
                  <a:pt x="45557" y="5611"/>
                  <a:pt x="43713" y="6691"/>
                </a:cubicBezTo>
                <a:cubicBezTo>
                  <a:pt x="42381" y="7413"/>
                  <a:pt x="41331" y="8648"/>
                  <a:pt x="40563" y="10398"/>
                </a:cubicBezTo>
                <a:cubicBezTo>
                  <a:pt x="40000" y="11633"/>
                  <a:pt x="39718" y="14877"/>
                  <a:pt x="39718" y="20128"/>
                </a:cubicBezTo>
                <a:lnTo>
                  <a:pt x="39718" y="88655"/>
                </a:lnTo>
                <a:cubicBezTo>
                  <a:pt x="39718" y="94009"/>
                  <a:pt x="40013" y="97355"/>
                  <a:pt x="40602" y="98695"/>
                </a:cubicBezTo>
                <a:cubicBezTo>
                  <a:pt x="41191" y="100033"/>
                  <a:pt x="42343" y="101204"/>
                  <a:pt x="44059" y="102207"/>
                </a:cubicBezTo>
                <a:cubicBezTo>
                  <a:pt x="45774" y="103211"/>
                  <a:pt x="48092" y="103713"/>
                  <a:pt x="51011" y="103713"/>
                </a:cubicBezTo>
                <a:lnTo>
                  <a:pt x="54468" y="103713"/>
                </a:lnTo>
                <a:close/>
                <a:moveTo>
                  <a:pt x="108364" y="32727"/>
                </a:moveTo>
                <a:lnTo>
                  <a:pt x="109517" y="57311"/>
                </a:lnTo>
                <a:lnTo>
                  <a:pt x="106905" y="57311"/>
                </a:lnTo>
                <a:cubicBezTo>
                  <a:pt x="103781" y="49979"/>
                  <a:pt x="100541" y="44971"/>
                  <a:pt x="97187" y="42287"/>
                </a:cubicBezTo>
                <a:cubicBezTo>
                  <a:pt x="93832" y="39601"/>
                  <a:pt x="90490" y="38258"/>
                  <a:pt x="87161" y="38258"/>
                </a:cubicBezTo>
                <a:cubicBezTo>
                  <a:pt x="85061" y="38258"/>
                  <a:pt x="83269" y="38963"/>
                  <a:pt x="81783" y="40371"/>
                </a:cubicBezTo>
                <a:cubicBezTo>
                  <a:pt x="80298" y="41780"/>
                  <a:pt x="79555" y="43406"/>
                  <a:pt x="79555" y="45249"/>
                </a:cubicBezTo>
                <a:cubicBezTo>
                  <a:pt x="79555" y="46632"/>
                  <a:pt x="80068" y="47964"/>
                  <a:pt x="81092" y="49244"/>
                </a:cubicBezTo>
                <a:cubicBezTo>
                  <a:pt x="82731" y="51344"/>
                  <a:pt x="87315" y="54942"/>
                  <a:pt x="94843" y="60038"/>
                </a:cubicBezTo>
                <a:cubicBezTo>
                  <a:pt x="102372" y="65134"/>
                  <a:pt x="107327" y="69462"/>
                  <a:pt x="109709" y="73021"/>
                </a:cubicBezTo>
                <a:cubicBezTo>
                  <a:pt x="112090" y="76581"/>
                  <a:pt x="113281" y="80563"/>
                  <a:pt x="113281" y="84968"/>
                </a:cubicBezTo>
                <a:cubicBezTo>
                  <a:pt x="113281" y="88962"/>
                  <a:pt x="112283" y="92880"/>
                  <a:pt x="110285" y="96722"/>
                </a:cubicBezTo>
                <a:cubicBezTo>
                  <a:pt x="108288" y="100563"/>
                  <a:pt x="105471" y="103508"/>
                  <a:pt x="101834" y="105556"/>
                </a:cubicBezTo>
                <a:cubicBezTo>
                  <a:pt x="98198" y="107605"/>
                  <a:pt x="94178" y="108629"/>
                  <a:pt x="89773" y="108629"/>
                </a:cubicBezTo>
                <a:cubicBezTo>
                  <a:pt x="86342" y="108629"/>
                  <a:pt x="81758" y="107534"/>
                  <a:pt x="76021" y="105343"/>
                </a:cubicBezTo>
                <a:cubicBezTo>
                  <a:pt x="74485" y="104768"/>
                  <a:pt x="73435" y="104481"/>
                  <a:pt x="72872" y="104481"/>
                </a:cubicBezTo>
                <a:cubicBezTo>
                  <a:pt x="71182" y="104481"/>
                  <a:pt x="69773" y="105761"/>
                  <a:pt x="68646" y="108322"/>
                </a:cubicBezTo>
                <a:lnTo>
                  <a:pt x="66111" y="108322"/>
                </a:lnTo>
                <a:lnTo>
                  <a:pt x="64882" y="82509"/>
                </a:lnTo>
                <a:lnTo>
                  <a:pt x="67494" y="82509"/>
                </a:lnTo>
                <a:cubicBezTo>
                  <a:pt x="69799" y="89270"/>
                  <a:pt x="72961" y="94340"/>
                  <a:pt x="76982" y="97720"/>
                </a:cubicBezTo>
                <a:cubicBezTo>
                  <a:pt x="81002" y="101101"/>
                  <a:pt x="84805" y="102791"/>
                  <a:pt x="88390" y="102791"/>
                </a:cubicBezTo>
                <a:cubicBezTo>
                  <a:pt x="90849" y="102791"/>
                  <a:pt x="92859" y="102035"/>
                  <a:pt x="94421" y="100524"/>
                </a:cubicBezTo>
                <a:cubicBezTo>
                  <a:pt x="95983" y="99014"/>
                  <a:pt x="96764" y="97183"/>
                  <a:pt x="96764" y="95031"/>
                </a:cubicBezTo>
                <a:cubicBezTo>
                  <a:pt x="96764" y="92573"/>
                  <a:pt x="95996" y="90448"/>
                  <a:pt x="94459" y="88655"/>
                </a:cubicBezTo>
                <a:cubicBezTo>
                  <a:pt x="92923" y="86863"/>
                  <a:pt x="89491" y="84148"/>
                  <a:pt x="84165" y="80512"/>
                </a:cubicBezTo>
                <a:cubicBezTo>
                  <a:pt x="76329" y="75083"/>
                  <a:pt x="71258" y="70934"/>
                  <a:pt x="68954" y="68066"/>
                </a:cubicBezTo>
                <a:cubicBezTo>
                  <a:pt x="65573" y="63866"/>
                  <a:pt x="63883" y="59231"/>
                  <a:pt x="63883" y="54161"/>
                </a:cubicBezTo>
                <a:cubicBezTo>
                  <a:pt x="63883" y="48630"/>
                  <a:pt x="65791" y="43623"/>
                  <a:pt x="69607" y="39142"/>
                </a:cubicBezTo>
                <a:cubicBezTo>
                  <a:pt x="73422" y="34661"/>
                  <a:pt x="78941" y="32420"/>
                  <a:pt x="86162" y="32420"/>
                </a:cubicBezTo>
                <a:cubicBezTo>
                  <a:pt x="90055" y="32420"/>
                  <a:pt x="93819" y="33404"/>
                  <a:pt x="97455" y="35373"/>
                </a:cubicBezTo>
                <a:cubicBezTo>
                  <a:pt x="98838" y="36170"/>
                  <a:pt x="99965" y="36568"/>
                  <a:pt x="100836" y="36568"/>
                </a:cubicBezTo>
                <a:cubicBezTo>
                  <a:pt x="101758" y="36568"/>
                  <a:pt x="102500" y="36376"/>
                  <a:pt x="103064" y="35992"/>
                </a:cubicBezTo>
                <a:cubicBezTo>
                  <a:pt x="103627" y="35608"/>
                  <a:pt x="104523" y="34520"/>
                  <a:pt x="105752" y="32727"/>
                </a:cubicBezTo>
                <a:lnTo>
                  <a:pt x="108364" y="32727"/>
                </a:lnTo>
                <a:close/>
                <a:moveTo>
                  <a:pt x="169175" y="32727"/>
                </a:moveTo>
                <a:lnTo>
                  <a:pt x="170327" y="57311"/>
                </a:lnTo>
                <a:lnTo>
                  <a:pt x="167715" y="57311"/>
                </a:lnTo>
                <a:cubicBezTo>
                  <a:pt x="164591" y="49979"/>
                  <a:pt x="161352" y="44971"/>
                  <a:pt x="157997" y="42287"/>
                </a:cubicBezTo>
                <a:cubicBezTo>
                  <a:pt x="154642" y="39601"/>
                  <a:pt x="151300" y="38258"/>
                  <a:pt x="147971" y="38258"/>
                </a:cubicBezTo>
                <a:cubicBezTo>
                  <a:pt x="145871" y="38258"/>
                  <a:pt x="144079" y="38963"/>
                  <a:pt x="142594" y="40371"/>
                </a:cubicBezTo>
                <a:cubicBezTo>
                  <a:pt x="141108" y="41780"/>
                  <a:pt x="140366" y="43406"/>
                  <a:pt x="140366" y="45249"/>
                </a:cubicBezTo>
                <a:cubicBezTo>
                  <a:pt x="140366" y="46632"/>
                  <a:pt x="140878" y="47964"/>
                  <a:pt x="141902" y="49244"/>
                </a:cubicBezTo>
                <a:cubicBezTo>
                  <a:pt x="143541" y="51344"/>
                  <a:pt x="148125" y="54942"/>
                  <a:pt x="155654" y="60038"/>
                </a:cubicBezTo>
                <a:cubicBezTo>
                  <a:pt x="163183" y="65134"/>
                  <a:pt x="168138" y="69462"/>
                  <a:pt x="170519" y="73021"/>
                </a:cubicBezTo>
                <a:cubicBezTo>
                  <a:pt x="172901" y="76581"/>
                  <a:pt x="174092" y="80563"/>
                  <a:pt x="174092" y="84968"/>
                </a:cubicBezTo>
                <a:cubicBezTo>
                  <a:pt x="174092" y="88962"/>
                  <a:pt x="173093" y="92880"/>
                  <a:pt x="171095" y="96722"/>
                </a:cubicBezTo>
                <a:cubicBezTo>
                  <a:pt x="169098" y="100563"/>
                  <a:pt x="166281" y="103508"/>
                  <a:pt x="162645" y="105556"/>
                </a:cubicBezTo>
                <a:cubicBezTo>
                  <a:pt x="159008" y="107605"/>
                  <a:pt x="154988" y="108629"/>
                  <a:pt x="150583" y="108629"/>
                </a:cubicBezTo>
                <a:cubicBezTo>
                  <a:pt x="147152" y="108629"/>
                  <a:pt x="142568" y="107534"/>
                  <a:pt x="136832" y="105343"/>
                </a:cubicBezTo>
                <a:cubicBezTo>
                  <a:pt x="135295" y="104768"/>
                  <a:pt x="134245" y="104481"/>
                  <a:pt x="133682" y="104481"/>
                </a:cubicBezTo>
                <a:cubicBezTo>
                  <a:pt x="131992" y="104481"/>
                  <a:pt x="130583" y="105761"/>
                  <a:pt x="129457" y="108322"/>
                </a:cubicBezTo>
                <a:lnTo>
                  <a:pt x="126922" y="108322"/>
                </a:lnTo>
                <a:lnTo>
                  <a:pt x="125692" y="82509"/>
                </a:lnTo>
                <a:lnTo>
                  <a:pt x="128304" y="82509"/>
                </a:lnTo>
                <a:cubicBezTo>
                  <a:pt x="130609" y="89270"/>
                  <a:pt x="133772" y="94340"/>
                  <a:pt x="137792" y="97720"/>
                </a:cubicBezTo>
                <a:cubicBezTo>
                  <a:pt x="141813" y="101101"/>
                  <a:pt x="145615" y="102791"/>
                  <a:pt x="149201" y="102791"/>
                </a:cubicBezTo>
                <a:cubicBezTo>
                  <a:pt x="151659" y="102791"/>
                  <a:pt x="153669" y="102035"/>
                  <a:pt x="155231" y="100524"/>
                </a:cubicBezTo>
                <a:cubicBezTo>
                  <a:pt x="156793" y="99014"/>
                  <a:pt x="157574" y="97183"/>
                  <a:pt x="157574" y="95031"/>
                </a:cubicBezTo>
                <a:cubicBezTo>
                  <a:pt x="157574" y="92573"/>
                  <a:pt x="156806" y="90448"/>
                  <a:pt x="155270" y="88655"/>
                </a:cubicBezTo>
                <a:cubicBezTo>
                  <a:pt x="153733" y="86863"/>
                  <a:pt x="150302" y="84148"/>
                  <a:pt x="144975" y="80512"/>
                </a:cubicBezTo>
                <a:cubicBezTo>
                  <a:pt x="137139" y="75083"/>
                  <a:pt x="132069" y="70934"/>
                  <a:pt x="129764" y="68066"/>
                </a:cubicBezTo>
                <a:cubicBezTo>
                  <a:pt x="126384" y="63866"/>
                  <a:pt x="124694" y="59231"/>
                  <a:pt x="124694" y="54161"/>
                </a:cubicBezTo>
                <a:cubicBezTo>
                  <a:pt x="124694" y="48630"/>
                  <a:pt x="126601" y="43623"/>
                  <a:pt x="130417" y="39142"/>
                </a:cubicBezTo>
                <a:cubicBezTo>
                  <a:pt x="134233" y="34661"/>
                  <a:pt x="139751" y="32420"/>
                  <a:pt x="146973" y="32420"/>
                </a:cubicBezTo>
                <a:cubicBezTo>
                  <a:pt x="150865" y="32420"/>
                  <a:pt x="154629" y="33404"/>
                  <a:pt x="158266" y="35373"/>
                </a:cubicBezTo>
                <a:cubicBezTo>
                  <a:pt x="159649" y="36170"/>
                  <a:pt x="160775" y="36568"/>
                  <a:pt x="161646" y="36568"/>
                </a:cubicBezTo>
                <a:cubicBezTo>
                  <a:pt x="162568" y="36568"/>
                  <a:pt x="163311" y="36376"/>
                  <a:pt x="163874" y="35992"/>
                </a:cubicBezTo>
                <a:cubicBezTo>
                  <a:pt x="164437" y="35608"/>
                  <a:pt x="165334" y="34520"/>
                  <a:pt x="166563" y="32727"/>
                </a:cubicBezTo>
                <a:lnTo>
                  <a:pt x="169175" y="32727"/>
                </a:lnTo>
                <a:close/>
                <a:moveTo>
                  <a:pt x="253954" y="34571"/>
                </a:moveTo>
                <a:lnTo>
                  <a:pt x="253954" y="90806"/>
                </a:lnTo>
                <a:cubicBezTo>
                  <a:pt x="253954" y="96320"/>
                  <a:pt x="254466" y="99759"/>
                  <a:pt x="255491" y="101125"/>
                </a:cubicBezTo>
                <a:cubicBezTo>
                  <a:pt x="256515" y="102490"/>
                  <a:pt x="258589" y="103353"/>
                  <a:pt x="261714" y="103713"/>
                </a:cubicBezTo>
                <a:lnTo>
                  <a:pt x="261714" y="106478"/>
                </a:lnTo>
                <a:lnTo>
                  <a:pt x="232444" y="106478"/>
                </a:lnTo>
                <a:lnTo>
                  <a:pt x="232444" y="96875"/>
                </a:lnTo>
                <a:cubicBezTo>
                  <a:pt x="229012" y="100973"/>
                  <a:pt x="225581" y="103956"/>
                  <a:pt x="222149" y="105825"/>
                </a:cubicBezTo>
                <a:cubicBezTo>
                  <a:pt x="218718" y="107695"/>
                  <a:pt x="214876" y="108629"/>
                  <a:pt x="210625" y="108629"/>
                </a:cubicBezTo>
                <a:cubicBezTo>
                  <a:pt x="206579" y="108629"/>
                  <a:pt x="202981" y="107387"/>
                  <a:pt x="199832" y="104903"/>
                </a:cubicBezTo>
                <a:cubicBezTo>
                  <a:pt x="196682" y="102419"/>
                  <a:pt x="194569" y="99513"/>
                  <a:pt x="193494" y="96184"/>
                </a:cubicBezTo>
                <a:cubicBezTo>
                  <a:pt x="192418" y="92855"/>
                  <a:pt x="191880" y="87042"/>
                  <a:pt x="191880" y="78745"/>
                </a:cubicBezTo>
                <a:lnTo>
                  <a:pt x="191880" y="50243"/>
                </a:lnTo>
                <a:cubicBezTo>
                  <a:pt x="191880" y="44748"/>
                  <a:pt x="191381" y="41327"/>
                  <a:pt x="190382" y="39980"/>
                </a:cubicBezTo>
                <a:cubicBezTo>
                  <a:pt x="189384" y="38632"/>
                  <a:pt x="187297" y="37751"/>
                  <a:pt x="184121" y="37337"/>
                </a:cubicBezTo>
                <a:lnTo>
                  <a:pt x="184121" y="34571"/>
                </a:lnTo>
                <a:lnTo>
                  <a:pt x="213391" y="34571"/>
                </a:lnTo>
                <a:lnTo>
                  <a:pt x="213391" y="83722"/>
                </a:lnTo>
                <a:cubicBezTo>
                  <a:pt x="213391" y="88850"/>
                  <a:pt x="213634" y="92157"/>
                  <a:pt x="214121" y="93644"/>
                </a:cubicBezTo>
                <a:cubicBezTo>
                  <a:pt x="214608" y="95131"/>
                  <a:pt x="215376" y="96259"/>
                  <a:pt x="216426" y="97029"/>
                </a:cubicBezTo>
                <a:cubicBezTo>
                  <a:pt x="217476" y="97797"/>
                  <a:pt x="218692" y="98181"/>
                  <a:pt x="220075" y="98181"/>
                </a:cubicBezTo>
                <a:cubicBezTo>
                  <a:pt x="221919" y="98181"/>
                  <a:pt x="223583" y="97695"/>
                  <a:pt x="225068" y="96722"/>
                </a:cubicBezTo>
                <a:cubicBezTo>
                  <a:pt x="227117" y="95390"/>
                  <a:pt x="229575" y="92701"/>
                  <a:pt x="232444" y="88655"/>
                </a:cubicBezTo>
                <a:lnTo>
                  <a:pt x="232444" y="50243"/>
                </a:lnTo>
                <a:cubicBezTo>
                  <a:pt x="232444" y="44748"/>
                  <a:pt x="231944" y="41327"/>
                  <a:pt x="230945" y="39980"/>
                </a:cubicBezTo>
                <a:cubicBezTo>
                  <a:pt x="229947" y="38632"/>
                  <a:pt x="227860" y="37751"/>
                  <a:pt x="224684" y="37337"/>
                </a:cubicBezTo>
                <a:lnTo>
                  <a:pt x="224684" y="34571"/>
                </a:lnTo>
                <a:lnTo>
                  <a:pt x="253954" y="34571"/>
                </a:lnTo>
                <a:close/>
                <a:moveTo>
                  <a:pt x="332355" y="67913"/>
                </a:moveTo>
                <a:lnTo>
                  <a:pt x="292944" y="67913"/>
                </a:lnTo>
                <a:cubicBezTo>
                  <a:pt x="293405" y="77464"/>
                  <a:pt x="295940" y="85013"/>
                  <a:pt x="300550" y="90559"/>
                </a:cubicBezTo>
                <a:cubicBezTo>
                  <a:pt x="304084" y="94821"/>
                  <a:pt x="308335" y="96952"/>
                  <a:pt x="313303" y="96952"/>
                </a:cubicBezTo>
                <a:cubicBezTo>
                  <a:pt x="316375" y="96952"/>
                  <a:pt x="319167" y="96094"/>
                  <a:pt x="321676" y="94378"/>
                </a:cubicBezTo>
                <a:cubicBezTo>
                  <a:pt x="324186" y="92663"/>
                  <a:pt x="326875" y="89577"/>
                  <a:pt x="329743" y="85121"/>
                </a:cubicBezTo>
                <a:lnTo>
                  <a:pt x="332355" y="86811"/>
                </a:lnTo>
                <a:cubicBezTo>
                  <a:pt x="328462" y="94750"/>
                  <a:pt x="324160" y="100371"/>
                  <a:pt x="319448" y="103674"/>
                </a:cubicBezTo>
                <a:cubicBezTo>
                  <a:pt x="314737" y="106978"/>
                  <a:pt x="309282" y="108629"/>
                  <a:pt x="303085" y="108629"/>
                </a:cubicBezTo>
                <a:cubicBezTo>
                  <a:pt x="292432" y="108629"/>
                  <a:pt x="284365" y="104528"/>
                  <a:pt x="278885" y="96325"/>
                </a:cubicBezTo>
                <a:cubicBezTo>
                  <a:pt x="274481" y="89712"/>
                  <a:pt x="272278" y="81510"/>
                  <a:pt x="272278" y="71718"/>
                </a:cubicBezTo>
                <a:cubicBezTo>
                  <a:pt x="272278" y="59720"/>
                  <a:pt x="275518" y="50172"/>
                  <a:pt x="281997" y="43072"/>
                </a:cubicBezTo>
                <a:cubicBezTo>
                  <a:pt x="288476" y="35971"/>
                  <a:pt x="296068" y="32420"/>
                  <a:pt x="304775" y="32420"/>
                </a:cubicBezTo>
                <a:cubicBezTo>
                  <a:pt x="312048" y="32420"/>
                  <a:pt x="318360" y="35403"/>
                  <a:pt x="323712" y="41370"/>
                </a:cubicBezTo>
                <a:cubicBezTo>
                  <a:pt x="329064" y="47336"/>
                  <a:pt x="331945" y="56184"/>
                  <a:pt x="332355" y="67913"/>
                </a:cubicBezTo>
                <a:moveTo>
                  <a:pt x="313456" y="62842"/>
                </a:moveTo>
                <a:cubicBezTo>
                  <a:pt x="313456" y="54596"/>
                  <a:pt x="313008" y="48937"/>
                  <a:pt x="312112" y="45864"/>
                </a:cubicBezTo>
                <a:cubicBezTo>
                  <a:pt x="311215" y="42791"/>
                  <a:pt x="309820" y="40461"/>
                  <a:pt x="307925" y="38873"/>
                </a:cubicBezTo>
                <a:cubicBezTo>
                  <a:pt x="306849" y="37951"/>
                  <a:pt x="305415" y="37490"/>
                  <a:pt x="303623" y="37490"/>
                </a:cubicBezTo>
                <a:cubicBezTo>
                  <a:pt x="300959" y="37490"/>
                  <a:pt x="298783" y="38796"/>
                  <a:pt x="297093" y="41408"/>
                </a:cubicBezTo>
                <a:cubicBezTo>
                  <a:pt x="294071" y="45966"/>
                  <a:pt x="292560" y="52215"/>
                  <a:pt x="292560" y="60153"/>
                </a:cubicBezTo>
                <a:lnTo>
                  <a:pt x="292560" y="62842"/>
                </a:lnTo>
                <a:lnTo>
                  <a:pt x="313456" y="62842"/>
                </a:lnTo>
                <a:close/>
                <a:moveTo>
                  <a:pt x="376845" y="106478"/>
                </a:moveTo>
                <a:lnTo>
                  <a:pt x="376845" y="103713"/>
                </a:lnTo>
                <a:lnTo>
                  <a:pt x="380302" y="103713"/>
                </a:lnTo>
                <a:cubicBezTo>
                  <a:pt x="383324" y="103713"/>
                  <a:pt x="385642" y="103236"/>
                  <a:pt x="387255" y="102284"/>
                </a:cubicBezTo>
                <a:cubicBezTo>
                  <a:pt x="388868" y="101332"/>
                  <a:pt x="390059" y="100032"/>
                  <a:pt x="390827" y="98385"/>
                </a:cubicBezTo>
                <a:cubicBezTo>
                  <a:pt x="391288" y="97303"/>
                  <a:pt x="391519" y="94060"/>
                  <a:pt x="391519" y="88655"/>
                </a:cubicBezTo>
                <a:lnTo>
                  <a:pt x="391519" y="20128"/>
                </a:lnTo>
                <a:cubicBezTo>
                  <a:pt x="391519" y="14774"/>
                  <a:pt x="391237" y="11428"/>
                  <a:pt x="390674" y="10090"/>
                </a:cubicBezTo>
                <a:cubicBezTo>
                  <a:pt x="390110" y="8751"/>
                  <a:pt x="388971" y="7579"/>
                  <a:pt x="387255" y="6576"/>
                </a:cubicBezTo>
                <a:cubicBezTo>
                  <a:pt x="385539" y="5572"/>
                  <a:pt x="383222" y="5070"/>
                  <a:pt x="380302" y="5070"/>
                </a:cubicBezTo>
                <a:lnTo>
                  <a:pt x="376845" y="5070"/>
                </a:lnTo>
                <a:lnTo>
                  <a:pt x="376845" y="2305"/>
                </a:lnTo>
                <a:lnTo>
                  <a:pt x="423478" y="2305"/>
                </a:lnTo>
                <a:cubicBezTo>
                  <a:pt x="435923" y="2305"/>
                  <a:pt x="445936" y="3995"/>
                  <a:pt x="453516" y="7375"/>
                </a:cubicBezTo>
                <a:cubicBezTo>
                  <a:pt x="462786" y="11524"/>
                  <a:pt x="469815" y="17798"/>
                  <a:pt x="474604" y="26197"/>
                </a:cubicBezTo>
                <a:cubicBezTo>
                  <a:pt x="479393" y="34596"/>
                  <a:pt x="481787" y="44097"/>
                  <a:pt x="481787" y="54699"/>
                </a:cubicBezTo>
                <a:cubicBezTo>
                  <a:pt x="481787" y="62023"/>
                  <a:pt x="480609" y="68770"/>
                  <a:pt x="478253" y="74942"/>
                </a:cubicBezTo>
                <a:cubicBezTo>
                  <a:pt x="475897" y="81114"/>
                  <a:pt x="472850" y="86210"/>
                  <a:pt x="469111" y="90230"/>
                </a:cubicBezTo>
                <a:cubicBezTo>
                  <a:pt x="465372" y="94250"/>
                  <a:pt x="461057" y="97477"/>
                  <a:pt x="456166" y="99910"/>
                </a:cubicBezTo>
                <a:cubicBezTo>
                  <a:pt x="451275" y="102343"/>
                  <a:pt x="445296" y="104225"/>
                  <a:pt x="438228" y="105556"/>
                </a:cubicBezTo>
                <a:cubicBezTo>
                  <a:pt x="435104" y="106171"/>
                  <a:pt x="430187" y="106478"/>
                  <a:pt x="423478" y="106478"/>
                </a:cubicBezTo>
                <a:lnTo>
                  <a:pt x="376845" y="106478"/>
                </a:lnTo>
                <a:moveTo>
                  <a:pt x="416563" y="8143"/>
                </a:moveTo>
                <a:lnTo>
                  <a:pt x="416563" y="89356"/>
                </a:lnTo>
                <a:cubicBezTo>
                  <a:pt x="416563" y="93655"/>
                  <a:pt x="416768" y="96291"/>
                  <a:pt x="417178" y="97264"/>
                </a:cubicBezTo>
                <a:cubicBezTo>
                  <a:pt x="417588" y="98236"/>
                  <a:pt x="418279" y="98977"/>
                  <a:pt x="419252" y="99487"/>
                </a:cubicBezTo>
                <a:cubicBezTo>
                  <a:pt x="420635" y="100256"/>
                  <a:pt x="422632" y="100640"/>
                  <a:pt x="425245" y="100640"/>
                </a:cubicBezTo>
                <a:cubicBezTo>
                  <a:pt x="433798" y="100640"/>
                  <a:pt x="440328" y="97723"/>
                  <a:pt x="444835" y="91889"/>
                </a:cubicBezTo>
                <a:cubicBezTo>
                  <a:pt x="450981" y="84008"/>
                  <a:pt x="454054" y="71778"/>
                  <a:pt x="454054" y="55198"/>
                </a:cubicBezTo>
                <a:cubicBezTo>
                  <a:pt x="454054" y="41842"/>
                  <a:pt x="451954" y="31172"/>
                  <a:pt x="447754" y="23189"/>
                </a:cubicBezTo>
                <a:cubicBezTo>
                  <a:pt x="444425" y="16945"/>
                  <a:pt x="440148" y="12698"/>
                  <a:pt x="434924" y="10446"/>
                </a:cubicBezTo>
                <a:cubicBezTo>
                  <a:pt x="431237" y="8860"/>
                  <a:pt x="425116" y="8092"/>
                  <a:pt x="416563" y="8143"/>
                </a:cubicBezTo>
                <a:close/>
                <a:moveTo>
                  <a:pt x="553805" y="67913"/>
                </a:moveTo>
                <a:lnTo>
                  <a:pt x="514394" y="67913"/>
                </a:lnTo>
                <a:cubicBezTo>
                  <a:pt x="514855" y="77464"/>
                  <a:pt x="517391" y="85013"/>
                  <a:pt x="522000" y="90559"/>
                </a:cubicBezTo>
                <a:cubicBezTo>
                  <a:pt x="525534" y="94821"/>
                  <a:pt x="529785" y="96952"/>
                  <a:pt x="534753" y="96952"/>
                </a:cubicBezTo>
                <a:cubicBezTo>
                  <a:pt x="537826" y="96952"/>
                  <a:pt x="540617" y="96094"/>
                  <a:pt x="543127" y="94378"/>
                </a:cubicBezTo>
                <a:cubicBezTo>
                  <a:pt x="545636" y="92663"/>
                  <a:pt x="548325" y="89577"/>
                  <a:pt x="551193" y="85121"/>
                </a:cubicBezTo>
                <a:lnTo>
                  <a:pt x="553805" y="86811"/>
                </a:lnTo>
                <a:cubicBezTo>
                  <a:pt x="549913" y="94750"/>
                  <a:pt x="545611" y="100371"/>
                  <a:pt x="540899" y="103674"/>
                </a:cubicBezTo>
                <a:cubicBezTo>
                  <a:pt x="536187" y="106978"/>
                  <a:pt x="530732" y="108629"/>
                  <a:pt x="524535" y="108629"/>
                </a:cubicBezTo>
                <a:cubicBezTo>
                  <a:pt x="513882" y="108629"/>
                  <a:pt x="505816" y="104528"/>
                  <a:pt x="500336" y="96325"/>
                </a:cubicBezTo>
                <a:cubicBezTo>
                  <a:pt x="495931" y="89712"/>
                  <a:pt x="493729" y="81510"/>
                  <a:pt x="493729" y="71718"/>
                </a:cubicBezTo>
                <a:cubicBezTo>
                  <a:pt x="493729" y="59720"/>
                  <a:pt x="496968" y="50172"/>
                  <a:pt x="503447" y="43072"/>
                </a:cubicBezTo>
                <a:cubicBezTo>
                  <a:pt x="509926" y="35971"/>
                  <a:pt x="517519" y="32420"/>
                  <a:pt x="526225" y="32420"/>
                </a:cubicBezTo>
                <a:cubicBezTo>
                  <a:pt x="533498" y="32420"/>
                  <a:pt x="539810" y="35403"/>
                  <a:pt x="545162" y="41370"/>
                </a:cubicBezTo>
                <a:cubicBezTo>
                  <a:pt x="550515" y="47336"/>
                  <a:pt x="553395" y="56184"/>
                  <a:pt x="553805" y="67913"/>
                </a:cubicBezTo>
                <a:moveTo>
                  <a:pt x="534906" y="62842"/>
                </a:moveTo>
                <a:cubicBezTo>
                  <a:pt x="534906" y="54596"/>
                  <a:pt x="534458" y="48937"/>
                  <a:pt x="533562" y="45864"/>
                </a:cubicBezTo>
                <a:cubicBezTo>
                  <a:pt x="532666" y="42791"/>
                  <a:pt x="531270" y="40461"/>
                  <a:pt x="529375" y="38873"/>
                </a:cubicBezTo>
                <a:cubicBezTo>
                  <a:pt x="528300" y="37951"/>
                  <a:pt x="526866" y="37490"/>
                  <a:pt x="525073" y="37490"/>
                </a:cubicBezTo>
                <a:cubicBezTo>
                  <a:pt x="522410" y="37490"/>
                  <a:pt x="520233" y="38796"/>
                  <a:pt x="518543" y="41408"/>
                </a:cubicBezTo>
                <a:cubicBezTo>
                  <a:pt x="515521" y="45966"/>
                  <a:pt x="514010" y="52215"/>
                  <a:pt x="514010" y="60153"/>
                </a:cubicBezTo>
                <a:lnTo>
                  <a:pt x="514010" y="62842"/>
                </a:lnTo>
                <a:lnTo>
                  <a:pt x="534906" y="62842"/>
                </a:lnTo>
                <a:close/>
                <a:moveTo>
                  <a:pt x="607827" y="32727"/>
                </a:moveTo>
                <a:lnTo>
                  <a:pt x="608980" y="57311"/>
                </a:lnTo>
                <a:lnTo>
                  <a:pt x="606368" y="57311"/>
                </a:lnTo>
                <a:cubicBezTo>
                  <a:pt x="603244" y="49979"/>
                  <a:pt x="600004" y="44971"/>
                  <a:pt x="596649" y="42287"/>
                </a:cubicBezTo>
                <a:cubicBezTo>
                  <a:pt x="593295" y="39601"/>
                  <a:pt x="589953" y="38258"/>
                  <a:pt x="586624" y="38258"/>
                </a:cubicBezTo>
                <a:cubicBezTo>
                  <a:pt x="584524" y="38258"/>
                  <a:pt x="582731" y="38963"/>
                  <a:pt x="581246" y="40371"/>
                </a:cubicBezTo>
                <a:cubicBezTo>
                  <a:pt x="579761" y="41780"/>
                  <a:pt x="579018" y="43406"/>
                  <a:pt x="579018" y="45249"/>
                </a:cubicBezTo>
                <a:cubicBezTo>
                  <a:pt x="579018" y="46632"/>
                  <a:pt x="579530" y="47964"/>
                  <a:pt x="580555" y="49244"/>
                </a:cubicBezTo>
                <a:cubicBezTo>
                  <a:pt x="582194" y="51344"/>
                  <a:pt x="586778" y="54942"/>
                  <a:pt x="594306" y="60038"/>
                </a:cubicBezTo>
                <a:cubicBezTo>
                  <a:pt x="601835" y="65134"/>
                  <a:pt x="606790" y="69462"/>
                  <a:pt x="609172" y="73021"/>
                </a:cubicBezTo>
                <a:cubicBezTo>
                  <a:pt x="611553" y="76581"/>
                  <a:pt x="612744" y="80563"/>
                  <a:pt x="612744" y="84968"/>
                </a:cubicBezTo>
                <a:cubicBezTo>
                  <a:pt x="612744" y="88962"/>
                  <a:pt x="611745" y="92880"/>
                  <a:pt x="609748" y="96722"/>
                </a:cubicBezTo>
                <a:cubicBezTo>
                  <a:pt x="607751" y="100563"/>
                  <a:pt x="604934" y="103508"/>
                  <a:pt x="601297" y="105556"/>
                </a:cubicBezTo>
                <a:cubicBezTo>
                  <a:pt x="597661" y="107605"/>
                  <a:pt x="593641" y="108629"/>
                  <a:pt x="589236" y="108629"/>
                </a:cubicBezTo>
                <a:cubicBezTo>
                  <a:pt x="585804" y="108629"/>
                  <a:pt x="581221" y="107534"/>
                  <a:pt x="575484" y="105343"/>
                </a:cubicBezTo>
                <a:cubicBezTo>
                  <a:pt x="573948" y="104768"/>
                  <a:pt x="572898" y="104481"/>
                  <a:pt x="572335" y="104481"/>
                </a:cubicBezTo>
                <a:cubicBezTo>
                  <a:pt x="570644" y="104481"/>
                  <a:pt x="569236" y="105761"/>
                  <a:pt x="568109" y="108322"/>
                </a:cubicBezTo>
                <a:lnTo>
                  <a:pt x="565574" y="108322"/>
                </a:lnTo>
                <a:lnTo>
                  <a:pt x="564345" y="82509"/>
                </a:lnTo>
                <a:lnTo>
                  <a:pt x="566957" y="82509"/>
                </a:lnTo>
                <a:cubicBezTo>
                  <a:pt x="569262" y="89270"/>
                  <a:pt x="572424" y="94340"/>
                  <a:pt x="576445" y="97720"/>
                </a:cubicBezTo>
                <a:cubicBezTo>
                  <a:pt x="580465" y="101101"/>
                  <a:pt x="584268" y="102791"/>
                  <a:pt x="587853" y="102791"/>
                </a:cubicBezTo>
                <a:cubicBezTo>
                  <a:pt x="590311" y="102791"/>
                  <a:pt x="592322" y="102035"/>
                  <a:pt x="593884" y="100524"/>
                </a:cubicBezTo>
                <a:cubicBezTo>
                  <a:pt x="595446" y="99014"/>
                  <a:pt x="596227" y="97183"/>
                  <a:pt x="596227" y="95031"/>
                </a:cubicBezTo>
                <a:cubicBezTo>
                  <a:pt x="596227" y="92573"/>
                  <a:pt x="595459" y="90448"/>
                  <a:pt x="593922" y="88655"/>
                </a:cubicBezTo>
                <a:cubicBezTo>
                  <a:pt x="592386" y="86863"/>
                  <a:pt x="588954" y="84148"/>
                  <a:pt x="583628" y="80512"/>
                </a:cubicBezTo>
                <a:cubicBezTo>
                  <a:pt x="575792" y="75083"/>
                  <a:pt x="570721" y="70934"/>
                  <a:pt x="568417" y="68066"/>
                </a:cubicBezTo>
                <a:cubicBezTo>
                  <a:pt x="565036" y="63866"/>
                  <a:pt x="563346" y="59231"/>
                  <a:pt x="563346" y="54161"/>
                </a:cubicBezTo>
                <a:cubicBezTo>
                  <a:pt x="563346" y="48630"/>
                  <a:pt x="565254" y="43623"/>
                  <a:pt x="569070" y="39142"/>
                </a:cubicBezTo>
                <a:cubicBezTo>
                  <a:pt x="572885" y="34661"/>
                  <a:pt x="578404" y="32420"/>
                  <a:pt x="585625" y="32420"/>
                </a:cubicBezTo>
                <a:cubicBezTo>
                  <a:pt x="589518" y="32420"/>
                  <a:pt x="593282" y="33404"/>
                  <a:pt x="596918" y="35373"/>
                </a:cubicBezTo>
                <a:cubicBezTo>
                  <a:pt x="598301" y="36170"/>
                  <a:pt x="599428" y="36568"/>
                  <a:pt x="600299" y="36568"/>
                </a:cubicBezTo>
                <a:cubicBezTo>
                  <a:pt x="601221" y="36568"/>
                  <a:pt x="601963" y="36376"/>
                  <a:pt x="602527" y="35992"/>
                </a:cubicBezTo>
                <a:cubicBezTo>
                  <a:pt x="603090" y="35608"/>
                  <a:pt x="603986" y="34520"/>
                  <a:pt x="605215" y="32727"/>
                </a:cubicBezTo>
                <a:lnTo>
                  <a:pt x="607827" y="32727"/>
                </a:lnTo>
                <a:close/>
                <a:moveTo>
                  <a:pt x="681852" y="87904"/>
                </a:moveTo>
                <a:lnTo>
                  <a:pt x="684233" y="89745"/>
                </a:lnTo>
                <a:cubicBezTo>
                  <a:pt x="680853" y="96117"/>
                  <a:pt x="676640" y="100857"/>
                  <a:pt x="671595" y="103967"/>
                </a:cubicBezTo>
                <a:cubicBezTo>
                  <a:pt x="666551" y="107075"/>
                  <a:pt x="661186" y="108629"/>
                  <a:pt x="655501" y="108629"/>
                </a:cubicBezTo>
                <a:cubicBezTo>
                  <a:pt x="645923" y="108629"/>
                  <a:pt x="638267" y="105015"/>
                  <a:pt x="632530" y="97788"/>
                </a:cubicBezTo>
                <a:cubicBezTo>
                  <a:pt x="626794" y="90558"/>
                  <a:pt x="623926" y="81868"/>
                  <a:pt x="623926" y="71718"/>
                </a:cubicBezTo>
                <a:cubicBezTo>
                  <a:pt x="623926" y="61924"/>
                  <a:pt x="626538" y="53311"/>
                  <a:pt x="631762" y="45878"/>
                </a:cubicBezTo>
                <a:cubicBezTo>
                  <a:pt x="638062" y="36906"/>
                  <a:pt x="646743" y="32420"/>
                  <a:pt x="657806" y="32420"/>
                </a:cubicBezTo>
                <a:cubicBezTo>
                  <a:pt x="665232" y="32420"/>
                  <a:pt x="671135" y="34295"/>
                  <a:pt x="675514" y="38045"/>
                </a:cubicBezTo>
                <a:cubicBezTo>
                  <a:pt x="679892" y="41793"/>
                  <a:pt x="682082" y="45978"/>
                  <a:pt x="682082" y="50601"/>
                </a:cubicBezTo>
                <a:cubicBezTo>
                  <a:pt x="682082" y="53528"/>
                  <a:pt x="681199" y="55865"/>
                  <a:pt x="679432" y="57611"/>
                </a:cubicBezTo>
                <a:cubicBezTo>
                  <a:pt x="677665" y="59357"/>
                  <a:pt x="675347" y="60230"/>
                  <a:pt x="672479" y="60230"/>
                </a:cubicBezTo>
                <a:cubicBezTo>
                  <a:pt x="669457" y="60230"/>
                  <a:pt x="666960" y="59228"/>
                  <a:pt x="664989" y="57224"/>
                </a:cubicBezTo>
                <a:cubicBezTo>
                  <a:pt x="663017" y="55219"/>
                  <a:pt x="661800" y="51647"/>
                  <a:pt x="661339" y="46507"/>
                </a:cubicBezTo>
                <a:cubicBezTo>
                  <a:pt x="661032" y="43270"/>
                  <a:pt x="660290" y="41008"/>
                  <a:pt x="659112" y="39723"/>
                </a:cubicBezTo>
                <a:cubicBezTo>
                  <a:pt x="657934" y="38439"/>
                  <a:pt x="656551" y="37797"/>
                  <a:pt x="654963" y="37797"/>
                </a:cubicBezTo>
                <a:cubicBezTo>
                  <a:pt x="652505" y="37797"/>
                  <a:pt x="650405" y="39103"/>
                  <a:pt x="648663" y="41716"/>
                </a:cubicBezTo>
                <a:cubicBezTo>
                  <a:pt x="646000" y="45659"/>
                  <a:pt x="644669" y="51703"/>
                  <a:pt x="644669" y="59846"/>
                </a:cubicBezTo>
                <a:cubicBezTo>
                  <a:pt x="644669" y="66607"/>
                  <a:pt x="645744" y="73073"/>
                  <a:pt x="647895" y="79244"/>
                </a:cubicBezTo>
                <a:cubicBezTo>
                  <a:pt x="650046" y="85416"/>
                  <a:pt x="652991" y="90012"/>
                  <a:pt x="656730" y="93034"/>
                </a:cubicBezTo>
                <a:cubicBezTo>
                  <a:pt x="659547" y="95236"/>
                  <a:pt x="662876" y="96338"/>
                  <a:pt x="666717" y="96338"/>
                </a:cubicBezTo>
                <a:cubicBezTo>
                  <a:pt x="669227" y="96338"/>
                  <a:pt x="671608" y="95750"/>
                  <a:pt x="673862" y="94575"/>
                </a:cubicBezTo>
                <a:cubicBezTo>
                  <a:pt x="676115" y="93399"/>
                  <a:pt x="678779" y="91175"/>
                  <a:pt x="681852" y="87904"/>
                </a:cubicBezTo>
                <a:close/>
                <a:moveTo>
                  <a:pt x="722506" y="34571"/>
                </a:moveTo>
                <a:lnTo>
                  <a:pt x="722506" y="50858"/>
                </a:lnTo>
                <a:cubicBezTo>
                  <a:pt x="727269" y="43431"/>
                  <a:pt x="731443" y="38502"/>
                  <a:pt x="735028" y="36069"/>
                </a:cubicBezTo>
                <a:cubicBezTo>
                  <a:pt x="738614" y="33636"/>
                  <a:pt x="742071" y="32420"/>
                  <a:pt x="745400" y="32420"/>
                </a:cubicBezTo>
                <a:cubicBezTo>
                  <a:pt x="748268" y="32420"/>
                  <a:pt x="750560" y="33306"/>
                  <a:pt x="752275" y="35080"/>
                </a:cubicBezTo>
                <a:cubicBezTo>
                  <a:pt x="753991" y="36853"/>
                  <a:pt x="754849" y="39359"/>
                  <a:pt x="754849" y="42597"/>
                </a:cubicBezTo>
                <a:cubicBezTo>
                  <a:pt x="754849" y="46041"/>
                  <a:pt x="754017" y="48715"/>
                  <a:pt x="752352" y="50618"/>
                </a:cubicBezTo>
                <a:cubicBezTo>
                  <a:pt x="750688" y="52519"/>
                  <a:pt x="748678" y="53470"/>
                  <a:pt x="746322" y="53470"/>
                </a:cubicBezTo>
                <a:cubicBezTo>
                  <a:pt x="743607" y="53470"/>
                  <a:pt x="741251" y="52599"/>
                  <a:pt x="739254" y="50858"/>
                </a:cubicBezTo>
                <a:cubicBezTo>
                  <a:pt x="737256" y="49116"/>
                  <a:pt x="736078" y="48143"/>
                  <a:pt x="735720" y="47938"/>
                </a:cubicBezTo>
                <a:cubicBezTo>
                  <a:pt x="735208" y="47631"/>
                  <a:pt x="734619" y="47477"/>
                  <a:pt x="733953" y="47477"/>
                </a:cubicBezTo>
                <a:cubicBezTo>
                  <a:pt x="732468" y="47477"/>
                  <a:pt x="731059" y="48041"/>
                  <a:pt x="729728" y="49167"/>
                </a:cubicBezTo>
                <a:cubicBezTo>
                  <a:pt x="727628" y="50909"/>
                  <a:pt x="726040" y="53393"/>
                  <a:pt x="724965" y="56619"/>
                </a:cubicBezTo>
                <a:cubicBezTo>
                  <a:pt x="723326" y="61587"/>
                  <a:pt x="722506" y="67067"/>
                  <a:pt x="722506" y="73060"/>
                </a:cubicBezTo>
                <a:lnTo>
                  <a:pt x="722506" y="89577"/>
                </a:lnTo>
                <a:lnTo>
                  <a:pt x="722583" y="93879"/>
                </a:lnTo>
                <a:cubicBezTo>
                  <a:pt x="722583" y="96798"/>
                  <a:pt x="722762" y="98668"/>
                  <a:pt x="723121" y="99487"/>
                </a:cubicBezTo>
                <a:cubicBezTo>
                  <a:pt x="723735" y="100870"/>
                  <a:pt x="724644" y="101882"/>
                  <a:pt x="725848" y="102522"/>
                </a:cubicBezTo>
                <a:cubicBezTo>
                  <a:pt x="727052" y="103162"/>
                  <a:pt x="729087" y="103559"/>
                  <a:pt x="731956" y="103713"/>
                </a:cubicBezTo>
                <a:lnTo>
                  <a:pt x="731956" y="106478"/>
                </a:lnTo>
                <a:lnTo>
                  <a:pt x="693159" y="106478"/>
                </a:lnTo>
                <a:lnTo>
                  <a:pt x="693159" y="103713"/>
                </a:lnTo>
                <a:cubicBezTo>
                  <a:pt x="696283" y="103457"/>
                  <a:pt x="698396" y="102599"/>
                  <a:pt x="699497" y="101139"/>
                </a:cubicBezTo>
                <a:cubicBezTo>
                  <a:pt x="700598" y="99679"/>
                  <a:pt x="701149" y="95825"/>
                  <a:pt x="701149" y="89577"/>
                </a:cubicBezTo>
                <a:lnTo>
                  <a:pt x="701149" y="49782"/>
                </a:lnTo>
                <a:cubicBezTo>
                  <a:pt x="701149" y="45659"/>
                  <a:pt x="700944" y="43031"/>
                  <a:pt x="700534" y="41898"/>
                </a:cubicBezTo>
                <a:cubicBezTo>
                  <a:pt x="700022" y="40454"/>
                  <a:pt x="699280" y="39398"/>
                  <a:pt x="698307" y="38729"/>
                </a:cubicBezTo>
                <a:cubicBezTo>
                  <a:pt x="697333" y="38058"/>
                  <a:pt x="695618" y="37594"/>
                  <a:pt x="693159" y="37337"/>
                </a:cubicBezTo>
                <a:lnTo>
                  <a:pt x="693159" y="34571"/>
                </a:lnTo>
                <a:lnTo>
                  <a:pt x="722506" y="34571"/>
                </a:lnTo>
                <a:close/>
                <a:moveTo>
                  <a:pt x="779448" y="0"/>
                </a:moveTo>
                <a:cubicBezTo>
                  <a:pt x="782777" y="0"/>
                  <a:pt x="785594" y="1169"/>
                  <a:pt x="787898" y="3508"/>
                </a:cubicBezTo>
                <a:cubicBezTo>
                  <a:pt x="790203" y="5844"/>
                  <a:pt x="791355" y="8657"/>
                  <a:pt x="791355" y="11946"/>
                </a:cubicBezTo>
                <a:cubicBezTo>
                  <a:pt x="791355" y="15235"/>
                  <a:pt x="790190" y="18036"/>
                  <a:pt x="787860" y="20349"/>
                </a:cubicBezTo>
                <a:cubicBezTo>
                  <a:pt x="785530" y="22660"/>
                  <a:pt x="782725" y="23815"/>
                  <a:pt x="779448" y="23815"/>
                </a:cubicBezTo>
                <a:cubicBezTo>
                  <a:pt x="776170" y="23815"/>
                  <a:pt x="773379" y="22660"/>
                  <a:pt x="771074" y="20349"/>
                </a:cubicBezTo>
                <a:cubicBezTo>
                  <a:pt x="768769" y="18036"/>
                  <a:pt x="767617" y="15235"/>
                  <a:pt x="767617" y="11946"/>
                </a:cubicBezTo>
                <a:cubicBezTo>
                  <a:pt x="767617" y="8657"/>
                  <a:pt x="768769" y="5844"/>
                  <a:pt x="771074" y="3508"/>
                </a:cubicBezTo>
                <a:cubicBezTo>
                  <a:pt x="773379" y="1169"/>
                  <a:pt x="776170" y="0"/>
                  <a:pt x="779448" y="0"/>
                </a:cubicBezTo>
                <a:moveTo>
                  <a:pt x="790203" y="34571"/>
                </a:moveTo>
                <a:lnTo>
                  <a:pt x="790203" y="91574"/>
                </a:lnTo>
                <a:cubicBezTo>
                  <a:pt x="790203" y="96645"/>
                  <a:pt x="790792" y="99884"/>
                  <a:pt x="791970" y="101293"/>
                </a:cubicBezTo>
                <a:cubicBezTo>
                  <a:pt x="793148" y="102701"/>
                  <a:pt x="795453" y="103508"/>
                  <a:pt x="798884" y="103713"/>
                </a:cubicBezTo>
                <a:lnTo>
                  <a:pt x="798884" y="106478"/>
                </a:lnTo>
                <a:lnTo>
                  <a:pt x="760088" y="106478"/>
                </a:lnTo>
                <a:lnTo>
                  <a:pt x="760088" y="103713"/>
                </a:lnTo>
                <a:cubicBezTo>
                  <a:pt x="763263" y="103610"/>
                  <a:pt x="765619" y="102688"/>
                  <a:pt x="767156" y="100947"/>
                </a:cubicBezTo>
                <a:cubicBezTo>
                  <a:pt x="768180" y="99769"/>
                  <a:pt x="768692" y="96645"/>
                  <a:pt x="768692" y="91574"/>
                </a:cubicBezTo>
                <a:lnTo>
                  <a:pt x="768692" y="49628"/>
                </a:lnTo>
                <a:cubicBezTo>
                  <a:pt x="768692" y="44494"/>
                  <a:pt x="768103" y="41214"/>
                  <a:pt x="766925" y="39788"/>
                </a:cubicBezTo>
                <a:cubicBezTo>
                  <a:pt x="765747" y="38362"/>
                  <a:pt x="763468" y="37545"/>
                  <a:pt x="760088" y="37337"/>
                </a:cubicBezTo>
                <a:lnTo>
                  <a:pt x="760088" y="34571"/>
                </a:lnTo>
                <a:lnTo>
                  <a:pt x="790203" y="34571"/>
                </a:lnTo>
                <a:close/>
                <a:moveTo>
                  <a:pt x="833476" y="99180"/>
                </a:moveTo>
                <a:lnTo>
                  <a:pt x="833476" y="125838"/>
                </a:lnTo>
                <a:cubicBezTo>
                  <a:pt x="833476" y="129575"/>
                  <a:pt x="833770" y="132118"/>
                  <a:pt x="834359" y="133468"/>
                </a:cubicBezTo>
                <a:cubicBezTo>
                  <a:pt x="834948" y="134818"/>
                  <a:pt x="835858" y="135805"/>
                  <a:pt x="837087" y="136428"/>
                </a:cubicBezTo>
                <a:cubicBezTo>
                  <a:pt x="838316" y="137050"/>
                  <a:pt x="840723" y="137362"/>
                  <a:pt x="844308" y="137362"/>
                </a:cubicBezTo>
                <a:lnTo>
                  <a:pt x="844308" y="140127"/>
                </a:lnTo>
                <a:lnTo>
                  <a:pt x="803361" y="140127"/>
                </a:lnTo>
                <a:lnTo>
                  <a:pt x="803361" y="137362"/>
                </a:lnTo>
                <a:cubicBezTo>
                  <a:pt x="806536" y="137258"/>
                  <a:pt x="808892" y="136349"/>
                  <a:pt x="810429" y="134637"/>
                </a:cubicBezTo>
                <a:cubicBezTo>
                  <a:pt x="811453" y="133444"/>
                  <a:pt x="811965" y="130358"/>
                  <a:pt x="811965" y="125377"/>
                </a:cubicBezTo>
                <a:lnTo>
                  <a:pt x="811965" y="49628"/>
                </a:lnTo>
                <a:cubicBezTo>
                  <a:pt x="811965" y="44494"/>
                  <a:pt x="811376" y="41214"/>
                  <a:pt x="810198" y="39788"/>
                </a:cubicBezTo>
                <a:cubicBezTo>
                  <a:pt x="809020" y="38362"/>
                  <a:pt x="806741" y="37545"/>
                  <a:pt x="803361" y="37337"/>
                </a:cubicBezTo>
                <a:lnTo>
                  <a:pt x="803361" y="34571"/>
                </a:lnTo>
                <a:lnTo>
                  <a:pt x="833476" y="34571"/>
                </a:lnTo>
                <a:lnTo>
                  <a:pt x="833476" y="44020"/>
                </a:lnTo>
                <a:cubicBezTo>
                  <a:pt x="835986" y="40333"/>
                  <a:pt x="838546" y="37669"/>
                  <a:pt x="841158" y="36031"/>
                </a:cubicBezTo>
                <a:cubicBezTo>
                  <a:pt x="844897" y="33623"/>
                  <a:pt x="848969" y="32420"/>
                  <a:pt x="853373" y="32420"/>
                </a:cubicBezTo>
                <a:cubicBezTo>
                  <a:pt x="858649" y="32420"/>
                  <a:pt x="863450" y="34086"/>
                  <a:pt x="867778" y="37418"/>
                </a:cubicBezTo>
                <a:cubicBezTo>
                  <a:pt x="872106" y="40750"/>
                  <a:pt x="875396" y="45352"/>
                  <a:pt x="877650" y="51223"/>
                </a:cubicBezTo>
                <a:cubicBezTo>
                  <a:pt x="879903" y="57093"/>
                  <a:pt x="881030" y="63412"/>
                  <a:pt x="881030" y="70179"/>
                </a:cubicBezTo>
                <a:cubicBezTo>
                  <a:pt x="881030" y="77458"/>
                  <a:pt x="879865" y="84110"/>
                  <a:pt x="877535" y="90134"/>
                </a:cubicBezTo>
                <a:cubicBezTo>
                  <a:pt x="875204" y="96158"/>
                  <a:pt x="871824" y="100747"/>
                  <a:pt x="867394" y="103900"/>
                </a:cubicBezTo>
                <a:cubicBezTo>
                  <a:pt x="862964" y="107053"/>
                  <a:pt x="858034" y="108629"/>
                  <a:pt x="852605" y="108629"/>
                </a:cubicBezTo>
                <a:cubicBezTo>
                  <a:pt x="848662" y="108629"/>
                  <a:pt x="844974" y="107759"/>
                  <a:pt x="841543" y="106017"/>
                </a:cubicBezTo>
                <a:cubicBezTo>
                  <a:pt x="838982" y="104686"/>
                  <a:pt x="836293" y="102407"/>
                  <a:pt x="833476" y="99180"/>
                </a:cubicBezTo>
                <a:moveTo>
                  <a:pt x="833476" y="91409"/>
                </a:moveTo>
                <a:cubicBezTo>
                  <a:pt x="837881" y="97665"/>
                  <a:pt x="842592" y="100793"/>
                  <a:pt x="847612" y="100793"/>
                </a:cubicBezTo>
                <a:cubicBezTo>
                  <a:pt x="850377" y="100793"/>
                  <a:pt x="852656" y="99332"/>
                  <a:pt x="854449" y="96410"/>
                </a:cubicBezTo>
                <a:cubicBezTo>
                  <a:pt x="857112" y="92101"/>
                  <a:pt x="858444" y="83895"/>
                  <a:pt x="858444" y="71792"/>
                </a:cubicBezTo>
                <a:cubicBezTo>
                  <a:pt x="858444" y="59382"/>
                  <a:pt x="856984" y="50894"/>
                  <a:pt x="854065" y="46330"/>
                </a:cubicBezTo>
                <a:cubicBezTo>
                  <a:pt x="852119" y="43305"/>
                  <a:pt x="849507" y="41792"/>
                  <a:pt x="846229" y="41792"/>
                </a:cubicBezTo>
                <a:cubicBezTo>
                  <a:pt x="841056" y="41792"/>
                  <a:pt x="836805" y="45536"/>
                  <a:pt x="833476" y="53023"/>
                </a:cubicBezTo>
                <a:lnTo>
                  <a:pt x="833476" y="91409"/>
                </a:lnTo>
                <a:close/>
                <a:moveTo>
                  <a:pt x="921095" y="8143"/>
                </a:moveTo>
                <a:lnTo>
                  <a:pt x="921095" y="34571"/>
                </a:lnTo>
                <a:lnTo>
                  <a:pt x="938150" y="34571"/>
                </a:lnTo>
                <a:lnTo>
                  <a:pt x="938150" y="42100"/>
                </a:lnTo>
                <a:lnTo>
                  <a:pt x="921095" y="42100"/>
                </a:lnTo>
                <a:lnTo>
                  <a:pt x="921095" y="86547"/>
                </a:lnTo>
                <a:cubicBezTo>
                  <a:pt x="921095" y="90707"/>
                  <a:pt x="921287" y="93390"/>
                  <a:pt x="921672" y="94597"/>
                </a:cubicBezTo>
                <a:cubicBezTo>
                  <a:pt x="922056" y="95804"/>
                  <a:pt x="922734" y="96780"/>
                  <a:pt x="923707" y="97526"/>
                </a:cubicBezTo>
                <a:cubicBezTo>
                  <a:pt x="924681" y="98270"/>
                  <a:pt x="925577" y="98642"/>
                  <a:pt x="926396" y="98642"/>
                </a:cubicBezTo>
                <a:cubicBezTo>
                  <a:pt x="929725" y="98642"/>
                  <a:pt x="932875" y="96081"/>
                  <a:pt x="935846" y="90960"/>
                </a:cubicBezTo>
                <a:lnTo>
                  <a:pt x="938150" y="92667"/>
                </a:lnTo>
                <a:cubicBezTo>
                  <a:pt x="934002" y="102591"/>
                  <a:pt x="927267" y="107554"/>
                  <a:pt x="917946" y="107554"/>
                </a:cubicBezTo>
                <a:cubicBezTo>
                  <a:pt x="913387" y="107554"/>
                  <a:pt x="909533" y="106282"/>
                  <a:pt x="906384" y="103739"/>
                </a:cubicBezTo>
                <a:cubicBezTo>
                  <a:pt x="903234" y="101194"/>
                  <a:pt x="901224" y="98354"/>
                  <a:pt x="900353" y="95219"/>
                </a:cubicBezTo>
                <a:cubicBezTo>
                  <a:pt x="899841" y="93471"/>
                  <a:pt x="899585" y="88742"/>
                  <a:pt x="899585" y="81033"/>
                </a:cubicBezTo>
                <a:lnTo>
                  <a:pt x="899585" y="42100"/>
                </a:lnTo>
                <a:lnTo>
                  <a:pt x="890212" y="42100"/>
                </a:lnTo>
                <a:lnTo>
                  <a:pt x="890212" y="39404"/>
                </a:lnTo>
                <a:cubicBezTo>
                  <a:pt x="896665" y="34836"/>
                  <a:pt x="902158" y="30037"/>
                  <a:pt x="906691" y="25006"/>
                </a:cubicBezTo>
                <a:cubicBezTo>
                  <a:pt x="911223" y="19976"/>
                  <a:pt x="915180" y="14355"/>
                  <a:pt x="918560" y="8143"/>
                </a:cubicBezTo>
                <a:lnTo>
                  <a:pt x="921095" y="8143"/>
                </a:lnTo>
                <a:close/>
                <a:moveTo>
                  <a:pt x="962036" y="0"/>
                </a:moveTo>
                <a:cubicBezTo>
                  <a:pt x="965365" y="0"/>
                  <a:pt x="968182" y="1169"/>
                  <a:pt x="970487" y="3508"/>
                </a:cubicBezTo>
                <a:cubicBezTo>
                  <a:pt x="972791" y="5844"/>
                  <a:pt x="973944" y="8657"/>
                  <a:pt x="973944" y="11946"/>
                </a:cubicBezTo>
                <a:cubicBezTo>
                  <a:pt x="973944" y="15235"/>
                  <a:pt x="972778" y="18036"/>
                  <a:pt x="970448" y="20349"/>
                </a:cubicBezTo>
                <a:cubicBezTo>
                  <a:pt x="968118" y="22660"/>
                  <a:pt x="965314" y="23815"/>
                  <a:pt x="962036" y="23815"/>
                </a:cubicBezTo>
                <a:cubicBezTo>
                  <a:pt x="958758" y="23815"/>
                  <a:pt x="955967" y="22660"/>
                  <a:pt x="953662" y="20349"/>
                </a:cubicBezTo>
                <a:cubicBezTo>
                  <a:pt x="951357" y="18036"/>
                  <a:pt x="950205" y="15235"/>
                  <a:pt x="950205" y="11946"/>
                </a:cubicBezTo>
                <a:cubicBezTo>
                  <a:pt x="950205" y="8657"/>
                  <a:pt x="951357" y="5844"/>
                  <a:pt x="953662" y="3508"/>
                </a:cubicBezTo>
                <a:cubicBezTo>
                  <a:pt x="955967" y="1169"/>
                  <a:pt x="958758" y="0"/>
                  <a:pt x="962036" y="0"/>
                </a:cubicBezTo>
                <a:moveTo>
                  <a:pt x="972791" y="34571"/>
                </a:moveTo>
                <a:lnTo>
                  <a:pt x="972791" y="91574"/>
                </a:lnTo>
                <a:cubicBezTo>
                  <a:pt x="972791" y="96645"/>
                  <a:pt x="973380" y="99884"/>
                  <a:pt x="974558" y="101293"/>
                </a:cubicBezTo>
                <a:cubicBezTo>
                  <a:pt x="975736" y="102701"/>
                  <a:pt x="978041" y="103508"/>
                  <a:pt x="981472" y="103713"/>
                </a:cubicBezTo>
                <a:lnTo>
                  <a:pt x="981472" y="106478"/>
                </a:lnTo>
                <a:lnTo>
                  <a:pt x="942676" y="106478"/>
                </a:lnTo>
                <a:lnTo>
                  <a:pt x="942676" y="103713"/>
                </a:lnTo>
                <a:cubicBezTo>
                  <a:pt x="945852" y="103610"/>
                  <a:pt x="948208" y="102688"/>
                  <a:pt x="949744" y="100947"/>
                </a:cubicBezTo>
                <a:cubicBezTo>
                  <a:pt x="950768" y="99769"/>
                  <a:pt x="951280" y="96645"/>
                  <a:pt x="951280" y="91574"/>
                </a:cubicBezTo>
                <a:lnTo>
                  <a:pt x="951280" y="49628"/>
                </a:lnTo>
                <a:cubicBezTo>
                  <a:pt x="951280" y="44494"/>
                  <a:pt x="950691" y="41214"/>
                  <a:pt x="949514" y="39788"/>
                </a:cubicBezTo>
                <a:cubicBezTo>
                  <a:pt x="948336" y="38362"/>
                  <a:pt x="946056" y="37545"/>
                  <a:pt x="942676" y="37337"/>
                </a:cubicBezTo>
                <a:lnTo>
                  <a:pt x="942676" y="34571"/>
                </a:lnTo>
                <a:lnTo>
                  <a:pt x="972791" y="34571"/>
                </a:lnTo>
                <a:close/>
                <a:moveTo>
                  <a:pt x="1022133" y="32420"/>
                </a:moveTo>
                <a:cubicBezTo>
                  <a:pt x="1028382" y="32420"/>
                  <a:pt x="1034195" y="34035"/>
                  <a:pt x="1039573" y="37265"/>
                </a:cubicBezTo>
                <a:cubicBezTo>
                  <a:pt x="1044950" y="40494"/>
                  <a:pt x="1049035" y="45083"/>
                  <a:pt x="1051826" y="51030"/>
                </a:cubicBezTo>
                <a:cubicBezTo>
                  <a:pt x="1054617" y="56978"/>
                  <a:pt x="1056013" y="63489"/>
                  <a:pt x="1056013" y="70563"/>
                </a:cubicBezTo>
                <a:cubicBezTo>
                  <a:pt x="1056013" y="80765"/>
                  <a:pt x="1053426" y="89301"/>
                  <a:pt x="1048254" y="96172"/>
                </a:cubicBezTo>
                <a:cubicBezTo>
                  <a:pt x="1042005" y="104477"/>
                  <a:pt x="1033375" y="108629"/>
                  <a:pt x="1022364" y="108629"/>
                </a:cubicBezTo>
                <a:cubicBezTo>
                  <a:pt x="1011557" y="108629"/>
                  <a:pt x="1003235" y="104835"/>
                  <a:pt x="997396" y="97247"/>
                </a:cubicBezTo>
                <a:cubicBezTo>
                  <a:pt x="991557" y="89659"/>
                  <a:pt x="988638" y="80867"/>
                  <a:pt x="988638" y="70870"/>
                </a:cubicBezTo>
                <a:cubicBezTo>
                  <a:pt x="988638" y="60566"/>
                  <a:pt x="991621" y="51582"/>
                  <a:pt x="997588" y="43917"/>
                </a:cubicBezTo>
                <a:cubicBezTo>
                  <a:pt x="1003555" y="36252"/>
                  <a:pt x="1011737" y="32420"/>
                  <a:pt x="1022133" y="32420"/>
                </a:cubicBezTo>
                <a:moveTo>
                  <a:pt x="1022441" y="37797"/>
                </a:moveTo>
                <a:cubicBezTo>
                  <a:pt x="1019829" y="37797"/>
                  <a:pt x="1017588" y="38785"/>
                  <a:pt x="1015719" y="40760"/>
                </a:cubicBezTo>
                <a:cubicBezTo>
                  <a:pt x="1013849" y="42733"/>
                  <a:pt x="1012620" y="46630"/>
                  <a:pt x="1012031" y="52449"/>
                </a:cubicBezTo>
                <a:cubicBezTo>
                  <a:pt x="1011442" y="58269"/>
                  <a:pt x="1011148" y="66358"/>
                  <a:pt x="1011148" y="76716"/>
                </a:cubicBezTo>
                <a:cubicBezTo>
                  <a:pt x="1011148" y="82203"/>
                  <a:pt x="1011506" y="87331"/>
                  <a:pt x="1012223" y="92100"/>
                </a:cubicBezTo>
                <a:cubicBezTo>
                  <a:pt x="1012786" y="95740"/>
                  <a:pt x="1013990" y="98509"/>
                  <a:pt x="1015834" y="100407"/>
                </a:cubicBezTo>
                <a:cubicBezTo>
                  <a:pt x="1017678" y="102303"/>
                  <a:pt x="1019777" y="103252"/>
                  <a:pt x="1022133" y="103252"/>
                </a:cubicBezTo>
                <a:cubicBezTo>
                  <a:pt x="1024438" y="103252"/>
                  <a:pt x="1026359" y="102611"/>
                  <a:pt x="1027895" y="101329"/>
                </a:cubicBezTo>
                <a:cubicBezTo>
                  <a:pt x="1029893" y="99586"/>
                  <a:pt x="1031224" y="97150"/>
                  <a:pt x="1031890" y="94021"/>
                </a:cubicBezTo>
                <a:cubicBezTo>
                  <a:pt x="1032914" y="89150"/>
                  <a:pt x="1033427" y="79306"/>
                  <a:pt x="1033427" y="64487"/>
                </a:cubicBezTo>
                <a:cubicBezTo>
                  <a:pt x="1033427" y="55770"/>
                  <a:pt x="1032940" y="49784"/>
                  <a:pt x="1031967" y="46529"/>
                </a:cubicBezTo>
                <a:cubicBezTo>
                  <a:pt x="1030994" y="43272"/>
                  <a:pt x="1029560" y="40900"/>
                  <a:pt x="1027665" y="39413"/>
                </a:cubicBezTo>
                <a:cubicBezTo>
                  <a:pt x="1026333" y="38336"/>
                  <a:pt x="1024592" y="37797"/>
                  <a:pt x="1022441" y="37797"/>
                </a:cubicBezTo>
                <a:close/>
                <a:moveTo>
                  <a:pt x="1095718" y="34571"/>
                </a:moveTo>
                <a:lnTo>
                  <a:pt x="1095718" y="43943"/>
                </a:lnTo>
                <a:cubicBezTo>
                  <a:pt x="1099405" y="39921"/>
                  <a:pt x="1102939" y="36996"/>
                  <a:pt x="1106320" y="35166"/>
                </a:cubicBezTo>
                <a:cubicBezTo>
                  <a:pt x="1109700" y="33335"/>
                  <a:pt x="1113336" y="32420"/>
                  <a:pt x="1117229" y="32420"/>
                </a:cubicBezTo>
                <a:cubicBezTo>
                  <a:pt x="1121889" y="32420"/>
                  <a:pt x="1125756" y="33715"/>
                  <a:pt x="1128829" y="36304"/>
                </a:cubicBezTo>
                <a:cubicBezTo>
                  <a:pt x="1131902" y="38894"/>
                  <a:pt x="1133951" y="42112"/>
                  <a:pt x="1134975" y="45958"/>
                </a:cubicBezTo>
                <a:cubicBezTo>
                  <a:pt x="1135794" y="48882"/>
                  <a:pt x="1136204" y="54498"/>
                  <a:pt x="1136204" y="62806"/>
                </a:cubicBezTo>
                <a:lnTo>
                  <a:pt x="1136204" y="90806"/>
                </a:lnTo>
                <a:cubicBezTo>
                  <a:pt x="1136204" y="96338"/>
                  <a:pt x="1136704" y="99782"/>
                  <a:pt x="1137702" y="101139"/>
                </a:cubicBezTo>
                <a:cubicBezTo>
                  <a:pt x="1138701" y="102496"/>
                  <a:pt x="1140788" y="103354"/>
                  <a:pt x="1143963" y="103713"/>
                </a:cubicBezTo>
                <a:lnTo>
                  <a:pt x="1143963" y="106478"/>
                </a:lnTo>
                <a:lnTo>
                  <a:pt x="1107626" y="106478"/>
                </a:lnTo>
                <a:lnTo>
                  <a:pt x="1107626" y="103713"/>
                </a:lnTo>
                <a:cubicBezTo>
                  <a:pt x="1110340" y="103354"/>
                  <a:pt x="1112286" y="102227"/>
                  <a:pt x="1113464" y="100332"/>
                </a:cubicBezTo>
                <a:cubicBezTo>
                  <a:pt x="1114284" y="99052"/>
                  <a:pt x="1114693" y="95877"/>
                  <a:pt x="1114693" y="90806"/>
                </a:cubicBezTo>
                <a:lnTo>
                  <a:pt x="1114693" y="58847"/>
                </a:lnTo>
                <a:cubicBezTo>
                  <a:pt x="1114693" y="52957"/>
                  <a:pt x="1114463" y="49244"/>
                  <a:pt x="1114002" y="47708"/>
                </a:cubicBezTo>
                <a:cubicBezTo>
                  <a:pt x="1113541" y="46171"/>
                  <a:pt x="1112760" y="44981"/>
                  <a:pt x="1111659" y="44135"/>
                </a:cubicBezTo>
                <a:cubicBezTo>
                  <a:pt x="1110558" y="43290"/>
                  <a:pt x="1109341" y="42868"/>
                  <a:pt x="1108010" y="42868"/>
                </a:cubicBezTo>
                <a:cubicBezTo>
                  <a:pt x="1103605" y="42868"/>
                  <a:pt x="1099508" y="46043"/>
                  <a:pt x="1095718" y="52394"/>
                </a:cubicBezTo>
                <a:lnTo>
                  <a:pt x="1095718" y="90806"/>
                </a:lnTo>
                <a:cubicBezTo>
                  <a:pt x="1095718" y="96184"/>
                  <a:pt x="1096217" y="99590"/>
                  <a:pt x="1097216" y="101024"/>
                </a:cubicBezTo>
                <a:cubicBezTo>
                  <a:pt x="1098215" y="102458"/>
                  <a:pt x="1100071" y="103354"/>
                  <a:pt x="1102786" y="103713"/>
                </a:cubicBezTo>
                <a:lnTo>
                  <a:pt x="1102786" y="106478"/>
                </a:lnTo>
                <a:lnTo>
                  <a:pt x="1066448" y="106478"/>
                </a:lnTo>
                <a:lnTo>
                  <a:pt x="1066448" y="103713"/>
                </a:lnTo>
                <a:cubicBezTo>
                  <a:pt x="1069470" y="103405"/>
                  <a:pt x="1071621" y="102432"/>
                  <a:pt x="1072901" y="100793"/>
                </a:cubicBezTo>
                <a:cubicBezTo>
                  <a:pt x="1073772" y="99667"/>
                  <a:pt x="1074207" y="96338"/>
                  <a:pt x="1074207" y="90806"/>
                </a:cubicBezTo>
                <a:lnTo>
                  <a:pt x="1074207" y="50243"/>
                </a:lnTo>
                <a:cubicBezTo>
                  <a:pt x="1074207" y="44748"/>
                  <a:pt x="1073708" y="41327"/>
                  <a:pt x="1072709" y="39980"/>
                </a:cubicBezTo>
                <a:cubicBezTo>
                  <a:pt x="1071710" y="38632"/>
                  <a:pt x="1069623" y="37751"/>
                  <a:pt x="1066448" y="37337"/>
                </a:cubicBezTo>
                <a:lnTo>
                  <a:pt x="1066448" y="34571"/>
                </a:lnTo>
                <a:lnTo>
                  <a:pt x="1095718" y="34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d830ccadf41ee"/>
          <a:stretch xmlns:a="http://schemas.openxmlformats.org/drawingml/2006/main"/>
        </p:blipFill>
        <p:spPr>
          <a:xfrm xmlns:a="http://schemas.openxmlformats.org/drawingml/2006/main">
            <a:off x="185876" y="373167"/>
            <a:ext cx="221786" cy="253981"/>
          </a:xfrm>
          <a:prstGeom xmlns:a="http://schemas.openxmlformats.org/drawingml/2006/main" prst="rect">
            <a:avLst/>
          </a:prstGeom>
        </p:spPr>
      </p:pic>
      <p:sp>
        <p:nvSpPr>
          <p:cNvPr id="6" name="Text Modeling'sseparability_matrixdoesnot">
            <a:extLst xmlns:a="http://schemas.openxmlformats.org/drawingml/2006/main">
              <a:ext uri="{FF2B5EF4-FFF2-40B4-BE49-F238E27FC236}">
                <a16:creationId xmlns:a16="http://schemas.microsoft.com/office/drawing/2014/main" id="{F6E764DE-8BDC-423F-92E9-6709A8DD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58" y="686361"/>
            <a:ext cx="1735711" cy="94892"/>
          </a:xfrm>
          <a:custGeom xmlns:a="http://schemas.openxmlformats.org/drawingml/2006/main">
            <a:pathLst>
              <a:path w="1735711" h="94892">
                <a:moveTo>
                  <a:pt x="40930" y="72391"/>
                </a:moveTo>
                <a:lnTo>
                  <a:pt x="14254" y="14305"/>
                </a:lnTo>
                <a:lnTo>
                  <a:pt x="14254" y="60427"/>
                </a:lnTo>
                <a:cubicBezTo>
                  <a:pt x="14254" y="64670"/>
                  <a:pt x="14712" y="67317"/>
                  <a:pt x="15629" y="68369"/>
                </a:cubicBezTo>
                <a:cubicBezTo>
                  <a:pt x="16884" y="69794"/>
                  <a:pt x="18870" y="70507"/>
                  <a:pt x="21585" y="70507"/>
                </a:cubicBezTo>
                <a:lnTo>
                  <a:pt x="24028" y="70507"/>
                </a:lnTo>
                <a:lnTo>
                  <a:pt x="24028" y="72391"/>
                </a:lnTo>
                <a:lnTo>
                  <a:pt x="0" y="72391"/>
                </a:lnTo>
                <a:lnTo>
                  <a:pt x="0" y="70507"/>
                </a:lnTo>
                <a:lnTo>
                  <a:pt x="2444" y="70507"/>
                </a:lnTo>
                <a:cubicBezTo>
                  <a:pt x="5362" y="70507"/>
                  <a:pt x="7433" y="69625"/>
                  <a:pt x="8654" y="67860"/>
                </a:cubicBezTo>
                <a:cubicBezTo>
                  <a:pt x="9401" y="66774"/>
                  <a:pt x="9774" y="64296"/>
                  <a:pt x="9774" y="60427"/>
                </a:cubicBezTo>
                <a:lnTo>
                  <a:pt x="9774" y="15323"/>
                </a:lnTo>
                <a:cubicBezTo>
                  <a:pt x="9774" y="12269"/>
                  <a:pt x="9435" y="10063"/>
                  <a:pt x="8756" y="8705"/>
                </a:cubicBezTo>
                <a:cubicBezTo>
                  <a:pt x="8281" y="7721"/>
                  <a:pt x="7407" y="6898"/>
                  <a:pt x="6134" y="6236"/>
                </a:cubicBezTo>
                <a:cubicBezTo>
                  <a:pt x="4862" y="5574"/>
                  <a:pt x="2817" y="5243"/>
                  <a:pt x="0" y="5243"/>
                </a:cubicBezTo>
                <a:lnTo>
                  <a:pt x="0" y="3360"/>
                </a:lnTo>
                <a:lnTo>
                  <a:pt x="19549" y="3360"/>
                </a:lnTo>
                <a:lnTo>
                  <a:pt x="44595" y="57373"/>
                </a:lnTo>
                <a:lnTo>
                  <a:pt x="69234" y="3360"/>
                </a:lnTo>
                <a:lnTo>
                  <a:pt x="88783" y="3360"/>
                </a:lnTo>
                <a:lnTo>
                  <a:pt x="88783" y="5243"/>
                </a:lnTo>
                <a:lnTo>
                  <a:pt x="86390" y="5243"/>
                </a:lnTo>
                <a:cubicBezTo>
                  <a:pt x="83438" y="5243"/>
                  <a:pt x="81350" y="6126"/>
                  <a:pt x="80129" y="7891"/>
                </a:cubicBezTo>
                <a:cubicBezTo>
                  <a:pt x="79382" y="8977"/>
                  <a:pt x="79009" y="11454"/>
                  <a:pt x="79009" y="15323"/>
                </a:cubicBezTo>
                <a:lnTo>
                  <a:pt x="79009" y="60427"/>
                </a:lnTo>
                <a:cubicBezTo>
                  <a:pt x="79009" y="64670"/>
                  <a:pt x="79484" y="67317"/>
                  <a:pt x="80434" y="68369"/>
                </a:cubicBezTo>
                <a:cubicBezTo>
                  <a:pt x="81690" y="69794"/>
                  <a:pt x="83675" y="70507"/>
                  <a:pt x="86390" y="70507"/>
                </a:cubicBezTo>
                <a:lnTo>
                  <a:pt x="88783" y="70507"/>
                </a:lnTo>
                <a:lnTo>
                  <a:pt x="88783" y="72391"/>
                </a:lnTo>
                <a:lnTo>
                  <a:pt x="59460" y="72391"/>
                </a:lnTo>
                <a:lnTo>
                  <a:pt x="59460" y="70507"/>
                </a:lnTo>
                <a:lnTo>
                  <a:pt x="61904" y="70507"/>
                </a:lnTo>
                <a:cubicBezTo>
                  <a:pt x="64856" y="70507"/>
                  <a:pt x="66927" y="69625"/>
                  <a:pt x="68114" y="67860"/>
                </a:cubicBezTo>
                <a:cubicBezTo>
                  <a:pt x="68861" y="66774"/>
                  <a:pt x="69234" y="64296"/>
                  <a:pt x="69234" y="60427"/>
                </a:cubicBezTo>
                <a:lnTo>
                  <a:pt x="69234" y="14305"/>
                </a:lnTo>
                <a:lnTo>
                  <a:pt x="42610" y="72391"/>
                </a:lnTo>
                <a:lnTo>
                  <a:pt x="40930" y="72391"/>
                </a:lnTo>
                <a:close/>
                <a:moveTo>
                  <a:pt x="116645" y="24436"/>
                </a:moveTo>
                <a:cubicBezTo>
                  <a:pt x="123704" y="24436"/>
                  <a:pt x="129371" y="27114"/>
                  <a:pt x="133648" y="32471"/>
                </a:cubicBezTo>
                <a:cubicBezTo>
                  <a:pt x="137279" y="37047"/>
                  <a:pt x="139095" y="42303"/>
                  <a:pt x="139095" y="48237"/>
                </a:cubicBezTo>
                <a:cubicBezTo>
                  <a:pt x="139095" y="52407"/>
                  <a:pt x="138094" y="56628"/>
                  <a:pt x="136091" y="60900"/>
                </a:cubicBezTo>
                <a:cubicBezTo>
                  <a:pt x="134089" y="65171"/>
                  <a:pt x="131331" y="68391"/>
                  <a:pt x="127819" y="70561"/>
                </a:cubicBezTo>
                <a:cubicBezTo>
                  <a:pt x="124306" y="72731"/>
                  <a:pt x="120395" y="73816"/>
                  <a:pt x="116085" y="73816"/>
                </a:cubicBezTo>
                <a:cubicBezTo>
                  <a:pt x="109059" y="73816"/>
                  <a:pt x="103476" y="71019"/>
                  <a:pt x="99336" y="65424"/>
                </a:cubicBezTo>
                <a:cubicBezTo>
                  <a:pt x="95840" y="60712"/>
                  <a:pt x="94092" y="55424"/>
                  <a:pt x="94092" y="49559"/>
                </a:cubicBezTo>
                <a:cubicBezTo>
                  <a:pt x="94092" y="45287"/>
                  <a:pt x="95153" y="41040"/>
                  <a:pt x="97274" y="36819"/>
                </a:cubicBezTo>
                <a:cubicBezTo>
                  <a:pt x="99395" y="32598"/>
                  <a:pt x="102187" y="29479"/>
                  <a:pt x="105648" y="27461"/>
                </a:cubicBezTo>
                <a:cubicBezTo>
                  <a:pt x="109110" y="25444"/>
                  <a:pt x="112776" y="24436"/>
                  <a:pt x="116645" y="24436"/>
                </a:cubicBezTo>
                <a:moveTo>
                  <a:pt x="115066" y="27796"/>
                </a:moveTo>
                <a:cubicBezTo>
                  <a:pt x="113268" y="27796"/>
                  <a:pt x="111460" y="28330"/>
                  <a:pt x="109645" y="29398"/>
                </a:cubicBezTo>
                <a:cubicBezTo>
                  <a:pt x="107829" y="30466"/>
                  <a:pt x="106361" y="32339"/>
                  <a:pt x="105241" y="35016"/>
                </a:cubicBezTo>
                <a:cubicBezTo>
                  <a:pt x="104121" y="37694"/>
                  <a:pt x="103561" y="41135"/>
                  <a:pt x="103561" y="45338"/>
                </a:cubicBezTo>
                <a:cubicBezTo>
                  <a:pt x="103561" y="52117"/>
                  <a:pt x="104910" y="57965"/>
                  <a:pt x="107608" y="62880"/>
                </a:cubicBezTo>
                <a:cubicBezTo>
                  <a:pt x="110307" y="67795"/>
                  <a:pt x="113862" y="70252"/>
                  <a:pt x="118274" y="70252"/>
                </a:cubicBezTo>
                <a:cubicBezTo>
                  <a:pt x="121566" y="70252"/>
                  <a:pt x="124281" y="68897"/>
                  <a:pt x="126419" y="66185"/>
                </a:cubicBezTo>
                <a:cubicBezTo>
                  <a:pt x="128557" y="63473"/>
                  <a:pt x="129626" y="58812"/>
                  <a:pt x="129626" y="52203"/>
                </a:cubicBezTo>
                <a:cubicBezTo>
                  <a:pt x="129626" y="43931"/>
                  <a:pt x="127844" y="37422"/>
                  <a:pt x="124281" y="32676"/>
                </a:cubicBezTo>
                <a:cubicBezTo>
                  <a:pt x="121871" y="29422"/>
                  <a:pt x="118800" y="27796"/>
                  <a:pt x="115066" y="27796"/>
                </a:cubicBezTo>
                <a:close/>
                <a:moveTo>
                  <a:pt x="178904" y="67147"/>
                </a:moveTo>
                <a:cubicBezTo>
                  <a:pt x="176631" y="69523"/>
                  <a:pt x="174408" y="71228"/>
                  <a:pt x="172236" y="72263"/>
                </a:cubicBezTo>
                <a:cubicBezTo>
                  <a:pt x="170064" y="73298"/>
                  <a:pt x="167722" y="73816"/>
                  <a:pt x="165210" y="73816"/>
                </a:cubicBezTo>
                <a:cubicBezTo>
                  <a:pt x="160120" y="73816"/>
                  <a:pt x="155674" y="71691"/>
                  <a:pt x="151873" y="67441"/>
                </a:cubicBezTo>
                <a:cubicBezTo>
                  <a:pt x="148071" y="63191"/>
                  <a:pt x="146171" y="57729"/>
                  <a:pt x="146171" y="51056"/>
                </a:cubicBezTo>
                <a:cubicBezTo>
                  <a:pt x="146171" y="44383"/>
                  <a:pt x="148275" y="38279"/>
                  <a:pt x="152483" y="32742"/>
                </a:cubicBezTo>
                <a:cubicBezTo>
                  <a:pt x="156692" y="27204"/>
                  <a:pt x="162105" y="24436"/>
                  <a:pt x="168723" y="24436"/>
                </a:cubicBezTo>
                <a:cubicBezTo>
                  <a:pt x="172830" y="24436"/>
                  <a:pt x="176223" y="25742"/>
                  <a:pt x="178904" y="28356"/>
                </a:cubicBezTo>
                <a:lnTo>
                  <a:pt x="178904" y="19733"/>
                </a:lnTo>
                <a:cubicBezTo>
                  <a:pt x="178904" y="14382"/>
                  <a:pt x="178777" y="11094"/>
                  <a:pt x="178523" y="9867"/>
                </a:cubicBezTo>
                <a:cubicBezTo>
                  <a:pt x="178268" y="8639"/>
                  <a:pt x="177869" y="7805"/>
                  <a:pt x="177326" y="7363"/>
                </a:cubicBezTo>
                <a:cubicBezTo>
                  <a:pt x="176783" y="6919"/>
                  <a:pt x="176105" y="6698"/>
                  <a:pt x="175290" y="6698"/>
                </a:cubicBezTo>
                <a:cubicBezTo>
                  <a:pt x="174408" y="6698"/>
                  <a:pt x="173237" y="6970"/>
                  <a:pt x="171777" y="7515"/>
                </a:cubicBezTo>
                <a:lnTo>
                  <a:pt x="171116" y="5726"/>
                </a:lnTo>
                <a:lnTo>
                  <a:pt x="185013" y="0"/>
                </a:lnTo>
                <a:lnTo>
                  <a:pt x="187304" y="0"/>
                </a:lnTo>
                <a:lnTo>
                  <a:pt x="187304" y="53911"/>
                </a:lnTo>
                <a:cubicBezTo>
                  <a:pt x="187304" y="59375"/>
                  <a:pt x="187431" y="62710"/>
                  <a:pt x="187686" y="63914"/>
                </a:cubicBezTo>
                <a:cubicBezTo>
                  <a:pt x="187941" y="65119"/>
                  <a:pt x="188348" y="65959"/>
                  <a:pt x="188908" y="66434"/>
                </a:cubicBezTo>
                <a:cubicBezTo>
                  <a:pt x="189468" y="66910"/>
                  <a:pt x="190121" y="67147"/>
                  <a:pt x="190868" y="67147"/>
                </a:cubicBezTo>
                <a:cubicBezTo>
                  <a:pt x="191784" y="67147"/>
                  <a:pt x="193006" y="66859"/>
                  <a:pt x="194533" y="66282"/>
                </a:cubicBezTo>
                <a:lnTo>
                  <a:pt x="195093" y="68063"/>
                </a:lnTo>
                <a:lnTo>
                  <a:pt x="181246" y="73816"/>
                </a:lnTo>
                <a:lnTo>
                  <a:pt x="178904" y="73816"/>
                </a:lnTo>
                <a:lnTo>
                  <a:pt x="178904" y="67147"/>
                </a:lnTo>
                <a:moveTo>
                  <a:pt x="178904" y="63595"/>
                </a:moveTo>
                <a:lnTo>
                  <a:pt x="178904" y="39627"/>
                </a:lnTo>
                <a:cubicBezTo>
                  <a:pt x="178701" y="37324"/>
                  <a:pt x="178090" y="35225"/>
                  <a:pt x="177072" y="33330"/>
                </a:cubicBezTo>
                <a:cubicBezTo>
                  <a:pt x="176054" y="31434"/>
                  <a:pt x="174705" y="30004"/>
                  <a:pt x="173025" y="29040"/>
                </a:cubicBezTo>
                <a:cubicBezTo>
                  <a:pt x="171345" y="28074"/>
                  <a:pt x="169707" y="27592"/>
                  <a:pt x="168112" y="27592"/>
                </a:cubicBezTo>
                <a:cubicBezTo>
                  <a:pt x="165125" y="27592"/>
                  <a:pt x="162461" y="28929"/>
                  <a:pt x="160120" y="31604"/>
                </a:cubicBezTo>
                <a:cubicBezTo>
                  <a:pt x="157031" y="35124"/>
                  <a:pt x="155487" y="40269"/>
                  <a:pt x="155487" y="47040"/>
                </a:cubicBezTo>
                <a:cubicBezTo>
                  <a:pt x="155487" y="53879"/>
                  <a:pt x="156980" y="59118"/>
                  <a:pt x="159967" y="62758"/>
                </a:cubicBezTo>
                <a:cubicBezTo>
                  <a:pt x="162953" y="66397"/>
                  <a:pt x="166279" y="68216"/>
                  <a:pt x="169945" y="68216"/>
                </a:cubicBezTo>
                <a:cubicBezTo>
                  <a:pt x="173033" y="68216"/>
                  <a:pt x="176020" y="66676"/>
                  <a:pt x="178904" y="63595"/>
                </a:cubicBezTo>
                <a:close/>
                <a:moveTo>
                  <a:pt x="205936" y="43373"/>
                </a:moveTo>
                <a:cubicBezTo>
                  <a:pt x="205902" y="50281"/>
                  <a:pt x="207582" y="55699"/>
                  <a:pt x="210976" y="59627"/>
                </a:cubicBezTo>
                <a:cubicBezTo>
                  <a:pt x="214370" y="63554"/>
                  <a:pt x="218358" y="65518"/>
                  <a:pt x="222940" y="65518"/>
                </a:cubicBezTo>
                <a:cubicBezTo>
                  <a:pt x="225994" y="65518"/>
                  <a:pt x="228650" y="64678"/>
                  <a:pt x="230907" y="62998"/>
                </a:cubicBezTo>
                <a:cubicBezTo>
                  <a:pt x="233164" y="61318"/>
                  <a:pt x="235056" y="58442"/>
                  <a:pt x="236583" y="54369"/>
                </a:cubicBezTo>
                <a:lnTo>
                  <a:pt x="238161" y="55387"/>
                </a:lnTo>
                <a:cubicBezTo>
                  <a:pt x="237448" y="60037"/>
                  <a:pt x="235378" y="64271"/>
                  <a:pt x="231950" y="68089"/>
                </a:cubicBezTo>
                <a:cubicBezTo>
                  <a:pt x="228522" y="71907"/>
                  <a:pt x="224229" y="73816"/>
                  <a:pt x="219071" y="73816"/>
                </a:cubicBezTo>
                <a:cubicBezTo>
                  <a:pt x="213471" y="73816"/>
                  <a:pt x="208677" y="71640"/>
                  <a:pt x="204689" y="67289"/>
                </a:cubicBezTo>
                <a:cubicBezTo>
                  <a:pt x="200701" y="62936"/>
                  <a:pt x="198708" y="57085"/>
                  <a:pt x="198708" y="49735"/>
                </a:cubicBezTo>
                <a:cubicBezTo>
                  <a:pt x="198708" y="41777"/>
                  <a:pt x="200752" y="35571"/>
                  <a:pt x="204842" y="31117"/>
                </a:cubicBezTo>
                <a:cubicBezTo>
                  <a:pt x="208931" y="26663"/>
                  <a:pt x="214065" y="24436"/>
                  <a:pt x="220241" y="24436"/>
                </a:cubicBezTo>
                <a:cubicBezTo>
                  <a:pt x="225468" y="24436"/>
                  <a:pt x="229761" y="26154"/>
                  <a:pt x="233121" y="29590"/>
                </a:cubicBezTo>
                <a:cubicBezTo>
                  <a:pt x="236481" y="33025"/>
                  <a:pt x="238161" y="37620"/>
                  <a:pt x="238161" y="43373"/>
                </a:cubicBezTo>
                <a:lnTo>
                  <a:pt x="205936" y="43373"/>
                </a:lnTo>
                <a:moveTo>
                  <a:pt x="205936" y="40421"/>
                </a:moveTo>
                <a:lnTo>
                  <a:pt x="227521" y="40421"/>
                </a:lnTo>
                <a:cubicBezTo>
                  <a:pt x="227352" y="37434"/>
                  <a:pt x="226995" y="35330"/>
                  <a:pt x="226452" y="34108"/>
                </a:cubicBezTo>
                <a:cubicBezTo>
                  <a:pt x="225604" y="32208"/>
                  <a:pt x="224340" y="30714"/>
                  <a:pt x="222660" y="29628"/>
                </a:cubicBezTo>
                <a:cubicBezTo>
                  <a:pt x="220980" y="28542"/>
                  <a:pt x="219223" y="27999"/>
                  <a:pt x="217391" y="27999"/>
                </a:cubicBezTo>
                <a:cubicBezTo>
                  <a:pt x="214574" y="27999"/>
                  <a:pt x="212054" y="29094"/>
                  <a:pt x="209831" y="31283"/>
                </a:cubicBezTo>
                <a:cubicBezTo>
                  <a:pt x="207608" y="33472"/>
                  <a:pt x="206310" y="36518"/>
                  <a:pt x="205936" y="40421"/>
                </a:cubicBezTo>
                <a:close/>
                <a:moveTo>
                  <a:pt x="260830" y="0"/>
                </a:moveTo>
                <a:lnTo>
                  <a:pt x="260830" y="61808"/>
                </a:lnTo>
                <a:cubicBezTo>
                  <a:pt x="260830" y="64725"/>
                  <a:pt x="261042" y="66658"/>
                  <a:pt x="261466" y="67608"/>
                </a:cubicBezTo>
                <a:cubicBezTo>
                  <a:pt x="261891" y="68558"/>
                  <a:pt x="262544" y="69278"/>
                  <a:pt x="263426" y="69770"/>
                </a:cubicBezTo>
                <a:cubicBezTo>
                  <a:pt x="264309" y="70261"/>
                  <a:pt x="265955" y="70507"/>
                  <a:pt x="268364" y="70507"/>
                </a:cubicBezTo>
                <a:lnTo>
                  <a:pt x="268364" y="72391"/>
                </a:lnTo>
                <a:lnTo>
                  <a:pt x="245507" y="72391"/>
                </a:lnTo>
                <a:lnTo>
                  <a:pt x="245507" y="70507"/>
                </a:lnTo>
                <a:cubicBezTo>
                  <a:pt x="247645" y="70507"/>
                  <a:pt x="249104" y="70287"/>
                  <a:pt x="249885" y="69847"/>
                </a:cubicBezTo>
                <a:cubicBezTo>
                  <a:pt x="250665" y="69406"/>
                  <a:pt x="251276" y="68676"/>
                  <a:pt x="251718" y="67659"/>
                </a:cubicBezTo>
                <a:cubicBezTo>
                  <a:pt x="252159" y="66641"/>
                  <a:pt x="252379" y="64691"/>
                  <a:pt x="252379" y="61808"/>
                </a:cubicBezTo>
                <a:lnTo>
                  <a:pt x="252379" y="19483"/>
                </a:lnTo>
                <a:cubicBezTo>
                  <a:pt x="252379" y="14227"/>
                  <a:pt x="252261" y="10997"/>
                  <a:pt x="252023" y="9793"/>
                </a:cubicBezTo>
                <a:cubicBezTo>
                  <a:pt x="251785" y="8589"/>
                  <a:pt x="251404" y="7766"/>
                  <a:pt x="250878" y="7326"/>
                </a:cubicBezTo>
                <a:cubicBezTo>
                  <a:pt x="250352" y="6885"/>
                  <a:pt x="249681" y="6664"/>
                  <a:pt x="248867" y="6664"/>
                </a:cubicBezTo>
                <a:cubicBezTo>
                  <a:pt x="247984" y="6664"/>
                  <a:pt x="246864" y="6936"/>
                  <a:pt x="245507" y="7479"/>
                </a:cubicBezTo>
                <a:lnTo>
                  <a:pt x="244641" y="5697"/>
                </a:lnTo>
                <a:lnTo>
                  <a:pt x="258539" y="0"/>
                </a:lnTo>
                <a:lnTo>
                  <a:pt x="260830" y="0"/>
                </a:lnTo>
                <a:close/>
                <a:moveTo>
                  <a:pt x="285984" y="0"/>
                </a:moveTo>
                <a:cubicBezTo>
                  <a:pt x="287409" y="0"/>
                  <a:pt x="288622" y="503"/>
                  <a:pt x="289623" y="1510"/>
                </a:cubicBezTo>
                <a:cubicBezTo>
                  <a:pt x="290625" y="2515"/>
                  <a:pt x="291125" y="3734"/>
                  <a:pt x="291125" y="5167"/>
                </a:cubicBezTo>
                <a:cubicBezTo>
                  <a:pt x="291125" y="6600"/>
                  <a:pt x="290625" y="7828"/>
                  <a:pt x="289623" y="8852"/>
                </a:cubicBezTo>
                <a:cubicBezTo>
                  <a:pt x="288622" y="9874"/>
                  <a:pt x="287409" y="10385"/>
                  <a:pt x="285984" y="10385"/>
                </a:cubicBezTo>
                <a:cubicBezTo>
                  <a:pt x="284558" y="10385"/>
                  <a:pt x="283336" y="9874"/>
                  <a:pt x="282318" y="8852"/>
                </a:cubicBezTo>
                <a:cubicBezTo>
                  <a:pt x="281300" y="7828"/>
                  <a:pt x="280791" y="6600"/>
                  <a:pt x="280791" y="5167"/>
                </a:cubicBezTo>
                <a:cubicBezTo>
                  <a:pt x="280791" y="3734"/>
                  <a:pt x="281292" y="2515"/>
                  <a:pt x="282293" y="1510"/>
                </a:cubicBezTo>
                <a:cubicBezTo>
                  <a:pt x="283294" y="503"/>
                  <a:pt x="284524" y="0"/>
                  <a:pt x="285984" y="0"/>
                </a:cubicBezTo>
                <a:moveTo>
                  <a:pt x="290209" y="24436"/>
                </a:moveTo>
                <a:lnTo>
                  <a:pt x="290209" y="61821"/>
                </a:lnTo>
                <a:cubicBezTo>
                  <a:pt x="290209" y="64733"/>
                  <a:pt x="290421" y="66672"/>
                  <a:pt x="290845" y="67637"/>
                </a:cubicBezTo>
                <a:cubicBezTo>
                  <a:pt x="291270" y="68602"/>
                  <a:pt x="291897" y="69322"/>
                  <a:pt x="292729" y="69796"/>
                </a:cubicBezTo>
                <a:cubicBezTo>
                  <a:pt x="293560" y="70270"/>
                  <a:pt x="295079" y="70507"/>
                  <a:pt x="297285" y="70507"/>
                </a:cubicBezTo>
                <a:lnTo>
                  <a:pt x="297285" y="72391"/>
                </a:lnTo>
                <a:lnTo>
                  <a:pt x="274631" y="72391"/>
                </a:lnTo>
                <a:lnTo>
                  <a:pt x="274631" y="70507"/>
                </a:lnTo>
                <a:cubicBezTo>
                  <a:pt x="276905" y="70507"/>
                  <a:pt x="278432" y="70287"/>
                  <a:pt x="279213" y="69847"/>
                </a:cubicBezTo>
                <a:cubicBezTo>
                  <a:pt x="279993" y="69407"/>
                  <a:pt x="280613" y="68679"/>
                  <a:pt x="281071" y="67663"/>
                </a:cubicBezTo>
                <a:cubicBezTo>
                  <a:pt x="281529" y="66647"/>
                  <a:pt x="281758" y="64699"/>
                  <a:pt x="281758" y="61821"/>
                </a:cubicBezTo>
                <a:lnTo>
                  <a:pt x="281758" y="43890"/>
                </a:lnTo>
                <a:cubicBezTo>
                  <a:pt x="281758" y="38844"/>
                  <a:pt x="281606" y="35576"/>
                  <a:pt x="281300" y="34087"/>
                </a:cubicBezTo>
                <a:cubicBezTo>
                  <a:pt x="281063" y="33003"/>
                  <a:pt x="280689" y="32250"/>
                  <a:pt x="280180" y="31827"/>
                </a:cubicBezTo>
                <a:cubicBezTo>
                  <a:pt x="279671" y="31404"/>
                  <a:pt x="278975" y="31192"/>
                  <a:pt x="278093" y="31192"/>
                </a:cubicBezTo>
                <a:cubicBezTo>
                  <a:pt x="277143" y="31192"/>
                  <a:pt x="275989" y="31446"/>
                  <a:pt x="274631" y="31954"/>
                </a:cubicBezTo>
                <a:lnTo>
                  <a:pt x="273919" y="30125"/>
                </a:lnTo>
                <a:lnTo>
                  <a:pt x="287969" y="24436"/>
                </a:lnTo>
                <a:lnTo>
                  <a:pt x="290209" y="24436"/>
                </a:lnTo>
                <a:close/>
                <a:moveTo>
                  <a:pt x="317042" y="34312"/>
                </a:moveTo>
                <a:cubicBezTo>
                  <a:pt x="322507" y="27728"/>
                  <a:pt x="327716" y="24436"/>
                  <a:pt x="332671" y="24436"/>
                </a:cubicBezTo>
                <a:cubicBezTo>
                  <a:pt x="335216" y="24436"/>
                  <a:pt x="337406" y="25071"/>
                  <a:pt x="339238" y="26341"/>
                </a:cubicBezTo>
                <a:cubicBezTo>
                  <a:pt x="341071" y="27611"/>
                  <a:pt x="342530" y="29702"/>
                  <a:pt x="343616" y="32614"/>
                </a:cubicBezTo>
                <a:cubicBezTo>
                  <a:pt x="344363" y="34645"/>
                  <a:pt x="344736" y="37761"/>
                  <a:pt x="344736" y="41961"/>
                </a:cubicBezTo>
                <a:lnTo>
                  <a:pt x="344736" y="61821"/>
                </a:lnTo>
                <a:cubicBezTo>
                  <a:pt x="344736" y="64767"/>
                  <a:pt x="344974" y="66765"/>
                  <a:pt x="345449" y="67815"/>
                </a:cubicBezTo>
                <a:cubicBezTo>
                  <a:pt x="345822" y="68662"/>
                  <a:pt x="346425" y="69322"/>
                  <a:pt x="347256" y="69796"/>
                </a:cubicBezTo>
                <a:cubicBezTo>
                  <a:pt x="348088" y="70270"/>
                  <a:pt x="349623" y="70507"/>
                  <a:pt x="351863" y="70507"/>
                </a:cubicBezTo>
                <a:lnTo>
                  <a:pt x="351863" y="72391"/>
                </a:lnTo>
                <a:lnTo>
                  <a:pt x="328802" y="72391"/>
                </a:lnTo>
                <a:lnTo>
                  <a:pt x="328802" y="70507"/>
                </a:lnTo>
                <a:lnTo>
                  <a:pt x="329769" y="70507"/>
                </a:lnTo>
                <a:cubicBezTo>
                  <a:pt x="331941" y="70507"/>
                  <a:pt x="333460" y="70178"/>
                  <a:pt x="334326" y="69519"/>
                </a:cubicBezTo>
                <a:cubicBezTo>
                  <a:pt x="335191" y="68860"/>
                  <a:pt x="335793" y="67890"/>
                  <a:pt x="336133" y="66608"/>
                </a:cubicBezTo>
                <a:cubicBezTo>
                  <a:pt x="336269" y="66101"/>
                  <a:pt x="336336" y="64514"/>
                  <a:pt x="336336" y="61846"/>
                </a:cubicBezTo>
                <a:lnTo>
                  <a:pt x="336336" y="42853"/>
                </a:lnTo>
                <a:cubicBezTo>
                  <a:pt x="336336" y="38633"/>
                  <a:pt x="335785" y="35569"/>
                  <a:pt x="334682" y="33661"/>
                </a:cubicBezTo>
                <a:cubicBezTo>
                  <a:pt x="333579" y="31753"/>
                  <a:pt x="331721" y="30799"/>
                  <a:pt x="329108" y="30799"/>
                </a:cubicBezTo>
                <a:cubicBezTo>
                  <a:pt x="325069" y="30799"/>
                  <a:pt x="321047" y="32994"/>
                  <a:pt x="317042" y="37384"/>
                </a:cubicBezTo>
                <a:lnTo>
                  <a:pt x="317042" y="61846"/>
                </a:lnTo>
                <a:cubicBezTo>
                  <a:pt x="317042" y="64987"/>
                  <a:pt x="317229" y="66928"/>
                  <a:pt x="317602" y="67671"/>
                </a:cubicBezTo>
                <a:cubicBezTo>
                  <a:pt x="318078" y="68649"/>
                  <a:pt x="318731" y="69367"/>
                  <a:pt x="319562" y="69823"/>
                </a:cubicBezTo>
                <a:cubicBezTo>
                  <a:pt x="320394" y="70279"/>
                  <a:pt x="322082" y="70507"/>
                  <a:pt x="324628" y="70507"/>
                </a:cubicBezTo>
                <a:lnTo>
                  <a:pt x="324628" y="72391"/>
                </a:lnTo>
                <a:lnTo>
                  <a:pt x="301567" y="72391"/>
                </a:lnTo>
                <a:lnTo>
                  <a:pt x="301567" y="70507"/>
                </a:lnTo>
                <a:lnTo>
                  <a:pt x="302585" y="70507"/>
                </a:lnTo>
                <a:cubicBezTo>
                  <a:pt x="304960" y="70507"/>
                  <a:pt x="306564" y="69906"/>
                  <a:pt x="307395" y="68705"/>
                </a:cubicBezTo>
                <a:cubicBezTo>
                  <a:pt x="308227" y="67502"/>
                  <a:pt x="308643" y="65207"/>
                  <a:pt x="308643" y="61821"/>
                </a:cubicBezTo>
                <a:lnTo>
                  <a:pt x="308643" y="44551"/>
                </a:lnTo>
                <a:cubicBezTo>
                  <a:pt x="308643" y="38963"/>
                  <a:pt x="308515" y="35561"/>
                  <a:pt x="308261" y="34342"/>
                </a:cubicBezTo>
                <a:cubicBezTo>
                  <a:pt x="308006" y="33122"/>
                  <a:pt x="307616" y="32292"/>
                  <a:pt x="307090" y="31852"/>
                </a:cubicBezTo>
                <a:cubicBezTo>
                  <a:pt x="306564" y="31412"/>
                  <a:pt x="305860" y="31192"/>
                  <a:pt x="304977" y="31192"/>
                </a:cubicBezTo>
                <a:cubicBezTo>
                  <a:pt x="304027" y="31192"/>
                  <a:pt x="302890" y="31446"/>
                  <a:pt x="301567" y="31954"/>
                </a:cubicBezTo>
                <a:lnTo>
                  <a:pt x="300803" y="30125"/>
                </a:lnTo>
                <a:lnTo>
                  <a:pt x="314853" y="24436"/>
                </a:lnTo>
                <a:lnTo>
                  <a:pt x="317042" y="24436"/>
                </a:lnTo>
                <a:lnTo>
                  <a:pt x="317042" y="34312"/>
                </a:lnTo>
                <a:close/>
                <a:moveTo>
                  <a:pt x="368052" y="55399"/>
                </a:moveTo>
                <a:cubicBezTo>
                  <a:pt x="365201" y="54009"/>
                  <a:pt x="363012" y="52069"/>
                  <a:pt x="361485" y="49578"/>
                </a:cubicBezTo>
                <a:cubicBezTo>
                  <a:pt x="359958" y="47086"/>
                  <a:pt x="359194" y="44332"/>
                  <a:pt x="359194" y="41315"/>
                </a:cubicBezTo>
                <a:cubicBezTo>
                  <a:pt x="359194" y="36705"/>
                  <a:pt x="360933" y="32740"/>
                  <a:pt x="364412" y="29418"/>
                </a:cubicBezTo>
                <a:cubicBezTo>
                  <a:pt x="367891" y="26097"/>
                  <a:pt x="372345" y="24436"/>
                  <a:pt x="377775" y="24436"/>
                </a:cubicBezTo>
                <a:cubicBezTo>
                  <a:pt x="382221" y="24436"/>
                  <a:pt x="386073" y="25522"/>
                  <a:pt x="389331" y="27694"/>
                </a:cubicBezTo>
                <a:lnTo>
                  <a:pt x="399207" y="27694"/>
                </a:lnTo>
                <a:cubicBezTo>
                  <a:pt x="400667" y="27694"/>
                  <a:pt x="401515" y="27736"/>
                  <a:pt x="401753" y="27819"/>
                </a:cubicBezTo>
                <a:cubicBezTo>
                  <a:pt x="401990" y="27903"/>
                  <a:pt x="402160" y="28046"/>
                  <a:pt x="402262" y="28247"/>
                </a:cubicBezTo>
                <a:cubicBezTo>
                  <a:pt x="402465" y="28550"/>
                  <a:pt x="402567" y="29087"/>
                  <a:pt x="402567" y="29859"/>
                </a:cubicBezTo>
                <a:cubicBezTo>
                  <a:pt x="402567" y="30731"/>
                  <a:pt x="402482" y="31335"/>
                  <a:pt x="402313" y="31671"/>
                </a:cubicBezTo>
                <a:cubicBezTo>
                  <a:pt x="402211" y="31838"/>
                  <a:pt x="402033" y="31973"/>
                  <a:pt x="401778" y="32073"/>
                </a:cubicBezTo>
                <a:cubicBezTo>
                  <a:pt x="401524" y="32174"/>
                  <a:pt x="400667" y="32225"/>
                  <a:pt x="399207" y="32225"/>
                </a:cubicBezTo>
                <a:lnTo>
                  <a:pt x="393149" y="32225"/>
                </a:lnTo>
                <a:cubicBezTo>
                  <a:pt x="395050" y="34673"/>
                  <a:pt x="396000" y="37802"/>
                  <a:pt x="396000" y="41611"/>
                </a:cubicBezTo>
                <a:cubicBezTo>
                  <a:pt x="396000" y="45963"/>
                  <a:pt x="394337" y="49687"/>
                  <a:pt x="391011" y="52782"/>
                </a:cubicBezTo>
                <a:cubicBezTo>
                  <a:pt x="387685" y="55876"/>
                  <a:pt x="383222" y="57424"/>
                  <a:pt x="377622" y="57424"/>
                </a:cubicBezTo>
                <a:cubicBezTo>
                  <a:pt x="375315" y="57424"/>
                  <a:pt x="372956" y="57077"/>
                  <a:pt x="370546" y="56385"/>
                </a:cubicBezTo>
                <a:cubicBezTo>
                  <a:pt x="369053" y="57674"/>
                  <a:pt x="368043" y="58801"/>
                  <a:pt x="367517" y="59769"/>
                </a:cubicBezTo>
                <a:cubicBezTo>
                  <a:pt x="366991" y="60735"/>
                  <a:pt x="366728" y="61557"/>
                  <a:pt x="366728" y="62235"/>
                </a:cubicBezTo>
                <a:cubicBezTo>
                  <a:pt x="366728" y="62811"/>
                  <a:pt x="367008" y="63371"/>
                  <a:pt x="367568" y="63914"/>
                </a:cubicBezTo>
                <a:cubicBezTo>
                  <a:pt x="368128" y="64456"/>
                  <a:pt x="369223" y="64846"/>
                  <a:pt x="370852" y="65084"/>
                </a:cubicBezTo>
                <a:cubicBezTo>
                  <a:pt x="371802" y="65220"/>
                  <a:pt x="374178" y="65338"/>
                  <a:pt x="377979" y="65440"/>
                </a:cubicBezTo>
                <a:cubicBezTo>
                  <a:pt x="384970" y="65609"/>
                  <a:pt x="389501" y="65846"/>
                  <a:pt x="391571" y="66151"/>
                </a:cubicBezTo>
                <a:cubicBezTo>
                  <a:pt x="394727" y="66592"/>
                  <a:pt x="397247" y="67763"/>
                  <a:pt x="399131" y="69662"/>
                </a:cubicBezTo>
                <a:cubicBezTo>
                  <a:pt x="401015" y="71561"/>
                  <a:pt x="401956" y="73900"/>
                  <a:pt x="401956" y="76681"/>
                </a:cubicBezTo>
                <a:cubicBezTo>
                  <a:pt x="401956" y="80513"/>
                  <a:pt x="400158" y="84108"/>
                  <a:pt x="396560" y="87466"/>
                </a:cubicBezTo>
                <a:cubicBezTo>
                  <a:pt x="391266" y="92416"/>
                  <a:pt x="384359" y="94892"/>
                  <a:pt x="375841" y="94892"/>
                </a:cubicBezTo>
                <a:cubicBezTo>
                  <a:pt x="369291" y="94892"/>
                  <a:pt x="363759" y="93418"/>
                  <a:pt x="359245" y="90469"/>
                </a:cubicBezTo>
                <a:cubicBezTo>
                  <a:pt x="356699" y="88774"/>
                  <a:pt x="355427" y="87012"/>
                  <a:pt x="355427" y="85181"/>
                </a:cubicBezTo>
                <a:cubicBezTo>
                  <a:pt x="355427" y="84369"/>
                  <a:pt x="355613" y="83556"/>
                  <a:pt x="355987" y="82742"/>
                </a:cubicBezTo>
                <a:cubicBezTo>
                  <a:pt x="356564" y="81488"/>
                  <a:pt x="357752" y="79742"/>
                  <a:pt x="359550" y="77505"/>
                </a:cubicBezTo>
                <a:cubicBezTo>
                  <a:pt x="359788" y="77201"/>
                  <a:pt x="361519" y="75371"/>
                  <a:pt x="364743" y="72015"/>
                </a:cubicBezTo>
                <a:cubicBezTo>
                  <a:pt x="362978" y="70962"/>
                  <a:pt x="361731" y="70019"/>
                  <a:pt x="361001" y="69187"/>
                </a:cubicBezTo>
                <a:cubicBezTo>
                  <a:pt x="360271" y="68354"/>
                  <a:pt x="359907" y="67411"/>
                  <a:pt x="359907" y="66358"/>
                </a:cubicBezTo>
                <a:cubicBezTo>
                  <a:pt x="359907" y="65168"/>
                  <a:pt x="360390" y="63774"/>
                  <a:pt x="361358" y="62177"/>
                </a:cubicBezTo>
                <a:cubicBezTo>
                  <a:pt x="362325" y="60580"/>
                  <a:pt x="364556" y="58320"/>
                  <a:pt x="368052" y="55399"/>
                </a:cubicBezTo>
                <a:moveTo>
                  <a:pt x="376910" y="26981"/>
                </a:moveTo>
                <a:cubicBezTo>
                  <a:pt x="374398" y="26981"/>
                  <a:pt x="372294" y="27977"/>
                  <a:pt x="370597" y="29969"/>
                </a:cubicBezTo>
                <a:cubicBezTo>
                  <a:pt x="368900" y="31959"/>
                  <a:pt x="368052" y="35014"/>
                  <a:pt x="368052" y="39132"/>
                </a:cubicBezTo>
                <a:cubicBezTo>
                  <a:pt x="368052" y="44466"/>
                  <a:pt x="369206" y="48600"/>
                  <a:pt x="371514" y="51536"/>
                </a:cubicBezTo>
                <a:cubicBezTo>
                  <a:pt x="373278" y="53764"/>
                  <a:pt x="375518" y="54878"/>
                  <a:pt x="378233" y="54878"/>
                </a:cubicBezTo>
                <a:cubicBezTo>
                  <a:pt x="380813" y="54878"/>
                  <a:pt x="382934" y="53916"/>
                  <a:pt x="384597" y="51993"/>
                </a:cubicBezTo>
                <a:cubicBezTo>
                  <a:pt x="386260" y="50069"/>
                  <a:pt x="387091" y="47048"/>
                  <a:pt x="387091" y="42929"/>
                </a:cubicBezTo>
                <a:cubicBezTo>
                  <a:pt x="387091" y="37563"/>
                  <a:pt x="385920" y="33360"/>
                  <a:pt x="383579" y="30322"/>
                </a:cubicBezTo>
                <a:cubicBezTo>
                  <a:pt x="381848" y="28095"/>
                  <a:pt x="379625" y="26981"/>
                  <a:pt x="376910" y="26981"/>
                </a:cubicBezTo>
                <a:moveTo>
                  <a:pt x="367543" y="72421"/>
                </a:moveTo>
                <a:cubicBezTo>
                  <a:pt x="365948" y="74148"/>
                  <a:pt x="364743" y="75757"/>
                  <a:pt x="363928" y="77247"/>
                </a:cubicBezTo>
                <a:cubicBezTo>
                  <a:pt x="363114" y="78739"/>
                  <a:pt x="362707" y="80111"/>
                  <a:pt x="362707" y="81365"/>
                </a:cubicBezTo>
                <a:cubicBezTo>
                  <a:pt x="362707" y="82991"/>
                  <a:pt x="363691" y="84413"/>
                  <a:pt x="365659" y="85633"/>
                </a:cubicBezTo>
                <a:cubicBezTo>
                  <a:pt x="369053" y="87733"/>
                  <a:pt x="373957" y="88783"/>
                  <a:pt x="380371" y="88783"/>
                </a:cubicBezTo>
                <a:cubicBezTo>
                  <a:pt x="386480" y="88783"/>
                  <a:pt x="390986" y="87707"/>
                  <a:pt x="393887" y="85555"/>
                </a:cubicBezTo>
                <a:cubicBezTo>
                  <a:pt x="396789" y="83404"/>
                  <a:pt x="398240" y="81110"/>
                  <a:pt x="398240" y="78671"/>
                </a:cubicBezTo>
                <a:cubicBezTo>
                  <a:pt x="398240" y="76910"/>
                  <a:pt x="397375" y="75656"/>
                  <a:pt x="395644" y="74911"/>
                </a:cubicBezTo>
                <a:cubicBezTo>
                  <a:pt x="393879" y="74165"/>
                  <a:pt x="390383" y="73725"/>
                  <a:pt x="385157" y="73590"/>
                </a:cubicBezTo>
                <a:cubicBezTo>
                  <a:pt x="377521" y="73386"/>
                  <a:pt x="371649" y="72997"/>
                  <a:pt x="367543" y="72421"/>
                </a:cubicBezTo>
                <a:close/>
                <a:moveTo>
                  <a:pt x="412494" y="31563"/>
                </a:moveTo>
                <a:lnTo>
                  <a:pt x="409745" y="16494"/>
                </a:lnTo>
                <a:cubicBezTo>
                  <a:pt x="408965" y="12320"/>
                  <a:pt x="408574" y="9503"/>
                  <a:pt x="408574" y="8043"/>
                </a:cubicBezTo>
                <a:cubicBezTo>
                  <a:pt x="408574" y="5871"/>
                  <a:pt x="409016" y="4293"/>
                  <a:pt x="409898" y="3309"/>
                </a:cubicBezTo>
                <a:cubicBezTo>
                  <a:pt x="410780" y="2325"/>
                  <a:pt x="411985" y="1833"/>
                  <a:pt x="413512" y="1833"/>
                </a:cubicBezTo>
                <a:cubicBezTo>
                  <a:pt x="415040" y="1833"/>
                  <a:pt x="416304" y="2333"/>
                  <a:pt x="417305" y="3334"/>
                </a:cubicBezTo>
                <a:cubicBezTo>
                  <a:pt x="418306" y="4336"/>
                  <a:pt x="418807" y="5651"/>
                  <a:pt x="418807" y="7280"/>
                </a:cubicBezTo>
                <a:cubicBezTo>
                  <a:pt x="418807" y="8536"/>
                  <a:pt x="418366" y="11624"/>
                  <a:pt x="417483" y="16545"/>
                </a:cubicBezTo>
                <a:lnTo>
                  <a:pt x="414734" y="31563"/>
                </a:lnTo>
                <a:lnTo>
                  <a:pt x="412494" y="31563"/>
                </a:lnTo>
                <a:close/>
                <a:moveTo>
                  <a:pt x="456310" y="24436"/>
                </a:moveTo>
                <a:lnTo>
                  <a:pt x="456310" y="40217"/>
                </a:lnTo>
                <a:lnTo>
                  <a:pt x="454630" y="40217"/>
                </a:lnTo>
                <a:cubicBezTo>
                  <a:pt x="453341" y="35267"/>
                  <a:pt x="451686" y="31901"/>
                  <a:pt x="449667" y="30117"/>
                </a:cubicBezTo>
                <a:cubicBezTo>
                  <a:pt x="447648" y="28332"/>
                  <a:pt x="445077" y="27439"/>
                  <a:pt x="441954" y="27439"/>
                </a:cubicBezTo>
                <a:cubicBezTo>
                  <a:pt x="439579" y="27439"/>
                  <a:pt x="437661" y="28067"/>
                  <a:pt x="436202" y="29321"/>
                </a:cubicBezTo>
                <a:cubicBezTo>
                  <a:pt x="434743" y="30575"/>
                  <a:pt x="434013" y="31965"/>
                  <a:pt x="434013" y="33491"/>
                </a:cubicBezTo>
                <a:cubicBezTo>
                  <a:pt x="434013" y="35389"/>
                  <a:pt x="434556" y="37016"/>
                  <a:pt x="435642" y="38372"/>
                </a:cubicBezTo>
                <a:cubicBezTo>
                  <a:pt x="436694" y="39762"/>
                  <a:pt x="438832" y="41237"/>
                  <a:pt x="442056" y="42796"/>
                </a:cubicBezTo>
                <a:lnTo>
                  <a:pt x="449489" y="46407"/>
                </a:lnTo>
                <a:cubicBezTo>
                  <a:pt x="456378" y="49763"/>
                  <a:pt x="459823" y="54187"/>
                  <a:pt x="459823" y="59680"/>
                </a:cubicBezTo>
                <a:cubicBezTo>
                  <a:pt x="459823" y="63917"/>
                  <a:pt x="458219" y="67332"/>
                  <a:pt x="455012" y="69926"/>
                </a:cubicBezTo>
                <a:cubicBezTo>
                  <a:pt x="451805" y="72519"/>
                  <a:pt x="448216" y="73816"/>
                  <a:pt x="444245" y="73816"/>
                </a:cubicBezTo>
                <a:cubicBezTo>
                  <a:pt x="441394" y="73816"/>
                  <a:pt x="438136" y="73307"/>
                  <a:pt x="434471" y="72289"/>
                </a:cubicBezTo>
                <a:cubicBezTo>
                  <a:pt x="433351" y="71949"/>
                  <a:pt x="432435" y="71780"/>
                  <a:pt x="431722" y="71780"/>
                </a:cubicBezTo>
                <a:cubicBezTo>
                  <a:pt x="430941" y="71780"/>
                  <a:pt x="430331" y="72221"/>
                  <a:pt x="429889" y="73103"/>
                </a:cubicBezTo>
                <a:lnTo>
                  <a:pt x="428209" y="73103"/>
                </a:lnTo>
                <a:lnTo>
                  <a:pt x="428209" y="56406"/>
                </a:lnTo>
                <a:lnTo>
                  <a:pt x="429889" y="56406"/>
                </a:lnTo>
                <a:cubicBezTo>
                  <a:pt x="430840" y="61174"/>
                  <a:pt x="432655" y="64767"/>
                  <a:pt x="435336" y="67185"/>
                </a:cubicBezTo>
                <a:cubicBezTo>
                  <a:pt x="438018" y="69603"/>
                  <a:pt x="441021" y="70812"/>
                  <a:pt x="444347" y="70812"/>
                </a:cubicBezTo>
                <a:cubicBezTo>
                  <a:pt x="446689" y="70812"/>
                  <a:pt x="448598" y="70126"/>
                  <a:pt x="450074" y="68754"/>
                </a:cubicBezTo>
                <a:cubicBezTo>
                  <a:pt x="451551" y="67380"/>
                  <a:pt x="452289" y="65728"/>
                  <a:pt x="452289" y="63795"/>
                </a:cubicBezTo>
                <a:cubicBezTo>
                  <a:pt x="452289" y="61456"/>
                  <a:pt x="451466" y="59489"/>
                  <a:pt x="449820" y="57896"/>
                </a:cubicBezTo>
                <a:cubicBezTo>
                  <a:pt x="448174" y="56303"/>
                  <a:pt x="444890" y="54287"/>
                  <a:pt x="439969" y="51846"/>
                </a:cubicBezTo>
                <a:cubicBezTo>
                  <a:pt x="435048" y="49405"/>
                  <a:pt x="431824" y="47201"/>
                  <a:pt x="430297" y="45235"/>
                </a:cubicBezTo>
                <a:cubicBezTo>
                  <a:pt x="428769" y="43302"/>
                  <a:pt x="428006" y="40861"/>
                  <a:pt x="428006" y="37912"/>
                </a:cubicBezTo>
                <a:cubicBezTo>
                  <a:pt x="428006" y="34081"/>
                  <a:pt x="429321" y="30878"/>
                  <a:pt x="431951" y="28301"/>
                </a:cubicBezTo>
                <a:cubicBezTo>
                  <a:pt x="434581" y="25724"/>
                  <a:pt x="437984" y="24436"/>
                  <a:pt x="442158" y="24436"/>
                </a:cubicBezTo>
                <a:cubicBezTo>
                  <a:pt x="443991" y="24436"/>
                  <a:pt x="446214" y="24826"/>
                  <a:pt x="448827" y="25607"/>
                </a:cubicBezTo>
                <a:cubicBezTo>
                  <a:pt x="450558" y="26116"/>
                  <a:pt x="451712" y="26370"/>
                  <a:pt x="452289" y="26370"/>
                </a:cubicBezTo>
                <a:cubicBezTo>
                  <a:pt x="452832" y="26370"/>
                  <a:pt x="453256" y="26251"/>
                  <a:pt x="453561" y="26014"/>
                </a:cubicBezTo>
                <a:cubicBezTo>
                  <a:pt x="453867" y="25776"/>
                  <a:pt x="454223" y="25250"/>
                  <a:pt x="454630" y="24436"/>
                </a:cubicBezTo>
                <a:lnTo>
                  <a:pt x="456310" y="24436"/>
                </a:lnTo>
                <a:close/>
                <a:moveTo>
                  <a:pt x="541012" y="24436"/>
                </a:moveTo>
                <a:lnTo>
                  <a:pt x="541012" y="40217"/>
                </a:lnTo>
                <a:lnTo>
                  <a:pt x="539332" y="40217"/>
                </a:lnTo>
                <a:cubicBezTo>
                  <a:pt x="538042" y="35267"/>
                  <a:pt x="536388" y="31901"/>
                  <a:pt x="534368" y="30117"/>
                </a:cubicBezTo>
                <a:cubicBezTo>
                  <a:pt x="532349" y="28332"/>
                  <a:pt x="529778" y="27439"/>
                  <a:pt x="526656" y="27439"/>
                </a:cubicBezTo>
                <a:cubicBezTo>
                  <a:pt x="524280" y="27439"/>
                  <a:pt x="522363" y="28067"/>
                  <a:pt x="520903" y="29321"/>
                </a:cubicBezTo>
                <a:cubicBezTo>
                  <a:pt x="519444" y="30575"/>
                  <a:pt x="518714" y="31965"/>
                  <a:pt x="518714" y="33491"/>
                </a:cubicBezTo>
                <a:cubicBezTo>
                  <a:pt x="518714" y="35389"/>
                  <a:pt x="519257" y="37016"/>
                  <a:pt x="520343" y="38372"/>
                </a:cubicBezTo>
                <a:cubicBezTo>
                  <a:pt x="521395" y="39762"/>
                  <a:pt x="523534" y="41237"/>
                  <a:pt x="526758" y="42796"/>
                </a:cubicBezTo>
                <a:lnTo>
                  <a:pt x="534190" y="46407"/>
                </a:lnTo>
                <a:cubicBezTo>
                  <a:pt x="541080" y="49763"/>
                  <a:pt x="544524" y="54187"/>
                  <a:pt x="544524" y="59680"/>
                </a:cubicBezTo>
                <a:cubicBezTo>
                  <a:pt x="544524" y="63917"/>
                  <a:pt x="542921" y="67332"/>
                  <a:pt x="539714" y="69926"/>
                </a:cubicBezTo>
                <a:cubicBezTo>
                  <a:pt x="536506" y="72519"/>
                  <a:pt x="532918" y="73816"/>
                  <a:pt x="528947" y="73816"/>
                </a:cubicBezTo>
                <a:cubicBezTo>
                  <a:pt x="526096" y="73816"/>
                  <a:pt x="522838" y="73307"/>
                  <a:pt x="519172" y="72289"/>
                </a:cubicBezTo>
                <a:cubicBezTo>
                  <a:pt x="518052" y="71949"/>
                  <a:pt x="517136" y="71780"/>
                  <a:pt x="516423" y="71780"/>
                </a:cubicBezTo>
                <a:cubicBezTo>
                  <a:pt x="515643" y="71780"/>
                  <a:pt x="515032" y="72221"/>
                  <a:pt x="514591" y="73103"/>
                </a:cubicBezTo>
                <a:lnTo>
                  <a:pt x="512911" y="73103"/>
                </a:lnTo>
                <a:lnTo>
                  <a:pt x="512911" y="56406"/>
                </a:lnTo>
                <a:lnTo>
                  <a:pt x="514591" y="56406"/>
                </a:lnTo>
                <a:cubicBezTo>
                  <a:pt x="515541" y="61174"/>
                  <a:pt x="517357" y="64767"/>
                  <a:pt x="520038" y="67185"/>
                </a:cubicBezTo>
                <a:cubicBezTo>
                  <a:pt x="522719" y="69603"/>
                  <a:pt x="525723" y="70812"/>
                  <a:pt x="529049" y="70812"/>
                </a:cubicBezTo>
                <a:cubicBezTo>
                  <a:pt x="531390" y="70812"/>
                  <a:pt x="533299" y="70126"/>
                  <a:pt x="534776" y="68754"/>
                </a:cubicBezTo>
                <a:cubicBezTo>
                  <a:pt x="536252" y="67380"/>
                  <a:pt x="536990" y="65728"/>
                  <a:pt x="536990" y="63795"/>
                </a:cubicBezTo>
                <a:cubicBezTo>
                  <a:pt x="536990" y="61456"/>
                  <a:pt x="536167" y="59489"/>
                  <a:pt x="534521" y="57896"/>
                </a:cubicBezTo>
                <a:cubicBezTo>
                  <a:pt x="532875" y="56303"/>
                  <a:pt x="529592" y="54287"/>
                  <a:pt x="524670" y="51846"/>
                </a:cubicBezTo>
                <a:cubicBezTo>
                  <a:pt x="519749" y="49405"/>
                  <a:pt x="516525" y="47201"/>
                  <a:pt x="514998" y="45235"/>
                </a:cubicBezTo>
                <a:cubicBezTo>
                  <a:pt x="513471" y="43302"/>
                  <a:pt x="512707" y="40861"/>
                  <a:pt x="512707" y="37912"/>
                </a:cubicBezTo>
                <a:cubicBezTo>
                  <a:pt x="512707" y="34081"/>
                  <a:pt x="514022" y="30878"/>
                  <a:pt x="516653" y="28301"/>
                </a:cubicBezTo>
                <a:cubicBezTo>
                  <a:pt x="519283" y="25724"/>
                  <a:pt x="522685" y="24436"/>
                  <a:pt x="526860" y="24436"/>
                </a:cubicBezTo>
                <a:cubicBezTo>
                  <a:pt x="528692" y="24436"/>
                  <a:pt x="530915" y="24826"/>
                  <a:pt x="533528" y="25607"/>
                </a:cubicBezTo>
                <a:cubicBezTo>
                  <a:pt x="535259" y="26116"/>
                  <a:pt x="536413" y="26370"/>
                  <a:pt x="536990" y="26370"/>
                </a:cubicBezTo>
                <a:cubicBezTo>
                  <a:pt x="537533" y="26370"/>
                  <a:pt x="537957" y="26251"/>
                  <a:pt x="538263" y="26014"/>
                </a:cubicBezTo>
                <a:cubicBezTo>
                  <a:pt x="538568" y="25776"/>
                  <a:pt x="538925" y="25250"/>
                  <a:pt x="539332" y="24436"/>
                </a:cubicBezTo>
                <a:lnTo>
                  <a:pt x="541012" y="24436"/>
                </a:lnTo>
                <a:close/>
                <a:moveTo>
                  <a:pt x="558896" y="43373"/>
                </a:moveTo>
                <a:cubicBezTo>
                  <a:pt x="558862" y="50281"/>
                  <a:pt x="560542" y="55699"/>
                  <a:pt x="563935" y="59627"/>
                </a:cubicBezTo>
                <a:cubicBezTo>
                  <a:pt x="567329" y="63554"/>
                  <a:pt x="571317" y="65518"/>
                  <a:pt x="575899" y="65518"/>
                </a:cubicBezTo>
                <a:cubicBezTo>
                  <a:pt x="578953" y="65518"/>
                  <a:pt x="581609" y="64678"/>
                  <a:pt x="583866" y="62998"/>
                </a:cubicBezTo>
                <a:cubicBezTo>
                  <a:pt x="586123" y="61318"/>
                  <a:pt x="588015" y="58442"/>
                  <a:pt x="589542" y="54369"/>
                </a:cubicBezTo>
                <a:lnTo>
                  <a:pt x="591120" y="55387"/>
                </a:lnTo>
                <a:cubicBezTo>
                  <a:pt x="590407" y="60037"/>
                  <a:pt x="588337" y="64271"/>
                  <a:pt x="584909" y="68089"/>
                </a:cubicBezTo>
                <a:cubicBezTo>
                  <a:pt x="581482" y="71907"/>
                  <a:pt x="577188" y="73816"/>
                  <a:pt x="572030" y="73816"/>
                </a:cubicBezTo>
                <a:cubicBezTo>
                  <a:pt x="566430" y="73816"/>
                  <a:pt x="561636" y="71640"/>
                  <a:pt x="557648" y="67289"/>
                </a:cubicBezTo>
                <a:cubicBezTo>
                  <a:pt x="553661" y="62936"/>
                  <a:pt x="551667" y="57085"/>
                  <a:pt x="551667" y="49735"/>
                </a:cubicBezTo>
                <a:cubicBezTo>
                  <a:pt x="551667" y="41777"/>
                  <a:pt x="553712" y="35571"/>
                  <a:pt x="557801" y="31117"/>
                </a:cubicBezTo>
                <a:cubicBezTo>
                  <a:pt x="561891" y="26663"/>
                  <a:pt x="567024" y="24436"/>
                  <a:pt x="573201" y="24436"/>
                </a:cubicBezTo>
                <a:cubicBezTo>
                  <a:pt x="578427" y="24436"/>
                  <a:pt x="582720" y="26154"/>
                  <a:pt x="586080" y="29590"/>
                </a:cubicBezTo>
                <a:cubicBezTo>
                  <a:pt x="589440" y="33025"/>
                  <a:pt x="591120" y="37620"/>
                  <a:pt x="591120" y="43373"/>
                </a:cubicBezTo>
                <a:lnTo>
                  <a:pt x="558896" y="43373"/>
                </a:lnTo>
                <a:moveTo>
                  <a:pt x="558896" y="40421"/>
                </a:moveTo>
                <a:lnTo>
                  <a:pt x="580480" y="40421"/>
                </a:lnTo>
                <a:cubicBezTo>
                  <a:pt x="580311" y="37434"/>
                  <a:pt x="579954" y="35330"/>
                  <a:pt x="579411" y="34108"/>
                </a:cubicBezTo>
                <a:cubicBezTo>
                  <a:pt x="578563" y="32208"/>
                  <a:pt x="577299" y="30714"/>
                  <a:pt x="575619" y="29628"/>
                </a:cubicBezTo>
                <a:cubicBezTo>
                  <a:pt x="573939" y="28542"/>
                  <a:pt x="572182" y="27999"/>
                  <a:pt x="570350" y="27999"/>
                </a:cubicBezTo>
                <a:cubicBezTo>
                  <a:pt x="567533" y="27999"/>
                  <a:pt x="565013" y="29094"/>
                  <a:pt x="562790" y="31283"/>
                </a:cubicBezTo>
                <a:cubicBezTo>
                  <a:pt x="560567" y="33472"/>
                  <a:pt x="559269" y="36518"/>
                  <a:pt x="558896" y="40421"/>
                </a:cubicBezTo>
                <a:close/>
                <a:moveTo>
                  <a:pt x="594393" y="30346"/>
                </a:moveTo>
                <a:lnTo>
                  <a:pt x="608749" y="24537"/>
                </a:lnTo>
                <a:lnTo>
                  <a:pt x="610684" y="24537"/>
                </a:lnTo>
                <a:lnTo>
                  <a:pt x="610684" y="35432"/>
                </a:lnTo>
                <a:cubicBezTo>
                  <a:pt x="613093" y="31325"/>
                  <a:pt x="615512" y="28466"/>
                  <a:pt x="617938" y="26854"/>
                </a:cubicBezTo>
                <a:cubicBezTo>
                  <a:pt x="620365" y="25242"/>
                  <a:pt x="622919" y="24436"/>
                  <a:pt x="625600" y="24436"/>
                </a:cubicBezTo>
                <a:cubicBezTo>
                  <a:pt x="630283" y="24436"/>
                  <a:pt x="634186" y="26266"/>
                  <a:pt x="637309" y="29927"/>
                </a:cubicBezTo>
                <a:cubicBezTo>
                  <a:pt x="641144" y="34403"/>
                  <a:pt x="643061" y="40234"/>
                  <a:pt x="643061" y="47422"/>
                </a:cubicBezTo>
                <a:cubicBezTo>
                  <a:pt x="643061" y="55457"/>
                  <a:pt x="640753" y="62102"/>
                  <a:pt x="636138" y="67357"/>
                </a:cubicBezTo>
                <a:cubicBezTo>
                  <a:pt x="632337" y="71663"/>
                  <a:pt x="627551" y="73816"/>
                  <a:pt x="621782" y="73816"/>
                </a:cubicBezTo>
                <a:cubicBezTo>
                  <a:pt x="619270" y="73816"/>
                  <a:pt x="617098" y="73460"/>
                  <a:pt x="615266" y="72747"/>
                </a:cubicBezTo>
                <a:cubicBezTo>
                  <a:pt x="613908" y="72238"/>
                  <a:pt x="612381" y="71220"/>
                  <a:pt x="610684" y="69692"/>
                </a:cubicBezTo>
                <a:lnTo>
                  <a:pt x="610684" y="83896"/>
                </a:lnTo>
                <a:cubicBezTo>
                  <a:pt x="610684" y="87086"/>
                  <a:pt x="610879" y="89114"/>
                  <a:pt x="611269" y="89979"/>
                </a:cubicBezTo>
                <a:cubicBezTo>
                  <a:pt x="611660" y="90845"/>
                  <a:pt x="612338" y="91532"/>
                  <a:pt x="613306" y="92041"/>
                </a:cubicBezTo>
                <a:cubicBezTo>
                  <a:pt x="614273" y="92550"/>
                  <a:pt x="616029" y="92805"/>
                  <a:pt x="618575" y="92805"/>
                </a:cubicBezTo>
                <a:lnTo>
                  <a:pt x="618575" y="94688"/>
                </a:lnTo>
                <a:lnTo>
                  <a:pt x="594139" y="94688"/>
                </a:lnTo>
                <a:lnTo>
                  <a:pt x="594139" y="92805"/>
                </a:lnTo>
                <a:lnTo>
                  <a:pt x="595412" y="92805"/>
                </a:lnTo>
                <a:cubicBezTo>
                  <a:pt x="597278" y="92838"/>
                  <a:pt x="598873" y="92482"/>
                  <a:pt x="600197" y="91734"/>
                </a:cubicBezTo>
                <a:cubicBezTo>
                  <a:pt x="600842" y="91361"/>
                  <a:pt x="601342" y="90758"/>
                  <a:pt x="601699" y="89925"/>
                </a:cubicBezTo>
                <a:cubicBezTo>
                  <a:pt x="602055" y="89094"/>
                  <a:pt x="602233" y="86980"/>
                  <a:pt x="602233" y="83584"/>
                </a:cubicBezTo>
                <a:lnTo>
                  <a:pt x="602233" y="39465"/>
                </a:lnTo>
                <a:cubicBezTo>
                  <a:pt x="602233" y="36442"/>
                  <a:pt x="602097" y="34523"/>
                  <a:pt x="601826" y="33709"/>
                </a:cubicBezTo>
                <a:cubicBezTo>
                  <a:pt x="601554" y="32893"/>
                  <a:pt x="601122" y="32282"/>
                  <a:pt x="600528" y="31875"/>
                </a:cubicBezTo>
                <a:cubicBezTo>
                  <a:pt x="599934" y="31466"/>
                  <a:pt x="599128" y="31262"/>
                  <a:pt x="598110" y="31262"/>
                </a:cubicBezTo>
                <a:cubicBezTo>
                  <a:pt x="597295" y="31262"/>
                  <a:pt x="596260" y="31500"/>
                  <a:pt x="595004" y="31975"/>
                </a:cubicBezTo>
                <a:lnTo>
                  <a:pt x="594393" y="30346"/>
                </a:lnTo>
                <a:moveTo>
                  <a:pt x="610684" y="38527"/>
                </a:moveTo>
                <a:lnTo>
                  <a:pt x="610684" y="55916"/>
                </a:lnTo>
                <a:cubicBezTo>
                  <a:pt x="610684" y="59679"/>
                  <a:pt x="610837" y="62153"/>
                  <a:pt x="611142" y="63339"/>
                </a:cubicBezTo>
                <a:cubicBezTo>
                  <a:pt x="611617" y="65305"/>
                  <a:pt x="612780" y="67034"/>
                  <a:pt x="614629" y="68525"/>
                </a:cubicBezTo>
                <a:cubicBezTo>
                  <a:pt x="616479" y="70016"/>
                  <a:pt x="618812" y="70762"/>
                  <a:pt x="621629" y="70762"/>
                </a:cubicBezTo>
                <a:cubicBezTo>
                  <a:pt x="625023" y="70762"/>
                  <a:pt x="627772" y="69440"/>
                  <a:pt x="629876" y="66796"/>
                </a:cubicBezTo>
                <a:cubicBezTo>
                  <a:pt x="632625" y="63339"/>
                  <a:pt x="634000" y="58475"/>
                  <a:pt x="634000" y="52204"/>
                </a:cubicBezTo>
                <a:cubicBezTo>
                  <a:pt x="634000" y="45087"/>
                  <a:pt x="632438" y="39613"/>
                  <a:pt x="629316" y="35783"/>
                </a:cubicBezTo>
                <a:cubicBezTo>
                  <a:pt x="627144" y="33139"/>
                  <a:pt x="624565" y="31817"/>
                  <a:pt x="621578" y="31817"/>
                </a:cubicBezTo>
                <a:cubicBezTo>
                  <a:pt x="619949" y="31817"/>
                  <a:pt x="618337" y="32224"/>
                  <a:pt x="616742" y="33037"/>
                </a:cubicBezTo>
                <a:cubicBezTo>
                  <a:pt x="615520" y="33647"/>
                  <a:pt x="613501" y="35477"/>
                  <a:pt x="610684" y="38527"/>
                </a:cubicBezTo>
                <a:close/>
                <a:moveTo>
                  <a:pt x="676304" y="65671"/>
                </a:moveTo>
                <a:cubicBezTo>
                  <a:pt x="671518" y="69370"/>
                  <a:pt x="668515" y="71508"/>
                  <a:pt x="667293" y="72085"/>
                </a:cubicBezTo>
                <a:cubicBezTo>
                  <a:pt x="665460" y="72968"/>
                  <a:pt x="663509" y="73409"/>
                  <a:pt x="661439" y="73409"/>
                </a:cubicBezTo>
                <a:cubicBezTo>
                  <a:pt x="658215" y="73409"/>
                  <a:pt x="655559" y="72306"/>
                  <a:pt x="653472" y="70100"/>
                </a:cubicBezTo>
                <a:cubicBezTo>
                  <a:pt x="651384" y="67894"/>
                  <a:pt x="650341" y="64992"/>
                  <a:pt x="650341" y="61395"/>
                </a:cubicBezTo>
                <a:cubicBezTo>
                  <a:pt x="650341" y="59121"/>
                  <a:pt x="650850" y="57152"/>
                  <a:pt x="651868" y="55489"/>
                </a:cubicBezTo>
                <a:cubicBezTo>
                  <a:pt x="653260" y="53181"/>
                  <a:pt x="655678" y="51009"/>
                  <a:pt x="659122" y="48973"/>
                </a:cubicBezTo>
                <a:cubicBezTo>
                  <a:pt x="662567" y="46937"/>
                  <a:pt x="668294" y="44459"/>
                  <a:pt x="676304" y="41541"/>
                </a:cubicBezTo>
                <a:lnTo>
                  <a:pt x="676304" y="39708"/>
                </a:lnTo>
                <a:cubicBezTo>
                  <a:pt x="676304" y="35058"/>
                  <a:pt x="675566" y="31868"/>
                  <a:pt x="674089" y="30137"/>
                </a:cubicBezTo>
                <a:cubicBezTo>
                  <a:pt x="672613" y="28406"/>
                  <a:pt x="670466" y="27541"/>
                  <a:pt x="667649" y="27541"/>
                </a:cubicBezTo>
                <a:cubicBezTo>
                  <a:pt x="665511" y="27541"/>
                  <a:pt x="663814" y="28116"/>
                  <a:pt x="662559" y="29266"/>
                </a:cubicBezTo>
                <a:cubicBezTo>
                  <a:pt x="661269" y="30415"/>
                  <a:pt x="660624" y="31734"/>
                  <a:pt x="660624" y="33222"/>
                </a:cubicBezTo>
                <a:lnTo>
                  <a:pt x="660726" y="36163"/>
                </a:lnTo>
                <a:cubicBezTo>
                  <a:pt x="660726" y="37718"/>
                  <a:pt x="660327" y="38918"/>
                  <a:pt x="659530" y="39764"/>
                </a:cubicBezTo>
                <a:cubicBezTo>
                  <a:pt x="658732" y="40609"/>
                  <a:pt x="657689" y="41032"/>
                  <a:pt x="656399" y="41032"/>
                </a:cubicBezTo>
                <a:cubicBezTo>
                  <a:pt x="655143" y="41032"/>
                  <a:pt x="654116" y="40592"/>
                  <a:pt x="653319" y="39713"/>
                </a:cubicBezTo>
                <a:cubicBezTo>
                  <a:pt x="652521" y="38832"/>
                  <a:pt x="652123" y="37631"/>
                  <a:pt x="652123" y="36108"/>
                </a:cubicBezTo>
                <a:cubicBezTo>
                  <a:pt x="652123" y="33199"/>
                  <a:pt x="653616" y="30526"/>
                  <a:pt x="656602" y="28090"/>
                </a:cubicBezTo>
                <a:cubicBezTo>
                  <a:pt x="659589" y="25654"/>
                  <a:pt x="663780" y="24436"/>
                  <a:pt x="669177" y="24436"/>
                </a:cubicBezTo>
                <a:cubicBezTo>
                  <a:pt x="673317" y="24436"/>
                  <a:pt x="676711" y="25130"/>
                  <a:pt x="679358" y="26520"/>
                </a:cubicBezTo>
                <a:cubicBezTo>
                  <a:pt x="681361" y="27571"/>
                  <a:pt x="682837" y="29215"/>
                  <a:pt x="683787" y="31453"/>
                </a:cubicBezTo>
                <a:cubicBezTo>
                  <a:pt x="684398" y="32910"/>
                  <a:pt x="684703" y="35893"/>
                  <a:pt x="684703" y="40402"/>
                </a:cubicBezTo>
                <a:lnTo>
                  <a:pt x="684703" y="56215"/>
                </a:lnTo>
                <a:cubicBezTo>
                  <a:pt x="684703" y="60655"/>
                  <a:pt x="684788" y="63376"/>
                  <a:pt x="684958" y="64376"/>
                </a:cubicBezTo>
                <a:cubicBezTo>
                  <a:pt x="685128" y="65376"/>
                  <a:pt x="685408" y="66046"/>
                  <a:pt x="685798" y="66385"/>
                </a:cubicBezTo>
                <a:cubicBezTo>
                  <a:pt x="686188" y="66723"/>
                  <a:pt x="686638" y="66893"/>
                  <a:pt x="687147" y="66893"/>
                </a:cubicBezTo>
                <a:cubicBezTo>
                  <a:pt x="687690" y="66893"/>
                  <a:pt x="688165" y="66774"/>
                  <a:pt x="688572" y="66536"/>
                </a:cubicBezTo>
                <a:cubicBezTo>
                  <a:pt x="689285" y="66095"/>
                  <a:pt x="690660" y="64856"/>
                  <a:pt x="692696" y="62820"/>
                </a:cubicBezTo>
                <a:lnTo>
                  <a:pt x="692696" y="65671"/>
                </a:lnTo>
                <a:cubicBezTo>
                  <a:pt x="688895" y="70762"/>
                  <a:pt x="685263" y="73307"/>
                  <a:pt x="681802" y="73307"/>
                </a:cubicBezTo>
                <a:cubicBezTo>
                  <a:pt x="680139" y="73307"/>
                  <a:pt x="678815" y="72730"/>
                  <a:pt x="677831" y="71576"/>
                </a:cubicBezTo>
                <a:cubicBezTo>
                  <a:pt x="676847" y="70422"/>
                  <a:pt x="676338" y="68454"/>
                  <a:pt x="676304" y="65671"/>
                </a:cubicBezTo>
                <a:moveTo>
                  <a:pt x="676304" y="62333"/>
                </a:moveTo>
                <a:lnTo>
                  <a:pt x="676304" y="44646"/>
                </a:lnTo>
                <a:cubicBezTo>
                  <a:pt x="671179" y="46673"/>
                  <a:pt x="667870" y="48109"/>
                  <a:pt x="666377" y="48954"/>
                </a:cubicBezTo>
                <a:cubicBezTo>
                  <a:pt x="663696" y="50441"/>
                  <a:pt x="661778" y="51995"/>
                  <a:pt x="660624" y="53617"/>
                </a:cubicBezTo>
                <a:cubicBezTo>
                  <a:pt x="659470" y="55238"/>
                  <a:pt x="658893" y="57012"/>
                  <a:pt x="658893" y="58938"/>
                </a:cubicBezTo>
                <a:cubicBezTo>
                  <a:pt x="658893" y="61371"/>
                  <a:pt x="659623" y="63390"/>
                  <a:pt x="661082" y="64995"/>
                </a:cubicBezTo>
                <a:cubicBezTo>
                  <a:pt x="662542" y="66599"/>
                  <a:pt x="664222" y="67402"/>
                  <a:pt x="666122" y="67402"/>
                </a:cubicBezTo>
                <a:cubicBezTo>
                  <a:pt x="668702" y="67402"/>
                  <a:pt x="672095" y="65712"/>
                  <a:pt x="676304" y="62333"/>
                </a:cubicBezTo>
                <a:close/>
                <a:moveTo>
                  <a:pt x="710223" y="24436"/>
                </a:moveTo>
                <a:lnTo>
                  <a:pt x="710223" y="34923"/>
                </a:lnTo>
                <a:cubicBezTo>
                  <a:pt x="714126" y="27931"/>
                  <a:pt x="718131" y="24436"/>
                  <a:pt x="722238" y="24436"/>
                </a:cubicBezTo>
                <a:cubicBezTo>
                  <a:pt x="724104" y="24436"/>
                  <a:pt x="725648" y="25004"/>
                  <a:pt x="726870" y="26141"/>
                </a:cubicBezTo>
                <a:cubicBezTo>
                  <a:pt x="728092" y="27278"/>
                  <a:pt x="728703" y="28593"/>
                  <a:pt x="728703" y="30086"/>
                </a:cubicBezTo>
                <a:cubicBezTo>
                  <a:pt x="728703" y="31410"/>
                  <a:pt x="728262" y="32530"/>
                  <a:pt x="727379" y="33446"/>
                </a:cubicBezTo>
                <a:cubicBezTo>
                  <a:pt x="726497" y="34363"/>
                  <a:pt x="725445" y="34821"/>
                  <a:pt x="724223" y="34821"/>
                </a:cubicBezTo>
                <a:cubicBezTo>
                  <a:pt x="723035" y="34821"/>
                  <a:pt x="721703" y="34235"/>
                  <a:pt x="720227" y="33064"/>
                </a:cubicBezTo>
                <a:cubicBezTo>
                  <a:pt x="718750" y="31894"/>
                  <a:pt x="717656" y="31308"/>
                  <a:pt x="716943" y="31308"/>
                </a:cubicBezTo>
                <a:cubicBezTo>
                  <a:pt x="716332" y="31308"/>
                  <a:pt x="715671" y="31646"/>
                  <a:pt x="714958" y="32323"/>
                </a:cubicBezTo>
                <a:cubicBezTo>
                  <a:pt x="713431" y="33711"/>
                  <a:pt x="711852" y="35996"/>
                  <a:pt x="710223" y="39178"/>
                </a:cubicBezTo>
                <a:lnTo>
                  <a:pt x="710223" y="61469"/>
                </a:lnTo>
                <a:cubicBezTo>
                  <a:pt x="710223" y="64041"/>
                  <a:pt x="710546" y="65987"/>
                  <a:pt x="711191" y="67308"/>
                </a:cubicBezTo>
                <a:cubicBezTo>
                  <a:pt x="711632" y="68222"/>
                  <a:pt x="712412" y="68984"/>
                  <a:pt x="713532" y="69594"/>
                </a:cubicBezTo>
                <a:cubicBezTo>
                  <a:pt x="714652" y="70203"/>
                  <a:pt x="716264" y="70507"/>
                  <a:pt x="718369" y="70507"/>
                </a:cubicBezTo>
                <a:lnTo>
                  <a:pt x="718369" y="72391"/>
                </a:lnTo>
                <a:lnTo>
                  <a:pt x="694493" y="72391"/>
                </a:lnTo>
                <a:lnTo>
                  <a:pt x="694493" y="70507"/>
                </a:lnTo>
                <a:cubicBezTo>
                  <a:pt x="696869" y="70507"/>
                  <a:pt x="698633" y="70135"/>
                  <a:pt x="699787" y="69390"/>
                </a:cubicBezTo>
                <a:cubicBezTo>
                  <a:pt x="700636" y="68848"/>
                  <a:pt x="701230" y="67984"/>
                  <a:pt x="701569" y="66799"/>
                </a:cubicBezTo>
                <a:cubicBezTo>
                  <a:pt x="701739" y="66223"/>
                  <a:pt x="701824" y="64581"/>
                  <a:pt x="701824" y="61872"/>
                </a:cubicBezTo>
                <a:lnTo>
                  <a:pt x="701824" y="43839"/>
                </a:lnTo>
                <a:cubicBezTo>
                  <a:pt x="701824" y="38421"/>
                  <a:pt x="701713" y="35196"/>
                  <a:pt x="701493" y="34164"/>
                </a:cubicBezTo>
                <a:cubicBezTo>
                  <a:pt x="701272" y="33131"/>
                  <a:pt x="700865" y="32377"/>
                  <a:pt x="700271" y="31903"/>
                </a:cubicBezTo>
                <a:cubicBezTo>
                  <a:pt x="699677" y="31429"/>
                  <a:pt x="698939" y="31192"/>
                  <a:pt x="698057" y="31192"/>
                </a:cubicBezTo>
                <a:cubicBezTo>
                  <a:pt x="697004" y="31192"/>
                  <a:pt x="695817" y="31446"/>
                  <a:pt x="694493" y="31954"/>
                </a:cubicBezTo>
                <a:lnTo>
                  <a:pt x="693984" y="30125"/>
                </a:lnTo>
                <a:lnTo>
                  <a:pt x="708085" y="24436"/>
                </a:lnTo>
                <a:lnTo>
                  <a:pt x="710223" y="24436"/>
                </a:lnTo>
                <a:close/>
                <a:moveTo>
                  <a:pt x="757751" y="65671"/>
                </a:moveTo>
                <a:cubicBezTo>
                  <a:pt x="752965" y="69370"/>
                  <a:pt x="749962" y="71508"/>
                  <a:pt x="748740" y="72085"/>
                </a:cubicBezTo>
                <a:cubicBezTo>
                  <a:pt x="746907" y="72968"/>
                  <a:pt x="744956" y="73409"/>
                  <a:pt x="742886" y="73409"/>
                </a:cubicBezTo>
                <a:cubicBezTo>
                  <a:pt x="739662" y="73409"/>
                  <a:pt x="737006" y="72306"/>
                  <a:pt x="734919" y="70100"/>
                </a:cubicBezTo>
                <a:cubicBezTo>
                  <a:pt x="732831" y="67894"/>
                  <a:pt x="731788" y="64992"/>
                  <a:pt x="731788" y="61395"/>
                </a:cubicBezTo>
                <a:cubicBezTo>
                  <a:pt x="731788" y="59121"/>
                  <a:pt x="732297" y="57152"/>
                  <a:pt x="733315" y="55489"/>
                </a:cubicBezTo>
                <a:cubicBezTo>
                  <a:pt x="734707" y="53181"/>
                  <a:pt x="737125" y="51009"/>
                  <a:pt x="740569" y="48973"/>
                </a:cubicBezTo>
                <a:cubicBezTo>
                  <a:pt x="744014" y="46937"/>
                  <a:pt x="749741" y="44459"/>
                  <a:pt x="757751" y="41541"/>
                </a:cubicBezTo>
                <a:lnTo>
                  <a:pt x="757751" y="39708"/>
                </a:lnTo>
                <a:cubicBezTo>
                  <a:pt x="757751" y="35058"/>
                  <a:pt x="757013" y="31868"/>
                  <a:pt x="755536" y="30137"/>
                </a:cubicBezTo>
                <a:cubicBezTo>
                  <a:pt x="754060" y="28406"/>
                  <a:pt x="751913" y="27541"/>
                  <a:pt x="749096" y="27541"/>
                </a:cubicBezTo>
                <a:cubicBezTo>
                  <a:pt x="746958" y="27541"/>
                  <a:pt x="745261" y="28116"/>
                  <a:pt x="744006" y="29266"/>
                </a:cubicBezTo>
                <a:cubicBezTo>
                  <a:pt x="742716" y="30415"/>
                  <a:pt x="742071" y="31734"/>
                  <a:pt x="742071" y="33222"/>
                </a:cubicBezTo>
                <a:lnTo>
                  <a:pt x="742173" y="36163"/>
                </a:lnTo>
                <a:cubicBezTo>
                  <a:pt x="742173" y="37718"/>
                  <a:pt x="741774" y="38918"/>
                  <a:pt x="740977" y="39764"/>
                </a:cubicBezTo>
                <a:cubicBezTo>
                  <a:pt x="740179" y="40609"/>
                  <a:pt x="739135" y="41032"/>
                  <a:pt x="737846" y="41032"/>
                </a:cubicBezTo>
                <a:cubicBezTo>
                  <a:pt x="736590" y="41032"/>
                  <a:pt x="735563" y="40592"/>
                  <a:pt x="734766" y="39713"/>
                </a:cubicBezTo>
                <a:cubicBezTo>
                  <a:pt x="733968" y="38832"/>
                  <a:pt x="733570" y="37631"/>
                  <a:pt x="733570" y="36108"/>
                </a:cubicBezTo>
                <a:cubicBezTo>
                  <a:pt x="733570" y="33199"/>
                  <a:pt x="735063" y="30526"/>
                  <a:pt x="738049" y="28090"/>
                </a:cubicBezTo>
                <a:cubicBezTo>
                  <a:pt x="741036" y="25654"/>
                  <a:pt x="745227" y="24436"/>
                  <a:pt x="750624" y="24436"/>
                </a:cubicBezTo>
                <a:cubicBezTo>
                  <a:pt x="754764" y="24436"/>
                  <a:pt x="758158" y="25130"/>
                  <a:pt x="760805" y="26520"/>
                </a:cubicBezTo>
                <a:cubicBezTo>
                  <a:pt x="762808" y="27571"/>
                  <a:pt x="764284" y="29215"/>
                  <a:pt x="765234" y="31453"/>
                </a:cubicBezTo>
                <a:cubicBezTo>
                  <a:pt x="765845" y="32910"/>
                  <a:pt x="766150" y="35893"/>
                  <a:pt x="766150" y="40402"/>
                </a:cubicBezTo>
                <a:lnTo>
                  <a:pt x="766150" y="56215"/>
                </a:lnTo>
                <a:cubicBezTo>
                  <a:pt x="766150" y="60655"/>
                  <a:pt x="766235" y="63376"/>
                  <a:pt x="766405" y="64376"/>
                </a:cubicBezTo>
                <a:cubicBezTo>
                  <a:pt x="766575" y="65376"/>
                  <a:pt x="766855" y="66046"/>
                  <a:pt x="767245" y="66385"/>
                </a:cubicBezTo>
                <a:cubicBezTo>
                  <a:pt x="767635" y="66723"/>
                  <a:pt x="768085" y="66893"/>
                  <a:pt x="768594" y="66893"/>
                </a:cubicBezTo>
                <a:cubicBezTo>
                  <a:pt x="769137" y="66893"/>
                  <a:pt x="769612" y="66774"/>
                  <a:pt x="770019" y="66536"/>
                </a:cubicBezTo>
                <a:cubicBezTo>
                  <a:pt x="770732" y="66095"/>
                  <a:pt x="772107" y="64856"/>
                  <a:pt x="774143" y="62820"/>
                </a:cubicBezTo>
                <a:lnTo>
                  <a:pt x="774143" y="65671"/>
                </a:lnTo>
                <a:cubicBezTo>
                  <a:pt x="770342" y="70762"/>
                  <a:pt x="766710" y="73307"/>
                  <a:pt x="763249" y="73307"/>
                </a:cubicBezTo>
                <a:cubicBezTo>
                  <a:pt x="761586" y="73307"/>
                  <a:pt x="760262" y="72730"/>
                  <a:pt x="759278" y="71576"/>
                </a:cubicBezTo>
                <a:cubicBezTo>
                  <a:pt x="758294" y="70422"/>
                  <a:pt x="757785" y="68454"/>
                  <a:pt x="757751" y="65671"/>
                </a:cubicBezTo>
                <a:moveTo>
                  <a:pt x="757751" y="62333"/>
                </a:moveTo>
                <a:lnTo>
                  <a:pt x="757751" y="44646"/>
                </a:lnTo>
                <a:cubicBezTo>
                  <a:pt x="752626" y="46673"/>
                  <a:pt x="749317" y="48109"/>
                  <a:pt x="747824" y="48954"/>
                </a:cubicBezTo>
                <a:cubicBezTo>
                  <a:pt x="745143" y="50441"/>
                  <a:pt x="743225" y="51995"/>
                  <a:pt x="742071" y="53617"/>
                </a:cubicBezTo>
                <a:cubicBezTo>
                  <a:pt x="740917" y="55238"/>
                  <a:pt x="740340" y="57012"/>
                  <a:pt x="740340" y="58938"/>
                </a:cubicBezTo>
                <a:cubicBezTo>
                  <a:pt x="740340" y="61371"/>
                  <a:pt x="741070" y="63390"/>
                  <a:pt x="742529" y="64995"/>
                </a:cubicBezTo>
                <a:cubicBezTo>
                  <a:pt x="743989" y="66599"/>
                  <a:pt x="745669" y="67402"/>
                  <a:pt x="747569" y="67402"/>
                </a:cubicBezTo>
                <a:cubicBezTo>
                  <a:pt x="750148" y="67402"/>
                  <a:pt x="753542" y="65712"/>
                  <a:pt x="757751" y="62333"/>
                </a:cubicBezTo>
                <a:close/>
                <a:moveTo>
                  <a:pt x="790805" y="33854"/>
                </a:moveTo>
                <a:cubicBezTo>
                  <a:pt x="795319" y="27575"/>
                  <a:pt x="800189" y="24436"/>
                  <a:pt x="805415" y="24436"/>
                </a:cubicBezTo>
                <a:cubicBezTo>
                  <a:pt x="810201" y="24436"/>
                  <a:pt x="814375" y="26478"/>
                  <a:pt x="817939" y="30564"/>
                </a:cubicBezTo>
                <a:cubicBezTo>
                  <a:pt x="821502" y="34649"/>
                  <a:pt x="823284" y="40234"/>
                  <a:pt x="823284" y="47320"/>
                </a:cubicBezTo>
                <a:cubicBezTo>
                  <a:pt x="823284" y="55593"/>
                  <a:pt x="820535" y="62255"/>
                  <a:pt x="815037" y="67306"/>
                </a:cubicBezTo>
                <a:cubicBezTo>
                  <a:pt x="810320" y="71646"/>
                  <a:pt x="805059" y="73816"/>
                  <a:pt x="799256" y="73816"/>
                </a:cubicBezTo>
                <a:cubicBezTo>
                  <a:pt x="796541" y="73816"/>
                  <a:pt x="793783" y="73324"/>
                  <a:pt x="790983" y="72340"/>
                </a:cubicBezTo>
                <a:cubicBezTo>
                  <a:pt x="788183" y="71355"/>
                  <a:pt x="785324" y="69879"/>
                  <a:pt x="782405" y="67911"/>
                </a:cubicBezTo>
                <a:lnTo>
                  <a:pt x="782405" y="19599"/>
                </a:lnTo>
                <a:cubicBezTo>
                  <a:pt x="782405" y="14305"/>
                  <a:pt x="782278" y="11047"/>
                  <a:pt x="782023" y="9825"/>
                </a:cubicBezTo>
                <a:cubicBezTo>
                  <a:pt x="781769" y="8603"/>
                  <a:pt x="781370" y="7772"/>
                  <a:pt x="780827" y="7331"/>
                </a:cubicBezTo>
                <a:cubicBezTo>
                  <a:pt x="780284" y="6889"/>
                  <a:pt x="779605" y="6669"/>
                  <a:pt x="778791" y="6669"/>
                </a:cubicBezTo>
                <a:cubicBezTo>
                  <a:pt x="777840" y="6669"/>
                  <a:pt x="776653" y="6940"/>
                  <a:pt x="775227" y="7483"/>
                </a:cubicBezTo>
                <a:lnTo>
                  <a:pt x="774515" y="5702"/>
                </a:lnTo>
                <a:lnTo>
                  <a:pt x="788514" y="0"/>
                </a:lnTo>
                <a:lnTo>
                  <a:pt x="790805" y="0"/>
                </a:lnTo>
                <a:lnTo>
                  <a:pt x="790805" y="33854"/>
                </a:lnTo>
                <a:moveTo>
                  <a:pt x="790805" y="37097"/>
                </a:moveTo>
                <a:lnTo>
                  <a:pt x="790805" y="64921"/>
                </a:lnTo>
                <a:cubicBezTo>
                  <a:pt x="792536" y="66613"/>
                  <a:pt x="794326" y="67891"/>
                  <a:pt x="796176" y="68754"/>
                </a:cubicBezTo>
                <a:cubicBezTo>
                  <a:pt x="798025" y="69617"/>
                  <a:pt x="799917" y="70049"/>
                  <a:pt x="801852" y="70049"/>
                </a:cubicBezTo>
                <a:cubicBezTo>
                  <a:pt x="804940" y="70049"/>
                  <a:pt x="807817" y="68357"/>
                  <a:pt x="810481" y="64972"/>
                </a:cubicBezTo>
                <a:cubicBezTo>
                  <a:pt x="813145" y="61587"/>
                  <a:pt x="814477" y="56662"/>
                  <a:pt x="814477" y="50196"/>
                </a:cubicBezTo>
                <a:cubicBezTo>
                  <a:pt x="814477" y="44239"/>
                  <a:pt x="813145" y="39661"/>
                  <a:pt x="810481" y="36463"/>
                </a:cubicBezTo>
                <a:cubicBezTo>
                  <a:pt x="807817" y="33264"/>
                  <a:pt x="804788" y="31665"/>
                  <a:pt x="801394" y="31665"/>
                </a:cubicBezTo>
                <a:cubicBezTo>
                  <a:pt x="799595" y="31665"/>
                  <a:pt x="797796" y="32122"/>
                  <a:pt x="795998" y="33036"/>
                </a:cubicBezTo>
                <a:cubicBezTo>
                  <a:pt x="794640" y="33712"/>
                  <a:pt x="792909" y="35066"/>
                  <a:pt x="790805" y="37097"/>
                </a:cubicBezTo>
                <a:close/>
                <a:moveTo>
                  <a:pt x="842018" y="0"/>
                </a:moveTo>
                <a:cubicBezTo>
                  <a:pt x="843443" y="0"/>
                  <a:pt x="844657" y="503"/>
                  <a:pt x="845658" y="1510"/>
                </a:cubicBezTo>
                <a:cubicBezTo>
                  <a:pt x="846659" y="2515"/>
                  <a:pt x="847160" y="3734"/>
                  <a:pt x="847160" y="5167"/>
                </a:cubicBezTo>
                <a:cubicBezTo>
                  <a:pt x="847160" y="6600"/>
                  <a:pt x="846659" y="7828"/>
                  <a:pt x="845658" y="8852"/>
                </a:cubicBezTo>
                <a:cubicBezTo>
                  <a:pt x="844657" y="9874"/>
                  <a:pt x="843443" y="10385"/>
                  <a:pt x="842018" y="10385"/>
                </a:cubicBezTo>
                <a:cubicBezTo>
                  <a:pt x="840593" y="10385"/>
                  <a:pt x="839371" y="9874"/>
                  <a:pt x="838353" y="8852"/>
                </a:cubicBezTo>
                <a:cubicBezTo>
                  <a:pt x="837334" y="7828"/>
                  <a:pt x="836825" y="6600"/>
                  <a:pt x="836825" y="5167"/>
                </a:cubicBezTo>
                <a:cubicBezTo>
                  <a:pt x="836825" y="3734"/>
                  <a:pt x="837326" y="2515"/>
                  <a:pt x="838327" y="1510"/>
                </a:cubicBezTo>
                <a:cubicBezTo>
                  <a:pt x="839328" y="503"/>
                  <a:pt x="840559" y="0"/>
                  <a:pt x="842018" y="0"/>
                </a:cubicBezTo>
                <a:moveTo>
                  <a:pt x="846243" y="24436"/>
                </a:moveTo>
                <a:lnTo>
                  <a:pt x="846243" y="61821"/>
                </a:lnTo>
                <a:cubicBezTo>
                  <a:pt x="846243" y="64733"/>
                  <a:pt x="846455" y="66672"/>
                  <a:pt x="846880" y="67637"/>
                </a:cubicBezTo>
                <a:cubicBezTo>
                  <a:pt x="847304" y="68602"/>
                  <a:pt x="847932" y="69322"/>
                  <a:pt x="848763" y="69796"/>
                </a:cubicBezTo>
                <a:cubicBezTo>
                  <a:pt x="849595" y="70270"/>
                  <a:pt x="851113" y="70507"/>
                  <a:pt x="853319" y="70507"/>
                </a:cubicBezTo>
                <a:lnTo>
                  <a:pt x="853319" y="72391"/>
                </a:lnTo>
                <a:lnTo>
                  <a:pt x="830666" y="72391"/>
                </a:lnTo>
                <a:lnTo>
                  <a:pt x="830666" y="70507"/>
                </a:lnTo>
                <a:cubicBezTo>
                  <a:pt x="832939" y="70507"/>
                  <a:pt x="834467" y="70287"/>
                  <a:pt x="835247" y="69847"/>
                </a:cubicBezTo>
                <a:cubicBezTo>
                  <a:pt x="836028" y="69407"/>
                  <a:pt x="836647" y="68679"/>
                  <a:pt x="837105" y="67663"/>
                </a:cubicBezTo>
                <a:cubicBezTo>
                  <a:pt x="837564" y="66647"/>
                  <a:pt x="837793" y="64699"/>
                  <a:pt x="837793" y="61821"/>
                </a:cubicBezTo>
                <a:lnTo>
                  <a:pt x="837793" y="43890"/>
                </a:lnTo>
                <a:cubicBezTo>
                  <a:pt x="837793" y="38844"/>
                  <a:pt x="837640" y="35576"/>
                  <a:pt x="837334" y="34087"/>
                </a:cubicBezTo>
                <a:cubicBezTo>
                  <a:pt x="837097" y="33003"/>
                  <a:pt x="836724" y="32250"/>
                  <a:pt x="836214" y="31827"/>
                </a:cubicBezTo>
                <a:cubicBezTo>
                  <a:pt x="835705" y="31404"/>
                  <a:pt x="835010" y="31192"/>
                  <a:pt x="834127" y="31192"/>
                </a:cubicBezTo>
                <a:cubicBezTo>
                  <a:pt x="833177" y="31192"/>
                  <a:pt x="832023" y="31446"/>
                  <a:pt x="830666" y="31954"/>
                </a:cubicBezTo>
                <a:lnTo>
                  <a:pt x="829953" y="30125"/>
                </a:lnTo>
                <a:lnTo>
                  <a:pt x="844003" y="24436"/>
                </a:lnTo>
                <a:lnTo>
                  <a:pt x="846243" y="24436"/>
                </a:lnTo>
                <a:close/>
                <a:moveTo>
                  <a:pt x="875520" y="0"/>
                </a:moveTo>
                <a:lnTo>
                  <a:pt x="875520" y="61808"/>
                </a:lnTo>
                <a:cubicBezTo>
                  <a:pt x="875520" y="64725"/>
                  <a:pt x="875733" y="66658"/>
                  <a:pt x="876157" y="67608"/>
                </a:cubicBezTo>
                <a:cubicBezTo>
                  <a:pt x="876581" y="68558"/>
                  <a:pt x="877234" y="69278"/>
                  <a:pt x="878117" y="69770"/>
                </a:cubicBezTo>
                <a:cubicBezTo>
                  <a:pt x="878999" y="70261"/>
                  <a:pt x="880645" y="70507"/>
                  <a:pt x="883055" y="70507"/>
                </a:cubicBezTo>
                <a:lnTo>
                  <a:pt x="883055" y="72391"/>
                </a:lnTo>
                <a:lnTo>
                  <a:pt x="860197" y="72391"/>
                </a:lnTo>
                <a:lnTo>
                  <a:pt x="860197" y="70507"/>
                </a:lnTo>
                <a:cubicBezTo>
                  <a:pt x="862335" y="70507"/>
                  <a:pt x="863795" y="70287"/>
                  <a:pt x="864575" y="69847"/>
                </a:cubicBezTo>
                <a:cubicBezTo>
                  <a:pt x="865356" y="69406"/>
                  <a:pt x="865967" y="68676"/>
                  <a:pt x="866408" y="67659"/>
                </a:cubicBezTo>
                <a:cubicBezTo>
                  <a:pt x="866849" y="66641"/>
                  <a:pt x="867070" y="64691"/>
                  <a:pt x="867070" y="61808"/>
                </a:cubicBezTo>
                <a:lnTo>
                  <a:pt x="867070" y="19483"/>
                </a:lnTo>
                <a:cubicBezTo>
                  <a:pt x="867070" y="14227"/>
                  <a:pt x="866951" y="10997"/>
                  <a:pt x="866713" y="9793"/>
                </a:cubicBezTo>
                <a:cubicBezTo>
                  <a:pt x="866476" y="8589"/>
                  <a:pt x="866094" y="7766"/>
                  <a:pt x="865568" y="7326"/>
                </a:cubicBezTo>
                <a:cubicBezTo>
                  <a:pt x="865042" y="6885"/>
                  <a:pt x="864372" y="6664"/>
                  <a:pt x="863557" y="6664"/>
                </a:cubicBezTo>
                <a:cubicBezTo>
                  <a:pt x="862675" y="6664"/>
                  <a:pt x="861555" y="6936"/>
                  <a:pt x="860197" y="7479"/>
                </a:cubicBezTo>
                <a:lnTo>
                  <a:pt x="859332" y="5697"/>
                </a:lnTo>
                <a:lnTo>
                  <a:pt x="873230" y="0"/>
                </a:lnTo>
                <a:lnTo>
                  <a:pt x="875520" y="0"/>
                </a:lnTo>
                <a:close/>
                <a:moveTo>
                  <a:pt x="900674" y="0"/>
                </a:moveTo>
                <a:cubicBezTo>
                  <a:pt x="902099" y="0"/>
                  <a:pt x="903313" y="503"/>
                  <a:pt x="904314" y="1510"/>
                </a:cubicBezTo>
                <a:cubicBezTo>
                  <a:pt x="905315" y="2515"/>
                  <a:pt x="905816" y="3734"/>
                  <a:pt x="905816" y="5167"/>
                </a:cubicBezTo>
                <a:cubicBezTo>
                  <a:pt x="905816" y="6600"/>
                  <a:pt x="905315" y="7828"/>
                  <a:pt x="904314" y="8852"/>
                </a:cubicBezTo>
                <a:cubicBezTo>
                  <a:pt x="903313" y="9874"/>
                  <a:pt x="902099" y="10385"/>
                  <a:pt x="900674" y="10385"/>
                </a:cubicBezTo>
                <a:cubicBezTo>
                  <a:pt x="899249" y="10385"/>
                  <a:pt x="898027" y="9874"/>
                  <a:pt x="897009" y="8852"/>
                </a:cubicBezTo>
                <a:cubicBezTo>
                  <a:pt x="895990" y="7828"/>
                  <a:pt x="895481" y="6600"/>
                  <a:pt x="895481" y="5167"/>
                </a:cubicBezTo>
                <a:cubicBezTo>
                  <a:pt x="895481" y="3734"/>
                  <a:pt x="895982" y="2515"/>
                  <a:pt x="896983" y="1510"/>
                </a:cubicBezTo>
                <a:cubicBezTo>
                  <a:pt x="897984" y="503"/>
                  <a:pt x="899215" y="0"/>
                  <a:pt x="900674" y="0"/>
                </a:cubicBezTo>
                <a:moveTo>
                  <a:pt x="904899" y="24436"/>
                </a:moveTo>
                <a:lnTo>
                  <a:pt x="904899" y="61821"/>
                </a:lnTo>
                <a:cubicBezTo>
                  <a:pt x="904899" y="64733"/>
                  <a:pt x="905111" y="66672"/>
                  <a:pt x="905536" y="67637"/>
                </a:cubicBezTo>
                <a:cubicBezTo>
                  <a:pt x="905960" y="68602"/>
                  <a:pt x="906588" y="69322"/>
                  <a:pt x="907419" y="69796"/>
                </a:cubicBezTo>
                <a:cubicBezTo>
                  <a:pt x="908251" y="70270"/>
                  <a:pt x="909769" y="70507"/>
                  <a:pt x="911975" y="70507"/>
                </a:cubicBezTo>
                <a:lnTo>
                  <a:pt x="911975" y="72391"/>
                </a:lnTo>
                <a:lnTo>
                  <a:pt x="889322" y="72391"/>
                </a:lnTo>
                <a:lnTo>
                  <a:pt x="889322" y="70507"/>
                </a:lnTo>
                <a:cubicBezTo>
                  <a:pt x="891595" y="70507"/>
                  <a:pt x="893123" y="70287"/>
                  <a:pt x="893903" y="69847"/>
                </a:cubicBezTo>
                <a:cubicBezTo>
                  <a:pt x="894684" y="69407"/>
                  <a:pt x="895303" y="68679"/>
                  <a:pt x="895761" y="67663"/>
                </a:cubicBezTo>
                <a:cubicBezTo>
                  <a:pt x="896220" y="66647"/>
                  <a:pt x="896449" y="64699"/>
                  <a:pt x="896449" y="61821"/>
                </a:cubicBezTo>
                <a:lnTo>
                  <a:pt x="896449" y="43890"/>
                </a:lnTo>
                <a:cubicBezTo>
                  <a:pt x="896449" y="38844"/>
                  <a:pt x="896296" y="35576"/>
                  <a:pt x="895990" y="34087"/>
                </a:cubicBezTo>
                <a:cubicBezTo>
                  <a:pt x="895753" y="33003"/>
                  <a:pt x="895380" y="32250"/>
                  <a:pt x="894871" y="31827"/>
                </a:cubicBezTo>
                <a:cubicBezTo>
                  <a:pt x="894361" y="31404"/>
                  <a:pt x="893666" y="31192"/>
                  <a:pt x="892783" y="31192"/>
                </a:cubicBezTo>
                <a:cubicBezTo>
                  <a:pt x="891833" y="31192"/>
                  <a:pt x="890679" y="31446"/>
                  <a:pt x="889322" y="31954"/>
                </a:cubicBezTo>
                <a:lnTo>
                  <a:pt x="888609" y="30125"/>
                </a:lnTo>
                <a:lnTo>
                  <a:pt x="902659" y="24436"/>
                </a:lnTo>
                <a:lnTo>
                  <a:pt x="904899" y="24436"/>
                </a:lnTo>
                <a:close/>
                <a:moveTo>
                  <a:pt x="931682" y="10385"/>
                </a:moveTo>
                <a:lnTo>
                  <a:pt x="931682" y="25759"/>
                </a:lnTo>
                <a:lnTo>
                  <a:pt x="942576" y="25759"/>
                </a:lnTo>
                <a:lnTo>
                  <a:pt x="942576" y="29323"/>
                </a:lnTo>
                <a:lnTo>
                  <a:pt x="931682" y="29323"/>
                </a:lnTo>
                <a:lnTo>
                  <a:pt x="931682" y="59521"/>
                </a:lnTo>
                <a:cubicBezTo>
                  <a:pt x="931682" y="62538"/>
                  <a:pt x="932115" y="64572"/>
                  <a:pt x="932980" y="65623"/>
                </a:cubicBezTo>
                <a:cubicBezTo>
                  <a:pt x="933846" y="66673"/>
                  <a:pt x="934957" y="67198"/>
                  <a:pt x="936315" y="67198"/>
                </a:cubicBezTo>
                <a:cubicBezTo>
                  <a:pt x="937434" y="67198"/>
                  <a:pt x="938521" y="66850"/>
                  <a:pt x="939573" y="66154"/>
                </a:cubicBezTo>
                <a:cubicBezTo>
                  <a:pt x="940625" y="65459"/>
                  <a:pt x="941439" y="64432"/>
                  <a:pt x="942016" y="63075"/>
                </a:cubicBezTo>
                <a:lnTo>
                  <a:pt x="944002" y="63075"/>
                </a:lnTo>
                <a:cubicBezTo>
                  <a:pt x="942814" y="66410"/>
                  <a:pt x="941134" y="68933"/>
                  <a:pt x="938962" y="70642"/>
                </a:cubicBezTo>
                <a:cubicBezTo>
                  <a:pt x="936790" y="72351"/>
                  <a:pt x="934550" y="73205"/>
                  <a:pt x="932242" y="73205"/>
                </a:cubicBezTo>
                <a:cubicBezTo>
                  <a:pt x="930681" y="73205"/>
                  <a:pt x="929154" y="72772"/>
                  <a:pt x="927660" y="71905"/>
                </a:cubicBezTo>
                <a:cubicBezTo>
                  <a:pt x="926167" y="71039"/>
                  <a:pt x="925064" y="69799"/>
                  <a:pt x="924351" y="68186"/>
                </a:cubicBezTo>
                <a:cubicBezTo>
                  <a:pt x="923639" y="66572"/>
                  <a:pt x="923282" y="64083"/>
                  <a:pt x="923282" y="60718"/>
                </a:cubicBezTo>
                <a:lnTo>
                  <a:pt x="923282" y="29323"/>
                </a:lnTo>
                <a:lnTo>
                  <a:pt x="915901" y="29323"/>
                </a:lnTo>
                <a:lnTo>
                  <a:pt x="915901" y="27643"/>
                </a:lnTo>
                <a:cubicBezTo>
                  <a:pt x="917767" y="26894"/>
                  <a:pt x="919676" y="25626"/>
                  <a:pt x="921628" y="23839"/>
                </a:cubicBezTo>
                <a:cubicBezTo>
                  <a:pt x="923579" y="22052"/>
                  <a:pt x="925318" y="19933"/>
                  <a:pt x="926846" y="17482"/>
                </a:cubicBezTo>
                <a:cubicBezTo>
                  <a:pt x="927626" y="16189"/>
                  <a:pt x="928712" y="13824"/>
                  <a:pt x="930104" y="10385"/>
                </a:cubicBezTo>
                <a:lnTo>
                  <a:pt x="931682" y="10385"/>
                </a:lnTo>
                <a:close/>
                <a:moveTo>
                  <a:pt x="944821" y="25759"/>
                </a:moveTo>
                <a:lnTo>
                  <a:pt x="966559" y="25759"/>
                </a:lnTo>
                <a:lnTo>
                  <a:pt x="966559" y="27643"/>
                </a:lnTo>
                <a:lnTo>
                  <a:pt x="965490" y="27643"/>
                </a:lnTo>
                <a:cubicBezTo>
                  <a:pt x="963963" y="27643"/>
                  <a:pt x="962817" y="27974"/>
                  <a:pt x="962053" y="28636"/>
                </a:cubicBezTo>
                <a:cubicBezTo>
                  <a:pt x="961290" y="29297"/>
                  <a:pt x="960908" y="30120"/>
                  <a:pt x="960908" y="31105"/>
                </a:cubicBezTo>
                <a:cubicBezTo>
                  <a:pt x="960908" y="32428"/>
                  <a:pt x="961468" y="34261"/>
                  <a:pt x="962588" y="36603"/>
                </a:cubicBezTo>
                <a:lnTo>
                  <a:pt x="973940" y="60122"/>
                </a:lnTo>
                <a:lnTo>
                  <a:pt x="984376" y="34363"/>
                </a:lnTo>
                <a:cubicBezTo>
                  <a:pt x="984953" y="32971"/>
                  <a:pt x="985242" y="31597"/>
                  <a:pt x="985242" y="30239"/>
                </a:cubicBezTo>
                <a:cubicBezTo>
                  <a:pt x="985242" y="29628"/>
                  <a:pt x="985123" y="29170"/>
                  <a:pt x="984886" y="28865"/>
                </a:cubicBezTo>
                <a:cubicBezTo>
                  <a:pt x="984614" y="28491"/>
                  <a:pt x="984190" y="28194"/>
                  <a:pt x="983613" y="27974"/>
                </a:cubicBezTo>
                <a:cubicBezTo>
                  <a:pt x="983036" y="27753"/>
                  <a:pt x="982018" y="27643"/>
                  <a:pt x="980558" y="27643"/>
                </a:cubicBezTo>
                <a:lnTo>
                  <a:pt x="980558" y="25759"/>
                </a:lnTo>
                <a:lnTo>
                  <a:pt x="995729" y="25759"/>
                </a:lnTo>
                <a:lnTo>
                  <a:pt x="995729" y="27643"/>
                </a:lnTo>
                <a:cubicBezTo>
                  <a:pt x="994473" y="27779"/>
                  <a:pt x="993506" y="28050"/>
                  <a:pt x="992827" y="28457"/>
                </a:cubicBezTo>
                <a:cubicBezTo>
                  <a:pt x="992148" y="28865"/>
                  <a:pt x="991402" y="29628"/>
                  <a:pt x="990587" y="30748"/>
                </a:cubicBezTo>
                <a:cubicBezTo>
                  <a:pt x="990282" y="31223"/>
                  <a:pt x="989705" y="32530"/>
                  <a:pt x="988856" y="34668"/>
                </a:cubicBezTo>
                <a:lnTo>
                  <a:pt x="969868" y="81198"/>
                </a:lnTo>
                <a:cubicBezTo>
                  <a:pt x="968035" y="85711"/>
                  <a:pt x="965634" y="89122"/>
                  <a:pt x="962664" y="91430"/>
                </a:cubicBezTo>
                <a:cubicBezTo>
                  <a:pt x="959695" y="93738"/>
                  <a:pt x="956835" y="94892"/>
                  <a:pt x="954086" y="94892"/>
                </a:cubicBezTo>
                <a:cubicBezTo>
                  <a:pt x="952084" y="94892"/>
                  <a:pt x="950438" y="94322"/>
                  <a:pt x="949148" y="93182"/>
                </a:cubicBezTo>
                <a:cubicBezTo>
                  <a:pt x="947859" y="92041"/>
                  <a:pt x="947214" y="90734"/>
                  <a:pt x="947214" y="89259"/>
                </a:cubicBezTo>
                <a:cubicBezTo>
                  <a:pt x="947214" y="87850"/>
                  <a:pt x="947681" y="86714"/>
                  <a:pt x="948614" y="85851"/>
                </a:cubicBezTo>
                <a:cubicBezTo>
                  <a:pt x="949547" y="84989"/>
                  <a:pt x="950828" y="84558"/>
                  <a:pt x="952457" y="84558"/>
                </a:cubicBezTo>
                <a:cubicBezTo>
                  <a:pt x="953577" y="84558"/>
                  <a:pt x="955105" y="84931"/>
                  <a:pt x="957039" y="85677"/>
                </a:cubicBezTo>
                <a:cubicBezTo>
                  <a:pt x="958397" y="86187"/>
                  <a:pt x="959245" y="86441"/>
                  <a:pt x="959584" y="86441"/>
                </a:cubicBezTo>
                <a:cubicBezTo>
                  <a:pt x="960603" y="86441"/>
                  <a:pt x="961714" y="85911"/>
                  <a:pt x="962919" y="84852"/>
                </a:cubicBezTo>
                <a:cubicBezTo>
                  <a:pt x="964124" y="83793"/>
                  <a:pt x="965337" y="81744"/>
                  <a:pt x="966559" y="78705"/>
                </a:cubicBezTo>
                <a:lnTo>
                  <a:pt x="969868" y="70558"/>
                </a:lnTo>
                <a:lnTo>
                  <a:pt x="953119" y="35381"/>
                </a:lnTo>
                <a:cubicBezTo>
                  <a:pt x="952610" y="34329"/>
                  <a:pt x="951796" y="33022"/>
                  <a:pt x="950676" y="31461"/>
                </a:cubicBezTo>
                <a:cubicBezTo>
                  <a:pt x="949827" y="30273"/>
                  <a:pt x="949131" y="29475"/>
                  <a:pt x="948588" y="29068"/>
                </a:cubicBezTo>
                <a:cubicBezTo>
                  <a:pt x="947808" y="28525"/>
                  <a:pt x="946552" y="28050"/>
                  <a:pt x="944821" y="27643"/>
                </a:cubicBezTo>
                <a:lnTo>
                  <a:pt x="944821" y="25759"/>
                </a:lnTo>
                <a:close/>
                <a:moveTo>
                  <a:pt x="1049385" y="94892"/>
                </a:moveTo>
                <a:lnTo>
                  <a:pt x="995474" y="94892"/>
                </a:lnTo>
                <a:lnTo>
                  <a:pt x="995474" y="90666"/>
                </a:lnTo>
                <a:lnTo>
                  <a:pt x="1049385" y="90666"/>
                </a:lnTo>
                <a:lnTo>
                  <a:pt x="1049385" y="94892"/>
                </a:lnTo>
                <a:close/>
                <a:moveTo>
                  <a:pt x="1065574" y="34363"/>
                </a:moveTo>
                <a:cubicBezTo>
                  <a:pt x="1068968" y="30969"/>
                  <a:pt x="1070970" y="29017"/>
                  <a:pt x="1071581" y="28508"/>
                </a:cubicBezTo>
                <a:cubicBezTo>
                  <a:pt x="1073108" y="27219"/>
                  <a:pt x="1074754" y="26217"/>
                  <a:pt x="1076519" y="25505"/>
                </a:cubicBezTo>
                <a:cubicBezTo>
                  <a:pt x="1078284" y="24792"/>
                  <a:pt x="1080032" y="24436"/>
                  <a:pt x="1081763" y="24436"/>
                </a:cubicBezTo>
                <a:cubicBezTo>
                  <a:pt x="1084681" y="24436"/>
                  <a:pt x="1087193" y="25284"/>
                  <a:pt x="1089297" y="26981"/>
                </a:cubicBezTo>
                <a:cubicBezTo>
                  <a:pt x="1091401" y="28678"/>
                  <a:pt x="1092810" y="31138"/>
                  <a:pt x="1093522" y="34363"/>
                </a:cubicBezTo>
                <a:cubicBezTo>
                  <a:pt x="1097018" y="30290"/>
                  <a:pt x="1099971" y="27617"/>
                  <a:pt x="1102380" y="26345"/>
                </a:cubicBezTo>
                <a:cubicBezTo>
                  <a:pt x="1104790" y="25072"/>
                  <a:pt x="1107267" y="24436"/>
                  <a:pt x="1109813" y="24436"/>
                </a:cubicBezTo>
                <a:cubicBezTo>
                  <a:pt x="1112290" y="24436"/>
                  <a:pt x="1114488" y="25071"/>
                  <a:pt x="1116405" y="26341"/>
                </a:cubicBezTo>
                <a:cubicBezTo>
                  <a:pt x="1118323" y="27611"/>
                  <a:pt x="1119842" y="29685"/>
                  <a:pt x="1120962" y="32563"/>
                </a:cubicBezTo>
                <a:cubicBezTo>
                  <a:pt x="1121708" y="34528"/>
                  <a:pt x="1122081" y="37609"/>
                  <a:pt x="1122081" y="41808"/>
                </a:cubicBezTo>
                <a:lnTo>
                  <a:pt x="1122081" y="61821"/>
                </a:lnTo>
                <a:cubicBezTo>
                  <a:pt x="1122081" y="64733"/>
                  <a:pt x="1122302" y="66731"/>
                  <a:pt x="1122743" y="67815"/>
                </a:cubicBezTo>
                <a:cubicBezTo>
                  <a:pt x="1123083" y="68560"/>
                  <a:pt x="1123711" y="69195"/>
                  <a:pt x="1124627" y="69720"/>
                </a:cubicBezTo>
                <a:cubicBezTo>
                  <a:pt x="1125543" y="70245"/>
                  <a:pt x="1127037" y="70507"/>
                  <a:pt x="1129107" y="70507"/>
                </a:cubicBezTo>
                <a:lnTo>
                  <a:pt x="1129107" y="72391"/>
                </a:lnTo>
                <a:lnTo>
                  <a:pt x="1106097" y="72391"/>
                </a:lnTo>
                <a:lnTo>
                  <a:pt x="1106097" y="70507"/>
                </a:lnTo>
                <a:lnTo>
                  <a:pt x="1107064" y="70507"/>
                </a:lnTo>
                <a:cubicBezTo>
                  <a:pt x="1109066" y="70507"/>
                  <a:pt x="1110627" y="70119"/>
                  <a:pt x="1111747" y="69342"/>
                </a:cubicBezTo>
                <a:cubicBezTo>
                  <a:pt x="1112528" y="68802"/>
                  <a:pt x="1113088" y="67940"/>
                  <a:pt x="1113427" y="66759"/>
                </a:cubicBezTo>
                <a:cubicBezTo>
                  <a:pt x="1113563" y="66185"/>
                  <a:pt x="1113631" y="64548"/>
                  <a:pt x="1113631" y="61846"/>
                </a:cubicBezTo>
                <a:lnTo>
                  <a:pt x="1113631" y="41891"/>
                </a:lnTo>
                <a:cubicBezTo>
                  <a:pt x="1113631" y="38109"/>
                  <a:pt x="1113173" y="35441"/>
                  <a:pt x="1112256" y="33889"/>
                </a:cubicBezTo>
                <a:cubicBezTo>
                  <a:pt x="1110933" y="31727"/>
                  <a:pt x="1108812" y="30646"/>
                  <a:pt x="1105893" y="30646"/>
                </a:cubicBezTo>
                <a:cubicBezTo>
                  <a:pt x="1104094" y="30646"/>
                  <a:pt x="1102287" y="31094"/>
                  <a:pt x="1100471" y="31989"/>
                </a:cubicBezTo>
                <a:cubicBezTo>
                  <a:pt x="1098656" y="32883"/>
                  <a:pt x="1096458" y="34546"/>
                  <a:pt x="1093879" y="36978"/>
                </a:cubicBezTo>
                <a:lnTo>
                  <a:pt x="1093777" y="37535"/>
                </a:lnTo>
                <a:lnTo>
                  <a:pt x="1093879" y="39713"/>
                </a:lnTo>
                <a:lnTo>
                  <a:pt x="1093879" y="61846"/>
                </a:lnTo>
                <a:cubicBezTo>
                  <a:pt x="1093879" y="65021"/>
                  <a:pt x="1094057" y="66996"/>
                  <a:pt x="1094413" y="67772"/>
                </a:cubicBezTo>
                <a:cubicBezTo>
                  <a:pt x="1094770" y="68549"/>
                  <a:pt x="1095440" y="69199"/>
                  <a:pt x="1096424" y="69723"/>
                </a:cubicBezTo>
                <a:cubicBezTo>
                  <a:pt x="1097408" y="70246"/>
                  <a:pt x="1099088" y="70507"/>
                  <a:pt x="1101464" y="70507"/>
                </a:cubicBezTo>
                <a:lnTo>
                  <a:pt x="1101464" y="72391"/>
                </a:lnTo>
                <a:lnTo>
                  <a:pt x="1077894" y="72391"/>
                </a:lnTo>
                <a:lnTo>
                  <a:pt x="1077894" y="70507"/>
                </a:lnTo>
                <a:cubicBezTo>
                  <a:pt x="1080473" y="70507"/>
                  <a:pt x="1082246" y="70203"/>
                  <a:pt x="1083214" y="69595"/>
                </a:cubicBezTo>
                <a:cubicBezTo>
                  <a:pt x="1084181" y="68988"/>
                  <a:pt x="1084851" y="68076"/>
                  <a:pt x="1085224" y="66861"/>
                </a:cubicBezTo>
                <a:cubicBezTo>
                  <a:pt x="1085394" y="66286"/>
                  <a:pt x="1085479" y="64614"/>
                  <a:pt x="1085479" y="61846"/>
                </a:cubicBezTo>
                <a:lnTo>
                  <a:pt x="1085479" y="41891"/>
                </a:lnTo>
                <a:cubicBezTo>
                  <a:pt x="1085479" y="38109"/>
                  <a:pt x="1084919" y="35390"/>
                  <a:pt x="1083799" y="33736"/>
                </a:cubicBezTo>
                <a:cubicBezTo>
                  <a:pt x="1082306" y="31574"/>
                  <a:pt x="1080218" y="30494"/>
                  <a:pt x="1077537" y="30494"/>
                </a:cubicBezTo>
                <a:cubicBezTo>
                  <a:pt x="1075705" y="30494"/>
                  <a:pt x="1073889" y="30983"/>
                  <a:pt x="1072090" y="31962"/>
                </a:cubicBezTo>
                <a:cubicBezTo>
                  <a:pt x="1069273" y="33448"/>
                  <a:pt x="1067101" y="35119"/>
                  <a:pt x="1065574" y="36976"/>
                </a:cubicBezTo>
                <a:lnTo>
                  <a:pt x="1065574" y="61846"/>
                </a:lnTo>
                <a:cubicBezTo>
                  <a:pt x="1065574" y="64885"/>
                  <a:pt x="1065786" y="66860"/>
                  <a:pt x="1066210" y="67772"/>
                </a:cubicBezTo>
                <a:cubicBezTo>
                  <a:pt x="1066635" y="68683"/>
                  <a:pt x="1067263" y="69367"/>
                  <a:pt x="1068094" y="69823"/>
                </a:cubicBezTo>
                <a:cubicBezTo>
                  <a:pt x="1068925" y="70279"/>
                  <a:pt x="1070614" y="70507"/>
                  <a:pt x="1073159" y="70507"/>
                </a:cubicBezTo>
                <a:lnTo>
                  <a:pt x="1073159" y="72391"/>
                </a:lnTo>
                <a:lnTo>
                  <a:pt x="1050098" y="72391"/>
                </a:lnTo>
                <a:lnTo>
                  <a:pt x="1050098" y="70507"/>
                </a:lnTo>
                <a:cubicBezTo>
                  <a:pt x="1052236" y="70507"/>
                  <a:pt x="1053730" y="70278"/>
                  <a:pt x="1054578" y="69821"/>
                </a:cubicBezTo>
                <a:cubicBezTo>
                  <a:pt x="1055426" y="69364"/>
                  <a:pt x="1056071" y="68636"/>
                  <a:pt x="1056513" y="67637"/>
                </a:cubicBezTo>
                <a:cubicBezTo>
                  <a:pt x="1056954" y="66638"/>
                  <a:pt x="1057174" y="64699"/>
                  <a:pt x="1057174" y="61821"/>
                </a:cubicBezTo>
                <a:lnTo>
                  <a:pt x="1057174" y="44043"/>
                </a:lnTo>
                <a:cubicBezTo>
                  <a:pt x="1057174" y="38929"/>
                  <a:pt x="1057022" y="35627"/>
                  <a:pt x="1056716" y="34138"/>
                </a:cubicBezTo>
                <a:cubicBezTo>
                  <a:pt x="1056479" y="33020"/>
                  <a:pt x="1056105" y="32250"/>
                  <a:pt x="1055596" y="31827"/>
                </a:cubicBezTo>
                <a:cubicBezTo>
                  <a:pt x="1055087" y="31404"/>
                  <a:pt x="1054391" y="31192"/>
                  <a:pt x="1053509" y="31192"/>
                </a:cubicBezTo>
                <a:cubicBezTo>
                  <a:pt x="1052559" y="31192"/>
                  <a:pt x="1051422" y="31446"/>
                  <a:pt x="1050098" y="31954"/>
                </a:cubicBezTo>
                <a:lnTo>
                  <a:pt x="1049335" y="30125"/>
                </a:lnTo>
                <a:lnTo>
                  <a:pt x="1063385" y="24436"/>
                </a:lnTo>
                <a:lnTo>
                  <a:pt x="1065574" y="24436"/>
                </a:lnTo>
                <a:lnTo>
                  <a:pt x="1065574" y="34363"/>
                </a:lnTo>
                <a:close/>
                <a:moveTo>
                  <a:pt x="1159606" y="65671"/>
                </a:moveTo>
                <a:cubicBezTo>
                  <a:pt x="1154820" y="69370"/>
                  <a:pt x="1151817" y="71508"/>
                  <a:pt x="1150595" y="72085"/>
                </a:cubicBezTo>
                <a:cubicBezTo>
                  <a:pt x="1148762" y="72968"/>
                  <a:pt x="1146811" y="73409"/>
                  <a:pt x="1144741" y="73409"/>
                </a:cubicBezTo>
                <a:cubicBezTo>
                  <a:pt x="1141517" y="73409"/>
                  <a:pt x="1138861" y="72306"/>
                  <a:pt x="1136774" y="70100"/>
                </a:cubicBezTo>
                <a:cubicBezTo>
                  <a:pt x="1134686" y="67894"/>
                  <a:pt x="1133643" y="64992"/>
                  <a:pt x="1133643" y="61395"/>
                </a:cubicBezTo>
                <a:cubicBezTo>
                  <a:pt x="1133643" y="59121"/>
                  <a:pt x="1134152" y="57152"/>
                  <a:pt x="1135170" y="55489"/>
                </a:cubicBezTo>
                <a:cubicBezTo>
                  <a:pt x="1136562" y="53181"/>
                  <a:pt x="1138980" y="51009"/>
                  <a:pt x="1142424" y="48973"/>
                </a:cubicBezTo>
                <a:cubicBezTo>
                  <a:pt x="1145869" y="46937"/>
                  <a:pt x="1151596" y="44459"/>
                  <a:pt x="1159606" y="41541"/>
                </a:cubicBezTo>
                <a:lnTo>
                  <a:pt x="1159606" y="39708"/>
                </a:lnTo>
                <a:cubicBezTo>
                  <a:pt x="1159606" y="35058"/>
                  <a:pt x="1158868" y="31868"/>
                  <a:pt x="1157391" y="30137"/>
                </a:cubicBezTo>
                <a:cubicBezTo>
                  <a:pt x="1155915" y="28406"/>
                  <a:pt x="1153768" y="27541"/>
                  <a:pt x="1150951" y="27541"/>
                </a:cubicBezTo>
                <a:cubicBezTo>
                  <a:pt x="1148813" y="27541"/>
                  <a:pt x="1147116" y="28116"/>
                  <a:pt x="1145861" y="29266"/>
                </a:cubicBezTo>
                <a:cubicBezTo>
                  <a:pt x="1144571" y="30415"/>
                  <a:pt x="1143926" y="31734"/>
                  <a:pt x="1143926" y="33222"/>
                </a:cubicBezTo>
                <a:lnTo>
                  <a:pt x="1144028" y="36163"/>
                </a:lnTo>
                <a:cubicBezTo>
                  <a:pt x="1144028" y="37718"/>
                  <a:pt x="1143629" y="38918"/>
                  <a:pt x="1142832" y="39764"/>
                </a:cubicBezTo>
                <a:cubicBezTo>
                  <a:pt x="1142034" y="40609"/>
                  <a:pt x="1140990" y="41032"/>
                  <a:pt x="1139701" y="41032"/>
                </a:cubicBezTo>
                <a:cubicBezTo>
                  <a:pt x="1138445" y="41032"/>
                  <a:pt x="1137418" y="40592"/>
                  <a:pt x="1136621" y="39713"/>
                </a:cubicBezTo>
                <a:cubicBezTo>
                  <a:pt x="1135823" y="38832"/>
                  <a:pt x="1135425" y="37631"/>
                  <a:pt x="1135425" y="36108"/>
                </a:cubicBezTo>
                <a:cubicBezTo>
                  <a:pt x="1135425" y="33199"/>
                  <a:pt x="1136918" y="30526"/>
                  <a:pt x="1139904" y="28090"/>
                </a:cubicBezTo>
                <a:cubicBezTo>
                  <a:pt x="1142891" y="25654"/>
                  <a:pt x="1147082" y="24436"/>
                  <a:pt x="1152479" y="24436"/>
                </a:cubicBezTo>
                <a:cubicBezTo>
                  <a:pt x="1156619" y="24436"/>
                  <a:pt x="1160013" y="25130"/>
                  <a:pt x="1162660" y="26520"/>
                </a:cubicBezTo>
                <a:cubicBezTo>
                  <a:pt x="1164663" y="27571"/>
                  <a:pt x="1166139" y="29215"/>
                  <a:pt x="1167089" y="31453"/>
                </a:cubicBezTo>
                <a:cubicBezTo>
                  <a:pt x="1167700" y="32910"/>
                  <a:pt x="1168005" y="35893"/>
                  <a:pt x="1168005" y="40402"/>
                </a:cubicBezTo>
                <a:lnTo>
                  <a:pt x="1168005" y="56215"/>
                </a:lnTo>
                <a:cubicBezTo>
                  <a:pt x="1168005" y="60655"/>
                  <a:pt x="1168090" y="63376"/>
                  <a:pt x="1168260" y="64376"/>
                </a:cubicBezTo>
                <a:cubicBezTo>
                  <a:pt x="1168430" y="65376"/>
                  <a:pt x="1168710" y="66046"/>
                  <a:pt x="1169100" y="66385"/>
                </a:cubicBezTo>
                <a:cubicBezTo>
                  <a:pt x="1169490" y="66723"/>
                  <a:pt x="1169940" y="66893"/>
                  <a:pt x="1170449" y="66893"/>
                </a:cubicBezTo>
                <a:cubicBezTo>
                  <a:pt x="1170992" y="66893"/>
                  <a:pt x="1171467" y="66774"/>
                  <a:pt x="1171874" y="66536"/>
                </a:cubicBezTo>
                <a:cubicBezTo>
                  <a:pt x="1172587" y="66095"/>
                  <a:pt x="1173962" y="64856"/>
                  <a:pt x="1175998" y="62820"/>
                </a:cubicBezTo>
                <a:lnTo>
                  <a:pt x="1175998" y="65671"/>
                </a:lnTo>
                <a:cubicBezTo>
                  <a:pt x="1172197" y="70762"/>
                  <a:pt x="1168565" y="73307"/>
                  <a:pt x="1165104" y="73307"/>
                </a:cubicBezTo>
                <a:cubicBezTo>
                  <a:pt x="1163441" y="73307"/>
                  <a:pt x="1162117" y="72730"/>
                  <a:pt x="1161133" y="71576"/>
                </a:cubicBezTo>
                <a:cubicBezTo>
                  <a:pt x="1160149" y="70422"/>
                  <a:pt x="1159640" y="68454"/>
                  <a:pt x="1159606" y="65671"/>
                </a:cubicBezTo>
                <a:moveTo>
                  <a:pt x="1159606" y="62333"/>
                </a:moveTo>
                <a:lnTo>
                  <a:pt x="1159606" y="44646"/>
                </a:lnTo>
                <a:cubicBezTo>
                  <a:pt x="1154481" y="46673"/>
                  <a:pt x="1151172" y="48109"/>
                  <a:pt x="1149679" y="48954"/>
                </a:cubicBezTo>
                <a:cubicBezTo>
                  <a:pt x="1146998" y="50441"/>
                  <a:pt x="1145080" y="51995"/>
                  <a:pt x="1143926" y="53617"/>
                </a:cubicBezTo>
                <a:cubicBezTo>
                  <a:pt x="1142772" y="55238"/>
                  <a:pt x="1142195" y="57012"/>
                  <a:pt x="1142195" y="58938"/>
                </a:cubicBezTo>
                <a:cubicBezTo>
                  <a:pt x="1142195" y="61371"/>
                  <a:pt x="1142925" y="63390"/>
                  <a:pt x="1144384" y="64995"/>
                </a:cubicBezTo>
                <a:cubicBezTo>
                  <a:pt x="1145844" y="66599"/>
                  <a:pt x="1147524" y="67402"/>
                  <a:pt x="1149424" y="67402"/>
                </a:cubicBezTo>
                <a:cubicBezTo>
                  <a:pt x="1152003" y="67402"/>
                  <a:pt x="1155397" y="65712"/>
                  <a:pt x="1159606" y="62333"/>
                </a:cubicBezTo>
                <a:close/>
                <a:moveTo>
                  <a:pt x="1193424" y="10385"/>
                </a:moveTo>
                <a:lnTo>
                  <a:pt x="1193424" y="25759"/>
                </a:lnTo>
                <a:lnTo>
                  <a:pt x="1204318" y="25759"/>
                </a:lnTo>
                <a:lnTo>
                  <a:pt x="1204318" y="29323"/>
                </a:lnTo>
                <a:lnTo>
                  <a:pt x="1193424" y="29323"/>
                </a:lnTo>
                <a:lnTo>
                  <a:pt x="1193424" y="59521"/>
                </a:lnTo>
                <a:cubicBezTo>
                  <a:pt x="1193424" y="62538"/>
                  <a:pt x="1193856" y="64572"/>
                  <a:pt x="1194722" y="65623"/>
                </a:cubicBezTo>
                <a:cubicBezTo>
                  <a:pt x="1195587" y="66673"/>
                  <a:pt x="1196699" y="67198"/>
                  <a:pt x="1198056" y="67198"/>
                </a:cubicBezTo>
                <a:cubicBezTo>
                  <a:pt x="1199176" y="67198"/>
                  <a:pt x="1200262" y="66850"/>
                  <a:pt x="1201314" y="66154"/>
                </a:cubicBezTo>
                <a:cubicBezTo>
                  <a:pt x="1202366" y="65459"/>
                  <a:pt x="1203181" y="64432"/>
                  <a:pt x="1203758" y="63075"/>
                </a:cubicBezTo>
                <a:lnTo>
                  <a:pt x="1205743" y="63075"/>
                </a:lnTo>
                <a:cubicBezTo>
                  <a:pt x="1204555" y="66410"/>
                  <a:pt x="1202875" y="68933"/>
                  <a:pt x="1200703" y="70642"/>
                </a:cubicBezTo>
                <a:cubicBezTo>
                  <a:pt x="1198531" y="72351"/>
                  <a:pt x="1196291" y="73205"/>
                  <a:pt x="1193983" y="73205"/>
                </a:cubicBezTo>
                <a:cubicBezTo>
                  <a:pt x="1192422" y="73205"/>
                  <a:pt x="1190895" y="72772"/>
                  <a:pt x="1189402" y="71905"/>
                </a:cubicBezTo>
                <a:cubicBezTo>
                  <a:pt x="1187909" y="71039"/>
                  <a:pt x="1186806" y="69799"/>
                  <a:pt x="1186093" y="68186"/>
                </a:cubicBezTo>
                <a:cubicBezTo>
                  <a:pt x="1185380" y="66572"/>
                  <a:pt x="1185024" y="64083"/>
                  <a:pt x="1185024" y="60718"/>
                </a:cubicBezTo>
                <a:lnTo>
                  <a:pt x="1185024" y="29323"/>
                </a:lnTo>
                <a:lnTo>
                  <a:pt x="1177642" y="29323"/>
                </a:lnTo>
                <a:lnTo>
                  <a:pt x="1177642" y="27643"/>
                </a:lnTo>
                <a:cubicBezTo>
                  <a:pt x="1179509" y="26894"/>
                  <a:pt x="1181418" y="25626"/>
                  <a:pt x="1183369" y="23839"/>
                </a:cubicBezTo>
                <a:cubicBezTo>
                  <a:pt x="1185321" y="22052"/>
                  <a:pt x="1187060" y="19933"/>
                  <a:pt x="1188587" y="17482"/>
                </a:cubicBezTo>
                <a:cubicBezTo>
                  <a:pt x="1189368" y="16189"/>
                  <a:pt x="1190454" y="13824"/>
                  <a:pt x="1191845" y="10385"/>
                </a:cubicBezTo>
                <a:lnTo>
                  <a:pt x="1193424" y="10385"/>
                </a:lnTo>
                <a:close/>
                <a:moveTo>
                  <a:pt x="1222853" y="24436"/>
                </a:moveTo>
                <a:lnTo>
                  <a:pt x="1222853" y="34923"/>
                </a:lnTo>
                <a:cubicBezTo>
                  <a:pt x="1226756" y="27931"/>
                  <a:pt x="1230761" y="24436"/>
                  <a:pt x="1234868" y="24436"/>
                </a:cubicBezTo>
                <a:cubicBezTo>
                  <a:pt x="1236734" y="24436"/>
                  <a:pt x="1238278" y="25004"/>
                  <a:pt x="1239500" y="26141"/>
                </a:cubicBezTo>
                <a:cubicBezTo>
                  <a:pt x="1240722" y="27278"/>
                  <a:pt x="1241333" y="28593"/>
                  <a:pt x="1241333" y="30086"/>
                </a:cubicBezTo>
                <a:cubicBezTo>
                  <a:pt x="1241333" y="31410"/>
                  <a:pt x="1240892" y="32530"/>
                  <a:pt x="1240009" y="33446"/>
                </a:cubicBezTo>
                <a:cubicBezTo>
                  <a:pt x="1239127" y="34363"/>
                  <a:pt x="1238075" y="34821"/>
                  <a:pt x="1236853" y="34821"/>
                </a:cubicBezTo>
                <a:cubicBezTo>
                  <a:pt x="1235665" y="34821"/>
                  <a:pt x="1234333" y="34235"/>
                  <a:pt x="1232857" y="33064"/>
                </a:cubicBezTo>
                <a:cubicBezTo>
                  <a:pt x="1231380" y="31894"/>
                  <a:pt x="1230286" y="31308"/>
                  <a:pt x="1229573" y="31308"/>
                </a:cubicBezTo>
                <a:cubicBezTo>
                  <a:pt x="1228962" y="31308"/>
                  <a:pt x="1228301" y="31646"/>
                  <a:pt x="1227588" y="32323"/>
                </a:cubicBezTo>
                <a:cubicBezTo>
                  <a:pt x="1226061" y="33711"/>
                  <a:pt x="1224482" y="35996"/>
                  <a:pt x="1222853" y="39178"/>
                </a:cubicBezTo>
                <a:lnTo>
                  <a:pt x="1222853" y="61469"/>
                </a:lnTo>
                <a:cubicBezTo>
                  <a:pt x="1222853" y="64041"/>
                  <a:pt x="1223176" y="65987"/>
                  <a:pt x="1223821" y="67308"/>
                </a:cubicBezTo>
                <a:cubicBezTo>
                  <a:pt x="1224262" y="68222"/>
                  <a:pt x="1225042" y="68984"/>
                  <a:pt x="1226162" y="69594"/>
                </a:cubicBezTo>
                <a:cubicBezTo>
                  <a:pt x="1227282" y="70203"/>
                  <a:pt x="1228894" y="70507"/>
                  <a:pt x="1230999" y="70507"/>
                </a:cubicBezTo>
                <a:lnTo>
                  <a:pt x="1230999" y="72391"/>
                </a:lnTo>
                <a:lnTo>
                  <a:pt x="1207123" y="72391"/>
                </a:lnTo>
                <a:lnTo>
                  <a:pt x="1207123" y="70507"/>
                </a:lnTo>
                <a:cubicBezTo>
                  <a:pt x="1209499" y="70507"/>
                  <a:pt x="1211263" y="70135"/>
                  <a:pt x="1212417" y="69390"/>
                </a:cubicBezTo>
                <a:cubicBezTo>
                  <a:pt x="1213266" y="68848"/>
                  <a:pt x="1213860" y="67984"/>
                  <a:pt x="1214199" y="66799"/>
                </a:cubicBezTo>
                <a:cubicBezTo>
                  <a:pt x="1214369" y="66223"/>
                  <a:pt x="1214454" y="64581"/>
                  <a:pt x="1214454" y="61872"/>
                </a:cubicBezTo>
                <a:lnTo>
                  <a:pt x="1214454" y="43839"/>
                </a:lnTo>
                <a:cubicBezTo>
                  <a:pt x="1214454" y="38421"/>
                  <a:pt x="1214343" y="35196"/>
                  <a:pt x="1214123" y="34164"/>
                </a:cubicBezTo>
                <a:cubicBezTo>
                  <a:pt x="1213902" y="33131"/>
                  <a:pt x="1213495" y="32377"/>
                  <a:pt x="1212901" y="31903"/>
                </a:cubicBezTo>
                <a:cubicBezTo>
                  <a:pt x="1212307" y="31429"/>
                  <a:pt x="1211569" y="31192"/>
                  <a:pt x="1210687" y="31192"/>
                </a:cubicBezTo>
                <a:cubicBezTo>
                  <a:pt x="1209634" y="31192"/>
                  <a:pt x="1208447" y="31446"/>
                  <a:pt x="1207123" y="31954"/>
                </a:cubicBezTo>
                <a:lnTo>
                  <a:pt x="1206614" y="30125"/>
                </a:lnTo>
                <a:lnTo>
                  <a:pt x="1220715" y="24436"/>
                </a:lnTo>
                <a:lnTo>
                  <a:pt x="1222853" y="24436"/>
                </a:lnTo>
                <a:close/>
                <a:moveTo>
                  <a:pt x="1255821" y="0"/>
                </a:moveTo>
                <a:cubicBezTo>
                  <a:pt x="1257246" y="0"/>
                  <a:pt x="1258460" y="503"/>
                  <a:pt x="1259461" y="1510"/>
                </a:cubicBezTo>
                <a:cubicBezTo>
                  <a:pt x="1260462" y="2515"/>
                  <a:pt x="1260963" y="3734"/>
                  <a:pt x="1260963" y="5167"/>
                </a:cubicBezTo>
                <a:cubicBezTo>
                  <a:pt x="1260963" y="6600"/>
                  <a:pt x="1260462" y="7828"/>
                  <a:pt x="1259461" y="8852"/>
                </a:cubicBezTo>
                <a:cubicBezTo>
                  <a:pt x="1258460" y="9874"/>
                  <a:pt x="1257246" y="10385"/>
                  <a:pt x="1255821" y="10385"/>
                </a:cubicBezTo>
                <a:cubicBezTo>
                  <a:pt x="1254396" y="10385"/>
                  <a:pt x="1253174" y="9874"/>
                  <a:pt x="1252156" y="8852"/>
                </a:cubicBezTo>
                <a:cubicBezTo>
                  <a:pt x="1251137" y="7828"/>
                  <a:pt x="1250628" y="6600"/>
                  <a:pt x="1250628" y="5167"/>
                </a:cubicBezTo>
                <a:cubicBezTo>
                  <a:pt x="1250628" y="3734"/>
                  <a:pt x="1251129" y="2515"/>
                  <a:pt x="1252130" y="1510"/>
                </a:cubicBezTo>
                <a:cubicBezTo>
                  <a:pt x="1253131" y="503"/>
                  <a:pt x="1254362" y="0"/>
                  <a:pt x="1255821" y="0"/>
                </a:cubicBezTo>
                <a:moveTo>
                  <a:pt x="1260046" y="24436"/>
                </a:moveTo>
                <a:lnTo>
                  <a:pt x="1260046" y="61821"/>
                </a:lnTo>
                <a:cubicBezTo>
                  <a:pt x="1260046" y="64733"/>
                  <a:pt x="1260258" y="66672"/>
                  <a:pt x="1260683" y="67637"/>
                </a:cubicBezTo>
                <a:cubicBezTo>
                  <a:pt x="1261107" y="68602"/>
                  <a:pt x="1261735" y="69322"/>
                  <a:pt x="1262566" y="69796"/>
                </a:cubicBezTo>
                <a:cubicBezTo>
                  <a:pt x="1263398" y="70270"/>
                  <a:pt x="1264916" y="70507"/>
                  <a:pt x="1267122" y="70507"/>
                </a:cubicBezTo>
                <a:lnTo>
                  <a:pt x="1267122" y="72391"/>
                </a:lnTo>
                <a:lnTo>
                  <a:pt x="1244469" y="72391"/>
                </a:lnTo>
                <a:lnTo>
                  <a:pt x="1244469" y="70507"/>
                </a:lnTo>
                <a:cubicBezTo>
                  <a:pt x="1246742" y="70507"/>
                  <a:pt x="1248270" y="70287"/>
                  <a:pt x="1249050" y="69847"/>
                </a:cubicBezTo>
                <a:cubicBezTo>
                  <a:pt x="1249831" y="69407"/>
                  <a:pt x="1250450" y="68679"/>
                  <a:pt x="1250908" y="67663"/>
                </a:cubicBezTo>
                <a:cubicBezTo>
                  <a:pt x="1251367" y="66647"/>
                  <a:pt x="1251596" y="64699"/>
                  <a:pt x="1251596" y="61821"/>
                </a:cubicBezTo>
                <a:lnTo>
                  <a:pt x="1251596" y="43890"/>
                </a:lnTo>
                <a:cubicBezTo>
                  <a:pt x="1251596" y="38844"/>
                  <a:pt x="1251443" y="35576"/>
                  <a:pt x="1251137" y="34087"/>
                </a:cubicBezTo>
                <a:cubicBezTo>
                  <a:pt x="1250900" y="33003"/>
                  <a:pt x="1250527" y="32250"/>
                  <a:pt x="1250018" y="31827"/>
                </a:cubicBezTo>
                <a:cubicBezTo>
                  <a:pt x="1249508" y="31404"/>
                  <a:pt x="1248813" y="31192"/>
                  <a:pt x="1247930" y="31192"/>
                </a:cubicBezTo>
                <a:cubicBezTo>
                  <a:pt x="1246980" y="31192"/>
                  <a:pt x="1245826" y="31446"/>
                  <a:pt x="1244469" y="31954"/>
                </a:cubicBezTo>
                <a:lnTo>
                  <a:pt x="1243756" y="30125"/>
                </a:lnTo>
                <a:lnTo>
                  <a:pt x="1257806" y="24436"/>
                </a:lnTo>
                <a:lnTo>
                  <a:pt x="1260046" y="24436"/>
                </a:lnTo>
                <a:close/>
                <a:moveTo>
                  <a:pt x="1271404" y="25759"/>
                </a:moveTo>
                <a:lnTo>
                  <a:pt x="1293345" y="25759"/>
                </a:lnTo>
                <a:lnTo>
                  <a:pt x="1293345" y="27643"/>
                </a:lnTo>
                <a:cubicBezTo>
                  <a:pt x="1291954" y="27643"/>
                  <a:pt x="1290978" y="27880"/>
                  <a:pt x="1290418" y="28356"/>
                </a:cubicBezTo>
                <a:cubicBezTo>
                  <a:pt x="1289858" y="28831"/>
                  <a:pt x="1289578" y="29459"/>
                  <a:pt x="1289578" y="30239"/>
                </a:cubicBezTo>
                <a:cubicBezTo>
                  <a:pt x="1289578" y="31054"/>
                  <a:pt x="1290172" y="32309"/>
                  <a:pt x="1291360" y="34006"/>
                </a:cubicBezTo>
                <a:cubicBezTo>
                  <a:pt x="1291733" y="34549"/>
                  <a:pt x="1292293" y="35398"/>
                  <a:pt x="1293040" y="36552"/>
                </a:cubicBezTo>
                <a:lnTo>
                  <a:pt x="1296349" y="41846"/>
                </a:lnTo>
                <a:lnTo>
                  <a:pt x="1300167" y="36552"/>
                </a:lnTo>
                <a:cubicBezTo>
                  <a:pt x="1302610" y="33192"/>
                  <a:pt x="1303832" y="31071"/>
                  <a:pt x="1303832" y="30188"/>
                </a:cubicBezTo>
                <a:cubicBezTo>
                  <a:pt x="1303832" y="29475"/>
                  <a:pt x="1303544" y="28873"/>
                  <a:pt x="1302967" y="28381"/>
                </a:cubicBezTo>
                <a:cubicBezTo>
                  <a:pt x="1302390" y="27889"/>
                  <a:pt x="1301456" y="27643"/>
                  <a:pt x="1300167" y="27643"/>
                </a:cubicBezTo>
                <a:lnTo>
                  <a:pt x="1300167" y="25759"/>
                </a:lnTo>
                <a:lnTo>
                  <a:pt x="1315948" y="25759"/>
                </a:lnTo>
                <a:lnTo>
                  <a:pt x="1315948" y="27643"/>
                </a:lnTo>
                <a:cubicBezTo>
                  <a:pt x="1314285" y="27745"/>
                  <a:pt x="1312843" y="28203"/>
                  <a:pt x="1311621" y="29017"/>
                </a:cubicBezTo>
                <a:cubicBezTo>
                  <a:pt x="1309958" y="30171"/>
                  <a:pt x="1307684" y="32683"/>
                  <a:pt x="1304799" y="36552"/>
                </a:cubicBezTo>
                <a:lnTo>
                  <a:pt x="1298436" y="45053"/>
                </a:lnTo>
                <a:lnTo>
                  <a:pt x="1310043" y="61717"/>
                </a:lnTo>
                <a:cubicBezTo>
                  <a:pt x="1312894" y="65816"/>
                  <a:pt x="1314930" y="68280"/>
                  <a:pt x="1316152" y="69110"/>
                </a:cubicBezTo>
                <a:cubicBezTo>
                  <a:pt x="1317373" y="69940"/>
                  <a:pt x="1318952" y="70405"/>
                  <a:pt x="1320886" y="70507"/>
                </a:cubicBezTo>
                <a:lnTo>
                  <a:pt x="1320886" y="72391"/>
                </a:lnTo>
                <a:lnTo>
                  <a:pt x="1298894" y="72391"/>
                </a:lnTo>
                <a:lnTo>
                  <a:pt x="1298894" y="70507"/>
                </a:lnTo>
                <a:cubicBezTo>
                  <a:pt x="1300421" y="70507"/>
                  <a:pt x="1301609" y="70169"/>
                  <a:pt x="1302458" y="69492"/>
                </a:cubicBezTo>
                <a:cubicBezTo>
                  <a:pt x="1303102" y="69018"/>
                  <a:pt x="1303425" y="68392"/>
                  <a:pt x="1303425" y="67613"/>
                </a:cubicBezTo>
                <a:cubicBezTo>
                  <a:pt x="1303425" y="66835"/>
                  <a:pt x="1302339" y="64872"/>
                  <a:pt x="1300167" y="61724"/>
                </a:cubicBezTo>
                <a:lnTo>
                  <a:pt x="1293345" y="51773"/>
                </a:lnTo>
                <a:lnTo>
                  <a:pt x="1285862" y="61724"/>
                </a:lnTo>
                <a:cubicBezTo>
                  <a:pt x="1283554" y="64804"/>
                  <a:pt x="1282400" y="66632"/>
                  <a:pt x="1282400" y="67208"/>
                </a:cubicBezTo>
                <a:cubicBezTo>
                  <a:pt x="1282400" y="68020"/>
                  <a:pt x="1282782" y="68756"/>
                  <a:pt x="1283545" y="69416"/>
                </a:cubicBezTo>
                <a:cubicBezTo>
                  <a:pt x="1284309" y="70075"/>
                  <a:pt x="1285454" y="70439"/>
                  <a:pt x="1286982" y="70507"/>
                </a:cubicBezTo>
                <a:lnTo>
                  <a:pt x="1286982" y="72391"/>
                </a:lnTo>
                <a:lnTo>
                  <a:pt x="1271760" y="72391"/>
                </a:lnTo>
                <a:lnTo>
                  <a:pt x="1271760" y="70507"/>
                </a:lnTo>
                <a:cubicBezTo>
                  <a:pt x="1272982" y="70337"/>
                  <a:pt x="1274051" y="69914"/>
                  <a:pt x="1274967" y="69238"/>
                </a:cubicBezTo>
                <a:cubicBezTo>
                  <a:pt x="1276257" y="68255"/>
                  <a:pt x="1278429" y="65750"/>
                  <a:pt x="1281484" y="61721"/>
                </a:cubicBezTo>
                <a:lnTo>
                  <a:pt x="1291258" y="48769"/>
                </a:lnTo>
                <a:lnTo>
                  <a:pt x="1282400" y="35941"/>
                </a:lnTo>
                <a:cubicBezTo>
                  <a:pt x="1279888" y="32275"/>
                  <a:pt x="1277946" y="29976"/>
                  <a:pt x="1276571" y="29043"/>
                </a:cubicBezTo>
                <a:cubicBezTo>
                  <a:pt x="1275197" y="28109"/>
                  <a:pt x="1273474" y="27643"/>
                  <a:pt x="1271404" y="27643"/>
                </a:cubicBezTo>
                <a:lnTo>
                  <a:pt x="1271404" y="25759"/>
                </a:lnTo>
                <a:close/>
                <a:moveTo>
                  <a:pt x="1402860" y="67147"/>
                </a:moveTo>
                <a:cubicBezTo>
                  <a:pt x="1400586" y="69523"/>
                  <a:pt x="1398363" y="71228"/>
                  <a:pt x="1396191" y="72263"/>
                </a:cubicBezTo>
                <a:cubicBezTo>
                  <a:pt x="1394019" y="73298"/>
                  <a:pt x="1391677" y="73816"/>
                  <a:pt x="1389166" y="73816"/>
                </a:cubicBezTo>
                <a:cubicBezTo>
                  <a:pt x="1384075" y="73816"/>
                  <a:pt x="1379629" y="71691"/>
                  <a:pt x="1375828" y="67441"/>
                </a:cubicBezTo>
                <a:cubicBezTo>
                  <a:pt x="1372027" y="63191"/>
                  <a:pt x="1370127" y="57729"/>
                  <a:pt x="1370127" y="51056"/>
                </a:cubicBezTo>
                <a:cubicBezTo>
                  <a:pt x="1370127" y="44383"/>
                  <a:pt x="1372231" y="38279"/>
                  <a:pt x="1376439" y="32742"/>
                </a:cubicBezTo>
                <a:cubicBezTo>
                  <a:pt x="1380647" y="27204"/>
                  <a:pt x="1386061" y="24436"/>
                  <a:pt x="1392679" y="24436"/>
                </a:cubicBezTo>
                <a:cubicBezTo>
                  <a:pt x="1396785" y="24436"/>
                  <a:pt x="1400179" y="25742"/>
                  <a:pt x="1402860" y="28356"/>
                </a:cubicBezTo>
                <a:lnTo>
                  <a:pt x="1402860" y="19733"/>
                </a:lnTo>
                <a:cubicBezTo>
                  <a:pt x="1402860" y="14382"/>
                  <a:pt x="1402733" y="11094"/>
                  <a:pt x="1402478" y="9867"/>
                </a:cubicBezTo>
                <a:cubicBezTo>
                  <a:pt x="1402224" y="8639"/>
                  <a:pt x="1401825" y="7805"/>
                  <a:pt x="1401282" y="7363"/>
                </a:cubicBezTo>
                <a:cubicBezTo>
                  <a:pt x="1400739" y="6919"/>
                  <a:pt x="1400060" y="6698"/>
                  <a:pt x="1399246" y="6698"/>
                </a:cubicBezTo>
                <a:cubicBezTo>
                  <a:pt x="1398363" y="6698"/>
                  <a:pt x="1397192" y="6970"/>
                  <a:pt x="1395733" y="7515"/>
                </a:cubicBezTo>
                <a:lnTo>
                  <a:pt x="1395071" y="5726"/>
                </a:lnTo>
                <a:lnTo>
                  <a:pt x="1408969" y="0"/>
                </a:lnTo>
                <a:lnTo>
                  <a:pt x="1411260" y="0"/>
                </a:lnTo>
                <a:lnTo>
                  <a:pt x="1411260" y="53911"/>
                </a:lnTo>
                <a:cubicBezTo>
                  <a:pt x="1411260" y="59375"/>
                  <a:pt x="1411387" y="62710"/>
                  <a:pt x="1411642" y="63914"/>
                </a:cubicBezTo>
                <a:cubicBezTo>
                  <a:pt x="1411896" y="65119"/>
                  <a:pt x="1412304" y="65959"/>
                  <a:pt x="1412864" y="66434"/>
                </a:cubicBezTo>
                <a:cubicBezTo>
                  <a:pt x="1413423" y="66910"/>
                  <a:pt x="1414077" y="67147"/>
                  <a:pt x="1414823" y="67147"/>
                </a:cubicBezTo>
                <a:cubicBezTo>
                  <a:pt x="1415740" y="67147"/>
                  <a:pt x="1416962" y="66859"/>
                  <a:pt x="1418489" y="66282"/>
                </a:cubicBezTo>
                <a:lnTo>
                  <a:pt x="1419049" y="68063"/>
                </a:lnTo>
                <a:lnTo>
                  <a:pt x="1405202" y="73816"/>
                </a:lnTo>
                <a:lnTo>
                  <a:pt x="1402860" y="73816"/>
                </a:lnTo>
                <a:lnTo>
                  <a:pt x="1402860" y="67147"/>
                </a:lnTo>
                <a:moveTo>
                  <a:pt x="1402860" y="63595"/>
                </a:moveTo>
                <a:lnTo>
                  <a:pt x="1402860" y="39627"/>
                </a:lnTo>
                <a:cubicBezTo>
                  <a:pt x="1402657" y="37324"/>
                  <a:pt x="1402046" y="35225"/>
                  <a:pt x="1401027" y="33330"/>
                </a:cubicBezTo>
                <a:cubicBezTo>
                  <a:pt x="1400009" y="31434"/>
                  <a:pt x="1398660" y="30004"/>
                  <a:pt x="1396980" y="29040"/>
                </a:cubicBezTo>
                <a:cubicBezTo>
                  <a:pt x="1395300" y="28074"/>
                  <a:pt x="1393663" y="27592"/>
                  <a:pt x="1392068" y="27592"/>
                </a:cubicBezTo>
                <a:cubicBezTo>
                  <a:pt x="1389081" y="27592"/>
                  <a:pt x="1386417" y="28929"/>
                  <a:pt x="1384075" y="31604"/>
                </a:cubicBezTo>
                <a:cubicBezTo>
                  <a:pt x="1380987" y="35124"/>
                  <a:pt x="1379443" y="40269"/>
                  <a:pt x="1379443" y="47040"/>
                </a:cubicBezTo>
                <a:cubicBezTo>
                  <a:pt x="1379443" y="53879"/>
                  <a:pt x="1380936" y="59118"/>
                  <a:pt x="1383923" y="62758"/>
                </a:cubicBezTo>
                <a:cubicBezTo>
                  <a:pt x="1386909" y="66397"/>
                  <a:pt x="1390235" y="68216"/>
                  <a:pt x="1393900" y="68216"/>
                </a:cubicBezTo>
                <a:cubicBezTo>
                  <a:pt x="1396989" y="68216"/>
                  <a:pt x="1399975" y="66676"/>
                  <a:pt x="1402860" y="63595"/>
                </a:cubicBezTo>
                <a:close/>
                <a:moveTo>
                  <a:pt x="1444859" y="24436"/>
                </a:moveTo>
                <a:cubicBezTo>
                  <a:pt x="1451918" y="24436"/>
                  <a:pt x="1457586" y="27114"/>
                  <a:pt x="1461862" y="32471"/>
                </a:cubicBezTo>
                <a:cubicBezTo>
                  <a:pt x="1465493" y="37047"/>
                  <a:pt x="1467309" y="42303"/>
                  <a:pt x="1467309" y="48237"/>
                </a:cubicBezTo>
                <a:cubicBezTo>
                  <a:pt x="1467309" y="52407"/>
                  <a:pt x="1466308" y="56628"/>
                  <a:pt x="1464306" y="60900"/>
                </a:cubicBezTo>
                <a:cubicBezTo>
                  <a:pt x="1462303" y="65171"/>
                  <a:pt x="1459546" y="68391"/>
                  <a:pt x="1456033" y="70561"/>
                </a:cubicBezTo>
                <a:cubicBezTo>
                  <a:pt x="1452520" y="72731"/>
                  <a:pt x="1448609" y="73816"/>
                  <a:pt x="1444299" y="73816"/>
                </a:cubicBezTo>
                <a:cubicBezTo>
                  <a:pt x="1437274" y="73816"/>
                  <a:pt x="1431691" y="71019"/>
                  <a:pt x="1427550" y="65424"/>
                </a:cubicBezTo>
                <a:cubicBezTo>
                  <a:pt x="1424055" y="60712"/>
                  <a:pt x="1422307" y="55424"/>
                  <a:pt x="1422307" y="49559"/>
                </a:cubicBezTo>
                <a:cubicBezTo>
                  <a:pt x="1422307" y="45287"/>
                  <a:pt x="1423367" y="41040"/>
                  <a:pt x="1425489" y="36819"/>
                </a:cubicBezTo>
                <a:cubicBezTo>
                  <a:pt x="1427610" y="32598"/>
                  <a:pt x="1430401" y="29479"/>
                  <a:pt x="1433863" y="27461"/>
                </a:cubicBezTo>
                <a:cubicBezTo>
                  <a:pt x="1437325" y="25444"/>
                  <a:pt x="1440990" y="24436"/>
                  <a:pt x="1444859" y="24436"/>
                </a:cubicBezTo>
                <a:moveTo>
                  <a:pt x="1443281" y="27796"/>
                </a:moveTo>
                <a:cubicBezTo>
                  <a:pt x="1441482" y="27796"/>
                  <a:pt x="1439675" y="28330"/>
                  <a:pt x="1437859" y="29398"/>
                </a:cubicBezTo>
                <a:cubicBezTo>
                  <a:pt x="1436043" y="30466"/>
                  <a:pt x="1434576" y="32339"/>
                  <a:pt x="1433456" y="35016"/>
                </a:cubicBezTo>
                <a:cubicBezTo>
                  <a:pt x="1432336" y="37694"/>
                  <a:pt x="1431776" y="41135"/>
                  <a:pt x="1431776" y="45338"/>
                </a:cubicBezTo>
                <a:cubicBezTo>
                  <a:pt x="1431776" y="52117"/>
                  <a:pt x="1433125" y="57965"/>
                  <a:pt x="1435823" y="62880"/>
                </a:cubicBezTo>
                <a:cubicBezTo>
                  <a:pt x="1438521" y="67795"/>
                  <a:pt x="1442076" y="70252"/>
                  <a:pt x="1446488" y="70252"/>
                </a:cubicBezTo>
                <a:cubicBezTo>
                  <a:pt x="1449780" y="70252"/>
                  <a:pt x="1452495" y="68897"/>
                  <a:pt x="1454633" y="66185"/>
                </a:cubicBezTo>
                <a:cubicBezTo>
                  <a:pt x="1456771" y="63473"/>
                  <a:pt x="1457840" y="58812"/>
                  <a:pt x="1457840" y="52203"/>
                </a:cubicBezTo>
                <a:cubicBezTo>
                  <a:pt x="1457840" y="43931"/>
                  <a:pt x="1456059" y="37422"/>
                  <a:pt x="1452495" y="32676"/>
                </a:cubicBezTo>
                <a:cubicBezTo>
                  <a:pt x="1450085" y="29422"/>
                  <a:pt x="1447014" y="27796"/>
                  <a:pt x="1443281" y="27796"/>
                </a:cubicBezTo>
                <a:close/>
                <a:moveTo>
                  <a:pt x="1482021" y="43373"/>
                </a:moveTo>
                <a:cubicBezTo>
                  <a:pt x="1481987" y="50281"/>
                  <a:pt x="1483667" y="55699"/>
                  <a:pt x="1487061" y="59627"/>
                </a:cubicBezTo>
                <a:cubicBezTo>
                  <a:pt x="1490455" y="63554"/>
                  <a:pt x="1494443" y="65518"/>
                  <a:pt x="1499025" y="65518"/>
                </a:cubicBezTo>
                <a:cubicBezTo>
                  <a:pt x="1502079" y="65518"/>
                  <a:pt x="1504735" y="64678"/>
                  <a:pt x="1506992" y="62998"/>
                </a:cubicBezTo>
                <a:cubicBezTo>
                  <a:pt x="1509248" y="61318"/>
                  <a:pt x="1511141" y="58442"/>
                  <a:pt x="1512668" y="54369"/>
                </a:cubicBezTo>
                <a:lnTo>
                  <a:pt x="1514246" y="55387"/>
                </a:lnTo>
                <a:cubicBezTo>
                  <a:pt x="1513533" y="60037"/>
                  <a:pt x="1511463" y="64271"/>
                  <a:pt x="1508035" y="68089"/>
                </a:cubicBezTo>
                <a:cubicBezTo>
                  <a:pt x="1504607" y="71907"/>
                  <a:pt x="1500314" y="73816"/>
                  <a:pt x="1495156" y="73816"/>
                </a:cubicBezTo>
                <a:cubicBezTo>
                  <a:pt x="1489556" y="73816"/>
                  <a:pt x="1484762" y="71640"/>
                  <a:pt x="1480774" y="67289"/>
                </a:cubicBezTo>
                <a:cubicBezTo>
                  <a:pt x="1476786" y="62936"/>
                  <a:pt x="1474793" y="57085"/>
                  <a:pt x="1474793" y="49735"/>
                </a:cubicBezTo>
                <a:cubicBezTo>
                  <a:pt x="1474793" y="41777"/>
                  <a:pt x="1476837" y="35571"/>
                  <a:pt x="1480927" y="31117"/>
                </a:cubicBezTo>
                <a:cubicBezTo>
                  <a:pt x="1485016" y="26663"/>
                  <a:pt x="1490150" y="24436"/>
                  <a:pt x="1496326" y="24436"/>
                </a:cubicBezTo>
                <a:cubicBezTo>
                  <a:pt x="1501553" y="24436"/>
                  <a:pt x="1505846" y="26154"/>
                  <a:pt x="1509206" y="29590"/>
                </a:cubicBezTo>
                <a:cubicBezTo>
                  <a:pt x="1512566" y="33025"/>
                  <a:pt x="1514246" y="37620"/>
                  <a:pt x="1514246" y="43373"/>
                </a:cubicBezTo>
                <a:lnTo>
                  <a:pt x="1482021" y="43373"/>
                </a:lnTo>
                <a:moveTo>
                  <a:pt x="1482021" y="40421"/>
                </a:moveTo>
                <a:lnTo>
                  <a:pt x="1503606" y="40421"/>
                </a:lnTo>
                <a:cubicBezTo>
                  <a:pt x="1503437" y="37434"/>
                  <a:pt x="1503080" y="35330"/>
                  <a:pt x="1502537" y="34108"/>
                </a:cubicBezTo>
                <a:cubicBezTo>
                  <a:pt x="1501689" y="32208"/>
                  <a:pt x="1500425" y="30714"/>
                  <a:pt x="1498745" y="29628"/>
                </a:cubicBezTo>
                <a:cubicBezTo>
                  <a:pt x="1497065" y="28542"/>
                  <a:pt x="1495308" y="27999"/>
                  <a:pt x="1493476" y="27999"/>
                </a:cubicBezTo>
                <a:cubicBezTo>
                  <a:pt x="1490659" y="27999"/>
                  <a:pt x="1488139" y="29094"/>
                  <a:pt x="1485916" y="31283"/>
                </a:cubicBezTo>
                <a:cubicBezTo>
                  <a:pt x="1483693" y="33472"/>
                  <a:pt x="1482395" y="36518"/>
                  <a:pt x="1482021" y="40421"/>
                </a:cubicBezTo>
                <a:close/>
                <a:moveTo>
                  <a:pt x="1551016" y="24436"/>
                </a:moveTo>
                <a:lnTo>
                  <a:pt x="1551016" y="40217"/>
                </a:lnTo>
                <a:lnTo>
                  <a:pt x="1549337" y="40217"/>
                </a:lnTo>
                <a:cubicBezTo>
                  <a:pt x="1548047" y="35267"/>
                  <a:pt x="1546392" y="31901"/>
                  <a:pt x="1544373" y="30117"/>
                </a:cubicBezTo>
                <a:cubicBezTo>
                  <a:pt x="1542354" y="28332"/>
                  <a:pt x="1539783" y="27439"/>
                  <a:pt x="1536661" y="27439"/>
                </a:cubicBezTo>
                <a:cubicBezTo>
                  <a:pt x="1534285" y="27439"/>
                  <a:pt x="1532367" y="28067"/>
                  <a:pt x="1530908" y="29321"/>
                </a:cubicBezTo>
                <a:cubicBezTo>
                  <a:pt x="1529449" y="30575"/>
                  <a:pt x="1528719" y="31965"/>
                  <a:pt x="1528719" y="33491"/>
                </a:cubicBezTo>
                <a:cubicBezTo>
                  <a:pt x="1528719" y="35389"/>
                  <a:pt x="1529262" y="37016"/>
                  <a:pt x="1530348" y="38372"/>
                </a:cubicBezTo>
                <a:cubicBezTo>
                  <a:pt x="1531400" y="39762"/>
                  <a:pt x="1533538" y="41237"/>
                  <a:pt x="1536762" y="42796"/>
                </a:cubicBezTo>
                <a:lnTo>
                  <a:pt x="1544195" y="46407"/>
                </a:lnTo>
                <a:cubicBezTo>
                  <a:pt x="1551084" y="49763"/>
                  <a:pt x="1554529" y="54187"/>
                  <a:pt x="1554529" y="59680"/>
                </a:cubicBezTo>
                <a:cubicBezTo>
                  <a:pt x="1554529" y="63917"/>
                  <a:pt x="1552925" y="67332"/>
                  <a:pt x="1549718" y="69926"/>
                </a:cubicBezTo>
                <a:cubicBezTo>
                  <a:pt x="1546511" y="72519"/>
                  <a:pt x="1542922" y="73816"/>
                  <a:pt x="1538951" y="73816"/>
                </a:cubicBezTo>
                <a:cubicBezTo>
                  <a:pt x="1536101" y="73816"/>
                  <a:pt x="1532842" y="73307"/>
                  <a:pt x="1529177" y="72289"/>
                </a:cubicBezTo>
                <a:cubicBezTo>
                  <a:pt x="1528057" y="71949"/>
                  <a:pt x="1527141" y="71780"/>
                  <a:pt x="1526428" y="71780"/>
                </a:cubicBezTo>
                <a:cubicBezTo>
                  <a:pt x="1525648" y="71780"/>
                  <a:pt x="1525037" y="72221"/>
                  <a:pt x="1524595" y="73103"/>
                </a:cubicBezTo>
                <a:lnTo>
                  <a:pt x="1522915" y="73103"/>
                </a:lnTo>
                <a:lnTo>
                  <a:pt x="1522915" y="56406"/>
                </a:lnTo>
                <a:lnTo>
                  <a:pt x="1524595" y="56406"/>
                </a:lnTo>
                <a:cubicBezTo>
                  <a:pt x="1525546" y="61174"/>
                  <a:pt x="1527361" y="64767"/>
                  <a:pt x="1530043" y="67185"/>
                </a:cubicBezTo>
                <a:cubicBezTo>
                  <a:pt x="1532724" y="69603"/>
                  <a:pt x="1535727" y="70812"/>
                  <a:pt x="1539053" y="70812"/>
                </a:cubicBezTo>
                <a:cubicBezTo>
                  <a:pt x="1541395" y="70812"/>
                  <a:pt x="1543304" y="70126"/>
                  <a:pt x="1544780" y="68754"/>
                </a:cubicBezTo>
                <a:cubicBezTo>
                  <a:pt x="1546257" y="67380"/>
                  <a:pt x="1546995" y="65728"/>
                  <a:pt x="1546995" y="63795"/>
                </a:cubicBezTo>
                <a:cubicBezTo>
                  <a:pt x="1546995" y="61456"/>
                  <a:pt x="1546172" y="59489"/>
                  <a:pt x="1544526" y="57896"/>
                </a:cubicBezTo>
                <a:cubicBezTo>
                  <a:pt x="1542880" y="56303"/>
                  <a:pt x="1539596" y="54287"/>
                  <a:pt x="1534675" y="51846"/>
                </a:cubicBezTo>
                <a:cubicBezTo>
                  <a:pt x="1529754" y="49405"/>
                  <a:pt x="1526530" y="47201"/>
                  <a:pt x="1525003" y="45235"/>
                </a:cubicBezTo>
                <a:cubicBezTo>
                  <a:pt x="1523475" y="43302"/>
                  <a:pt x="1522712" y="40861"/>
                  <a:pt x="1522712" y="37912"/>
                </a:cubicBezTo>
                <a:cubicBezTo>
                  <a:pt x="1522712" y="34081"/>
                  <a:pt x="1524027" y="30878"/>
                  <a:pt x="1526657" y="28301"/>
                </a:cubicBezTo>
                <a:cubicBezTo>
                  <a:pt x="1529287" y="25724"/>
                  <a:pt x="1532690" y="24436"/>
                  <a:pt x="1536864" y="24436"/>
                </a:cubicBezTo>
                <a:cubicBezTo>
                  <a:pt x="1538697" y="24436"/>
                  <a:pt x="1540920" y="24826"/>
                  <a:pt x="1543533" y="25607"/>
                </a:cubicBezTo>
                <a:cubicBezTo>
                  <a:pt x="1545264" y="26116"/>
                  <a:pt x="1546418" y="26370"/>
                  <a:pt x="1546995" y="26370"/>
                </a:cubicBezTo>
                <a:cubicBezTo>
                  <a:pt x="1547538" y="26370"/>
                  <a:pt x="1547962" y="26251"/>
                  <a:pt x="1548267" y="26014"/>
                </a:cubicBezTo>
                <a:cubicBezTo>
                  <a:pt x="1548573" y="25776"/>
                  <a:pt x="1548929" y="25250"/>
                  <a:pt x="1549337" y="24436"/>
                </a:cubicBezTo>
                <a:lnTo>
                  <a:pt x="1551016" y="24436"/>
                </a:lnTo>
                <a:close/>
                <a:moveTo>
                  <a:pt x="1619184" y="34312"/>
                </a:moveTo>
                <a:cubicBezTo>
                  <a:pt x="1624648" y="27728"/>
                  <a:pt x="1629857" y="24436"/>
                  <a:pt x="1634812" y="24436"/>
                </a:cubicBezTo>
                <a:cubicBezTo>
                  <a:pt x="1637358" y="24436"/>
                  <a:pt x="1639547" y="25071"/>
                  <a:pt x="1641379" y="26341"/>
                </a:cubicBezTo>
                <a:cubicBezTo>
                  <a:pt x="1643212" y="27611"/>
                  <a:pt x="1644671" y="29702"/>
                  <a:pt x="1645757" y="32614"/>
                </a:cubicBezTo>
                <a:cubicBezTo>
                  <a:pt x="1646504" y="34645"/>
                  <a:pt x="1646877" y="37761"/>
                  <a:pt x="1646877" y="41961"/>
                </a:cubicBezTo>
                <a:lnTo>
                  <a:pt x="1646877" y="61821"/>
                </a:lnTo>
                <a:cubicBezTo>
                  <a:pt x="1646877" y="64767"/>
                  <a:pt x="1647115" y="66765"/>
                  <a:pt x="1647590" y="67815"/>
                </a:cubicBezTo>
                <a:cubicBezTo>
                  <a:pt x="1647963" y="68662"/>
                  <a:pt x="1648566" y="69322"/>
                  <a:pt x="1649397" y="69796"/>
                </a:cubicBezTo>
                <a:cubicBezTo>
                  <a:pt x="1650229" y="70270"/>
                  <a:pt x="1651764" y="70507"/>
                  <a:pt x="1654004" y="70507"/>
                </a:cubicBezTo>
                <a:lnTo>
                  <a:pt x="1654004" y="72391"/>
                </a:lnTo>
                <a:lnTo>
                  <a:pt x="1630943" y="72391"/>
                </a:lnTo>
                <a:lnTo>
                  <a:pt x="1630943" y="70507"/>
                </a:lnTo>
                <a:lnTo>
                  <a:pt x="1631910" y="70507"/>
                </a:lnTo>
                <a:cubicBezTo>
                  <a:pt x="1634082" y="70507"/>
                  <a:pt x="1635601" y="70178"/>
                  <a:pt x="1636467" y="69519"/>
                </a:cubicBezTo>
                <a:cubicBezTo>
                  <a:pt x="1637332" y="68860"/>
                  <a:pt x="1637934" y="67890"/>
                  <a:pt x="1638274" y="66608"/>
                </a:cubicBezTo>
                <a:cubicBezTo>
                  <a:pt x="1638410" y="66101"/>
                  <a:pt x="1638477" y="64514"/>
                  <a:pt x="1638477" y="61846"/>
                </a:cubicBezTo>
                <a:lnTo>
                  <a:pt x="1638477" y="42853"/>
                </a:lnTo>
                <a:cubicBezTo>
                  <a:pt x="1638477" y="38633"/>
                  <a:pt x="1637926" y="35569"/>
                  <a:pt x="1636823" y="33661"/>
                </a:cubicBezTo>
                <a:cubicBezTo>
                  <a:pt x="1635720" y="31753"/>
                  <a:pt x="1633862" y="30799"/>
                  <a:pt x="1631249" y="30799"/>
                </a:cubicBezTo>
                <a:cubicBezTo>
                  <a:pt x="1627210" y="30799"/>
                  <a:pt x="1623188" y="32994"/>
                  <a:pt x="1619184" y="37384"/>
                </a:cubicBezTo>
                <a:lnTo>
                  <a:pt x="1619184" y="61846"/>
                </a:lnTo>
                <a:cubicBezTo>
                  <a:pt x="1619184" y="64987"/>
                  <a:pt x="1619370" y="66928"/>
                  <a:pt x="1619743" y="67671"/>
                </a:cubicBezTo>
                <a:cubicBezTo>
                  <a:pt x="1620219" y="68649"/>
                  <a:pt x="1620872" y="69367"/>
                  <a:pt x="1621703" y="69823"/>
                </a:cubicBezTo>
                <a:cubicBezTo>
                  <a:pt x="1622535" y="70279"/>
                  <a:pt x="1624223" y="70507"/>
                  <a:pt x="1626769" y="70507"/>
                </a:cubicBezTo>
                <a:lnTo>
                  <a:pt x="1626769" y="72391"/>
                </a:lnTo>
                <a:lnTo>
                  <a:pt x="1603708" y="72391"/>
                </a:lnTo>
                <a:lnTo>
                  <a:pt x="1603708" y="70507"/>
                </a:lnTo>
                <a:lnTo>
                  <a:pt x="1604726" y="70507"/>
                </a:lnTo>
                <a:cubicBezTo>
                  <a:pt x="1607101" y="70507"/>
                  <a:pt x="1608705" y="69906"/>
                  <a:pt x="1609537" y="68705"/>
                </a:cubicBezTo>
                <a:cubicBezTo>
                  <a:pt x="1610368" y="67502"/>
                  <a:pt x="1610784" y="65207"/>
                  <a:pt x="1610784" y="61821"/>
                </a:cubicBezTo>
                <a:lnTo>
                  <a:pt x="1610784" y="44551"/>
                </a:lnTo>
                <a:cubicBezTo>
                  <a:pt x="1610784" y="38963"/>
                  <a:pt x="1610656" y="35561"/>
                  <a:pt x="1610402" y="34342"/>
                </a:cubicBezTo>
                <a:cubicBezTo>
                  <a:pt x="1610147" y="33122"/>
                  <a:pt x="1609757" y="32292"/>
                  <a:pt x="1609231" y="31852"/>
                </a:cubicBezTo>
                <a:cubicBezTo>
                  <a:pt x="1608705" y="31412"/>
                  <a:pt x="1608001" y="31192"/>
                  <a:pt x="1607118" y="31192"/>
                </a:cubicBezTo>
                <a:cubicBezTo>
                  <a:pt x="1606168" y="31192"/>
                  <a:pt x="1605031" y="31446"/>
                  <a:pt x="1603708" y="31954"/>
                </a:cubicBezTo>
                <a:lnTo>
                  <a:pt x="1602944" y="30125"/>
                </a:lnTo>
                <a:lnTo>
                  <a:pt x="1616994" y="24436"/>
                </a:lnTo>
                <a:lnTo>
                  <a:pt x="1619184" y="24436"/>
                </a:lnTo>
                <a:lnTo>
                  <a:pt x="1619184" y="34312"/>
                </a:lnTo>
                <a:close/>
                <a:moveTo>
                  <a:pt x="1680527" y="24436"/>
                </a:moveTo>
                <a:cubicBezTo>
                  <a:pt x="1687586" y="24436"/>
                  <a:pt x="1693254" y="27114"/>
                  <a:pt x="1697530" y="32471"/>
                </a:cubicBezTo>
                <a:cubicBezTo>
                  <a:pt x="1701162" y="37047"/>
                  <a:pt x="1702977" y="42303"/>
                  <a:pt x="1702977" y="48237"/>
                </a:cubicBezTo>
                <a:cubicBezTo>
                  <a:pt x="1702977" y="52407"/>
                  <a:pt x="1701976" y="56628"/>
                  <a:pt x="1699974" y="60900"/>
                </a:cubicBezTo>
                <a:cubicBezTo>
                  <a:pt x="1697971" y="65171"/>
                  <a:pt x="1695214" y="68391"/>
                  <a:pt x="1691701" y="70561"/>
                </a:cubicBezTo>
                <a:cubicBezTo>
                  <a:pt x="1688189" y="72731"/>
                  <a:pt x="1684277" y="73816"/>
                  <a:pt x="1679967" y="73816"/>
                </a:cubicBezTo>
                <a:cubicBezTo>
                  <a:pt x="1672942" y="73816"/>
                  <a:pt x="1667359" y="71019"/>
                  <a:pt x="1663218" y="65424"/>
                </a:cubicBezTo>
                <a:cubicBezTo>
                  <a:pt x="1659723" y="60712"/>
                  <a:pt x="1657975" y="55424"/>
                  <a:pt x="1657975" y="49559"/>
                </a:cubicBezTo>
                <a:cubicBezTo>
                  <a:pt x="1657975" y="45287"/>
                  <a:pt x="1659035" y="41040"/>
                  <a:pt x="1661157" y="36819"/>
                </a:cubicBezTo>
                <a:cubicBezTo>
                  <a:pt x="1663278" y="32598"/>
                  <a:pt x="1666069" y="29479"/>
                  <a:pt x="1669531" y="27461"/>
                </a:cubicBezTo>
                <a:cubicBezTo>
                  <a:pt x="1672993" y="25444"/>
                  <a:pt x="1676658" y="24436"/>
                  <a:pt x="1680527" y="24436"/>
                </a:cubicBezTo>
                <a:moveTo>
                  <a:pt x="1678949" y="27796"/>
                </a:moveTo>
                <a:cubicBezTo>
                  <a:pt x="1677150" y="27796"/>
                  <a:pt x="1675343" y="28330"/>
                  <a:pt x="1673527" y="29398"/>
                </a:cubicBezTo>
                <a:cubicBezTo>
                  <a:pt x="1671711" y="30466"/>
                  <a:pt x="1670244" y="32339"/>
                  <a:pt x="1669124" y="35016"/>
                </a:cubicBezTo>
                <a:cubicBezTo>
                  <a:pt x="1668004" y="37694"/>
                  <a:pt x="1667444" y="41135"/>
                  <a:pt x="1667444" y="45338"/>
                </a:cubicBezTo>
                <a:cubicBezTo>
                  <a:pt x="1667444" y="52117"/>
                  <a:pt x="1668793" y="57965"/>
                  <a:pt x="1671491" y="62880"/>
                </a:cubicBezTo>
                <a:cubicBezTo>
                  <a:pt x="1674189" y="67795"/>
                  <a:pt x="1677744" y="70252"/>
                  <a:pt x="1682156" y="70252"/>
                </a:cubicBezTo>
                <a:cubicBezTo>
                  <a:pt x="1685448" y="70252"/>
                  <a:pt x="1688163" y="68897"/>
                  <a:pt x="1690301" y="66185"/>
                </a:cubicBezTo>
                <a:cubicBezTo>
                  <a:pt x="1692439" y="63473"/>
                  <a:pt x="1693508" y="58812"/>
                  <a:pt x="1693508" y="52203"/>
                </a:cubicBezTo>
                <a:cubicBezTo>
                  <a:pt x="1693508" y="43931"/>
                  <a:pt x="1691727" y="37422"/>
                  <a:pt x="1688163" y="32676"/>
                </a:cubicBezTo>
                <a:cubicBezTo>
                  <a:pt x="1685753" y="29422"/>
                  <a:pt x="1682682" y="27796"/>
                  <a:pt x="1678949" y="27796"/>
                </a:cubicBezTo>
                <a:close/>
                <a:moveTo>
                  <a:pt x="1723391" y="10385"/>
                </a:moveTo>
                <a:lnTo>
                  <a:pt x="1723391" y="25759"/>
                </a:lnTo>
                <a:lnTo>
                  <a:pt x="1734286" y="25759"/>
                </a:lnTo>
                <a:lnTo>
                  <a:pt x="1734286" y="29323"/>
                </a:lnTo>
                <a:lnTo>
                  <a:pt x="1723391" y="29323"/>
                </a:lnTo>
                <a:lnTo>
                  <a:pt x="1723391" y="59521"/>
                </a:lnTo>
                <a:cubicBezTo>
                  <a:pt x="1723391" y="62538"/>
                  <a:pt x="1723824" y="64572"/>
                  <a:pt x="1724690" y="65623"/>
                </a:cubicBezTo>
                <a:cubicBezTo>
                  <a:pt x="1725555" y="66673"/>
                  <a:pt x="1726666" y="67198"/>
                  <a:pt x="1728024" y="67198"/>
                </a:cubicBezTo>
                <a:cubicBezTo>
                  <a:pt x="1729144" y="67198"/>
                  <a:pt x="1730230" y="66850"/>
                  <a:pt x="1731282" y="66154"/>
                </a:cubicBezTo>
                <a:cubicBezTo>
                  <a:pt x="1732334" y="65459"/>
                  <a:pt x="1733149" y="64432"/>
                  <a:pt x="1733726" y="63075"/>
                </a:cubicBezTo>
                <a:lnTo>
                  <a:pt x="1735711" y="63075"/>
                </a:lnTo>
                <a:cubicBezTo>
                  <a:pt x="1734523" y="66410"/>
                  <a:pt x="1732843" y="68933"/>
                  <a:pt x="1730671" y="70642"/>
                </a:cubicBezTo>
                <a:cubicBezTo>
                  <a:pt x="1728499" y="72351"/>
                  <a:pt x="1726259" y="73205"/>
                  <a:pt x="1723951" y="73205"/>
                </a:cubicBezTo>
                <a:cubicBezTo>
                  <a:pt x="1722390" y="73205"/>
                  <a:pt x="1720863" y="72772"/>
                  <a:pt x="1719370" y="71905"/>
                </a:cubicBezTo>
                <a:cubicBezTo>
                  <a:pt x="1717876" y="71039"/>
                  <a:pt x="1716773" y="69799"/>
                  <a:pt x="1716061" y="68186"/>
                </a:cubicBezTo>
                <a:cubicBezTo>
                  <a:pt x="1715348" y="66572"/>
                  <a:pt x="1714992" y="64083"/>
                  <a:pt x="1714992" y="60718"/>
                </a:cubicBezTo>
                <a:lnTo>
                  <a:pt x="1714992" y="29323"/>
                </a:lnTo>
                <a:lnTo>
                  <a:pt x="1707610" y="29323"/>
                </a:lnTo>
                <a:lnTo>
                  <a:pt x="1707610" y="27643"/>
                </a:lnTo>
                <a:cubicBezTo>
                  <a:pt x="1709477" y="26894"/>
                  <a:pt x="1711386" y="25626"/>
                  <a:pt x="1713337" y="23839"/>
                </a:cubicBezTo>
                <a:cubicBezTo>
                  <a:pt x="1715289" y="22052"/>
                  <a:pt x="1717028" y="19933"/>
                  <a:pt x="1718555" y="17482"/>
                </a:cubicBezTo>
                <a:cubicBezTo>
                  <a:pt x="1719336" y="16189"/>
                  <a:pt x="1720422" y="13824"/>
                  <a:pt x="1721813" y="10385"/>
                </a:cubicBezTo>
                <a:lnTo>
                  <a:pt x="1723391" y="103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computeseparabilitycorrectlyf">
            <a:extLst xmlns:a="http://schemas.openxmlformats.org/drawingml/2006/main">
              <a:ext uri="{FF2B5EF4-FFF2-40B4-BE49-F238E27FC236}">
                <a16:creationId xmlns:a16="http://schemas.microsoft.com/office/drawing/2014/main" id="{55A0D220-2CE3-49B5-A329-3D7C1E6A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91" y="811471"/>
            <a:ext cx="1358792" cy="94892"/>
          </a:xfrm>
          <a:custGeom xmlns:a="http://schemas.openxmlformats.org/drawingml/2006/main">
            <a:pathLst>
              <a:path w="1358792" h="94892">
                <a:moveTo>
                  <a:pt x="39301" y="54675"/>
                </a:moveTo>
                <a:cubicBezTo>
                  <a:pt x="38045" y="60818"/>
                  <a:pt x="35584" y="65544"/>
                  <a:pt x="31919" y="68853"/>
                </a:cubicBezTo>
                <a:cubicBezTo>
                  <a:pt x="28254" y="72162"/>
                  <a:pt x="24198" y="73816"/>
                  <a:pt x="19752" y="73816"/>
                </a:cubicBezTo>
                <a:cubicBezTo>
                  <a:pt x="14458" y="73816"/>
                  <a:pt x="9842" y="71596"/>
                  <a:pt x="5905" y="67155"/>
                </a:cubicBezTo>
                <a:cubicBezTo>
                  <a:pt x="1968" y="62713"/>
                  <a:pt x="0" y="56712"/>
                  <a:pt x="0" y="49151"/>
                </a:cubicBezTo>
                <a:cubicBezTo>
                  <a:pt x="0" y="41828"/>
                  <a:pt x="2181" y="35878"/>
                  <a:pt x="6542" y="31302"/>
                </a:cubicBezTo>
                <a:cubicBezTo>
                  <a:pt x="10903" y="26724"/>
                  <a:pt x="16138" y="24436"/>
                  <a:pt x="22247" y="24436"/>
                </a:cubicBezTo>
                <a:cubicBezTo>
                  <a:pt x="26828" y="24436"/>
                  <a:pt x="30595" y="25645"/>
                  <a:pt x="33548" y="28064"/>
                </a:cubicBezTo>
                <a:cubicBezTo>
                  <a:pt x="36501" y="30483"/>
                  <a:pt x="37977" y="32994"/>
                  <a:pt x="37977" y="35599"/>
                </a:cubicBezTo>
                <a:cubicBezTo>
                  <a:pt x="37977" y="36884"/>
                  <a:pt x="37561" y="37925"/>
                  <a:pt x="36730" y="38720"/>
                </a:cubicBezTo>
                <a:cubicBezTo>
                  <a:pt x="35898" y="39514"/>
                  <a:pt x="34736" y="39912"/>
                  <a:pt x="33243" y="39912"/>
                </a:cubicBezTo>
                <a:cubicBezTo>
                  <a:pt x="31240" y="39912"/>
                  <a:pt x="29730" y="39267"/>
                  <a:pt x="28712" y="37977"/>
                </a:cubicBezTo>
                <a:cubicBezTo>
                  <a:pt x="28135" y="37264"/>
                  <a:pt x="27753" y="35907"/>
                  <a:pt x="27566" y="33904"/>
                </a:cubicBezTo>
                <a:cubicBezTo>
                  <a:pt x="27380" y="31902"/>
                  <a:pt x="26693" y="30375"/>
                  <a:pt x="25505" y="29323"/>
                </a:cubicBezTo>
                <a:cubicBezTo>
                  <a:pt x="24317" y="28305"/>
                  <a:pt x="22671" y="27796"/>
                  <a:pt x="20567" y="27796"/>
                </a:cubicBezTo>
                <a:cubicBezTo>
                  <a:pt x="17173" y="27796"/>
                  <a:pt x="14441" y="29051"/>
                  <a:pt x="12371" y="31563"/>
                </a:cubicBezTo>
                <a:cubicBezTo>
                  <a:pt x="9622" y="34889"/>
                  <a:pt x="8247" y="39284"/>
                  <a:pt x="8247" y="44748"/>
                </a:cubicBezTo>
                <a:cubicBezTo>
                  <a:pt x="8247" y="50314"/>
                  <a:pt x="9613" y="55226"/>
                  <a:pt x="12345" y="59486"/>
                </a:cubicBezTo>
                <a:cubicBezTo>
                  <a:pt x="15077" y="63745"/>
                  <a:pt x="18768" y="65874"/>
                  <a:pt x="23417" y="65874"/>
                </a:cubicBezTo>
                <a:cubicBezTo>
                  <a:pt x="26743" y="65874"/>
                  <a:pt x="29730" y="64737"/>
                  <a:pt x="32377" y="62464"/>
                </a:cubicBezTo>
                <a:cubicBezTo>
                  <a:pt x="34244" y="60902"/>
                  <a:pt x="36060" y="58069"/>
                  <a:pt x="37824" y="53962"/>
                </a:cubicBezTo>
                <a:lnTo>
                  <a:pt x="39301" y="54675"/>
                </a:lnTo>
                <a:close/>
                <a:moveTo>
                  <a:pt x="69199" y="24436"/>
                </a:moveTo>
                <a:cubicBezTo>
                  <a:pt x="76258" y="24436"/>
                  <a:pt x="81926" y="27114"/>
                  <a:pt x="86202" y="32471"/>
                </a:cubicBezTo>
                <a:cubicBezTo>
                  <a:pt x="89833" y="37047"/>
                  <a:pt x="91649" y="42303"/>
                  <a:pt x="91649" y="48237"/>
                </a:cubicBezTo>
                <a:cubicBezTo>
                  <a:pt x="91649" y="52407"/>
                  <a:pt x="90648" y="56628"/>
                  <a:pt x="88645" y="60900"/>
                </a:cubicBezTo>
                <a:cubicBezTo>
                  <a:pt x="86643" y="65171"/>
                  <a:pt x="83885" y="68391"/>
                  <a:pt x="80373" y="70561"/>
                </a:cubicBezTo>
                <a:cubicBezTo>
                  <a:pt x="76860" y="72731"/>
                  <a:pt x="72949" y="73816"/>
                  <a:pt x="68639" y="73816"/>
                </a:cubicBezTo>
                <a:cubicBezTo>
                  <a:pt x="61613" y="73816"/>
                  <a:pt x="56031" y="71019"/>
                  <a:pt x="51890" y="65424"/>
                </a:cubicBezTo>
                <a:cubicBezTo>
                  <a:pt x="48394" y="60712"/>
                  <a:pt x="46647" y="55424"/>
                  <a:pt x="46647" y="49559"/>
                </a:cubicBezTo>
                <a:cubicBezTo>
                  <a:pt x="46647" y="45287"/>
                  <a:pt x="47707" y="41040"/>
                  <a:pt x="49828" y="36819"/>
                </a:cubicBezTo>
                <a:cubicBezTo>
                  <a:pt x="51949" y="32598"/>
                  <a:pt x="54741" y="29479"/>
                  <a:pt x="58203" y="27461"/>
                </a:cubicBezTo>
                <a:cubicBezTo>
                  <a:pt x="61664" y="25444"/>
                  <a:pt x="65330" y="24436"/>
                  <a:pt x="69199" y="24436"/>
                </a:cubicBezTo>
                <a:moveTo>
                  <a:pt x="67621" y="27796"/>
                </a:moveTo>
                <a:cubicBezTo>
                  <a:pt x="65822" y="27796"/>
                  <a:pt x="64015" y="28330"/>
                  <a:pt x="62199" y="29398"/>
                </a:cubicBezTo>
                <a:cubicBezTo>
                  <a:pt x="60383" y="30466"/>
                  <a:pt x="58915" y="32339"/>
                  <a:pt x="57795" y="35016"/>
                </a:cubicBezTo>
                <a:cubicBezTo>
                  <a:pt x="56675" y="37694"/>
                  <a:pt x="56115" y="41135"/>
                  <a:pt x="56115" y="45338"/>
                </a:cubicBezTo>
                <a:cubicBezTo>
                  <a:pt x="56115" y="52117"/>
                  <a:pt x="57464" y="57965"/>
                  <a:pt x="60163" y="62880"/>
                </a:cubicBezTo>
                <a:cubicBezTo>
                  <a:pt x="62861" y="67795"/>
                  <a:pt x="66416" y="70252"/>
                  <a:pt x="70828" y="70252"/>
                </a:cubicBezTo>
                <a:cubicBezTo>
                  <a:pt x="74120" y="70252"/>
                  <a:pt x="76835" y="68897"/>
                  <a:pt x="78973" y="66185"/>
                </a:cubicBezTo>
                <a:cubicBezTo>
                  <a:pt x="81111" y="63473"/>
                  <a:pt x="82180" y="58812"/>
                  <a:pt x="82180" y="52203"/>
                </a:cubicBezTo>
                <a:cubicBezTo>
                  <a:pt x="82180" y="43931"/>
                  <a:pt x="80398" y="37422"/>
                  <a:pt x="76835" y="32676"/>
                </a:cubicBezTo>
                <a:cubicBezTo>
                  <a:pt x="74425" y="29422"/>
                  <a:pt x="71354" y="27796"/>
                  <a:pt x="67621" y="27796"/>
                </a:cubicBezTo>
                <a:close/>
                <a:moveTo>
                  <a:pt x="112368" y="34363"/>
                </a:moveTo>
                <a:cubicBezTo>
                  <a:pt x="115762" y="30969"/>
                  <a:pt x="117764" y="29017"/>
                  <a:pt x="118375" y="28508"/>
                </a:cubicBezTo>
                <a:cubicBezTo>
                  <a:pt x="119903" y="27219"/>
                  <a:pt x="121549" y="26217"/>
                  <a:pt x="123313" y="25505"/>
                </a:cubicBezTo>
                <a:cubicBezTo>
                  <a:pt x="125078" y="24792"/>
                  <a:pt x="126826" y="24436"/>
                  <a:pt x="128557" y="24436"/>
                </a:cubicBezTo>
                <a:cubicBezTo>
                  <a:pt x="131476" y="24436"/>
                  <a:pt x="133987" y="25284"/>
                  <a:pt x="136091" y="26981"/>
                </a:cubicBezTo>
                <a:cubicBezTo>
                  <a:pt x="138195" y="28678"/>
                  <a:pt x="139604" y="31138"/>
                  <a:pt x="140317" y="34363"/>
                </a:cubicBezTo>
                <a:cubicBezTo>
                  <a:pt x="143812" y="30290"/>
                  <a:pt x="146765" y="27617"/>
                  <a:pt x="149174" y="26345"/>
                </a:cubicBezTo>
                <a:cubicBezTo>
                  <a:pt x="151584" y="25072"/>
                  <a:pt x="154062" y="24436"/>
                  <a:pt x="156607" y="24436"/>
                </a:cubicBezTo>
                <a:cubicBezTo>
                  <a:pt x="159084" y="24436"/>
                  <a:pt x="161282" y="25071"/>
                  <a:pt x="163199" y="26341"/>
                </a:cubicBezTo>
                <a:cubicBezTo>
                  <a:pt x="165117" y="27611"/>
                  <a:pt x="166636" y="29685"/>
                  <a:pt x="167756" y="32563"/>
                </a:cubicBezTo>
                <a:cubicBezTo>
                  <a:pt x="168502" y="34528"/>
                  <a:pt x="168876" y="37609"/>
                  <a:pt x="168876" y="41808"/>
                </a:cubicBezTo>
                <a:lnTo>
                  <a:pt x="168876" y="61821"/>
                </a:lnTo>
                <a:cubicBezTo>
                  <a:pt x="168876" y="64733"/>
                  <a:pt x="169096" y="66731"/>
                  <a:pt x="169537" y="67815"/>
                </a:cubicBezTo>
                <a:cubicBezTo>
                  <a:pt x="169877" y="68560"/>
                  <a:pt x="170505" y="69195"/>
                  <a:pt x="171421" y="69720"/>
                </a:cubicBezTo>
                <a:cubicBezTo>
                  <a:pt x="172337" y="70245"/>
                  <a:pt x="173831" y="70507"/>
                  <a:pt x="175901" y="70507"/>
                </a:cubicBezTo>
                <a:lnTo>
                  <a:pt x="175901" y="72391"/>
                </a:lnTo>
                <a:lnTo>
                  <a:pt x="152891" y="72391"/>
                </a:lnTo>
                <a:lnTo>
                  <a:pt x="152891" y="70507"/>
                </a:lnTo>
                <a:lnTo>
                  <a:pt x="153858" y="70507"/>
                </a:lnTo>
                <a:cubicBezTo>
                  <a:pt x="155860" y="70507"/>
                  <a:pt x="157421" y="70119"/>
                  <a:pt x="158541" y="69342"/>
                </a:cubicBezTo>
                <a:cubicBezTo>
                  <a:pt x="159322" y="68802"/>
                  <a:pt x="159882" y="67940"/>
                  <a:pt x="160221" y="66759"/>
                </a:cubicBezTo>
                <a:cubicBezTo>
                  <a:pt x="160357" y="66185"/>
                  <a:pt x="160425" y="64548"/>
                  <a:pt x="160425" y="61846"/>
                </a:cubicBezTo>
                <a:lnTo>
                  <a:pt x="160425" y="41891"/>
                </a:lnTo>
                <a:cubicBezTo>
                  <a:pt x="160425" y="38109"/>
                  <a:pt x="159967" y="35441"/>
                  <a:pt x="159051" y="33889"/>
                </a:cubicBezTo>
                <a:cubicBezTo>
                  <a:pt x="157727" y="31727"/>
                  <a:pt x="155606" y="30646"/>
                  <a:pt x="152687" y="30646"/>
                </a:cubicBezTo>
                <a:cubicBezTo>
                  <a:pt x="150888" y="30646"/>
                  <a:pt x="149081" y="31094"/>
                  <a:pt x="147265" y="31989"/>
                </a:cubicBezTo>
                <a:cubicBezTo>
                  <a:pt x="145450" y="32883"/>
                  <a:pt x="143252" y="34546"/>
                  <a:pt x="140673" y="36978"/>
                </a:cubicBezTo>
                <a:lnTo>
                  <a:pt x="140571" y="37535"/>
                </a:lnTo>
                <a:lnTo>
                  <a:pt x="140673" y="39713"/>
                </a:lnTo>
                <a:lnTo>
                  <a:pt x="140673" y="61846"/>
                </a:lnTo>
                <a:cubicBezTo>
                  <a:pt x="140673" y="65021"/>
                  <a:pt x="140851" y="66996"/>
                  <a:pt x="141207" y="67772"/>
                </a:cubicBezTo>
                <a:cubicBezTo>
                  <a:pt x="141564" y="68549"/>
                  <a:pt x="142234" y="69199"/>
                  <a:pt x="143218" y="69723"/>
                </a:cubicBezTo>
                <a:cubicBezTo>
                  <a:pt x="144202" y="70246"/>
                  <a:pt x="145882" y="70507"/>
                  <a:pt x="148258" y="70507"/>
                </a:cubicBezTo>
                <a:lnTo>
                  <a:pt x="148258" y="72391"/>
                </a:lnTo>
                <a:lnTo>
                  <a:pt x="124688" y="72391"/>
                </a:lnTo>
                <a:lnTo>
                  <a:pt x="124688" y="70507"/>
                </a:lnTo>
                <a:cubicBezTo>
                  <a:pt x="127267" y="70507"/>
                  <a:pt x="129041" y="70203"/>
                  <a:pt x="130008" y="69595"/>
                </a:cubicBezTo>
                <a:cubicBezTo>
                  <a:pt x="130975" y="68988"/>
                  <a:pt x="131645" y="68076"/>
                  <a:pt x="132019" y="66861"/>
                </a:cubicBezTo>
                <a:cubicBezTo>
                  <a:pt x="132188" y="66286"/>
                  <a:pt x="132273" y="64614"/>
                  <a:pt x="132273" y="61846"/>
                </a:cubicBezTo>
                <a:lnTo>
                  <a:pt x="132273" y="41891"/>
                </a:lnTo>
                <a:cubicBezTo>
                  <a:pt x="132273" y="38109"/>
                  <a:pt x="131713" y="35390"/>
                  <a:pt x="130593" y="33736"/>
                </a:cubicBezTo>
                <a:cubicBezTo>
                  <a:pt x="129100" y="31574"/>
                  <a:pt x="127013" y="30494"/>
                  <a:pt x="124332" y="30494"/>
                </a:cubicBezTo>
                <a:cubicBezTo>
                  <a:pt x="122499" y="30494"/>
                  <a:pt x="120683" y="30983"/>
                  <a:pt x="118884" y="31962"/>
                </a:cubicBezTo>
                <a:cubicBezTo>
                  <a:pt x="116068" y="33448"/>
                  <a:pt x="113895" y="35119"/>
                  <a:pt x="112368" y="36976"/>
                </a:cubicBezTo>
                <a:lnTo>
                  <a:pt x="112368" y="61846"/>
                </a:lnTo>
                <a:cubicBezTo>
                  <a:pt x="112368" y="64885"/>
                  <a:pt x="112580" y="66860"/>
                  <a:pt x="113005" y="67772"/>
                </a:cubicBezTo>
                <a:cubicBezTo>
                  <a:pt x="113429" y="68683"/>
                  <a:pt x="114057" y="69367"/>
                  <a:pt x="114888" y="69823"/>
                </a:cubicBezTo>
                <a:cubicBezTo>
                  <a:pt x="115720" y="70279"/>
                  <a:pt x="117408" y="70507"/>
                  <a:pt x="119953" y="70507"/>
                </a:cubicBezTo>
                <a:lnTo>
                  <a:pt x="119953" y="72391"/>
                </a:lnTo>
                <a:lnTo>
                  <a:pt x="96892" y="72391"/>
                </a:lnTo>
                <a:lnTo>
                  <a:pt x="96892" y="70507"/>
                </a:lnTo>
                <a:cubicBezTo>
                  <a:pt x="99030" y="70507"/>
                  <a:pt x="100524" y="70278"/>
                  <a:pt x="101372" y="69821"/>
                </a:cubicBezTo>
                <a:cubicBezTo>
                  <a:pt x="102221" y="69364"/>
                  <a:pt x="102866" y="68636"/>
                  <a:pt x="103307" y="67637"/>
                </a:cubicBezTo>
                <a:cubicBezTo>
                  <a:pt x="103748" y="66638"/>
                  <a:pt x="103969" y="64699"/>
                  <a:pt x="103969" y="61821"/>
                </a:cubicBezTo>
                <a:lnTo>
                  <a:pt x="103969" y="44043"/>
                </a:lnTo>
                <a:cubicBezTo>
                  <a:pt x="103969" y="38929"/>
                  <a:pt x="103816" y="35627"/>
                  <a:pt x="103510" y="34138"/>
                </a:cubicBezTo>
                <a:cubicBezTo>
                  <a:pt x="103273" y="33020"/>
                  <a:pt x="102899" y="32250"/>
                  <a:pt x="102390" y="31827"/>
                </a:cubicBezTo>
                <a:cubicBezTo>
                  <a:pt x="101881" y="31404"/>
                  <a:pt x="101186" y="31192"/>
                  <a:pt x="100303" y="31192"/>
                </a:cubicBezTo>
                <a:cubicBezTo>
                  <a:pt x="99353" y="31192"/>
                  <a:pt x="98216" y="31446"/>
                  <a:pt x="96892" y="31954"/>
                </a:cubicBezTo>
                <a:lnTo>
                  <a:pt x="96129" y="30125"/>
                </a:lnTo>
                <a:lnTo>
                  <a:pt x="110179" y="24436"/>
                </a:lnTo>
                <a:lnTo>
                  <a:pt x="112368" y="24436"/>
                </a:lnTo>
                <a:lnTo>
                  <a:pt x="112368" y="34363"/>
                </a:lnTo>
                <a:close/>
                <a:moveTo>
                  <a:pt x="176608" y="30346"/>
                </a:moveTo>
                <a:lnTo>
                  <a:pt x="190964" y="24537"/>
                </a:lnTo>
                <a:lnTo>
                  <a:pt x="192899" y="24537"/>
                </a:lnTo>
                <a:lnTo>
                  <a:pt x="192899" y="35432"/>
                </a:lnTo>
                <a:cubicBezTo>
                  <a:pt x="195309" y="31325"/>
                  <a:pt x="197727" y="28466"/>
                  <a:pt x="200153" y="26854"/>
                </a:cubicBezTo>
                <a:cubicBezTo>
                  <a:pt x="202580" y="25242"/>
                  <a:pt x="205134" y="24436"/>
                  <a:pt x="207815" y="24436"/>
                </a:cubicBezTo>
                <a:cubicBezTo>
                  <a:pt x="212498" y="24436"/>
                  <a:pt x="216401" y="26266"/>
                  <a:pt x="219524" y="29927"/>
                </a:cubicBezTo>
                <a:cubicBezTo>
                  <a:pt x="223359" y="34403"/>
                  <a:pt x="225276" y="40234"/>
                  <a:pt x="225276" y="47422"/>
                </a:cubicBezTo>
                <a:cubicBezTo>
                  <a:pt x="225276" y="55457"/>
                  <a:pt x="222968" y="62102"/>
                  <a:pt x="218353" y="67357"/>
                </a:cubicBezTo>
                <a:cubicBezTo>
                  <a:pt x="214552" y="71663"/>
                  <a:pt x="209766" y="73816"/>
                  <a:pt x="203997" y="73816"/>
                </a:cubicBezTo>
                <a:cubicBezTo>
                  <a:pt x="201485" y="73816"/>
                  <a:pt x="199313" y="73460"/>
                  <a:pt x="197481" y="72747"/>
                </a:cubicBezTo>
                <a:cubicBezTo>
                  <a:pt x="196123" y="72238"/>
                  <a:pt x="194596" y="71220"/>
                  <a:pt x="192899" y="69692"/>
                </a:cubicBezTo>
                <a:lnTo>
                  <a:pt x="192899" y="83896"/>
                </a:lnTo>
                <a:cubicBezTo>
                  <a:pt x="192899" y="87086"/>
                  <a:pt x="193094" y="89114"/>
                  <a:pt x="193484" y="89979"/>
                </a:cubicBezTo>
                <a:cubicBezTo>
                  <a:pt x="193875" y="90845"/>
                  <a:pt x="194553" y="91532"/>
                  <a:pt x="195521" y="92041"/>
                </a:cubicBezTo>
                <a:cubicBezTo>
                  <a:pt x="196488" y="92550"/>
                  <a:pt x="198244" y="92805"/>
                  <a:pt x="200790" y="92805"/>
                </a:cubicBezTo>
                <a:lnTo>
                  <a:pt x="200790" y="94688"/>
                </a:lnTo>
                <a:lnTo>
                  <a:pt x="176354" y="94688"/>
                </a:lnTo>
                <a:lnTo>
                  <a:pt x="176354" y="92805"/>
                </a:lnTo>
                <a:lnTo>
                  <a:pt x="177627" y="92805"/>
                </a:lnTo>
                <a:cubicBezTo>
                  <a:pt x="179493" y="92838"/>
                  <a:pt x="181088" y="92482"/>
                  <a:pt x="182412" y="91734"/>
                </a:cubicBezTo>
                <a:cubicBezTo>
                  <a:pt x="183057" y="91361"/>
                  <a:pt x="183557" y="90758"/>
                  <a:pt x="183914" y="89925"/>
                </a:cubicBezTo>
                <a:cubicBezTo>
                  <a:pt x="184270" y="89094"/>
                  <a:pt x="184448" y="86980"/>
                  <a:pt x="184448" y="83584"/>
                </a:cubicBezTo>
                <a:lnTo>
                  <a:pt x="184448" y="39465"/>
                </a:lnTo>
                <a:cubicBezTo>
                  <a:pt x="184448" y="36442"/>
                  <a:pt x="184312" y="34523"/>
                  <a:pt x="184041" y="33709"/>
                </a:cubicBezTo>
                <a:cubicBezTo>
                  <a:pt x="183769" y="32893"/>
                  <a:pt x="183337" y="32282"/>
                  <a:pt x="182743" y="31875"/>
                </a:cubicBezTo>
                <a:cubicBezTo>
                  <a:pt x="182149" y="31466"/>
                  <a:pt x="181343" y="31262"/>
                  <a:pt x="180325" y="31262"/>
                </a:cubicBezTo>
                <a:cubicBezTo>
                  <a:pt x="179510" y="31262"/>
                  <a:pt x="178475" y="31500"/>
                  <a:pt x="177219" y="31975"/>
                </a:cubicBezTo>
                <a:lnTo>
                  <a:pt x="176608" y="30346"/>
                </a:lnTo>
                <a:moveTo>
                  <a:pt x="192899" y="38527"/>
                </a:moveTo>
                <a:lnTo>
                  <a:pt x="192899" y="55916"/>
                </a:lnTo>
                <a:cubicBezTo>
                  <a:pt x="192899" y="59679"/>
                  <a:pt x="193052" y="62153"/>
                  <a:pt x="193357" y="63339"/>
                </a:cubicBezTo>
                <a:cubicBezTo>
                  <a:pt x="193832" y="65305"/>
                  <a:pt x="194995" y="67034"/>
                  <a:pt x="196844" y="68525"/>
                </a:cubicBezTo>
                <a:cubicBezTo>
                  <a:pt x="198694" y="70016"/>
                  <a:pt x="201027" y="70762"/>
                  <a:pt x="203844" y="70762"/>
                </a:cubicBezTo>
                <a:cubicBezTo>
                  <a:pt x="207238" y="70762"/>
                  <a:pt x="209987" y="69440"/>
                  <a:pt x="212091" y="66796"/>
                </a:cubicBezTo>
                <a:cubicBezTo>
                  <a:pt x="214840" y="63339"/>
                  <a:pt x="216215" y="58475"/>
                  <a:pt x="216215" y="52204"/>
                </a:cubicBezTo>
                <a:cubicBezTo>
                  <a:pt x="216215" y="45087"/>
                  <a:pt x="214653" y="39613"/>
                  <a:pt x="211531" y="35783"/>
                </a:cubicBezTo>
                <a:cubicBezTo>
                  <a:pt x="209359" y="33139"/>
                  <a:pt x="206780" y="31817"/>
                  <a:pt x="203793" y="31817"/>
                </a:cubicBezTo>
                <a:cubicBezTo>
                  <a:pt x="202164" y="31817"/>
                  <a:pt x="200552" y="32224"/>
                  <a:pt x="198957" y="33037"/>
                </a:cubicBezTo>
                <a:cubicBezTo>
                  <a:pt x="197735" y="33647"/>
                  <a:pt x="195716" y="35477"/>
                  <a:pt x="192899" y="38527"/>
                </a:cubicBezTo>
                <a:close/>
                <a:moveTo>
                  <a:pt x="272976" y="25759"/>
                </a:moveTo>
                <a:lnTo>
                  <a:pt x="272976" y="54013"/>
                </a:lnTo>
                <a:cubicBezTo>
                  <a:pt x="272976" y="59409"/>
                  <a:pt x="273104" y="62710"/>
                  <a:pt x="273358" y="63914"/>
                </a:cubicBezTo>
                <a:cubicBezTo>
                  <a:pt x="273613" y="65119"/>
                  <a:pt x="274020" y="65959"/>
                  <a:pt x="274580" y="66434"/>
                </a:cubicBezTo>
                <a:cubicBezTo>
                  <a:pt x="275140" y="66910"/>
                  <a:pt x="275793" y="67147"/>
                  <a:pt x="276540" y="67147"/>
                </a:cubicBezTo>
                <a:cubicBezTo>
                  <a:pt x="277592" y="67147"/>
                  <a:pt x="278780" y="66859"/>
                  <a:pt x="280104" y="66282"/>
                </a:cubicBezTo>
                <a:lnTo>
                  <a:pt x="280816" y="68063"/>
                </a:lnTo>
                <a:lnTo>
                  <a:pt x="266868" y="73816"/>
                </a:lnTo>
                <a:lnTo>
                  <a:pt x="264577" y="73816"/>
                </a:lnTo>
                <a:lnTo>
                  <a:pt x="264577" y="63940"/>
                </a:lnTo>
                <a:cubicBezTo>
                  <a:pt x="260572" y="68284"/>
                  <a:pt x="257518" y="71016"/>
                  <a:pt x="255413" y="72136"/>
                </a:cubicBezTo>
                <a:cubicBezTo>
                  <a:pt x="253309" y="73256"/>
                  <a:pt x="251086" y="73816"/>
                  <a:pt x="248744" y="73816"/>
                </a:cubicBezTo>
                <a:cubicBezTo>
                  <a:pt x="246131" y="73816"/>
                  <a:pt x="243866" y="73061"/>
                  <a:pt x="241948" y="71551"/>
                </a:cubicBezTo>
                <a:cubicBezTo>
                  <a:pt x="240031" y="70040"/>
                  <a:pt x="238699" y="68097"/>
                  <a:pt x="237952" y="65722"/>
                </a:cubicBezTo>
                <a:cubicBezTo>
                  <a:pt x="237205" y="63346"/>
                  <a:pt x="236832" y="59986"/>
                  <a:pt x="236832" y="55642"/>
                </a:cubicBezTo>
                <a:lnTo>
                  <a:pt x="236832" y="34821"/>
                </a:lnTo>
                <a:cubicBezTo>
                  <a:pt x="236832" y="32615"/>
                  <a:pt x="236595" y="31088"/>
                  <a:pt x="236119" y="30239"/>
                </a:cubicBezTo>
                <a:cubicBezTo>
                  <a:pt x="235644" y="29391"/>
                  <a:pt x="234940" y="28737"/>
                  <a:pt x="234007" y="28279"/>
                </a:cubicBezTo>
                <a:cubicBezTo>
                  <a:pt x="233073" y="27821"/>
                  <a:pt x="231385" y="27609"/>
                  <a:pt x="228941" y="27643"/>
                </a:cubicBezTo>
                <a:lnTo>
                  <a:pt x="228941" y="25759"/>
                </a:lnTo>
                <a:lnTo>
                  <a:pt x="245283" y="25759"/>
                </a:lnTo>
                <a:lnTo>
                  <a:pt x="245283" y="56889"/>
                </a:lnTo>
                <a:cubicBezTo>
                  <a:pt x="245283" y="61223"/>
                  <a:pt x="246038" y="64067"/>
                  <a:pt x="247548" y="65421"/>
                </a:cubicBezTo>
                <a:cubicBezTo>
                  <a:pt x="249058" y="66775"/>
                  <a:pt x="250883" y="67453"/>
                  <a:pt x="253021" y="67453"/>
                </a:cubicBezTo>
                <a:cubicBezTo>
                  <a:pt x="254480" y="67453"/>
                  <a:pt x="256135" y="66995"/>
                  <a:pt x="257984" y="66081"/>
                </a:cubicBezTo>
                <a:cubicBezTo>
                  <a:pt x="259834" y="65167"/>
                  <a:pt x="262031" y="63424"/>
                  <a:pt x="264577" y="60852"/>
                </a:cubicBezTo>
                <a:lnTo>
                  <a:pt x="264577" y="34498"/>
                </a:lnTo>
                <a:cubicBezTo>
                  <a:pt x="264577" y="31857"/>
                  <a:pt x="264093" y="30072"/>
                  <a:pt x="263126" y="29141"/>
                </a:cubicBezTo>
                <a:cubicBezTo>
                  <a:pt x="262159" y="28210"/>
                  <a:pt x="260148" y="27711"/>
                  <a:pt x="257093" y="27643"/>
                </a:cubicBezTo>
                <a:lnTo>
                  <a:pt x="257093" y="25759"/>
                </a:lnTo>
                <a:lnTo>
                  <a:pt x="272976" y="25759"/>
                </a:lnTo>
                <a:close/>
                <a:moveTo>
                  <a:pt x="297769" y="10385"/>
                </a:moveTo>
                <a:lnTo>
                  <a:pt x="297769" y="25759"/>
                </a:lnTo>
                <a:lnTo>
                  <a:pt x="308663" y="25759"/>
                </a:lnTo>
                <a:lnTo>
                  <a:pt x="308663" y="29323"/>
                </a:lnTo>
                <a:lnTo>
                  <a:pt x="297769" y="29323"/>
                </a:lnTo>
                <a:lnTo>
                  <a:pt x="297769" y="59521"/>
                </a:lnTo>
                <a:cubicBezTo>
                  <a:pt x="297769" y="62538"/>
                  <a:pt x="298201" y="64572"/>
                  <a:pt x="299067" y="65623"/>
                </a:cubicBezTo>
                <a:cubicBezTo>
                  <a:pt x="299932" y="66673"/>
                  <a:pt x="301044" y="67198"/>
                  <a:pt x="302401" y="67198"/>
                </a:cubicBezTo>
                <a:cubicBezTo>
                  <a:pt x="303521" y="67198"/>
                  <a:pt x="304607" y="66850"/>
                  <a:pt x="305659" y="66154"/>
                </a:cubicBezTo>
                <a:cubicBezTo>
                  <a:pt x="306711" y="65459"/>
                  <a:pt x="307526" y="64432"/>
                  <a:pt x="308103" y="63075"/>
                </a:cubicBezTo>
                <a:lnTo>
                  <a:pt x="310088" y="63075"/>
                </a:lnTo>
                <a:cubicBezTo>
                  <a:pt x="308900" y="66410"/>
                  <a:pt x="307220" y="68933"/>
                  <a:pt x="305048" y="70642"/>
                </a:cubicBezTo>
                <a:cubicBezTo>
                  <a:pt x="302876" y="72351"/>
                  <a:pt x="300636" y="73205"/>
                  <a:pt x="298329" y="73205"/>
                </a:cubicBezTo>
                <a:cubicBezTo>
                  <a:pt x="296767" y="73205"/>
                  <a:pt x="295240" y="72772"/>
                  <a:pt x="293747" y="71905"/>
                </a:cubicBezTo>
                <a:cubicBezTo>
                  <a:pt x="292254" y="71039"/>
                  <a:pt x="291151" y="69799"/>
                  <a:pt x="290438" y="68186"/>
                </a:cubicBezTo>
                <a:cubicBezTo>
                  <a:pt x="289725" y="66572"/>
                  <a:pt x="289369" y="64083"/>
                  <a:pt x="289369" y="60718"/>
                </a:cubicBezTo>
                <a:lnTo>
                  <a:pt x="289369" y="29323"/>
                </a:lnTo>
                <a:lnTo>
                  <a:pt x="281987" y="29323"/>
                </a:lnTo>
                <a:lnTo>
                  <a:pt x="281987" y="27643"/>
                </a:lnTo>
                <a:cubicBezTo>
                  <a:pt x="283854" y="26894"/>
                  <a:pt x="285763" y="25626"/>
                  <a:pt x="287714" y="23839"/>
                </a:cubicBezTo>
                <a:cubicBezTo>
                  <a:pt x="289666" y="22052"/>
                  <a:pt x="291405" y="19933"/>
                  <a:pt x="292932" y="17482"/>
                </a:cubicBezTo>
                <a:cubicBezTo>
                  <a:pt x="293713" y="16189"/>
                  <a:pt x="294799" y="13824"/>
                  <a:pt x="296190" y="10385"/>
                </a:cubicBezTo>
                <a:lnTo>
                  <a:pt x="297769" y="10385"/>
                </a:lnTo>
                <a:close/>
                <a:moveTo>
                  <a:pt x="321395" y="43373"/>
                </a:moveTo>
                <a:cubicBezTo>
                  <a:pt x="321361" y="50281"/>
                  <a:pt x="323041" y="55699"/>
                  <a:pt x="326435" y="59627"/>
                </a:cubicBezTo>
                <a:cubicBezTo>
                  <a:pt x="329829" y="63554"/>
                  <a:pt x="333816" y="65518"/>
                  <a:pt x="338398" y="65518"/>
                </a:cubicBezTo>
                <a:cubicBezTo>
                  <a:pt x="341452" y="65518"/>
                  <a:pt x="344108" y="64678"/>
                  <a:pt x="346365" y="62998"/>
                </a:cubicBezTo>
                <a:cubicBezTo>
                  <a:pt x="348622" y="61318"/>
                  <a:pt x="350514" y="58442"/>
                  <a:pt x="352041" y="54369"/>
                </a:cubicBezTo>
                <a:lnTo>
                  <a:pt x="353619" y="55387"/>
                </a:lnTo>
                <a:cubicBezTo>
                  <a:pt x="352907" y="60037"/>
                  <a:pt x="350836" y="64271"/>
                  <a:pt x="347409" y="68089"/>
                </a:cubicBezTo>
                <a:cubicBezTo>
                  <a:pt x="343981" y="71907"/>
                  <a:pt x="339688" y="73816"/>
                  <a:pt x="334529" y="73816"/>
                </a:cubicBezTo>
                <a:cubicBezTo>
                  <a:pt x="328929" y="73816"/>
                  <a:pt x="324135" y="71640"/>
                  <a:pt x="320148" y="67289"/>
                </a:cubicBezTo>
                <a:cubicBezTo>
                  <a:pt x="316160" y="62936"/>
                  <a:pt x="314166" y="57085"/>
                  <a:pt x="314166" y="49735"/>
                </a:cubicBezTo>
                <a:cubicBezTo>
                  <a:pt x="314166" y="41777"/>
                  <a:pt x="316211" y="35571"/>
                  <a:pt x="320300" y="31117"/>
                </a:cubicBezTo>
                <a:cubicBezTo>
                  <a:pt x="324390" y="26663"/>
                  <a:pt x="329523" y="24436"/>
                  <a:pt x="335700" y="24436"/>
                </a:cubicBezTo>
                <a:cubicBezTo>
                  <a:pt x="340926" y="24436"/>
                  <a:pt x="345220" y="26154"/>
                  <a:pt x="348579" y="29590"/>
                </a:cubicBezTo>
                <a:cubicBezTo>
                  <a:pt x="351939" y="33025"/>
                  <a:pt x="353619" y="37620"/>
                  <a:pt x="353619" y="43373"/>
                </a:cubicBezTo>
                <a:lnTo>
                  <a:pt x="321395" y="43373"/>
                </a:lnTo>
                <a:moveTo>
                  <a:pt x="321395" y="40421"/>
                </a:moveTo>
                <a:lnTo>
                  <a:pt x="342980" y="40421"/>
                </a:lnTo>
                <a:cubicBezTo>
                  <a:pt x="342810" y="37434"/>
                  <a:pt x="342454" y="35330"/>
                  <a:pt x="341911" y="34108"/>
                </a:cubicBezTo>
                <a:cubicBezTo>
                  <a:pt x="341062" y="32208"/>
                  <a:pt x="339798" y="30714"/>
                  <a:pt x="338118" y="29628"/>
                </a:cubicBezTo>
                <a:cubicBezTo>
                  <a:pt x="336438" y="28542"/>
                  <a:pt x="334682" y="27999"/>
                  <a:pt x="332849" y="27999"/>
                </a:cubicBezTo>
                <a:cubicBezTo>
                  <a:pt x="330032" y="27999"/>
                  <a:pt x="327512" y="29094"/>
                  <a:pt x="325289" y="31283"/>
                </a:cubicBezTo>
                <a:cubicBezTo>
                  <a:pt x="323066" y="33472"/>
                  <a:pt x="321768" y="36518"/>
                  <a:pt x="321395" y="40421"/>
                </a:cubicBezTo>
                <a:close/>
                <a:moveTo>
                  <a:pt x="422149" y="24436"/>
                </a:moveTo>
                <a:lnTo>
                  <a:pt x="422149" y="40217"/>
                </a:lnTo>
                <a:lnTo>
                  <a:pt x="420469" y="40217"/>
                </a:lnTo>
                <a:cubicBezTo>
                  <a:pt x="419179" y="35267"/>
                  <a:pt x="417525" y="31901"/>
                  <a:pt x="415505" y="30117"/>
                </a:cubicBezTo>
                <a:cubicBezTo>
                  <a:pt x="413486" y="28332"/>
                  <a:pt x="410915" y="27439"/>
                  <a:pt x="407793" y="27439"/>
                </a:cubicBezTo>
                <a:cubicBezTo>
                  <a:pt x="405417" y="27439"/>
                  <a:pt x="403500" y="28067"/>
                  <a:pt x="402040" y="29321"/>
                </a:cubicBezTo>
                <a:cubicBezTo>
                  <a:pt x="400581" y="30575"/>
                  <a:pt x="399851" y="31965"/>
                  <a:pt x="399851" y="33491"/>
                </a:cubicBezTo>
                <a:cubicBezTo>
                  <a:pt x="399851" y="35389"/>
                  <a:pt x="400394" y="37016"/>
                  <a:pt x="401480" y="38372"/>
                </a:cubicBezTo>
                <a:cubicBezTo>
                  <a:pt x="402532" y="39762"/>
                  <a:pt x="404670" y="41237"/>
                  <a:pt x="407895" y="42796"/>
                </a:cubicBezTo>
                <a:lnTo>
                  <a:pt x="415327" y="46407"/>
                </a:lnTo>
                <a:cubicBezTo>
                  <a:pt x="422217" y="49763"/>
                  <a:pt x="425661" y="54187"/>
                  <a:pt x="425661" y="59680"/>
                </a:cubicBezTo>
                <a:cubicBezTo>
                  <a:pt x="425661" y="63917"/>
                  <a:pt x="424058" y="67332"/>
                  <a:pt x="420851" y="69926"/>
                </a:cubicBezTo>
                <a:cubicBezTo>
                  <a:pt x="417643" y="72519"/>
                  <a:pt x="414054" y="73816"/>
                  <a:pt x="410084" y="73816"/>
                </a:cubicBezTo>
                <a:cubicBezTo>
                  <a:pt x="407233" y="73816"/>
                  <a:pt x="403975" y="73307"/>
                  <a:pt x="400309" y="72289"/>
                </a:cubicBezTo>
                <a:cubicBezTo>
                  <a:pt x="399189" y="71949"/>
                  <a:pt x="398273" y="71780"/>
                  <a:pt x="397560" y="71780"/>
                </a:cubicBezTo>
                <a:cubicBezTo>
                  <a:pt x="396780" y="71780"/>
                  <a:pt x="396169" y="72221"/>
                  <a:pt x="395728" y="73103"/>
                </a:cubicBezTo>
                <a:lnTo>
                  <a:pt x="394048" y="73103"/>
                </a:lnTo>
                <a:lnTo>
                  <a:pt x="394048" y="56406"/>
                </a:lnTo>
                <a:lnTo>
                  <a:pt x="395728" y="56406"/>
                </a:lnTo>
                <a:cubicBezTo>
                  <a:pt x="396678" y="61174"/>
                  <a:pt x="398494" y="64767"/>
                  <a:pt x="401175" y="67185"/>
                </a:cubicBezTo>
                <a:cubicBezTo>
                  <a:pt x="403856" y="69603"/>
                  <a:pt x="406860" y="70812"/>
                  <a:pt x="410185" y="70812"/>
                </a:cubicBezTo>
                <a:cubicBezTo>
                  <a:pt x="412527" y="70812"/>
                  <a:pt x="414436" y="70126"/>
                  <a:pt x="415913" y="68754"/>
                </a:cubicBezTo>
                <a:cubicBezTo>
                  <a:pt x="417389" y="67380"/>
                  <a:pt x="418127" y="65728"/>
                  <a:pt x="418127" y="63795"/>
                </a:cubicBezTo>
                <a:cubicBezTo>
                  <a:pt x="418127" y="61456"/>
                  <a:pt x="417304" y="59489"/>
                  <a:pt x="415658" y="57896"/>
                </a:cubicBezTo>
                <a:cubicBezTo>
                  <a:pt x="414012" y="56303"/>
                  <a:pt x="410728" y="54287"/>
                  <a:pt x="405807" y="51846"/>
                </a:cubicBezTo>
                <a:cubicBezTo>
                  <a:pt x="400886" y="49405"/>
                  <a:pt x="397662" y="47201"/>
                  <a:pt x="396135" y="45235"/>
                </a:cubicBezTo>
                <a:cubicBezTo>
                  <a:pt x="394608" y="43302"/>
                  <a:pt x="393844" y="40861"/>
                  <a:pt x="393844" y="37912"/>
                </a:cubicBezTo>
                <a:cubicBezTo>
                  <a:pt x="393844" y="34081"/>
                  <a:pt x="395159" y="30878"/>
                  <a:pt x="397789" y="28301"/>
                </a:cubicBezTo>
                <a:cubicBezTo>
                  <a:pt x="400420" y="25724"/>
                  <a:pt x="403822" y="24436"/>
                  <a:pt x="407996" y="24436"/>
                </a:cubicBezTo>
                <a:cubicBezTo>
                  <a:pt x="409829" y="24436"/>
                  <a:pt x="412052" y="24826"/>
                  <a:pt x="414665" y="25607"/>
                </a:cubicBezTo>
                <a:cubicBezTo>
                  <a:pt x="416396" y="26116"/>
                  <a:pt x="417550" y="26370"/>
                  <a:pt x="418127" y="26370"/>
                </a:cubicBezTo>
                <a:cubicBezTo>
                  <a:pt x="418670" y="26370"/>
                  <a:pt x="419094" y="26251"/>
                  <a:pt x="419400" y="26014"/>
                </a:cubicBezTo>
                <a:cubicBezTo>
                  <a:pt x="419705" y="25776"/>
                  <a:pt x="420062" y="25250"/>
                  <a:pt x="420469" y="24436"/>
                </a:cubicBezTo>
                <a:lnTo>
                  <a:pt x="422149" y="24436"/>
                </a:lnTo>
                <a:close/>
                <a:moveTo>
                  <a:pt x="440033" y="43373"/>
                </a:moveTo>
                <a:cubicBezTo>
                  <a:pt x="439999" y="50281"/>
                  <a:pt x="441679" y="55699"/>
                  <a:pt x="445072" y="59627"/>
                </a:cubicBezTo>
                <a:cubicBezTo>
                  <a:pt x="448466" y="63554"/>
                  <a:pt x="452454" y="65518"/>
                  <a:pt x="457036" y="65518"/>
                </a:cubicBezTo>
                <a:cubicBezTo>
                  <a:pt x="460090" y="65518"/>
                  <a:pt x="462746" y="64678"/>
                  <a:pt x="465003" y="62998"/>
                </a:cubicBezTo>
                <a:cubicBezTo>
                  <a:pt x="467260" y="61318"/>
                  <a:pt x="469152" y="58442"/>
                  <a:pt x="470679" y="54369"/>
                </a:cubicBezTo>
                <a:lnTo>
                  <a:pt x="472257" y="55387"/>
                </a:lnTo>
                <a:cubicBezTo>
                  <a:pt x="471544" y="60037"/>
                  <a:pt x="469474" y="64271"/>
                  <a:pt x="466046" y="68089"/>
                </a:cubicBezTo>
                <a:cubicBezTo>
                  <a:pt x="462619" y="71907"/>
                  <a:pt x="458325" y="73816"/>
                  <a:pt x="453167" y="73816"/>
                </a:cubicBezTo>
                <a:cubicBezTo>
                  <a:pt x="447567" y="73816"/>
                  <a:pt x="442773" y="71640"/>
                  <a:pt x="438785" y="67289"/>
                </a:cubicBezTo>
                <a:cubicBezTo>
                  <a:pt x="434798" y="62936"/>
                  <a:pt x="432804" y="57085"/>
                  <a:pt x="432804" y="49735"/>
                </a:cubicBezTo>
                <a:cubicBezTo>
                  <a:pt x="432804" y="41777"/>
                  <a:pt x="434848" y="35571"/>
                  <a:pt x="438938" y="31117"/>
                </a:cubicBezTo>
                <a:cubicBezTo>
                  <a:pt x="443028" y="26663"/>
                  <a:pt x="448161" y="24436"/>
                  <a:pt x="454338" y="24436"/>
                </a:cubicBezTo>
                <a:cubicBezTo>
                  <a:pt x="459564" y="24436"/>
                  <a:pt x="463857" y="26154"/>
                  <a:pt x="467217" y="29590"/>
                </a:cubicBezTo>
                <a:cubicBezTo>
                  <a:pt x="470577" y="33025"/>
                  <a:pt x="472257" y="37620"/>
                  <a:pt x="472257" y="43373"/>
                </a:cubicBezTo>
                <a:lnTo>
                  <a:pt x="440033" y="43373"/>
                </a:lnTo>
                <a:moveTo>
                  <a:pt x="440033" y="40421"/>
                </a:moveTo>
                <a:lnTo>
                  <a:pt x="461617" y="40421"/>
                </a:lnTo>
                <a:cubicBezTo>
                  <a:pt x="461448" y="37434"/>
                  <a:pt x="461091" y="35330"/>
                  <a:pt x="460548" y="34108"/>
                </a:cubicBezTo>
                <a:cubicBezTo>
                  <a:pt x="459700" y="32208"/>
                  <a:pt x="458436" y="30714"/>
                  <a:pt x="456756" y="29628"/>
                </a:cubicBezTo>
                <a:cubicBezTo>
                  <a:pt x="455076" y="28542"/>
                  <a:pt x="453319" y="27999"/>
                  <a:pt x="451487" y="27999"/>
                </a:cubicBezTo>
                <a:cubicBezTo>
                  <a:pt x="448670" y="27999"/>
                  <a:pt x="446150" y="29094"/>
                  <a:pt x="443927" y="31283"/>
                </a:cubicBezTo>
                <a:cubicBezTo>
                  <a:pt x="441704" y="33472"/>
                  <a:pt x="440406" y="36518"/>
                  <a:pt x="440033" y="40421"/>
                </a:cubicBezTo>
                <a:close/>
                <a:moveTo>
                  <a:pt x="475530" y="30346"/>
                </a:moveTo>
                <a:lnTo>
                  <a:pt x="489886" y="24537"/>
                </a:lnTo>
                <a:lnTo>
                  <a:pt x="491821" y="24537"/>
                </a:lnTo>
                <a:lnTo>
                  <a:pt x="491821" y="35432"/>
                </a:lnTo>
                <a:cubicBezTo>
                  <a:pt x="494230" y="31325"/>
                  <a:pt x="496649" y="28466"/>
                  <a:pt x="499075" y="26854"/>
                </a:cubicBezTo>
                <a:cubicBezTo>
                  <a:pt x="501502" y="25242"/>
                  <a:pt x="504056" y="24436"/>
                  <a:pt x="506737" y="24436"/>
                </a:cubicBezTo>
                <a:cubicBezTo>
                  <a:pt x="511420" y="24436"/>
                  <a:pt x="515323" y="26266"/>
                  <a:pt x="518446" y="29927"/>
                </a:cubicBezTo>
                <a:cubicBezTo>
                  <a:pt x="522281" y="34403"/>
                  <a:pt x="524198" y="40234"/>
                  <a:pt x="524198" y="47422"/>
                </a:cubicBezTo>
                <a:cubicBezTo>
                  <a:pt x="524198" y="55457"/>
                  <a:pt x="521890" y="62102"/>
                  <a:pt x="517275" y="67357"/>
                </a:cubicBezTo>
                <a:cubicBezTo>
                  <a:pt x="513474" y="71663"/>
                  <a:pt x="508688" y="73816"/>
                  <a:pt x="502919" y="73816"/>
                </a:cubicBezTo>
                <a:cubicBezTo>
                  <a:pt x="500407" y="73816"/>
                  <a:pt x="498235" y="73460"/>
                  <a:pt x="496403" y="72747"/>
                </a:cubicBezTo>
                <a:cubicBezTo>
                  <a:pt x="495045" y="72238"/>
                  <a:pt x="493518" y="71220"/>
                  <a:pt x="491821" y="69692"/>
                </a:cubicBezTo>
                <a:lnTo>
                  <a:pt x="491821" y="83896"/>
                </a:lnTo>
                <a:cubicBezTo>
                  <a:pt x="491821" y="87086"/>
                  <a:pt x="492016" y="89114"/>
                  <a:pt x="492406" y="89979"/>
                </a:cubicBezTo>
                <a:cubicBezTo>
                  <a:pt x="492797" y="90845"/>
                  <a:pt x="493475" y="91532"/>
                  <a:pt x="494443" y="92041"/>
                </a:cubicBezTo>
                <a:cubicBezTo>
                  <a:pt x="495410" y="92550"/>
                  <a:pt x="497166" y="92805"/>
                  <a:pt x="499712" y="92805"/>
                </a:cubicBezTo>
                <a:lnTo>
                  <a:pt x="499712" y="94688"/>
                </a:lnTo>
                <a:lnTo>
                  <a:pt x="475276" y="94688"/>
                </a:lnTo>
                <a:lnTo>
                  <a:pt x="475276" y="92805"/>
                </a:lnTo>
                <a:lnTo>
                  <a:pt x="476549" y="92805"/>
                </a:lnTo>
                <a:cubicBezTo>
                  <a:pt x="478415" y="92838"/>
                  <a:pt x="480010" y="92482"/>
                  <a:pt x="481334" y="91734"/>
                </a:cubicBezTo>
                <a:cubicBezTo>
                  <a:pt x="481979" y="91361"/>
                  <a:pt x="482479" y="90758"/>
                  <a:pt x="482836" y="89925"/>
                </a:cubicBezTo>
                <a:cubicBezTo>
                  <a:pt x="483192" y="89094"/>
                  <a:pt x="483370" y="86980"/>
                  <a:pt x="483370" y="83584"/>
                </a:cubicBezTo>
                <a:lnTo>
                  <a:pt x="483370" y="39465"/>
                </a:lnTo>
                <a:cubicBezTo>
                  <a:pt x="483370" y="36442"/>
                  <a:pt x="483234" y="34523"/>
                  <a:pt x="482963" y="33709"/>
                </a:cubicBezTo>
                <a:cubicBezTo>
                  <a:pt x="482691" y="32893"/>
                  <a:pt x="482259" y="32282"/>
                  <a:pt x="481665" y="31875"/>
                </a:cubicBezTo>
                <a:cubicBezTo>
                  <a:pt x="481071" y="31466"/>
                  <a:pt x="480265" y="31262"/>
                  <a:pt x="479247" y="31262"/>
                </a:cubicBezTo>
                <a:cubicBezTo>
                  <a:pt x="478432" y="31262"/>
                  <a:pt x="477397" y="31500"/>
                  <a:pt x="476141" y="31975"/>
                </a:cubicBezTo>
                <a:lnTo>
                  <a:pt x="475530" y="30346"/>
                </a:lnTo>
                <a:moveTo>
                  <a:pt x="491821" y="38527"/>
                </a:moveTo>
                <a:lnTo>
                  <a:pt x="491821" y="55916"/>
                </a:lnTo>
                <a:cubicBezTo>
                  <a:pt x="491821" y="59679"/>
                  <a:pt x="491974" y="62153"/>
                  <a:pt x="492279" y="63339"/>
                </a:cubicBezTo>
                <a:cubicBezTo>
                  <a:pt x="492754" y="65305"/>
                  <a:pt x="493917" y="67034"/>
                  <a:pt x="495766" y="68525"/>
                </a:cubicBezTo>
                <a:cubicBezTo>
                  <a:pt x="497616" y="70016"/>
                  <a:pt x="499949" y="70762"/>
                  <a:pt x="502766" y="70762"/>
                </a:cubicBezTo>
                <a:cubicBezTo>
                  <a:pt x="506160" y="70762"/>
                  <a:pt x="508909" y="69440"/>
                  <a:pt x="511013" y="66796"/>
                </a:cubicBezTo>
                <a:cubicBezTo>
                  <a:pt x="513762" y="63339"/>
                  <a:pt x="515137" y="58475"/>
                  <a:pt x="515137" y="52204"/>
                </a:cubicBezTo>
                <a:cubicBezTo>
                  <a:pt x="515137" y="45087"/>
                  <a:pt x="513575" y="39613"/>
                  <a:pt x="510453" y="35783"/>
                </a:cubicBezTo>
                <a:cubicBezTo>
                  <a:pt x="508281" y="33139"/>
                  <a:pt x="505702" y="31817"/>
                  <a:pt x="502715" y="31817"/>
                </a:cubicBezTo>
                <a:cubicBezTo>
                  <a:pt x="501086" y="31817"/>
                  <a:pt x="499474" y="32224"/>
                  <a:pt x="497879" y="33037"/>
                </a:cubicBezTo>
                <a:cubicBezTo>
                  <a:pt x="496657" y="33647"/>
                  <a:pt x="494638" y="35477"/>
                  <a:pt x="491821" y="38527"/>
                </a:cubicBezTo>
                <a:close/>
                <a:moveTo>
                  <a:pt x="557441" y="65671"/>
                </a:moveTo>
                <a:cubicBezTo>
                  <a:pt x="552655" y="69370"/>
                  <a:pt x="549652" y="71508"/>
                  <a:pt x="548430" y="72085"/>
                </a:cubicBezTo>
                <a:cubicBezTo>
                  <a:pt x="546597" y="72968"/>
                  <a:pt x="544646" y="73409"/>
                  <a:pt x="542576" y="73409"/>
                </a:cubicBezTo>
                <a:cubicBezTo>
                  <a:pt x="539352" y="73409"/>
                  <a:pt x="536696" y="72306"/>
                  <a:pt x="534609" y="70100"/>
                </a:cubicBezTo>
                <a:cubicBezTo>
                  <a:pt x="532521" y="67894"/>
                  <a:pt x="531478" y="64992"/>
                  <a:pt x="531478" y="61395"/>
                </a:cubicBezTo>
                <a:cubicBezTo>
                  <a:pt x="531478" y="59121"/>
                  <a:pt x="531987" y="57152"/>
                  <a:pt x="533005" y="55489"/>
                </a:cubicBezTo>
                <a:cubicBezTo>
                  <a:pt x="534397" y="53181"/>
                  <a:pt x="536815" y="51009"/>
                  <a:pt x="540259" y="48973"/>
                </a:cubicBezTo>
                <a:cubicBezTo>
                  <a:pt x="543704" y="46937"/>
                  <a:pt x="549431" y="44459"/>
                  <a:pt x="557441" y="41541"/>
                </a:cubicBezTo>
                <a:lnTo>
                  <a:pt x="557441" y="39708"/>
                </a:lnTo>
                <a:cubicBezTo>
                  <a:pt x="557441" y="35058"/>
                  <a:pt x="556703" y="31868"/>
                  <a:pt x="555226" y="30137"/>
                </a:cubicBezTo>
                <a:cubicBezTo>
                  <a:pt x="553750" y="28406"/>
                  <a:pt x="551603" y="27541"/>
                  <a:pt x="548786" y="27541"/>
                </a:cubicBezTo>
                <a:cubicBezTo>
                  <a:pt x="546648" y="27541"/>
                  <a:pt x="544951" y="28116"/>
                  <a:pt x="543696" y="29266"/>
                </a:cubicBezTo>
                <a:cubicBezTo>
                  <a:pt x="542406" y="30415"/>
                  <a:pt x="541761" y="31734"/>
                  <a:pt x="541761" y="33222"/>
                </a:cubicBezTo>
                <a:lnTo>
                  <a:pt x="541863" y="36163"/>
                </a:lnTo>
                <a:cubicBezTo>
                  <a:pt x="541863" y="37718"/>
                  <a:pt x="541464" y="38918"/>
                  <a:pt x="540667" y="39764"/>
                </a:cubicBezTo>
                <a:cubicBezTo>
                  <a:pt x="539869" y="40609"/>
                  <a:pt x="538825" y="41032"/>
                  <a:pt x="537536" y="41032"/>
                </a:cubicBezTo>
                <a:cubicBezTo>
                  <a:pt x="536280" y="41032"/>
                  <a:pt x="535253" y="40592"/>
                  <a:pt x="534456" y="39713"/>
                </a:cubicBezTo>
                <a:cubicBezTo>
                  <a:pt x="533658" y="38832"/>
                  <a:pt x="533260" y="37631"/>
                  <a:pt x="533260" y="36108"/>
                </a:cubicBezTo>
                <a:cubicBezTo>
                  <a:pt x="533260" y="33199"/>
                  <a:pt x="534753" y="30526"/>
                  <a:pt x="537739" y="28090"/>
                </a:cubicBezTo>
                <a:cubicBezTo>
                  <a:pt x="540726" y="25654"/>
                  <a:pt x="544917" y="24436"/>
                  <a:pt x="550314" y="24436"/>
                </a:cubicBezTo>
                <a:cubicBezTo>
                  <a:pt x="554454" y="24436"/>
                  <a:pt x="557848" y="25130"/>
                  <a:pt x="560495" y="26520"/>
                </a:cubicBezTo>
                <a:cubicBezTo>
                  <a:pt x="562498" y="27571"/>
                  <a:pt x="563974" y="29215"/>
                  <a:pt x="564924" y="31453"/>
                </a:cubicBezTo>
                <a:cubicBezTo>
                  <a:pt x="565535" y="32910"/>
                  <a:pt x="565840" y="35893"/>
                  <a:pt x="565840" y="40402"/>
                </a:cubicBezTo>
                <a:lnTo>
                  <a:pt x="565840" y="56215"/>
                </a:lnTo>
                <a:cubicBezTo>
                  <a:pt x="565840" y="60655"/>
                  <a:pt x="565925" y="63376"/>
                  <a:pt x="566095" y="64376"/>
                </a:cubicBezTo>
                <a:cubicBezTo>
                  <a:pt x="566265" y="65376"/>
                  <a:pt x="566545" y="66046"/>
                  <a:pt x="566935" y="66385"/>
                </a:cubicBezTo>
                <a:cubicBezTo>
                  <a:pt x="567325" y="66723"/>
                  <a:pt x="567775" y="66893"/>
                  <a:pt x="568284" y="66893"/>
                </a:cubicBezTo>
                <a:cubicBezTo>
                  <a:pt x="568827" y="66893"/>
                  <a:pt x="569302" y="66774"/>
                  <a:pt x="569709" y="66536"/>
                </a:cubicBezTo>
                <a:cubicBezTo>
                  <a:pt x="570422" y="66095"/>
                  <a:pt x="571797" y="64856"/>
                  <a:pt x="573833" y="62820"/>
                </a:cubicBezTo>
                <a:lnTo>
                  <a:pt x="573833" y="65671"/>
                </a:lnTo>
                <a:cubicBezTo>
                  <a:pt x="570032" y="70762"/>
                  <a:pt x="566400" y="73307"/>
                  <a:pt x="562939" y="73307"/>
                </a:cubicBezTo>
                <a:cubicBezTo>
                  <a:pt x="561276" y="73307"/>
                  <a:pt x="559952" y="72730"/>
                  <a:pt x="558968" y="71576"/>
                </a:cubicBezTo>
                <a:cubicBezTo>
                  <a:pt x="557984" y="70422"/>
                  <a:pt x="557475" y="68454"/>
                  <a:pt x="557441" y="65671"/>
                </a:cubicBezTo>
                <a:moveTo>
                  <a:pt x="557441" y="62333"/>
                </a:moveTo>
                <a:lnTo>
                  <a:pt x="557441" y="44646"/>
                </a:lnTo>
                <a:cubicBezTo>
                  <a:pt x="552316" y="46673"/>
                  <a:pt x="549007" y="48109"/>
                  <a:pt x="547514" y="48954"/>
                </a:cubicBezTo>
                <a:cubicBezTo>
                  <a:pt x="544833" y="50441"/>
                  <a:pt x="542915" y="51995"/>
                  <a:pt x="541761" y="53617"/>
                </a:cubicBezTo>
                <a:cubicBezTo>
                  <a:pt x="540607" y="55238"/>
                  <a:pt x="540030" y="57012"/>
                  <a:pt x="540030" y="58938"/>
                </a:cubicBezTo>
                <a:cubicBezTo>
                  <a:pt x="540030" y="61371"/>
                  <a:pt x="540760" y="63390"/>
                  <a:pt x="542219" y="64995"/>
                </a:cubicBezTo>
                <a:cubicBezTo>
                  <a:pt x="543679" y="66599"/>
                  <a:pt x="545359" y="67402"/>
                  <a:pt x="547259" y="67402"/>
                </a:cubicBezTo>
                <a:cubicBezTo>
                  <a:pt x="549838" y="67402"/>
                  <a:pt x="553232" y="65712"/>
                  <a:pt x="557441" y="62333"/>
                </a:cubicBezTo>
                <a:close/>
                <a:moveTo>
                  <a:pt x="591360" y="24436"/>
                </a:moveTo>
                <a:lnTo>
                  <a:pt x="591360" y="34923"/>
                </a:lnTo>
                <a:cubicBezTo>
                  <a:pt x="595263" y="27931"/>
                  <a:pt x="599268" y="24436"/>
                  <a:pt x="603375" y="24436"/>
                </a:cubicBezTo>
                <a:cubicBezTo>
                  <a:pt x="605241" y="24436"/>
                  <a:pt x="606785" y="25004"/>
                  <a:pt x="608007" y="26141"/>
                </a:cubicBezTo>
                <a:cubicBezTo>
                  <a:pt x="609229" y="27278"/>
                  <a:pt x="609840" y="28593"/>
                  <a:pt x="609840" y="30086"/>
                </a:cubicBezTo>
                <a:cubicBezTo>
                  <a:pt x="609840" y="31410"/>
                  <a:pt x="609399" y="32530"/>
                  <a:pt x="608516" y="33446"/>
                </a:cubicBezTo>
                <a:cubicBezTo>
                  <a:pt x="607634" y="34363"/>
                  <a:pt x="606582" y="34821"/>
                  <a:pt x="605360" y="34821"/>
                </a:cubicBezTo>
                <a:cubicBezTo>
                  <a:pt x="604172" y="34821"/>
                  <a:pt x="602840" y="34235"/>
                  <a:pt x="601364" y="33064"/>
                </a:cubicBezTo>
                <a:cubicBezTo>
                  <a:pt x="599887" y="31894"/>
                  <a:pt x="598793" y="31308"/>
                  <a:pt x="598080" y="31308"/>
                </a:cubicBezTo>
                <a:cubicBezTo>
                  <a:pt x="597469" y="31308"/>
                  <a:pt x="596807" y="31646"/>
                  <a:pt x="596095" y="32323"/>
                </a:cubicBezTo>
                <a:cubicBezTo>
                  <a:pt x="594568" y="33711"/>
                  <a:pt x="592989" y="35996"/>
                  <a:pt x="591360" y="39178"/>
                </a:cubicBezTo>
                <a:lnTo>
                  <a:pt x="591360" y="61469"/>
                </a:lnTo>
                <a:cubicBezTo>
                  <a:pt x="591360" y="64041"/>
                  <a:pt x="591683" y="65987"/>
                  <a:pt x="592328" y="67308"/>
                </a:cubicBezTo>
                <a:cubicBezTo>
                  <a:pt x="592769" y="68222"/>
                  <a:pt x="593549" y="68984"/>
                  <a:pt x="594669" y="69594"/>
                </a:cubicBezTo>
                <a:cubicBezTo>
                  <a:pt x="595789" y="70203"/>
                  <a:pt x="597401" y="70507"/>
                  <a:pt x="599506" y="70507"/>
                </a:cubicBezTo>
                <a:lnTo>
                  <a:pt x="599506" y="72391"/>
                </a:lnTo>
                <a:lnTo>
                  <a:pt x="575630" y="72391"/>
                </a:lnTo>
                <a:lnTo>
                  <a:pt x="575630" y="70507"/>
                </a:lnTo>
                <a:cubicBezTo>
                  <a:pt x="578006" y="70507"/>
                  <a:pt x="579770" y="70135"/>
                  <a:pt x="580924" y="69390"/>
                </a:cubicBezTo>
                <a:cubicBezTo>
                  <a:pt x="581773" y="68848"/>
                  <a:pt x="582367" y="67984"/>
                  <a:pt x="582706" y="66799"/>
                </a:cubicBezTo>
                <a:cubicBezTo>
                  <a:pt x="582876" y="66223"/>
                  <a:pt x="582961" y="64581"/>
                  <a:pt x="582961" y="61872"/>
                </a:cubicBezTo>
                <a:lnTo>
                  <a:pt x="582961" y="43839"/>
                </a:lnTo>
                <a:cubicBezTo>
                  <a:pt x="582961" y="38421"/>
                  <a:pt x="582850" y="35196"/>
                  <a:pt x="582630" y="34164"/>
                </a:cubicBezTo>
                <a:cubicBezTo>
                  <a:pt x="582409" y="33131"/>
                  <a:pt x="582002" y="32377"/>
                  <a:pt x="581408" y="31903"/>
                </a:cubicBezTo>
                <a:cubicBezTo>
                  <a:pt x="580814" y="31429"/>
                  <a:pt x="580076" y="31192"/>
                  <a:pt x="579193" y="31192"/>
                </a:cubicBezTo>
                <a:cubicBezTo>
                  <a:pt x="578141" y="31192"/>
                  <a:pt x="576954" y="31446"/>
                  <a:pt x="575630" y="31954"/>
                </a:cubicBezTo>
                <a:lnTo>
                  <a:pt x="575121" y="30125"/>
                </a:lnTo>
                <a:lnTo>
                  <a:pt x="589222" y="24436"/>
                </a:lnTo>
                <a:lnTo>
                  <a:pt x="591360" y="24436"/>
                </a:lnTo>
                <a:close/>
                <a:moveTo>
                  <a:pt x="638888" y="65671"/>
                </a:moveTo>
                <a:cubicBezTo>
                  <a:pt x="634102" y="69370"/>
                  <a:pt x="631099" y="71508"/>
                  <a:pt x="629877" y="72085"/>
                </a:cubicBezTo>
                <a:cubicBezTo>
                  <a:pt x="628044" y="72968"/>
                  <a:pt x="626093" y="73409"/>
                  <a:pt x="624023" y="73409"/>
                </a:cubicBezTo>
                <a:cubicBezTo>
                  <a:pt x="620798" y="73409"/>
                  <a:pt x="618143" y="72306"/>
                  <a:pt x="616056" y="70100"/>
                </a:cubicBezTo>
                <a:cubicBezTo>
                  <a:pt x="613968" y="67894"/>
                  <a:pt x="612925" y="64992"/>
                  <a:pt x="612925" y="61395"/>
                </a:cubicBezTo>
                <a:cubicBezTo>
                  <a:pt x="612925" y="59121"/>
                  <a:pt x="613434" y="57152"/>
                  <a:pt x="614452" y="55489"/>
                </a:cubicBezTo>
                <a:cubicBezTo>
                  <a:pt x="615843" y="53181"/>
                  <a:pt x="618262" y="51009"/>
                  <a:pt x="621706" y="48973"/>
                </a:cubicBezTo>
                <a:cubicBezTo>
                  <a:pt x="625151" y="46937"/>
                  <a:pt x="630878" y="44459"/>
                  <a:pt x="638888" y="41541"/>
                </a:cubicBezTo>
                <a:lnTo>
                  <a:pt x="638888" y="39708"/>
                </a:lnTo>
                <a:cubicBezTo>
                  <a:pt x="638888" y="35058"/>
                  <a:pt x="638149" y="31868"/>
                  <a:pt x="636673" y="30137"/>
                </a:cubicBezTo>
                <a:cubicBezTo>
                  <a:pt x="635197" y="28406"/>
                  <a:pt x="633050" y="27541"/>
                  <a:pt x="630233" y="27541"/>
                </a:cubicBezTo>
                <a:cubicBezTo>
                  <a:pt x="628095" y="27541"/>
                  <a:pt x="626398" y="28116"/>
                  <a:pt x="625143" y="29266"/>
                </a:cubicBezTo>
                <a:cubicBezTo>
                  <a:pt x="623853" y="30415"/>
                  <a:pt x="623208" y="31734"/>
                  <a:pt x="623208" y="33222"/>
                </a:cubicBezTo>
                <a:lnTo>
                  <a:pt x="623310" y="36163"/>
                </a:lnTo>
                <a:cubicBezTo>
                  <a:pt x="623310" y="37718"/>
                  <a:pt x="622911" y="38918"/>
                  <a:pt x="622114" y="39764"/>
                </a:cubicBezTo>
                <a:cubicBezTo>
                  <a:pt x="621316" y="40609"/>
                  <a:pt x="620272" y="41032"/>
                  <a:pt x="618983" y="41032"/>
                </a:cubicBezTo>
                <a:cubicBezTo>
                  <a:pt x="617727" y="41032"/>
                  <a:pt x="616700" y="40592"/>
                  <a:pt x="615903" y="39713"/>
                </a:cubicBezTo>
                <a:cubicBezTo>
                  <a:pt x="615105" y="38832"/>
                  <a:pt x="614707" y="37631"/>
                  <a:pt x="614707" y="36108"/>
                </a:cubicBezTo>
                <a:cubicBezTo>
                  <a:pt x="614707" y="33199"/>
                  <a:pt x="616200" y="30526"/>
                  <a:pt x="619186" y="28090"/>
                </a:cubicBezTo>
                <a:cubicBezTo>
                  <a:pt x="622173" y="25654"/>
                  <a:pt x="626364" y="24436"/>
                  <a:pt x="631761" y="24436"/>
                </a:cubicBezTo>
                <a:cubicBezTo>
                  <a:pt x="635901" y="24436"/>
                  <a:pt x="639295" y="25130"/>
                  <a:pt x="641942" y="26520"/>
                </a:cubicBezTo>
                <a:cubicBezTo>
                  <a:pt x="643944" y="27571"/>
                  <a:pt x="645421" y="29215"/>
                  <a:pt x="646371" y="31453"/>
                </a:cubicBezTo>
                <a:cubicBezTo>
                  <a:pt x="646982" y="32910"/>
                  <a:pt x="647287" y="35893"/>
                  <a:pt x="647287" y="40402"/>
                </a:cubicBezTo>
                <a:lnTo>
                  <a:pt x="647287" y="56215"/>
                </a:lnTo>
                <a:cubicBezTo>
                  <a:pt x="647287" y="60655"/>
                  <a:pt x="647372" y="63376"/>
                  <a:pt x="647542" y="64376"/>
                </a:cubicBezTo>
                <a:cubicBezTo>
                  <a:pt x="647712" y="65376"/>
                  <a:pt x="647992" y="66046"/>
                  <a:pt x="648382" y="66385"/>
                </a:cubicBezTo>
                <a:cubicBezTo>
                  <a:pt x="648772" y="66723"/>
                  <a:pt x="649222" y="66893"/>
                  <a:pt x="649731" y="66893"/>
                </a:cubicBezTo>
                <a:cubicBezTo>
                  <a:pt x="650274" y="66893"/>
                  <a:pt x="650749" y="66774"/>
                  <a:pt x="651156" y="66536"/>
                </a:cubicBezTo>
                <a:cubicBezTo>
                  <a:pt x="651869" y="66095"/>
                  <a:pt x="653244" y="64856"/>
                  <a:pt x="655280" y="62820"/>
                </a:cubicBezTo>
                <a:lnTo>
                  <a:pt x="655280" y="65671"/>
                </a:lnTo>
                <a:cubicBezTo>
                  <a:pt x="651479" y="70762"/>
                  <a:pt x="647847" y="73307"/>
                  <a:pt x="644386" y="73307"/>
                </a:cubicBezTo>
                <a:cubicBezTo>
                  <a:pt x="642723" y="73307"/>
                  <a:pt x="641399" y="72730"/>
                  <a:pt x="640415" y="71576"/>
                </a:cubicBezTo>
                <a:cubicBezTo>
                  <a:pt x="639431" y="70422"/>
                  <a:pt x="638922" y="68454"/>
                  <a:pt x="638888" y="65671"/>
                </a:cubicBezTo>
                <a:moveTo>
                  <a:pt x="638888" y="62333"/>
                </a:moveTo>
                <a:lnTo>
                  <a:pt x="638888" y="44646"/>
                </a:lnTo>
                <a:cubicBezTo>
                  <a:pt x="633763" y="46673"/>
                  <a:pt x="630454" y="48109"/>
                  <a:pt x="628961" y="48954"/>
                </a:cubicBezTo>
                <a:cubicBezTo>
                  <a:pt x="626280" y="50441"/>
                  <a:pt x="624362" y="51995"/>
                  <a:pt x="623208" y="53617"/>
                </a:cubicBezTo>
                <a:cubicBezTo>
                  <a:pt x="622054" y="55238"/>
                  <a:pt x="621477" y="57012"/>
                  <a:pt x="621477" y="58938"/>
                </a:cubicBezTo>
                <a:cubicBezTo>
                  <a:pt x="621477" y="61371"/>
                  <a:pt x="622207" y="63390"/>
                  <a:pt x="623666" y="64995"/>
                </a:cubicBezTo>
                <a:cubicBezTo>
                  <a:pt x="625126" y="66599"/>
                  <a:pt x="626806" y="67402"/>
                  <a:pt x="628706" y="67402"/>
                </a:cubicBezTo>
                <a:cubicBezTo>
                  <a:pt x="631285" y="67402"/>
                  <a:pt x="634679" y="65712"/>
                  <a:pt x="638888" y="62333"/>
                </a:cubicBezTo>
                <a:close/>
                <a:moveTo>
                  <a:pt x="671942" y="33854"/>
                </a:moveTo>
                <a:cubicBezTo>
                  <a:pt x="676456" y="27575"/>
                  <a:pt x="681326" y="24436"/>
                  <a:pt x="686552" y="24436"/>
                </a:cubicBezTo>
                <a:cubicBezTo>
                  <a:pt x="691338" y="24436"/>
                  <a:pt x="695512" y="26478"/>
                  <a:pt x="699076" y="30564"/>
                </a:cubicBezTo>
                <a:cubicBezTo>
                  <a:pt x="702639" y="34649"/>
                  <a:pt x="704421" y="40234"/>
                  <a:pt x="704421" y="47320"/>
                </a:cubicBezTo>
                <a:cubicBezTo>
                  <a:pt x="704421" y="55593"/>
                  <a:pt x="701672" y="62255"/>
                  <a:pt x="696174" y="67306"/>
                </a:cubicBezTo>
                <a:cubicBezTo>
                  <a:pt x="691456" y="71646"/>
                  <a:pt x="686196" y="73816"/>
                  <a:pt x="680393" y="73816"/>
                </a:cubicBezTo>
                <a:cubicBezTo>
                  <a:pt x="677677" y="73816"/>
                  <a:pt x="674920" y="73324"/>
                  <a:pt x="672120" y="72340"/>
                </a:cubicBezTo>
                <a:cubicBezTo>
                  <a:pt x="669320" y="71355"/>
                  <a:pt x="666461" y="69879"/>
                  <a:pt x="663542" y="67911"/>
                </a:cubicBezTo>
                <a:lnTo>
                  <a:pt x="663542" y="19599"/>
                </a:lnTo>
                <a:cubicBezTo>
                  <a:pt x="663542" y="14305"/>
                  <a:pt x="663415" y="11047"/>
                  <a:pt x="663160" y="9825"/>
                </a:cubicBezTo>
                <a:cubicBezTo>
                  <a:pt x="662906" y="8603"/>
                  <a:pt x="662507" y="7772"/>
                  <a:pt x="661964" y="7331"/>
                </a:cubicBezTo>
                <a:cubicBezTo>
                  <a:pt x="661421" y="6889"/>
                  <a:pt x="660742" y="6669"/>
                  <a:pt x="659928" y="6669"/>
                </a:cubicBezTo>
                <a:cubicBezTo>
                  <a:pt x="658977" y="6669"/>
                  <a:pt x="657790" y="6940"/>
                  <a:pt x="656364" y="7483"/>
                </a:cubicBezTo>
                <a:lnTo>
                  <a:pt x="655651" y="5702"/>
                </a:lnTo>
                <a:lnTo>
                  <a:pt x="669651" y="0"/>
                </a:lnTo>
                <a:lnTo>
                  <a:pt x="671942" y="0"/>
                </a:lnTo>
                <a:lnTo>
                  <a:pt x="671942" y="33854"/>
                </a:lnTo>
                <a:moveTo>
                  <a:pt x="671942" y="37097"/>
                </a:moveTo>
                <a:lnTo>
                  <a:pt x="671942" y="64921"/>
                </a:lnTo>
                <a:cubicBezTo>
                  <a:pt x="673673" y="66613"/>
                  <a:pt x="675463" y="67891"/>
                  <a:pt x="677313" y="68754"/>
                </a:cubicBezTo>
                <a:cubicBezTo>
                  <a:pt x="679162" y="69617"/>
                  <a:pt x="681054" y="70049"/>
                  <a:pt x="682989" y="70049"/>
                </a:cubicBezTo>
                <a:cubicBezTo>
                  <a:pt x="686077" y="70049"/>
                  <a:pt x="688954" y="68357"/>
                  <a:pt x="691618" y="64972"/>
                </a:cubicBezTo>
                <a:cubicBezTo>
                  <a:pt x="694282" y="61587"/>
                  <a:pt x="695614" y="56662"/>
                  <a:pt x="695614" y="50196"/>
                </a:cubicBezTo>
                <a:cubicBezTo>
                  <a:pt x="695614" y="44239"/>
                  <a:pt x="694282" y="39661"/>
                  <a:pt x="691618" y="36463"/>
                </a:cubicBezTo>
                <a:cubicBezTo>
                  <a:pt x="688954" y="33264"/>
                  <a:pt x="685925" y="31665"/>
                  <a:pt x="682531" y="31665"/>
                </a:cubicBezTo>
                <a:cubicBezTo>
                  <a:pt x="680732" y="31665"/>
                  <a:pt x="678933" y="32122"/>
                  <a:pt x="677134" y="33036"/>
                </a:cubicBezTo>
                <a:cubicBezTo>
                  <a:pt x="675777" y="33712"/>
                  <a:pt x="674046" y="35066"/>
                  <a:pt x="671942" y="37097"/>
                </a:cubicBezTo>
                <a:close/>
                <a:moveTo>
                  <a:pt x="723155" y="0"/>
                </a:moveTo>
                <a:cubicBezTo>
                  <a:pt x="724580" y="0"/>
                  <a:pt x="725794" y="503"/>
                  <a:pt x="726795" y="1510"/>
                </a:cubicBezTo>
                <a:cubicBezTo>
                  <a:pt x="727796" y="2515"/>
                  <a:pt x="728297" y="3734"/>
                  <a:pt x="728297" y="5167"/>
                </a:cubicBezTo>
                <a:cubicBezTo>
                  <a:pt x="728297" y="6600"/>
                  <a:pt x="727796" y="7828"/>
                  <a:pt x="726795" y="8852"/>
                </a:cubicBezTo>
                <a:cubicBezTo>
                  <a:pt x="725794" y="9874"/>
                  <a:pt x="724580" y="10385"/>
                  <a:pt x="723155" y="10385"/>
                </a:cubicBezTo>
                <a:cubicBezTo>
                  <a:pt x="721730" y="10385"/>
                  <a:pt x="720508" y="9874"/>
                  <a:pt x="719490" y="8852"/>
                </a:cubicBezTo>
                <a:cubicBezTo>
                  <a:pt x="718471" y="7828"/>
                  <a:pt x="717962" y="6600"/>
                  <a:pt x="717962" y="5167"/>
                </a:cubicBezTo>
                <a:cubicBezTo>
                  <a:pt x="717962" y="3734"/>
                  <a:pt x="718463" y="2515"/>
                  <a:pt x="719464" y="1510"/>
                </a:cubicBezTo>
                <a:cubicBezTo>
                  <a:pt x="720465" y="503"/>
                  <a:pt x="721696" y="0"/>
                  <a:pt x="723155" y="0"/>
                </a:cubicBezTo>
                <a:moveTo>
                  <a:pt x="727380" y="24436"/>
                </a:moveTo>
                <a:lnTo>
                  <a:pt x="727380" y="61821"/>
                </a:lnTo>
                <a:cubicBezTo>
                  <a:pt x="727380" y="64733"/>
                  <a:pt x="727592" y="66672"/>
                  <a:pt x="728017" y="67637"/>
                </a:cubicBezTo>
                <a:cubicBezTo>
                  <a:pt x="728441" y="68602"/>
                  <a:pt x="729069" y="69322"/>
                  <a:pt x="729900" y="69796"/>
                </a:cubicBezTo>
                <a:cubicBezTo>
                  <a:pt x="730732" y="70270"/>
                  <a:pt x="732250" y="70507"/>
                  <a:pt x="734456" y="70507"/>
                </a:cubicBezTo>
                <a:lnTo>
                  <a:pt x="734456" y="72391"/>
                </a:lnTo>
                <a:lnTo>
                  <a:pt x="711803" y="72391"/>
                </a:lnTo>
                <a:lnTo>
                  <a:pt x="711803" y="70507"/>
                </a:lnTo>
                <a:cubicBezTo>
                  <a:pt x="714076" y="70507"/>
                  <a:pt x="715604" y="70287"/>
                  <a:pt x="716384" y="69847"/>
                </a:cubicBezTo>
                <a:cubicBezTo>
                  <a:pt x="717165" y="69407"/>
                  <a:pt x="717784" y="68679"/>
                  <a:pt x="718242" y="67663"/>
                </a:cubicBezTo>
                <a:cubicBezTo>
                  <a:pt x="718701" y="66647"/>
                  <a:pt x="718930" y="64699"/>
                  <a:pt x="718930" y="61821"/>
                </a:cubicBezTo>
                <a:lnTo>
                  <a:pt x="718930" y="43890"/>
                </a:lnTo>
                <a:cubicBezTo>
                  <a:pt x="718930" y="38844"/>
                  <a:pt x="718777" y="35576"/>
                  <a:pt x="718471" y="34087"/>
                </a:cubicBezTo>
                <a:cubicBezTo>
                  <a:pt x="718234" y="33003"/>
                  <a:pt x="717861" y="32250"/>
                  <a:pt x="717351" y="31827"/>
                </a:cubicBezTo>
                <a:cubicBezTo>
                  <a:pt x="716842" y="31404"/>
                  <a:pt x="716147" y="31192"/>
                  <a:pt x="715264" y="31192"/>
                </a:cubicBezTo>
                <a:cubicBezTo>
                  <a:pt x="714314" y="31192"/>
                  <a:pt x="713160" y="31446"/>
                  <a:pt x="711803" y="31954"/>
                </a:cubicBezTo>
                <a:lnTo>
                  <a:pt x="711090" y="30125"/>
                </a:lnTo>
                <a:lnTo>
                  <a:pt x="725140" y="24436"/>
                </a:lnTo>
                <a:lnTo>
                  <a:pt x="727380" y="24436"/>
                </a:lnTo>
                <a:close/>
                <a:moveTo>
                  <a:pt x="756657" y="0"/>
                </a:moveTo>
                <a:lnTo>
                  <a:pt x="756657" y="61808"/>
                </a:lnTo>
                <a:cubicBezTo>
                  <a:pt x="756657" y="64725"/>
                  <a:pt x="756869" y="66658"/>
                  <a:pt x="757294" y="67608"/>
                </a:cubicBezTo>
                <a:cubicBezTo>
                  <a:pt x="757718" y="68558"/>
                  <a:pt x="758371" y="69278"/>
                  <a:pt x="759254" y="69770"/>
                </a:cubicBezTo>
                <a:cubicBezTo>
                  <a:pt x="760136" y="70261"/>
                  <a:pt x="761782" y="70507"/>
                  <a:pt x="764192" y="70507"/>
                </a:cubicBezTo>
                <a:lnTo>
                  <a:pt x="764192" y="72391"/>
                </a:lnTo>
                <a:lnTo>
                  <a:pt x="741334" y="72391"/>
                </a:lnTo>
                <a:lnTo>
                  <a:pt x="741334" y="70507"/>
                </a:lnTo>
                <a:cubicBezTo>
                  <a:pt x="743472" y="70507"/>
                  <a:pt x="744932" y="70287"/>
                  <a:pt x="745712" y="69847"/>
                </a:cubicBezTo>
                <a:cubicBezTo>
                  <a:pt x="746493" y="69406"/>
                  <a:pt x="747104" y="68676"/>
                  <a:pt x="747545" y="67659"/>
                </a:cubicBezTo>
                <a:cubicBezTo>
                  <a:pt x="747986" y="66641"/>
                  <a:pt x="748207" y="64691"/>
                  <a:pt x="748207" y="61808"/>
                </a:cubicBezTo>
                <a:lnTo>
                  <a:pt x="748207" y="19483"/>
                </a:lnTo>
                <a:cubicBezTo>
                  <a:pt x="748207" y="14227"/>
                  <a:pt x="748088" y="10997"/>
                  <a:pt x="747850" y="9793"/>
                </a:cubicBezTo>
                <a:cubicBezTo>
                  <a:pt x="747613" y="8589"/>
                  <a:pt x="747231" y="7766"/>
                  <a:pt x="746705" y="7326"/>
                </a:cubicBezTo>
                <a:cubicBezTo>
                  <a:pt x="746179" y="6885"/>
                  <a:pt x="745509" y="6664"/>
                  <a:pt x="744694" y="6664"/>
                </a:cubicBezTo>
                <a:cubicBezTo>
                  <a:pt x="743812" y="6664"/>
                  <a:pt x="742692" y="6936"/>
                  <a:pt x="741334" y="7479"/>
                </a:cubicBezTo>
                <a:lnTo>
                  <a:pt x="740469" y="5697"/>
                </a:lnTo>
                <a:lnTo>
                  <a:pt x="754367" y="0"/>
                </a:lnTo>
                <a:lnTo>
                  <a:pt x="756657" y="0"/>
                </a:lnTo>
                <a:close/>
                <a:moveTo>
                  <a:pt x="781811" y="0"/>
                </a:moveTo>
                <a:cubicBezTo>
                  <a:pt x="783236" y="0"/>
                  <a:pt x="784450" y="503"/>
                  <a:pt x="785451" y="1510"/>
                </a:cubicBezTo>
                <a:cubicBezTo>
                  <a:pt x="786452" y="2515"/>
                  <a:pt x="786953" y="3734"/>
                  <a:pt x="786953" y="5167"/>
                </a:cubicBezTo>
                <a:cubicBezTo>
                  <a:pt x="786953" y="6600"/>
                  <a:pt x="786452" y="7828"/>
                  <a:pt x="785451" y="8852"/>
                </a:cubicBezTo>
                <a:cubicBezTo>
                  <a:pt x="784450" y="9874"/>
                  <a:pt x="783236" y="10385"/>
                  <a:pt x="781811" y="10385"/>
                </a:cubicBezTo>
                <a:cubicBezTo>
                  <a:pt x="780386" y="10385"/>
                  <a:pt x="779164" y="9874"/>
                  <a:pt x="778146" y="8852"/>
                </a:cubicBezTo>
                <a:cubicBezTo>
                  <a:pt x="777127" y="7828"/>
                  <a:pt x="776618" y="6600"/>
                  <a:pt x="776618" y="5167"/>
                </a:cubicBezTo>
                <a:cubicBezTo>
                  <a:pt x="776618" y="3734"/>
                  <a:pt x="777119" y="2515"/>
                  <a:pt x="778120" y="1510"/>
                </a:cubicBezTo>
                <a:cubicBezTo>
                  <a:pt x="779121" y="503"/>
                  <a:pt x="780352" y="0"/>
                  <a:pt x="781811" y="0"/>
                </a:cubicBezTo>
                <a:moveTo>
                  <a:pt x="786036" y="24436"/>
                </a:moveTo>
                <a:lnTo>
                  <a:pt x="786036" y="61821"/>
                </a:lnTo>
                <a:cubicBezTo>
                  <a:pt x="786036" y="64733"/>
                  <a:pt x="786248" y="66672"/>
                  <a:pt x="786673" y="67637"/>
                </a:cubicBezTo>
                <a:cubicBezTo>
                  <a:pt x="787097" y="68602"/>
                  <a:pt x="787725" y="69322"/>
                  <a:pt x="788556" y="69796"/>
                </a:cubicBezTo>
                <a:cubicBezTo>
                  <a:pt x="789388" y="70270"/>
                  <a:pt x="790906" y="70507"/>
                  <a:pt x="793112" y="70507"/>
                </a:cubicBezTo>
                <a:lnTo>
                  <a:pt x="793112" y="72391"/>
                </a:lnTo>
                <a:lnTo>
                  <a:pt x="770459" y="72391"/>
                </a:lnTo>
                <a:lnTo>
                  <a:pt x="770459" y="70507"/>
                </a:lnTo>
                <a:cubicBezTo>
                  <a:pt x="772732" y="70507"/>
                  <a:pt x="774260" y="70287"/>
                  <a:pt x="775040" y="69847"/>
                </a:cubicBezTo>
                <a:cubicBezTo>
                  <a:pt x="775821" y="69407"/>
                  <a:pt x="776440" y="68679"/>
                  <a:pt x="776898" y="67663"/>
                </a:cubicBezTo>
                <a:cubicBezTo>
                  <a:pt x="777357" y="66647"/>
                  <a:pt x="777586" y="64699"/>
                  <a:pt x="777586" y="61821"/>
                </a:cubicBezTo>
                <a:lnTo>
                  <a:pt x="777586" y="43890"/>
                </a:lnTo>
                <a:cubicBezTo>
                  <a:pt x="777586" y="38844"/>
                  <a:pt x="777433" y="35576"/>
                  <a:pt x="777127" y="34087"/>
                </a:cubicBezTo>
                <a:cubicBezTo>
                  <a:pt x="776890" y="33003"/>
                  <a:pt x="776517" y="32250"/>
                  <a:pt x="776007" y="31827"/>
                </a:cubicBezTo>
                <a:cubicBezTo>
                  <a:pt x="775498" y="31404"/>
                  <a:pt x="774803" y="31192"/>
                  <a:pt x="773920" y="31192"/>
                </a:cubicBezTo>
                <a:cubicBezTo>
                  <a:pt x="772970" y="31192"/>
                  <a:pt x="771816" y="31446"/>
                  <a:pt x="770459" y="31954"/>
                </a:cubicBezTo>
                <a:lnTo>
                  <a:pt x="769746" y="30125"/>
                </a:lnTo>
                <a:lnTo>
                  <a:pt x="783796" y="24436"/>
                </a:lnTo>
                <a:lnTo>
                  <a:pt x="786036" y="24436"/>
                </a:lnTo>
                <a:close/>
                <a:moveTo>
                  <a:pt x="812819" y="10385"/>
                </a:moveTo>
                <a:lnTo>
                  <a:pt x="812819" y="25759"/>
                </a:lnTo>
                <a:lnTo>
                  <a:pt x="823713" y="25759"/>
                </a:lnTo>
                <a:lnTo>
                  <a:pt x="823713" y="29323"/>
                </a:lnTo>
                <a:lnTo>
                  <a:pt x="812819" y="29323"/>
                </a:lnTo>
                <a:lnTo>
                  <a:pt x="812819" y="59521"/>
                </a:lnTo>
                <a:cubicBezTo>
                  <a:pt x="812819" y="62538"/>
                  <a:pt x="813252" y="64572"/>
                  <a:pt x="814117" y="65623"/>
                </a:cubicBezTo>
                <a:cubicBezTo>
                  <a:pt x="814982" y="66673"/>
                  <a:pt x="816094" y="67198"/>
                  <a:pt x="817451" y="67198"/>
                </a:cubicBezTo>
                <a:cubicBezTo>
                  <a:pt x="818571" y="67198"/>
                  <a:pt x="819657" y="66850"/>
                  <a:pt x="820710" y="66154"/>
                </a:cubicBezTo>
                <a:cubicBezTo>
                  <a:pt x="821762" y="65459"/>
                  <a:pt x="822576" y="64432"/>
                  <a:pt x="823153" y="63075"/>
                </a:cubicBezTo>
                <a:lnTo>
                  <a:pt x="825139" y="63075"/>
                </a:lnTo>
                <a:cubicBezTo>
                  <a:pt x="823951" y="66410"/>
                  <a:pt x="822271" y="68933"/>
                  <a:pt x="820099" y="70642"/>
                </a:cubicBezTo>
                <a:cubicBezTo>
                  <a:pt x="817927" y="72351"/>
                  <a:pt x="815687" y="73205"/>
                  <a:pt x="813379" y="73205"/>
                </a:cubicBezTo>
                <a:cubicBezTo>
                  <a:pt x="811818" y="73205"/>
                  <a:pt x="810290" y="72772"/>
                  <a:pt x="808797" y="71905"/>
                </a:cubicBezTo>
                <a:cubicBezTo>
                  <a:pt x="807304" y="71039"/>
                  <a:pt x="806201" y="69799"/>
                  <a:pt x="805488" y="68186"/>
                </a:cubicBezTo>
                <a:cubicBezTo>
                  <a:pt x="804775" y="66572"/>
                  <a:pt x="804419" y="64083"/>
                  <a:pt x="804419" y="60718"/>
                </a:cubicBezTo>
                <a:lnTo>
                  <a:pt x="804419" y="29323"/>
                </a:lnTo>
                <a:lnTo>
                  <a:pt x="797038" y="29323"/>
                </a:lnTo>
                <a:lnTo>
                  <a:pt x="797038" y="27643"/>
                </a:lnTo>
                <a:cubicBezTo>
                  <a:pt x="798904" y="26894"/>
                  <a:pt x="800813" y="25626"/>
                  <a:pt x="802765" y="23839"/>
                </a:cubicBezTo>
                <a:cubicBezTo>
                  <a:pt x="804716" y="22052"/>
                  <a:pt x="806455" y="19933"/>
                  <a:pt x="807983" y="17482"/>
                </a:cubicBezTo>
                <a:cubicBezTo>
                  <a:pt x="808763" y="16189"/>
                  <a:pt x="809849" y="13824"/>
                  <a:pt x="811241" y="10385"/>
                </a:cubicBezTo>
                <a:lnTo>
                  <a:pt x="812819" y="10385"/>
                </a:lnTo>
                <a:close/>
                <a:moveTo>
                  <a:pt x="825958" y="25759"/>
                </a:moveTo>
                <a:lnTo>
                  <a:pt x="847696" y="25759"/>
                </a:lnTo>
                <a:lnTo>
                  <a:pt x="847696" y="27643"/>
                </a:lnTo>
                <a:lnTo>
                  <a:pt x="846627" y="27643"/>
                </a:lnTo>
                <a:cubicBezTo>
                  <a:pt x="845100" y="27643"/>
                  <a:pt x="843954" y="27974"/>
                  <a:pt x="843190" y="28636"/>
                </a:cubicBezTo>
                <a:cubicBezTo>
                  <a:pt x="842427" y="29297"/>
                  <a:pt x="842045" y="30120"/>
                  <a:pt x="842045" y="31105"/>
                </a:cubicBezTo>
                <a:cubicBezTo>
                  <a:pt x="842045" y="32428"/>
                  <a:pt x="842605" y="34261"/>
                  <a:pt x="843725" y="36603"/>
                </a:cubicBezTo>
                <a:lnTo>
                  <a:pt x="855077" y="60122"/>
                </a:lnTo>
                <a:lnTo>
                  <a:pt x="865513" y="34363"/>
                </a:lnTo>
                <a:cubicBezTo>
                  <a:pt x="866090" y="32971"/>
                  <a:pt x="866379" y="31597"/>
                  <a:pt x="866379" y="30239"/>
                </a:cubicBezTo>
                <a:cubicBezTo>
                  <a:pt x="866379" y="29628"/>
                  <a:pt x="866260" y="29170"/>
                  <a:pt x="866023" y="28865"/>
                </a:cubicBezTo>
                <a:cubicBezTo>
                  <a:pt x="865751" y="28491"/>
                  <a:pt x="865327" y="28194"/>
                  <a:pt x="864750" y="27974"/>
                </a:cubicBezTo>
                <a:cubicBezTo>
                  <a:pt x="864173" y="27753"/>
                  <a:pt x="863155" y="27643"/>
                  <a:pt x="861695" y="27643"/>
                </a:cubicBezTo>
                <a:lnTo>
                  <a:pt x="861695" y="25759"/>
                </a:lnTo>
                <a:lnTo>
                  <a:pt x="876866" y="25759"/>
                </a:lnTo>
                <a:lnTo>
                  <a:pt x="876866" y="27643"/>
                </a:lnTo>
                <a:cubicBezTo>
                  <a:pt x="875610" y="27779"/>
                  <a:pt x="874643" y="28050"/>
                  <a:pt x="873964" y="28457"/>
                </a:cubicBezTo>
                <a:cubicBezTo>
                  <a:pt x="873285" y="28865"/>
                  <a:pt x="872539" y="29628"/>
                  <a:pt x="871724" y="30748"/>
                </a:cubicBezTo>
                <a:cubicBezTo>
                  <a:pt x="871419" y="31223"/>
                  <a:pt x="870842" y="32530"/>
                  <a:pt x="869993" y="34668"/>
                </a:cubicBezTo>
                <a:lnTo>
                  <a:pt x="851005" y="81198"/>
                </a:lnTo>
                <a:cubicBezTo>
                  <a:pt x="849172" y="85711"/>
                  <a:pt x="846771" y="89122"/>
                  <a:pt x="843801" y="91430"/>
                </a:cubicBezTo>
                <a:cubicBezTo>
                  <a:pt x="840832" y="93738"/>
                  <a:pt x="837972" y="94892"/>
                  <a:pt x="835223" y="94892"/>
                </a:cubicBezTo>
                <a:cubicBezTo>
                  <a:pt x="833221" y="94892"/>
                  <a:pt x="831575" y="94322"/>
                  <a:pt x="830285" y="93182"/>
                </a:cubicBezTo>
                <a:cubicBezTo>
                  <a:pt x="828996" y="92041"/>
                  <a:pt x="828351" y="90734"/>
                  <a:pt x="828351" y="89259"/>
                </a:cubicBezTo>
                <a:cubicBezTo>
                  <a:pt x="828351" y="87850"/>
                  <a:pt x="828818" y="86714"/>
                  <a:pt x="829751" y="85851"/>
                </a:cubicBezTo>
                <a:cubicBezTo>
                  <a:pt x="830684" y="84989"/>
                  <a:pt x="831965" y="84558"/>
                  <a:pt x="833594" y="84558"/>
                </a:cubicBezTo>
                <a:cubicBezTo>
                  <a:pt x="834714" y="84558"/>
                  <a:pt x="836242" y="84931"/>
                  <a:pt x="838176" y="85677"/>
                </a:cubicBezTo>
                <a:cubicBezTo>
                  <a:pt x="839534" y="86187"/>
                  <a:pt x="840382" y="86441"/>
                  <a:pt x="840721" y="86441"/>
                </a:cubicBezTo>
                <a:cubicBezTo>
                  <a:pt x="841740" y="86441"/>
                  <a:pt x="842851" y="85911"/>
                  <a:pt x="844056" y="84852"/>
                </a:cubicBezTo>
                <a:cubicBezTo>
                  <a:pt x="845261" y="83793"/>
                  <a:pt x="846474" y="81744"/>
                  <a:pt x="847696" y="78705"/>
                </a:cubicBezTo>
                <a:lnTo>
                  <a:pt x="851005" y="70558"/>
                </a:lnTo>
                <a:lnTo>
                  <a:pt x="834256" y="35381"/>
                </a:lnTo>
                <a:cubicBezTo>
                  <a:pt x="833747" y="34329"/>
                  <a:pt x="832933" y="33022"/>
                  <a:pt x="831813" y="31461"/>
                </a:cubicBezTo>
                <a:cubicBezTo>
                  <a:pt x="830964" y="30273"/>
                  <a:pt x="830268" y="29475"/>
                  <a:pt x="829725" y="29068"/>
                </a:cubicBezTo>
                <a:cubicBezTo>
                  <a:pt x="828945" y="28525"/>
                  <a:pt x="827689" y="28050"/>
                  <a:pt x="825958" y="27643"/>
                </a:cubicBezTo>
                <a:lnTo>
                  <a:pt x="825958" y="25759"/>
                </a:lnTo>
                <a:close/>
                <a:moveTo>
                  <a:pt x="952086" y="54675"/>
                </a:moveTo>
                <a:cubicBezTo>
                  <a:pt x="950830" y="60818"/>
                  <a:pt x="948369" y="65544"/>
                  <a:pt x="944704" y="68853"/>
                </a:cubicBezTo>
                <a:cubicBezTo>
                  <a:pt x="941039" y="72162"/>
                  <a:pt x="936983" y="73816"/>
                  <a:pt x="932537" y="73816"/>
                </a:cubicBezTo>
                <a:cubicBezTo>
                  <a:pt x="927243" y="73816"/>
                  <a:pt x="922627" y="71596"/>
                  <a:pt x="918690" y="67155"/>
                </a:cubicBezTo>
                <a:cubicBezTo>
                  <a:pt x="914753" y="62713"/>
                  <a:pt x="912785" y="56712"/>
                  <a:pt x="912785" y="49151"/>
                </a:cubicBezTo>
                <a:cubicBezTo>
                  <a:pt x="912785" y="41828"/>
                  <a:pt x="914966" y="35878"/>
                  <a:pt x="919327" y="31302"/>
                </a:cubicBezTo>
                <a:cubicBezTo>
                  <a:pt x="923688" y="26724"/>
                  <a:pt x="928923" y="24436"/>
                  <a:pt x="935032" y="24436"/>
                </a:cubicBezTo>
                <a:cubicBezTo>
                  <a:pt x="939613" y="24436"/>
                  <a:pt x="943380" y="25645"/>
                  <a:pt x="946333" y="28064"/>
                </a:cubicBezTo>
                <a:cubicBezTo>
                  <a:pt x="949286" y="30483"/>
                  <a:pt x="950762" y="32994"/>
                  <a:pt x="950762" y="35599"/>
                </a:cubicBezTo>
                <a:cubicBezTo>
                  <a:pt x="950762" y="36884"/>
                  <a:pt x="950346" y="37925"/>
                  <a:pt x="949515" y="38720"/>
                </a:cubicBezTo>
                <a:cubicBezTo>
                  <a:pt x="948683" y="39514"/>
                  <a:pt x="947521" y="39912"/>
                  <a:pt x="946028" y="39912"/>
                </a:cubicBezTo>
                <a:cubicBezTo>
                  <a:pt x="944025" y="39912"/>
                  <a:pt x="942515" y="39267"/>
                  <a:pt x="941497" y="37977"/>
                </a:cubicBezTo>
                <a:cubicBezTo>
                  <a:pt x="940920" y="37264"/>
                  <a:pt x="940538" y="35907"/>
                  <a:pt x="940351" y="33904"/>
                </a:cubicBezTo>
                <a:cubicBezTo>
                  <a:pt x="940165" y="31902"/>
                  <a:pt x="939478" y="30375"/>
                  <a:pt x="938290" y="29323"/>
                </a:cubicBezTo>
                <a:cubicBezTo>
                  <a:pt x="937102" y="28305"/>
                  <a:pt x="935456" y="27796"/>
                  <a:pt x="933352" y="27796"/>
                </a:cubicBezTo>
                <a:cubicBezTo>
                  <a:pt x="929958" y="27796"/>
                  <a:pt x="927226" y="29051"/>
                  <a:pt x="925156" y="31563"/>
                </a:cubicBezTo>
                <a:cubicBezTo>
                  <a:pt x="922407" y="34889"/>
                  <a:pt x="921032" y="39284"/>
                  <a:pt x="921032" y="44748"/>
                </a:cubicBezTo>
                <a:cubicBezTo>
                  <a:pt x="921032" y="50314"/>
                  <a:pt x="922398" y="55226"/>
                  <a:pt x="925130" y="59486"/>
                </a:cubicBezTo>
                <a:cubicBezTo>
                  <a:pt x="927862" y="63745"/>
                  <a:pt x="931553" y="65874"/>
                  <a:pt x="936203" y="65874"/>
                </a:cubicBezTo>
                <a:cubicBezTo>
                  <a:pt x="939528" y="65874"/>
                  <a:pt x="942515" y="64737"/>
                  <a:pt x="945162" y="62464"/>
                </a:cubicBezTo>
                <a:cubicBezTo>
                  <a:pt x="947029" y="60902"/>
                  <a:pt x="948845" y="58069"/>
                  <a:pt x="950609" y="53962"/>
                </a:cubicBezTo>
                <a:lnTo>
                  <a:pt x="952086" y="54675"/>
                </a:lnTo>
                <a:close/>
                <a:moveTo>
                  <a:pt x="981984" y="24436"/>
                </a:moveTo>
                <a:cubicBezTo>
                  <a:pt x="989043" y="24436"/>
                  <a:pt x="994711" y="27114"/>
                  <a:pt x="998987" y="32471"/>
                </a:cubicBezTo>
                <a:cubicBezTo>
                  <a:pt x="1002618" y="37047"/>
                  <a:pt x="1004434" y="42303"/>
                  <a:pt x="1004434" y="48237"/>
                </a:cubicBezTo>
                <a:cubicBezTo>
                  <a:pt x="1004434" y="52407"/>
                  <a:pt x="1003433" y="56628"/>
                  <a:pt x="1001430" y="60900"/>
                </a:cubicBezTo>
                <a:cubicBezTo>
                  <a:pt x="999428" y="65171"/>
                  <a:pt x="996671" y="68391"/>
                  <a:pt x="993158" y="70561"/>
                </a:cubicBezTo>
                <a:cubicBezTo>
                  <a:pt x="989645" y="72731"/>
                  <a:pt x="985734" y="73816"/>
                  <a:pt x="981424" y="73816"/>
                </a:cubicBezTo>
                <a:cubicBezTo>
                  <a:pt x="974398" y="73816"/>
                  <a:pt x="968816" y="71019"/>
                  <a:pt x="964675" y="65424"/>
                </a:cubicBezTo>
                <a:cubicBezTo>
                  <a:pt x="961179" y="60712"/>
                  <a:pt x="959432" y="55424"/>
                  <a:pt x="959432" y="49559"/>
                </a:cubicBezTo>
                <a:cubicBezTo>
                  <a:pt x="959432" y="45287"/>
                  <a:pt x="960492" y="41040"/>
                  <a:pt x="962613" y="36819"/>
                </a:cubicBezTo>
                <a:cubicBezTo>
                  <a:pt x="964734" y="32598"/>
                  <a:pt x="967526" y="29479"/>
                  <a:pt x="970988" y="27461"/>
                </a:cubicBezTo>
                <a:cubicBezTo>
                  <a:pt x="974449" y="25444"/>
                  <a:pt x="978115" y="24436"/>
                  <a:pt x="981984" y="24436"/>
                </a:cubicBezTo>
                <a:moveTo>
                  <a:pt x="980406" y="27796"/>
                </a:moveTo>
                <a:cubicBezTo>
                  <a:pt x="978607" y="27796"/>
                  <a:pt x="976800" y="28330"/>
                  <a:pt x="974984" y="29398"/>
                </a:cubicBezTo>
                <a:cubicBezTo>
                  <a:pt x="973168" y="30466"/>
                  <a:pt x="971700" y="32339"/>
                  <a:pt x="970580" y="35016"/>
                </a:cubicBezTo>
                <a:cubicBezTo>
                  <a:pt x="969460" y="37694"/>
                  <a:pt x="968900" y="41135"/>
                  <a:pt x="968900" y="45338"/>
                </a:cubicBezTo>
                <a:cubicBezTo>
                  <a:pt x="968900" y="52117"/>
                  <a:pt x="970249" y="57965"/>
                  <a:pt x="972948" y="62880"/>
                </a:cubicBezTo>
                <a:cubicBezTo>
                  <a:pt x="975646" y="67795"/>
                  <a:pt x="979201" y="70252"/>
                  <a:pt x="983613" y="70252"/>
                </a:cubicBezTo>
                <a:cubicBezTo>
                  <a:pt x="986905" y="70252"/>
                  <a:pt x="989620" y="68897"/>
                  <a:pt x="991758" y="66185"/>
                </a:cubicBezTo>
                <a:cubicBezTo>
                  <a:pt x="993896" y="63473"/>
                  <a:pt x="994965" y="58812"/>
                  <a:pt x="994965" y="52203"/>
                </a:cubicBezTo>
                <a:cubicBezTo>
                  <a:pt x="994965" y="43931"/>
                  <a:pt x="993183" y="37422"/>
                  <a:pt x="989620" y="32676"/>
                </a:cubicBezTo>
                <a:cubicBezTo>
                  <a:pt x="987210" y="29422"/>
                  <a:pt x="984139" y="27796"/>
                  <a:pt x="980406" y="27796"/>
                </a:cubicBezTo>
                <a:close/>
                <a:moveTo>
                  <a:pt x="1024950" y="24436"/>
                </a:moveTo>
                <a:lnTo>
                  <a:pt x="1024950" y="34923"/>
                </a:lnTo>
                <a:cubicBezTo>
                  <a:pt x="1028853" y="27931"/>
                  <a:pt x="1032857" y="24436"/>
                  <a:pt x="1036964" y="24436"/>
                </a:cubicBezTo>
                <a:cubicBezTo>
                  <a:pt x="1038830" y="24436"/>
                  <a:pt x="1040375" y="25004"/>
                  <a:pt x="1041596" y="26141"/>
                </a:cubicBezTo>
                <a:cubicBezTo>
                  <a:pt x="1042818" y="27278"/>
                  <a:pt x="1043429" y="28593"/>
                  <a:pt x="1043429" y="30086"/>
                </a:cubicBezTo>
                <a:cubicBezTo>
                  <a:pt x="1043429" y="31410"/>
                  <a:pt x="1042988" y="32530"/>
                  <a:pt x="1042106" y="33446"/>
                </a:cubicBezTo>
                <a:cubicBezTo>
                  <a:pt x="1041223" y="34363"/>
                  <a:pt x="1040171" y="34821"/>
                  <a:pt x="1038949" y="34821"/>
                </a:cubicBezTo>
                <a:cubicBezTo>
                  <a:pt x="1037761" y="34821"/>
                  <a:pt x="1036429" y="34235"/>
                  <a:pt x="1034953" y="33064"/>
                </a:cubicBezTo>
                <a:cubicBezTo>
                  <a:pt x="1033477" y="31894"/>
                  <a:pt x="1032382" y="31308"/>
                  <a:pt x="1031669" y="31308"/>
                </a:cubicBezTo>
                <a:cubicBezTo>
                  <a:pt x="1031059" y="31308"/>
                  <a:pt x="1030397" y="31646"/>
                  <a:pt x="1029684" y="32323"/>
                </a:cubicBezTo>
                <a:cubicBezTo>
                  <a:pt x="1028157" y="33711"/>
                  <a:pt x="1026579" y="35996"/>
                  <a:pt x="1024950" y="39178"/>
                </a:cubicBezTo>
                <a:lnTo>
                  <a:pt x="1024950" y="61469"/>
                </a:lnTo>
                <a:cubicBezTo>
                  <a:pt x="1024950" y="64041"/>
                  <a:pt x="1025272" y="65987"/>
                  <a:pt x="1025917" y="67308"/>
                </a:cubicBezTo>
                <a:cubicBezTo>
                  <a:pt x="1026358" y="68222"/>
                  <a:pt x="1027139" y="68984"/>
                  <a:pt x="1028259" y="69594"/>
                </a:cubicBezTo>
                <a:cubicBezTo>
                  <a:pt x="1029379" y="70203"/>
                  <a:pt x="1030991" y="70507"/>
                  <a:pt x="1033095" y="70507"/>
                </a:cubicBezTo>
                <a:lnTo>
                  <a:pt x="1033095" y="72391"/>
                </a:lnTo>
                <a:lnTo>
                  <a:pt x="1009219" y="72391"/>
                </a:lnTo>
                <a:lnTo>
                  <a:pt x="1009219" y="70507"/>
                </a:lnTo>
                <a:cubicBezTo>
                  <a:pt x="1011595" y="70507"/>
                  <a:pt x="1013360" y="70135"/>
                  <a:pt x="1014514" y="69390"/>
                </a:cubicBezTo>
                <a:cubicBezTo>
                  <a:pt x="1015362" y="68848"/>
                  <a:pt x="1015956" y="67984"/>
                  <a:pt x="1016295" y="66799"/>
                </a:cubicBezTo>
                <a:cubicBezTo>
                  <a:pt x="1016465" y="66223"/>
                  <a:pt x="1016550" y="64581"/>
                  <a:pt x="1016550" y="61872"/>
                </a:cubicBezTo>
                <a:lnTo>
                  <a:pt x="1016550" y="43839"/>
                </a:lnTo>
                <a:cubicBezTo>
                  <a:pt x="1016550" y="38421"/>
                  <a:pt x="1016440" y="35196"/>
                  <a:pt x="1016219" y="34164"/>
                </a:cubicBezTo>
                <a:cubicBezTo>
                  <a:pt x="1015998" y="33131"/>
                  <a:pt x="1015591" y="32377"/>
                  <a:pt x="1014997" y="31903"/>
                </a:cubicBezTo>
                <a:cubicBezTo>
                  <a:pt x="1014403" y="31429"/>
                  <a:pt x="1013665" y="31192"/>
                  <a:pt x="1012783" y="31192"/>
                </a:cubicBezTo>
                <a:cubicBezTo>
                  <a:pt x="1011731" y="31192"/>
                  <a:pt x="1010543" y="31446"/>
                  <a:pt x="1009219" y="31954"/>
                </a:cubicBezTo>
                <a:lnTo>
                  <a:pt x="1008710" y="30125"/>
                </a:lnTo>
                <a:lnTo>
                  <a:pt x="1022812" y="24436"/>
                </a:lnTo>
                <a:lnTo>
                  <a:pt x="1024950" y="24436"/>
                </a:lnTo>
                <a:close/>
                <a:moveTo>
                  <a:pt x="1059699" y="24436"/>
                </a:moveTo>
                <a:lnTo>
                  <a:pt x="1059699" y="34923"/>
                </a:lnTo>
                <a:cubicBezTo>
                  <a:pt x="1063602" y="27931"/>
                  <a:pt x="1067607" y="24436"/>
                  <a:pt x="1071713" y="24436"/>
                </a:cubicBezTo>
                <a:cubicBezTo>
                  <a:pt x="1073580" y="24436"/>
                  <a:pt x="1075124" y="25004"/>
                  <a:pt x="1076346" y="26141"/>
                </a:cubicBezTo>
                <a:cubicBezTo>
                  <a:pt x="1077568" y="27278"/>
                  <a:pt x="1078179" y="28593"/>
                  <a:pt x="1078179" y="30086"/>
                </a:cubicBezTo>
                <a:cubicBezTo>
                  <a:pt x="1078179" y="31410"/>
                  <a:pt x="1077737" y="32530"/>
                  <a:pt x="1076855" y="33446"/>
                </a:cubicBezTo>
                <a:cubicBezTo>
                  <a:pt x="1075973" y="34363"/>
                  <a:pt x="1074921" y="34821"/>
                  <a:pt x="1073699" y="34821"/>
                </a:cubicBezTo>
                <a:cubicBezTo>
                  <a:pt x="1072511" y="34821"/>
                  <a:pt x="1071179" y="34235"/>
                  <a:pt x="1069702" y="33064"/>
                </a:cubicBezTo>
                <a:cubicBezTo>
                  <a:pt x="1068226" y="31894"/>
                  <a:pt x="1067132" y="31308"/>
                  <a:pt x="1066419" y="31308"/>
                </a:cubicBezTo>
                <a:cubicBezTo>
                  <a:pt x="1065808" y="31308"/>
                  <a:pt x="1065146" y="31646"/>
                  <a:pt x="1064434" y="32323"/>
                </a:cubicBezTo>
                <a:cubicBezTo>
                  <a:pt x="1062906" y="33711"/>
                  <a:pt x="1061328" y="35996"/>
                  <a:pt x="1059699" y="39178"/>
                </a:cubicBezTo>
                <a:lnTo>
                  <a:pt x="1059699" y="61469"/>
                </a:lnTo>
                <a:cubicBezTo>
                  <a:pt x="1059699" y="64041"/>
                  <a:pt x="1060022" y="65987"/>
                  <a:pt x="1060666" y="67308"/>
                </a:cubicBezTo>
                <a:cubicBezTo>
                  <a:pt x="1061108" y="68222"/>
                  <a:pt x="1061888" y="68984"/>
                  <a:pt x="1063008" y="69594"/>
                </a:cubicBezTo>
                <a:cubicBezTo>
                  <a:pt x="1064128" y="70203"/>
                  <a:pt x="1065740" y="70507"/>
                  <a:pt x="1067844" y="70507"/>
                </a:cubicBezTo>
                <a:lnTo>
                  <a:pt x="1067844" y="72391"/>
                </a:lnTo>
                <a:lnTo>
                  <a:pt x="1043969" y="72391"/>
                </a:lnTo>
                <a:lnTo>
                  <a:pt x="1043969" y="70507"/>
                </a:lnTo>
                <a:cubicBezTo>
                  <a:pt x="1046344" y="70507"/>
                  <a:pt x="1048109" y="70135"/>
                  <a:pt x="1049263" y="69390"/>
                </a:cubicBezTo>
                <a:cubicBezTo>
                  <a:pt x="1050112" y="68848"/>
                  <a:pt x="1050705" y="67984"/>
                  <a:pt x="1051045" y="66799"/>
                </a:cubicBezTo>
                <a:cubicBezTo>
                  <a:pt x="1051215" y="66223"/>
                  <a:pt x="1051299" y="64581"/>
                  <a:pt x="1051299" y="61872"/>
                </a:cubicBezTo>
                <a:lnTo>
                  <a:pt x="1051299" y="43839"/>
                </a:lnTo>
                <a:cubicBezTo>
                  <a:pt x="1051299" y="38421"/>
                  <a:pt x="1051189" y="35196"/>
                  <a:pt x="1050968" y="34164"/>
                </a:cubicBezTo>
                <a:cubicBezTo>
                  <a:pt x="1050748" y="33131"/>
                  <a:pt x="1050341" y="32377"/>
                  <a:pt x="1049747" y="31903"/>
                </a:cubicBezTo>
                <a:cubicBezTo>
                  <a:pt x="1049153" y="31429"/>
                  <a:pt x="1048415" y="31192"/>
                  <a:pt x="1047532" y="31192"/>
                </a:cubicBezTo>
                <a:cubicBezTo>
                  <a:pt x="1046480" y="31192"/>
                  <a:pt x="1045292" y="31446"/>
                  <a:pt x="1043969" y="31954"/>
                </a:cubicBezTo>
                <a:lnTo>
                  <a:pt x="1043460" y="30125"/>
                </a:lnTo>
                <a:lnTo>
                  <a:pt x="1057561" y="24436"/>
                </a:lnTo>
                <a:lnTo>
                  <a:pt x="1059699" y="24436"/>
                </a:lnTo>
                <a:close/>
                <a:moveTo>
                  <a:pt x="1088645" y="43373"/>
                </a:moveTo>
                <a:cubicBezTo>
                  <a:pt x="1088611" y="50281"/>
                  <a:pt x="1090291" y="55699"/>
                  <a:pt x="1093685" y="59627"/>
                </a:cubicBezTo>
                <a:cubicBezTo>
                  <a:pt x="1097079" y="63554"/>
                  <a:pt x="1101066" y="65518"/>
                  <a:pt x="1105648" y="65518"/>
                </a:cubicBezTo>
                <a:cubicBezTo>
                  <a:pt x="1108703" y="65518"/>
                  <a:pt x="1111358" y="64678"/>
                  <a:pt x="1113615" y="62998"/>
                </a:cubicBezTo>
                <a:cubicBezTo>
                  <a:pt x="1115872" y="61318"/>
                  <a:pt x="1117764" y="58442"/>
                  <a:pt x="1119291" y="54369"/>
                </a:cubicBezTo>
                <a:lnTo>
                  <a:pt x="1120870" y="55387"/>
                </a:lnTo>
                <a:cubicBezTo>
                  <a:pt x="1120157" y="60037"/>
                  <a:pt x="1118087" y="64271"/>
                  <a:pt x="1114659" y="68089"/>
                </a:cubicBezTo>
                <a:cubicBezTo>
                  <a:pt x="1111231" y="71907"/>
                  <a:pt x="1106938" y="73816"/>
                  <a:pt x="1101779" y="73816"/>
                </a:cubicBezTo>
                <a:cubicBezTo>
                  <a:pt x="1096179" y="73816"/>
                  <a:pt x="1091386" y="71640"/>
                  <a:pt x="1087398" y="67289"/>
                </a:cubicBezTo>
                <a:cubicBezTo>
                  <a:pt x="1083410" y="62936"/>
                  <a:pt x="1081416" y="57085"/>
                  <a:pt x="1081416" y="49735"/>
                </a:cubicBezTo>
                <a:cubicBezTo>
                  <a:pt x="1081416" y="41777"/>
                  <a:pt x="1083461" y="35571"/>
                  <a:pt x="1087551" y="31117"/>
                </a:cubicBezTo>
                <a:cubicBezTo>
                  <a:pt x="1091640" y="26663"/>
                  <a:pt x="1096773" y="24436"/>
                  <a:pt x="1102950" y="24436"/>
                </a:cubicBezTo>
                <a:cubicBezTo>
                  <a:pt x="1108177" y="24436"/>
                  <a:pt x="1112470" y="26154"/>
                  <a:pt x="1115830" y="29590"/>
                </a:cubicBezTo>
                <a:cubicBezTo>
                  <a:pt x="1119190" y="33025"/>
                  <a:pt x="1120870" y="37620"/>
                  <a:pt x="1120870" y="43373"/>
                </a:cubicBezTo>
                <a:lnTo>
                  <a:pt x="1088645" y="43373"/>
                </a:lnTo>
                <a:moveTo>
                  <a:pt x="1088645" y="40421"/>
                </a:moveTo>
                <a:lnTo>
                  <a:pt x="1110230" y="40421"/>
                </a:lnTo>
                <a:cubicBezTo>
                  <a:pt x="1110060" y="37434"/>
                  <a:pt x="1109704" y="35330"/>
                  <a:pt x="1109161" y="34108"/>
                </a:cubicBezTo>
                <a:cubicBezTo>
                  <a:pt x="1108312" y="32208"/>
                  <a:pt x="1107048" y="30714"/>
                  <a:pt x="1105368" y="29628"/>
                </a:cubicBezTo>
                <a:cubicBezTo>
                  <a:pt x="1103688" y="28542"/>
                  <a:pt x="1101932" y="27999"/>
                  <a:pt x="1100099" y="27999"/>
                </a:cubicBezTo>
                <a:cubicBezTo>
                  <a:pt x="1097282" y="27999"/>
                  <a:pt x="1094762" y="29094"/>
                  <a:pt x="1092539" y="31283"/>
                </a:cubicBezTo>
                <a:cubicBezTo>
                  <a:pt x="1090316" y="33472"/>
                  <a:pt x="1089018" y="36518"/>
                  <a:pt x="1088645" y="40421"/>
                </a:cubicBezTo>
                <a:close/>
                <a:moveTo>
                  <a:pt x="1167109" y="54675"/>
                </a:moveTo>
                <a:cubicBezTo>
                  <a:pt x="1165853" y="60818"/>
                  <a:pt x="1163393" y="65544"/>
                  <a:pt x="1159727" y="68853"/>
                </a:cubicBezTo>
                <a:cubicBezTo>
                  <a:pt x="1156062" y="72162"/>
                  <a:pt x="1152006" y="73816"/>
                  <a:pt x="1147560" y="73816"/>
                </a:cubicBezTo>
                <a:cubicBezTo>
                  <a:pt x="1142266" y="73816"/>
                  <a:pt x="1137650" y="71596"/>
                  <a:pt x="1133714" y="67155"/>
                </a:cubicBezTo>
                <a:cubicBezTo>
                  <a:pt x="1129777" y="62713"/>
                  <a:pt x="1127808" y="56712"/>
                  <a:pt x="1127808" y="49151"/>
                </a:cubicBezTo>
                <a:cubicBezTo>
                  <a:pt x="1127808" y="41828"/>
                  <a:pt x="1129989" y="35878"/>
                  <a:pt x="1134350" y="31302"/>
                </a:cubicBezTo>
                <a:cubicBezTo>
                  <a:pt x="1138711" y="26724"/>
                  <a:pt x="1143946" y="24436"/>
                  <a:pt x="1150055" y="24436"/>
                </a:cubicBezTo>
                <a:cubicBezTo>
                  <a:pt x="1154637" y="24436"/>
                  <a:pt x="1158404" y="25645"/>
                  <a:pt x="1161356" y="28064"/>
                </a:cubicBezTo>
                <a:cubicBezTo>
                  <a:pt x="1164309" y="30483"/>
                  <a:pt x="1165785" y="32994"/>
                  <a:pt x="1165785" y="35599"/>
                </a:cubicBezTo>
                <a:cubicBezTo>
                  <a:pt x="1165785" y="36884"/>
                  <a:pt x="1165370" y="37925"/>
                  <a:pt x="1164538" y="38720"/>
                </a:cubicBezTo>
                <a:cubicBezTo>
                  <a:pt x="1163707" y="39514"/>
                  <a:pt x="1162544" y="39912"/>
                  <a:pt x="1161051" y="39912"/>
                </a:cubicBezTo>
                <a:cubicBezTo>
                  <a:pt x="1159049" y="39912"/>
                  <a:pt x="1157538" y="39267"/>
                  <a:pt x="1156520" y="37977"/>
                </a:cubicBezTo>
                <a:cubicBezTo>
                  <a:pt x="1155943" y="37264"/>
                  <a:pt x="1155561" y="35907"/>
                  <a:pt x="1155375" y="33904"/>
                </a:cubicBezTo>
                <a:cubicBezTo>
                  <a:pt x="1155188" y="31902"/>
                  <a:pt x="1154501" y="30375"/>
                  <a:pt x="1153313" y="29323"/>
                </a:cubicBezTo>
                <a:cubicBezTo>
                  <a:pt x="1152125" y="28305"/>
                  <a:pt x="1150479" y="27796"/>
                  <a:pt x="1148375" y="27796"/>
                </a:cubicBezTo>
                <a:cubicBezTo>
                  <a:pt x="1144981" y="27796"/>
                  <a:pt x="1142249" y="29051"/>
                  <a:pt x="1140179" y="31563"/>
                </a:cubicBezTo>
                <a:cubicBezTo>
                  <a:pt x="1137430" y="34889"/>
                  <a:pt x="1136055" y="39284"/>
                  <a:pt x="1136055" y="44748"/>
                </a:cubicBezTo>
                <a:cubicBezTo>
                  <a:pt x="1136055" y="50314"/>
                  <a:pt x="1137421" y="55226"/>
                  <a:pt x="1140153" y="59486"/>
                </a:cubicBezTo>
                <a:cubicBezTo>
                  <a:pt x="1142885" y="63745"/>
                  <a:pt x="1146576" y="65874"/>
                  <a:pt x="1151226" y="65874"/>
                </a:cubicBezTo>
                <a:cubicBezTo>
                  <a:pt x="1154552" y="65874"/>
                  <a:pt x="1157538" y="64737"/>
                  <a:pt x="1160185" y="62464"/>
                </a:cubicBezTo>
                <a:cubicBezTo>
                  <a:pt x="1162052" y="60902"/>
                  <a:pt x="1163868" y="58069"/>
                  <a:pt x="1165633" y="53962"/>
                </a:cubicBezTo>
                <a:lnTo>
                  <a:pt x="1167109" y="54675"/>
                </a:lnTo>
                <a:close/>
                <a:moveTo>
                  <a:pt x="1187742" y="10385"/>
                </a:moveTo>
                <a:lnTo>
                  <a:pt x="1187742" y="25759"/>
                </a:lnTo>
                <a:lnTo>
                  <a:pt x="1198636" y="25759"/>
                </a:lnTo>
                <a:lnTo>
                  <a:pt x="1198636" y="29323"/>
                </a:lnTo>
                <a:lnTo>
                  <a:pt x="1187742" y="29323"/>
                </a:lnTo>
                <a:lnTo>
                  <a:pt x="1187742" y="59521"/>
                </a:lnTo>
                <a:cubicBezTo>
                  <a:pt x="1187742" y="62538"/>
                  <a:pt x="1188174" y="64572"/>
                  <a:pt x="1189040" y="65623"/>
                </a:cubicBezTo>
                <a:cubicBezTo>
                  <a:pt x="1189905" y="66673"/>
                  <a:pt x="1191017" y="67198"/>
                  <a:pt x="1192374" y="67198"/>
                </a:cubicBezTo>
                <a:cubicBezTo>
                  <a:pt x="1193494" y="67198"/>
                  <a:pt x="1194580" y="66850"/>
                  <a:pt x="1195632" y="66154"/>
                </a:cubicBezTo>
                <a:cubicBezTo>
                  <a:pt x="1196684" y="65459"/>
                  <a:pt x="1197499" y="64432"/>
                  <a:pt x="1198076" y="63075"/>
                </a:cubicBezTo>
                <a:lnTo>
                  <a:pt x="1200061" y="63075"/>
                </a:lnTo>
                <a:cubicBezTo>
                  <a:pt x="1198874" y="66410"/>
                  <a:pt x="1197194" y="68933"/>
                  <a:pt x="1195022" y="70642"/>
                </a:cubicBezTo>
                <a:cubicBezTo>
                  <a:pt x="1192849" y="72351"/>
                  <a:pt x="1190610" y="73205"/>
                  <a:pt x="1188302" y="73205"/>
                </a:cubicBezTo>
                <a:cubicBezTo>
                  <a:pt x="1186741" y="73205"/>
                  <a:pt x="1185213" y="72772"/>
                  <a:pt x="1183720" y="71905"/>
                </a:cubicBezTo>
                <a:cubicBezTo>
                  <a:pt x="1182227" y="71039"/>
                  <a:pt x="1181124" y="69799"/>
                  <a:pt x="1180411" y="68186"/>
                </a:cubicBezTo>
                <a:cubicBezTo>
                  <a:pt x="1179698" y="66572"/>
                  <a:pt x="1179342" y="64083"/>
                  <a:pt x="1179342" y="60718"/>
                </a:cubicBezTo>
                <a:lnTo>
                  <a:pt x="1179342" y="29323"/>
                </a:lnTo>
                <a:lnTo>
                  <a:pt x="1171960" y="29323"/>
                </a:lnTo>
                <a:lnTo>
                  <a:pt x="1171960" y="27643"/>
                </a:lnTo>
                <a:cubicBezTo>
                  <a:pt x="1173827" y="26894"/>
                  <a:pt x="1175736" y="25626"/>
                  <a:pt x="1177687" y="23839"/>
                </a:cubicBezTo>
                <a:cubicBezTo>
                  <a:pt x="1179639" y="22052"/>
                  <a:pt x="1181378" y="19933"/>
                  <a:pt x="1182906" y="17482"/>
                </a:cubicBezTo>
                <a:cubicBezTo>
                  <a:pt x="1183686" y="16189"/>
                  <a:pt x="1184772" y="13824"/>
                  <a:pt x="1186164" y="10385"/>
                </a:cubicBezTo>
                <a:lnTo>
                  <a:pt x="1187742" y="10385"/>
                </a:lnTo>
                <a:close/>
                <a:moveTo>
                  <a:pt x="1219564" y="0"/>
                </a:moveTo>
                <a:lnTo>
                  <a:pt x="1219564" y="61808"/>
                </a:lnTo>
                <a:cubicBezTo>
                  <a:pt x="1219564" y="64725"/>
                  <a:pt x="1219776" y="66658"/>
                  <a:pt x="1220201" y="67608"/>
                </a:cubicBezTo>
                <a:cubicBezTo>
                  <a:pt x="1220625" y="68558"/>
                  <a:pt x="1221278" y="69278"/>
                  <a:pt x="1222160" y="69770"/>
                </a:cubicBezTo>
                <a:cubicBezTo>
                  <a:pt x="1223043" y="70261"/>
                  <a:pt x="1224689" y="70507"/>
                  <a:pt x="1227099" y="70507"/>
                </a:cubicBezTo>
                <a:lnTo>
                  <a:pt x="1227099" y="72391"/>
                </a:lnTo>
                <a:lnTo>
                  <a:pt x="1204241" y="72391"/>
                </a:lnTo>
                <a:lnTo>
                  <a:pt x="1204241" y="70507"/>
                </a:lnTo>
                <a:cubicBezTo>
                  <a:pt x="1206379" y="70507"/>
                  <a:pt x="1207838" y="70287"/>
                  <a:pt x="1208619" y="69847"/>
                </a:cubicBezTo>
                <a:cubicBezTo>
                  <a:pt x="1209400" y="69406"/>
                  <a:pt x="1210011" y="68676"/>
                  <a:pt x="1210452" y="67659"/>
                </a:cubicBezTo>
                <a:cubicBezTo>
                  <a:pt x="1210893" y="66641"/>
                  <a:pt x="1211114" y="64691"/>
                  <a:pt x="1211114" y="61808"/>
                </a:cubicBezTo>
                <a:lnTo>
                  <a:pt x="1211114" y="19483"/>
                </a:lnTo>
                <a:cubicBezTo>
                  <a:pt x="1211114" y="14227"/>
                  <a:pt x="1210995" y="10997"/>
                  <a:pt x="1210757" y="9793"/>
                </a:cubicBezTo>
                <a:cubicBezTo>
                  <a:pt x="1210520" y="8589"/>
                  <a:pt x="1210138" y="7766"/>
                  <a:pt x="1209612" y="7326"/>
                </a:cubicBezTo>
                <a:cubicBezTo>
                  <a:pt x="1209086" y="6885"/>
                  <a:pt x="1208415" y="6664"/>
                  <a:pt x="1207601" y="6664"/>
                </a:cubicBezTo>
                <a:cubicBezTo>
                  <a:pt x="1206719" y="6664"/>
                  <a:pt x="1205599" y="6936"/>
                  <a:pt x="1204241" y="7479"/>
                </a:cubicBezTo>
                <a:lnTo>
                  <a:pt x="1203376" y="5697"/>
                </a:lnTo>
                <a:lnTo>
                  <a:pt x="1217273" y="0"/>
                </a:lnTo>
                <a:lnTo>
                  <a:pt x="1219564" y="0"/>
                </a:lnTo>
                <a:close/>
                <a:moveTo>
                  <a:pt x="1230209" y="25759"/>
                </a:moveTo>
                <a:lnTo>
                  <a:pt x="1251947" y="25759"/>
                </a:lnTo>
                <a:lnTo>
                  <a:pt x="1251947" y="27643"/>
                </a:lnTo>
                <a:lnTo>
                  <a:pt x="1250878" y="27643"/>
                </a:lnTo>
                <a:cubicBezTo>
                  <a:pt x="1249350" y="27643"/>
                  <a:pt x="1248205" y="27974"/>
                  <a:pt x="1247441" y="28636"/>
                </a:cubicBezTo>
                <a:cubicBezTo>
                  <a:pt x="1246678" y="29297"/>
                  <a:pt x="1246296" y="30120"/>
                  <a:pt x="1246296" y="31105"/>
                </a:cubicBezTo>
                <a:cubicBezTo>
                  <a:pt x="1246296" y="32428"/>
                  <a:pt x="1246856" y="34261"/>
                  <a:pt x="1247976" y="36603"/>
                </a:cubicBezTo>
                <a:lnTo>
                  <a:pt x="1259328" y="60122"/>
                </a:lnTo>
                <a:lnTo>
                  <a:pt x="1269764" y="34363"/>
                </a:lnTo>
                <a:cubicBezTo>
                  <a:pt x="1270341" y="32971"/>
                  <a:pt x="1270630" y="31597"/>
                  <a:pt x="1270630" y="30239"/>
                </a:cubicBezTo>
                <a:cubicBezTo>
                  <a:pt x="1270630" y="29628"/>
                  <a:pt x="1270511" y="29170"/>
                  <a:pt x="1270273" y="28865"/>
                </a:cubicBezTo>
                <a:cubicBezTo>
                  <a:pt x="1270002" y="28491"/>
                  <a:pt x="1269578" y="28194"/>
                  <a:pt x="1269001" y="27974"/>
                </a:cubicBezTo>
                <a:cubicBezTo>
                  <a:pt x="1268424" y="27753"/>
                  <a:pt x="1267406" y="27643"/>
                  <a:pt x="1265946" y="27643"/>
                </a:cubicBezTo>
                <a:lnTo>
                  <a:pt x="1265946" y="25759"/>
                </a:lnTo>
                <a:lnTo>
                  <a:pt x="1281117" y="25759"/>
                </a:lnTo>
                <a:lnTo>
                  <a:pt x="1281117" y="27643"/>
                </a:lnTo>
                <a:cubicBezTo>
                  <a:pt x="1279861" y="27779"/>
                  <a:pt x="1278894" y="28050"/>
                  <a:pt x="1278215" y="28457"/>
                </a:cubicBezTo>
                <a:cubicBezTo>
                  <a:pt x="1277536" y="28865"/>
                  <a:pt x="1276790" y="29628"/>
                  <a:pt x="1275975" y="30748"/>
                </a:cubicBezTo>
                <a:cubicBezTo>
                  <a:pt x="1275670" y="31223"/>
                  <a:pt x="1275093" y="32530"/>
                  <a:pt x="1274244" y="34668"/>
                </a:cubicBezTo>
                <a:lnTo>
                  <a:pt x="1255256" y="81198"/>
                </a:lnTo>
                <a:cubicBezTo>
                  <a:pt x="1253423" y="85711"/>
                  <a:pt x="1251022" y="89122"/>
                  <a:pt x="1248052" y="91430"/>
                </a:cubicBezTo>
                <a:cubicBezTo>
                  <a:pt x="1245083" y="93738"/>
                  <a:pt x="1242223" y="94892"/>
                  <a:pt x="1239474" y="94892"/>
                </a:cubicBezTo>
                <a:cubicBezTo>
                  <a:pt x="1237472" y="94892"/>
                  <a:pt x="1235826" y="94322"/>
                  <a:pt x="1234536" y="93182"/>
                </a:cubicBezTo>
                <a:cubicBezTo>
                  <a:pt x="1233247" y="92041"/>
                  <a:pt x="1232602" y="90734"/>
                  <a:pt x="1232602" y="89259"/>
                </a:cubicBezTo>
                <a:cubicBezTo>
                  <a:pt x="1232602" y="87850"/>
                  <a:pt x="1233068" y="86714"/>
                  <a:pt x="1234002" y="85851"/>
                </a:cubicBezTo>
                <a:cubicBezTo>
                  <a:pt x="1234935" y="84989"/>
                  <a:pt x="1236216" y="84558"/>
                  <a:pt x="1237845" y="84558"/>
                </a:cubicBezTo>
                <a:cubicBezTo>
                  <a:pt x="1238965" y="84558"/>
                  <a:pt x="1240492" y="84931"/>
                  <a:pt x="1242427" y="85677"/>
                </a:cubicBezTo>
                <a:cubicBezTo>
                  <a:pt x="1243784" y="86187"/>
                  <a:pt x="1244633" y="86441"/>
                  <a:pt x="1244972" y="86441"/>
                </a:cubicBezTo>
                <a:cubicBezTo>
                  <a:pt x="1245990" y="86441"/>
                  <a:pt x="1247102" y="85911"/>
                  <a:pt x="1248307" y="84852"/>
                </a:cubicBezTo>
                <a:cubicBezTo>
                  <a:pt x="1249512" y="83793"/>
                  <a:pt x="1250725" y="81744"/>
                  <a:pt x="1251947" y="78705"/>
                </a:cubicBezTo>
                <a:lnTo>
                  <a:pt x="1255256" y="70558"/>
                </a:lnTo>
                <a:lnTo>
                  <a:pt x="1238507" y="35381"/>
                </a:lnTo>
                <a:cubicBezTo>
                  <a:pt x="1237998" y="34329"/>
                  <a:pt x="1237183" y="33022"/>
                  <a:pt x="1236063" y="31461"/>
                </a:cubicBezTo>
                <a:cubicBezTo>
                  <a:pt x="1235215" y="30273"/>
                  <a:pt x="1234519" y="29475"/>
                  <a:pt x="1233976" y="29068"/>
                </a:cubicBezTo>
                <a:cubicBezTo>
                  <a:pt x="1233196" y="28525"/>
                  <a:pt x="1231940" y="28050"/>
                  <a:pt x="1230209" y="27643"/>
                </a:cubicBezTo>
                <a:lnTo>
                  <a:pt x="1230209" y="25759"/>
                </a:lnTo>
                <a:close/>
                <a:moveTo>
                  <a:pt x="1334968" y="29323"/>
                </a:moveTo>
                <a:lnTo>
                  <a:pt x="1334968" y="60007"/>
                </a:lnTo>
                <a:cubicBezTo>
                  <a:pt x="1334968" y="64357"/>
                  <a:pt x="1335443" y="67109"/>
                  <a:pt x="1336393" y="68264"/>
                </a:cubicBezTo>
                <a:cubicBezTo>
                  <a:pt x="1337649" y="69759"/>
                  <a:pt x="1339329" y="70507"/>
                  <a:pt x="1341433" y="70507"/>
                </a:cubicBezTo>
                <a:lnTo>
                  <a:pt x="1345658" y="70507"/>
                </a:lnTo>
                <a:lnTo>
                  <a:pt x="1345658" y="72391"/>
                </a:lnTo>
                <a:lnTo>
                  <a:pt x="1317812" y="72391"/>
                </a:lnTo>
                <a:lnTo>
                  <a:pt x="1317812" y="70507"/>
                </a:lnTo>
                <a:lnTo>
                  <a:pt x="1319899" y="70507"/>
                </a:lnTo>
                <a:cubicBezTo>
                  <a:pt x="1321257" y="70507"/>
                  <a:pt x="1322495" y="70167"/>
                  <a:pt x="1323615" y="69487"/>
                </a:cubicBezTo>
                <a:cubicBezTo>
                  <a:pt x="1324735" y="68807"/>
                  <a:pt x="1325507" y="67890"/>
                  <a:pt x="1325932" y="66735"/>
                </a:cubicBezTo>
                <a:cubicBezTo>
                  <a:pt x="1326356" y="65580"/>
                  <a:pt x="1326568" y="63338"/>
                  <a:pt x="1326568" y="60007"/>
                </a:cubicBezTo>
                <a:lnTo>
                  <a:pt x="1326568" y="29323"/>
                </a:lnTo>
                <a:lnTo>
                  <a:pt x="1317506" y="29323"/>
                </a:lnTo>
                <a:lnTo>
                  <a:pt x="1317506" y="25759"/>
                </a:lnTo>
                <a:lnTo>
                  <a:pt x="1326568" y="25759"/>
                </a:lnTo>
                <a:lnTo>
                  <a:pt x="1326568" y="22692"/>
                </a:lnTo>
                <a:cubicBezTo>
                  <a:pt x="1326568" y="18024"/>
                  <a:pt x="1327315" y="14072"/>
                  <a:pt x="1328808" y="10835"/>
                </a:cubicBezTo>
                <a:cubicBezTo>
                  <a:pt x="1330301" y="7598"/>
                  <a:pt x="1332584" y="4984"/>
                  <a:pt x="1335655" y="2991"/>
                </a:cubicBezTo>
                <a:cubicBezTo>
                  <a:pt x="1338726" y="997"/>
                  <a:pt x="1342180" y="0"/>
                  <a:pt x="1346015" y="0"/>
                </a:cubicBezTo>
                <a:cubicBezTo>
                  <a:pt x="1349578" y="0"/>
                  <a:pt x="1352853" y="1154"/>
                  <a:pt x="1355840" y="3462"/>
                </a:cubicBezTo>
                <a:cubicBezTo>
                  <a:pt x="1357808" y="4989"/>
                  <a:pt x="1358792" y="6703"/>
                  <a:pt x="1358792" y="8603"/>
                </a:cubicBezTo>
                <a:cubicBezTo>
                  <a:pt x="1358792" y="9622"/>
                  <a:pt x="1358351" y="10580"/>
                  <a:pt x="1357469" y="11480"/>
                </a:cubicBezTo>
                <a:cubicBezTo>
                  <a:pt x="1356587" y="12379"/>
                  <a:pt x="1355636" y="12829"/>
                  <a:pt x="1354618" y="12829"/>
                </a:cubicBezTo>
                <a:cubicBezTo>
                  <a:pt x="1353837" y="12829"/>
                  <a:pt x="1353014" y="12546"/>
                  <a:pt x="1352149" y="11979"/>
                </a:cubicBezTo>
                <a:cubicBezTo>
                  <a:pt x="1351284" y="11413"/>
                  <a:pt x="1350223" y="10195"/>
                  <a:pt x="1348967" y="8325"/>
                </a:cubicBezTo>
                <a:cubicBezTo>
                  <a:pt x="1347712" y="6455"/>
                  <a:pt x="1346558" y="5194"/>
                  <a:pt x="1345506" y="4542"/>
                </a:cubicBezTo>
                <a:cubicBezTo>
                  <a:pt x="1344454" y="3890"/>
                  <a:pt x="1343283" y="3564"/>
                  <a:pt x="1341993" y="3564"/>
                </a:cubicBezTo>
                <a:cubicBezTo>
                  <a:pt x="1340432" y="3564"/>
                  <a:pt x="1339108" y="3984"/>
                  <a:pt x="1338022" y="4823"/>
                </a:cubicBezTo>
                <a:cubicBezTo>
                  <a:pt x="1336936" y="5662"/>
                  <a:pt x="1336156" y="6964"/>
                  <a:pt x="1335680" y="8727"/>
                </a:cubicBezTo>
                <a:cubicBezTo>
                  <a:pt x="1335205" y="10491"/>
                  <a:pt x="1334968" y="15038"/>
                  <a:pt x="1334968" y="22368"/>
                </a:cubicBezTo>
                <a:lnTo>
                  <a:pt x="1334968" y="25759"/>
                </a:lnTo>
                <a:lnTo>
                  <a:pt x="1346982" y="25759"/>
                </a:lnTo>
                <a:lnTo>
                  <a:pt x="1346982" y="29323"/>
                </a:lnTo>
                <a:lnTo>
                  <a:pt x="1334968" y="29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ornested">
            <a:extLst xmlns:a="http://schemas.openxmlformats.org/drawingml/2006/main">
              <a:ext uri="{FF2B5EF4-FFF2-40B4-BE49-F238E27FC236}">
                <a16:creationId xmlns:a16="http://schemas.microsoft.com/office/drawing/2014/main" id="{34C43BD9-01F2-42A4-9BA8-25B4A181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937" y="811471"/>
            <a:ext cx="382590" cy="73816"/>
          </a:xfrm>
          <a:custGeom xmlns:a="http://schemas.openxmlformats.org/drawingml/2006/main">
            <a:pathLst>
              <a:path w="382590" h="73816">
                <a:moveTo>
                  <a:pt x="22552" y="24436"/>
                </a:moveTo>
                <a:cubicBezTo>
                  <a:pt x="29611" y="24436"/>
                  <a:pt x="35279" y="27114"/>
                  <a:pt x="39555" y="32471"/>
                </a:cubicBezTo>
                <a:cubicBezTo>
                  <a:pt x="43187" y="37047"/>
                  <a:pt x="45002" y="42303"/>
                  <a:pt x="45002" y="48237"/>
                </a:cubicBezTo>
                <a:cubicBezTo>
                  <a:pt x="45002" y="52407"/>
                  <a:pt x="44001" y="56628"/>
                  <a:pt x="41999" y="60900"/>
                </a:cubicBezTo>
                <a:cubicBezTo>
                  <a:pt x="39996" y="65171"/>
                  <a:pt x="37239" y="68391"/>
                  <a:pt x="33726" y="70561"/>
                </a:cubicBezTo>
                <a:cubicBezTo>
                  <a:pt x="30214" y="72731"/>
                  <a:pt x="26302" y="73816"/>
                  <a:pt x="21992" y="73816"/>
                </a:cubicBezTo>
                <a:cubicBezTo>
                  <a:pt x="14967" y="73816"/>
                  <a:pt x="9384" y="71019"/>
                  <a:pt x="5243" y="65424"/>
                </a:cubicBezTo>
                <a:cubicBezTo>
                  <a:pt x="1748" y="60712"/>
                  <a:pt x="0" y="55424"/>
                  <a:pt x="0" y="49559"/>
                </a:cubicBezTo>
                <a:cubicBezTo>
                  <a:pt x="0" y="45287"/>
                  <a:pt x="1061" y="41040"/>
                  <a:pt x="3182" y="36819"/>
                </a:cubicBezTo>
                <a:cubicBezTo>
                  <a:pt x="5303" y="32598"/>
                  <a:pt x="8094" y="29479"/>
                  <a:pt x="11556" y="27461"/>
                </a:cubicBezTo>
                <a:cubicBezTo>
                  <a:pt x="15018" y="25444"/>
                  <a:pt x="18683" y="24436"/>
                  <a:pt x="22552" y="24436"/>
                </a:cubicBezTo>
                <a:moveTo>
                  <a:pt x="20974" y="27796"/>
                </a:moveTo>
                <a:cubicBezTo>
                  <a:pt x="19175" y="27796"/>
                  <a:pt x="17368" y="28330"/>
                  <a:pt x="15552" y="29398"/>
                </a:cubicBezTo>
                <a:cubicBezTo>
                  <a:pt x="13737" y="30466"/>
                  <a:pt x="12269" y="32339"/>
                  <a:pt x="11149" y="35016"/>
                </a:cubicBezTo>
                <a:cubicBezTo>
                  <a:pt x="10029" y="37694"/>
                  <a:pt x="9469" y="41135"/>
                  <a:pt x="9469" y="45338"/>
                </a:cubicBezTo>
                <a:cubicBezTo>
                  <a:pt x="9469" y="52117"/>
                  <a:pt x="10818" y="57965"/>
                  <a:pt x="13516" y="62880"/>
                </a:cubicBezTo>
                <a:cubicBezTo>
                  <a:pt x="16214" y="67795"/>
                  <a:pt x="19769" y="70252"/>
                  <a:pt x="24181" y="70252"/>
                </a:cubicBezTo>
                <a:cubicBezTo>
                  <a:pt x="27473" y="70252"/>
                  <a:pt x="30188" y="68897"/>
                  <a:pt x="32326" y="66185"/>
                </a:cubicBezTo>
                <a:cubicBezTo>
                  <a:pt x="34464" y="63473"/>
                  <a:pt x="35533" y="58812"/>
                  <a:pt x="35533" y="52203"/>
                </a:cubicBezTo>
                <a:cubicBezTo>
                  <a:pt x="35533" y="43931"/>
                  <a:pt x="33752" y="37422"/>
                  <a:pt x="30188" y="32676"/>
                </a:cubicBezTo>
                <a:cubicBezTo>
                  <a:pt x="27779" y="29422"/>
                  <a:pt x="24707" y="27796"/>
                  <a:pt x="20974" y="27796"/>
                </a:cubicBezTo>
                <a:close/>
                <a:moveTo>
                  <a:pt x="65518" y="24436"/>
                </a:moveTo>
                <a:lnTo>
                  <a:pt x="65518" y="34923"/>
                </a:lnTo>
                <a:cubicBezTo>
                  <a:pt x="69421" y="27931"/>
                  <a:pt x="73426" y="24436"/>
                  <a:pt x="77532" y="24436"/>
                </a:cubicBezTo>
                <a:cubicBezTo>
                  <a:pt x="79399" y="24436"/>
                  <a:pt x="80943" y="25004"/>
                  <a:pt x="82165" y="26141"/>
                </a:cubicBezTo>
                <a:cubicBezTo>
                  <a:pt x="83387" y="27278"/>
                  <a:pt x="83998" y="28593"/>
                  <a:pt x="83998" y="30086"/>
                </a:cubicBezTo>
                <a:cubicBezTo>
                  <a:pt x="83998" y="31410"/>
                  <a:pt x="83556" y="32530"/>
                  <a:pt x="82674" y="33446"/>
                </a:cubicBezTo>
                <a:cubicBezTo>
                  <a:pt x="81792" y="34363"/>
                  <a:pt x="80739" y="34821"/>
                  <a:pt x="79518" y="34821"/>
                </a:cubicBezTo>
                <a:cubicBezTo>
                  <a:pt x="78330" y="34821"/>
                  <a:pt x="76998" y="34235"/>
                  <a:pt x="75521" y="33064"/>
                </a:cubicBezTo>
                <a:cubicBezTo>
                  <a:pt x="74045" y="31894"/>
                  <a:pt x="72951" y="31308"/>
                  <a:pt x="72238" y="31308"/>
                </a:cubicBezTo>
                <a:cubicBezTo>
                  <a:pt x="71627" y="31308"/>
                  <a:pt x="70965" y="31646"/>
                  <a:pt x="70252" y="32323"/>
                </a:cubicBezTo>
                <a:cubicBezTo>
                  <a:pt x="68725" y="33711"/>
                  <a:pt x="67147" y="35996"/>
                  <a:pt x="65518" y="39178"/>
                </a:cubicBezTo>
                <a:lnTo>
                  <a:pt x="65518" y="61469"/>
                </a:lnTo>
                <a:cubicBezTo>
                  <a:pt x="65518" y="64041"/>
                  <a:pt x="65840" y="65987"/>
                  <a:pt x="66485" y="67308"/>
                </a:cubicBezTo>
                <a:cubicBezTo>
                  <a:pt x="66927" y="68222"/>
                  <a:pt x="67707" y="68984"/>
                  <a:pt x="68827" y="69594"/>
                </a:cubicBezTo>
                <a:cubicBezTo>
                  <a:pt x="69947" y="70203"/>
                  <a:pt x="71559" y="70507"/>
                  <a:pt x="73663" y="70507"/>
                </a:cubicBezTo>
                <a:lnTo>
                  <a:pt x="73663" y="72391"/>
                </a:lnTo>
                <a:lnTo>
                  <a:pt x="49788" y="72391"/>
                </a:lnTo>
                <a:lnTo>
                  <a:pt x="49788" y="70507"/>
                </a:lnTo>
                <a:cubicBezTo>
                  <a:pt x="52163" y="70507"/>
                  <a:pt x="53928" y="70135"/>
                  <a:pt x="55082" y="69390"/>
                </a:cubicBezTo>
                <a:cubicBezTo>
                  <a:pt x="55930" y="68848"/>
                  <a:pt x="56524" y="67984"/>
                  <a:pt x="56864" y="66799"/>
                </a:cubicBezTo>
                <a:cubicBezTo>
                  <a:pt x="57033" y="66223"/>
                  <a:pt x="57118" y="64581"/>
                  <a:pt x="57118" y="61872"/>
                </a:cubicBezTo>
                <a:lnTo>
                  <a:pt x="57118" y="43839"/>
                </a:lnTo>
                <a:cubicBezTo>
                  <a:pt x="57118" y="38421"/>
                  <a:pt x="57008" y="35196"/>
                  <a:pt x="56787" y="34164"/>
                </a:cubicBezTo>
                <a:cubicBezTo>
                  <a:pt x="56567" y="33131"/>
                  <a:pt x="56160" y="32377"/>
                  <a:pt x="55566" y="31903"/>
                </a:cubicBezTo>
                <a:cubicBezTo>
                  <a:pt x="54972" y="31429"/>
                  <a:pt x="54234" y="31192"/>
                  <a:pt x="53351" y="31192"/>
                </a:cubicBezTo>
                <a:cubicBezTo>
                  <a:pt x="52299" y="31192"/>
                  <a:pt x="51111" y="31446"/>
                  <a:pt x="49788" y="31954"/>
                </a:cubicBezTo>
                <a:lnTo>
                  <a:pt x="49279" y="30125"/>
                </a:lnTo>
                <a:lnTo>
                  <a:pt x="63380" y="24436"/>
                </a:lnTo>
                <a:lnTo>
                  <a:pt x="65518" y="24436"/>
                </a:lnTo>
                <a:close/>
                <a:moveTo>
                  <a:pt x="132023" y="34312"/>
                </a:moveTo>
                <a:cubicBezTo>
                  <a:pt x="137487" y="27728"/>
                  <a:pt x="142696" y="24436"/>
                  <a:pt x="147651" y="24436"/>
                </a:cubicBezTo>
                <a:cubicBezTo>
                  <a:pt x="150197" y="24436"/>
                  <a:pt x="152386" y="25071"/>
                  <a:pt x="154218" y="26341"/>
                </a:cubicBezTo>
                <a:cubicBezTo>
                  <a:pt x="156051" y="27611"/>
                  <a:pt x="157510" y="29702"/>
                  <a:pt x="158596" y="32614"/>
                </a:cubicBezTo>
                <a:cubicBezTo>
                  <a:pt x="159343" y="34645"/>
                  <a:pt x="159716" y="37761"/>
                  <a:pt x="159716" y="41961"/>
                </a:cubicBezTo>
                <a:lnTo>
                  <a:pt x="159716" y="61821"/>
                </a:lnTo>
                <a:cubicBezTo>
                  <a:pt x="159716" y="64767"/>
                  <a:pt x="159954" y="66765"/>
                  <a:pt x="160429" y="67815"/>
                </a:cubicBezTo>
                <a:cubicBezTo>
                  <a:pt x="160802" y="68662"/>
                  <a:pt x="161405" y="69322"/>
                  <a:pt x="162236" y="69796"/>
                </a:cubicBezTo>
                <a:cubicBezTo>
                  <a:pt x="163068" y="70270"/>
                  <a:pt x="164603" y="70507"/>
                  <a:pt x="166843" y="70507"/>
                </a:cubicBezTo>
                <a:lnTo>
                  <a:pt x="166843" y="72391"/>
                </a:lnTo>
                <a:lnTo>
                  <a:pt x="143782" y="72391"/>
                </a:lnTo>
                <a:lnTo>
                  <a:pt x="143782" y="70507"/>
                </a:lnTo>
                <a:lnTo>
                  <a:pt x="144749" y="70507"/>
                </a:lnTo>
                <a:cubicBezTo>
                  <a:pt x="146922" y="70507"/>
                  <a:pt x="148440" y="70178"/>
                  <a:pt x="149306" y="69519"/>
                </a:cubicBezTo>
                <a:cubicBezTo>
                  <a:pt x="150171" y="68860"/>
                  <a:pt x="150774" y="67890"/>
                  <a:pt x="151113" y="66608"/>
                </a:cubicBezTo>
                <a:cubicBezTo>
                  <a:pt x="151249" y="66101"/>
                  <a:pt x="151317" y="64514"/>
                  <a:pt x="151317" y="61846"/>
                </a:cubicBezTo>
                <a:lnTo>
                  <a:pt x="151317" y="42853"/>
                </a:lnTo>
                <a:cubicBezTo>
                  <a:pt x="151317" y="38633"/>
                  <a:pt x="150765" y="35569"/>
                  <a:pt x="149662" y="33661"/>
                </a:cubicBezTo>
                <a:cubicBezTo>
                  <a:pt x="148559" y="31753"/>
                  <a:pt x="146701" y="30799"/>
                  <a:pt x="144088" y="30799"/>
                </a:cubicBezTo>
                <a:cubicBezTo>
                  <a:pt x="140049" y="30799"/>
                  <a:pt x="136027" y="32994"/>
                  <a:pt x="132023" y="37384"/>
                </a:cubicBezTo>
                <a:lnTo>
                  <a:pt x="132023" y="61846"/>
                </a:lnTo>
                <a:cubicBezTo>
                  <a:pt x="132023" y="64987"/>
                  <a:pt x="132209" y="66928"/>
                  <a:pt x="132583" y="67671"/>
                </a:cubicBezTo>
                <a:cubicBezTo>
                  <a:pt x="133058" y="68649"/>
                  <a:pt x="133711" y="69367"/>
                  <a:pt x="134543" y="69823"/>
                </a:cubicBezTo>
                <a:cubicBezTo>
                  <a:pt x="135374" y="70279"/>
                  <a:pt x="137062" y="70507"/>
                  <a:pt x="139608" y="70507"/>
                </a:cubicBezTo>
                <a:lnTo>
                  <a:pt x="139608" y="72391"/>
                </a:lnTo>
                <a:lnTo>
                  <a:pt x="116547" y="72391"/>
                </a:lnTo>
                <a:lnTo>
                  <a:pt x="116547" y="70507"/>
                </a:lnTo>
                <a:lnTo>
                  <a:pt x="117565" y="70507"/>
                </a:lnTo>
                <a:cubicBezTo>
                  <a:pt x="119941" y="70507"/>
                  <a:pt x="121544" y="69906"/>
                  <a:pt x="122376" y="68705"/>
                </a:cubicBezTo>
                <a:cubicBezTo>
                  <a:pt x="123207" y="67502"/>
                  <a:pt x="123623" y="65207"/>
                  <a:pt x="123623" y="61821"/>
                </a:cubicBezTo>
                <a:lnTo>
                  <a:pt x="123623" y="44551"/>
                </a:lnTo>
                <a:cubicBezTo>
                  <a:pt x="123623" y="38963"/>
                  <a:pt x="123496" y="35561"/>
                  <a:pt x="123241" y="34342"/>
                </a:cubicBezTo>
                <a:cubicBezTo>
                  <a:pt x="122986" y="33122"/>
                  <a:pt x="122596" y="32292"/>
                  <a:pt x="122070" y="31852"/>
                </a:cubicBezTo>
                <a:cubicBezTo>
                  <a:pt x="121544" y="31412"/>
                  <a:pt x="120840" y="31192"/>
                  <a:pt x="119957" y="31192"/>
                </a:cubicBezTo>
                <a:cubicBezTo>
                  <a:pt x="119007" y="31192"/>
                  <a:pt x="117870" y="31446"/>
                  <a:pt x="116547" y="31954"/>
                </a:cubicBezTo>
                <a:lnTo>
                  <a:pt x="115783" y="30125"/>
                </a:lnTo>
                <a:lnTo>
                  <a:pt x="129834" y="24436"/>
                </a:lnTo>
                <a:lnTo>
                  <a:pt x="132023" y="24436"/>
                </a:lnTo>
                <a:lnTo>
                  <a:pt x="132023" y="34312"/>
                </a:lnTo>
                <a:close/>
                <a:moveTo>
                  <a:pt x="178399" y="43373"/>
                </a:moveTo>
                <a:cubicBezTo>
                  <a:pt x="178365" y="50281"/>
                  <a:pt x="180045" y="55699"/>
                  <a:pt x="183439" y="59627"/>
                </a:cubicBezTo>
                <a:cubicBezTo>
                  <a:pt x="186833" y="63554"/>
                  <a:pt x="190821" y="65518"/>
                  <a:pt x="195403" y="65518"/>
                </a:cubicBezTo>
                <a:cubicBezTo>
                  <a:pt x="198457" y="65518"/>
                  <a:pt x="201113" y="64678"/>
                  <a:pt x="203370" y="62998"/>
                </a:cubicBezTo>
                <a:cubicBezTo>
                  <a:pt x="205626" y="61318"/>
                  <a:pt x="207519" y="58442"/>
                  <a:pt x="209046" y="54369"/>
                </a:cubicBezTo>
                <a:lnTo>
                  <a:pt x="210624" y="55387"/>
                </a:lnTo>
                <a:cubicBezTo>
                  <a:pt x="209911" y="60037"/>
                  <a:pt x="207841" y="64271"/>
                  <a:pt x="204413" y="68089"/>
                </a:cubicBezTo>
                <a:cubicBezTo>
                  <a:pt x="200985" y="71907"/>
                  <a:pt x="196692" y="73816"/>
                  <a:pt x="191534" y="73816"/>
                </a:cubicBezTo>
                <a:cubicBezTo>
                  <a:pt x="185934" y="73816"/>
                  <a:pt x="181140" y="71640"/>
                  <a:pt x="177152" y="67289"/>
                </a:cubicBezTo>
                <a:cubicBezTo>
                  <a:pt x="173164" y="62936"/>
                  <a:pt x="171171" y="57085"/>
                  <a:pt x="171171" y="49735"/>
                </a:cubicBezTo>
                <a:cubicBezTo>
                  <a:pt x="171171" y="41777"/>
                  <a:pt x="173215" y="35571"/>
                  <a:pt x="177305" y="31117"/>
                </a:cubicBezTo>
                <a:cubicBezTo>
                  <a:pt x="181394" y="26663"/>
                  <a:pt x="186528" y="24436"/>
                  <a:pt x="192704" y="24436"/>
                </a:cubicBezTo>
                <a:cubicBezTo>
                  <a:pt x="197931" y="24436"/>
                  <a:pt x="202224" y="26154"/>
                  <a:pt x="205584" y="29590"/>
                </a:cubicBezTo>
                <a:cubicBezTo>
                  <a:pt x="208944" y="33025"/>
                  <a:pt x="210624" y="37620"/>
                  <a:pt x="210624" y="43373"/>
                </a:cubicBezTo>
                <a:lnTo>
                  <a:pt x="178399" y="43373"/>
                </a:lnTo>
                <a:moveTo>
                  <a:pt x="178399" y="40421"/>
                </a:moveTo>
                <a:lnTo>
                  <a:pt x="199984" y="40421"/>
                </a:lnTo>
                <a:cubicBezTo>
                  <a:pt x="199815" y="37434"/>
                  <a:pt x="199458" y="35330"/>
                  <a:pt x="198915" y="34108"/>
                </a:cubicBezTo>
                <a:cubicBezTo>
                  <a:pt x="198067" y="32208"/>
                  <a:pt x="196802" y="30714"/>
                  <a:pt x="195123" y="29628"/>
                </a:cubicBezTo>
                <a:cubicBezTo>
                  <a:pt x="193443" y="28542"/>
                  <a:pt x="191686" y="27999"/>
                  <a:pt x="189854" y="27999"/>
                </a:cubicBezTo>
                <a:cubicBezTo>
                  <a:pt x="187037" y="27999"/>
                  <a:pt x="184517" y="29094"/>
                  <a:pt x="182294" y="31283"/>
                </a:cubicBezTo>
                <a:cubicBezTo>
                  <a:pt x="180071" y="33472"/>
                  <a:pt x="178773" y="36518"/>
                  <a:pt x="178399" y="40421"/>
                </a:cubicBezTo>
                <a:close/>
                <a:moveTo>
                  <a:pt x="247394" y="24436"/>
                </a:moveTo>
                <a:lnTo>
                  <a:pt x="247394" y="40217"/>
                </a:lnTo>
                <a:lnTo>
                  <a:pt x="245714" y="40217"/>
                </a:lnTo>
                <a:cubicBezTo>
                  <a:pt x="244425" y="35267"/>
                  <a:pt x="242770" y="31901"/>
                  <a:pt x="240751" y="30117"/>
                </a:cubicBezTo>
                <a:cubicBezTo>
                  <a:pt x="238732" y="28332"/>
                  <a:pt x="236161" y="27439"/>
                  <a:pt x="233038" y="27439"/>
                </a:cubicBezTo>
                <a:cubicBezTo>
                  <a:pt x="230663" y="27439"/>
                  <a:pt x="228745" y="28067"/>
                  <a:pt x="227286" y="29321"/>
                </a:cubicBezTo>
                <a:cubicBezTo>
                  <a:pt x="225827" y="30575"/>
                  <a:pt x="225097" y="31965"/>
                  <a:pt x="225097" y="33491"/>
                </a:cubicBezTo>
                <a:cubicBezTo>
                  <a:pt x="225097" y="35389"/>
                  <a:pt x="225640" y="37016"/>
                  <a:pt x="226726" y="38372"/>
                </a:cubicBezTo>
                <a:cubicBezTo>
                  <a:pt x="227778" y="39762"/>
                  <a:pt x="229916" y="41237"/>
                  <a:pt x="233140" y="42796"/>
                </a:cubicBezTo>
                <a:lnTo>
                  <a:pt x="240573" y="46407"/>
                </a:lnTo>
                <a:cubicBezTo>
                  <a:pt x="247462" y="49763"/>
                  <a:pt x="250907" y="54187"/>
                  <a:pt x="250907" y="59680"/>
                </a:cubicBezTo>
                <a:cubicBezTo>
                  <a:pt x="250907" y="63917"/>
                  <a:pt x="249303" y="67332"/>
                  <a:pt x="246096" y="69926"/>
                </a:cubicBezTo>
                <a:cubicBezTo>
                  <a:pt x="242889" y="72519"/>
                  <a:pt x="239300" y="73816"/>
                  <a:pt x="235329" y="73816"/>
                </a:cubicBezTo>
                <a:cubicBezTo>
                  <a:pt x="232479" y="73816"/>
                  <a:pt x="229220" y="73307"/>
                  <a:pt x="225555" y="72289"/>
                </a:cubicBezTo>
                <a:cubicBezTo>
                  <a:pt x="224435" y="71949"/>
                  <a:pt x="223519" y="71780"/>
                  <a:pt x="222806" y="71780"/>
                </a:cubicBezTo>
                <a:cubicBezTo>
                  <a:pt x="222025" y="71780"/>
                  <a:pt x="221415" y="72221"/>
                  <a:pt x="220973" y="73103"/>
                </a:cubicBezTo>
                <a:lnTo>
                  <a:pt x="219293" y="73103"/>
                </a:lnTo>
                <a:lnTo>
                  <a:pt x="219293" y="56406"/>
                </a:lnTo>
                <a:lnTo>
                  <a:pt x="220973" y="56406"/>
                </a:lnTo>
                <a:cubicBezTo>
                  <a:pt x="221924" y="61174"/>
                  <a:pt x="223739" y="64767"/>
                  <a:pt x="226420" y="67185"/>
                </a:cubicBezTo>
                <a:cubicBezTo>
                  <a:pt x="229102" y="69603"/>
                  <a:pt x="232105" y="70812"/>
                  <a:pt x="235431" y="70812"/>
                </a:cubicBezTo>
                <a:cubicBezTo>
                  <a:pt x="237773" y="70812"/>
                  <a:pt x="239682" y="70126"/>
                  <a:pt x="241158" y="68754"/>
                </a:cubicBezTo>
                <a:cubicBezTo>
                  <a:pt x="242635" y="67380"/>
                  <a:pt x="243373" y="65728"/>
                  <a:pt x="243373" y="63795"/>
                </a:cubicBezTo>
                <a:cubicBezTo>
                  <a:pt x="243373" y="61456"/>
                  <a:pt x="242550" y="59489"/>
                  <a:pt x="240904" y="57896"/>
                </a:cubicBezTo>
                <a:cubicBezTo>
                  <a:pt x="239258" y="56303"/>
                  <a:pt x="235974" y="54287"/>
                  <a:pt x="231053" y="51846"/>
                </a:cubicBezTo>
                <a:cubicBezTo>
                  <a:pt x="226132" y="49405"/>
                  <a:pt x="222908" y="47201"/>
                  <a:pt x="221381" y="45235"/>
                </a:cubicBezTo>
                <a:cubicBezTo>
                  <a:pt x="219853" y="43302"/>
                  <a:pt x="219090" y="40861"/>
                  <a:pt x="219090" y="37912"/>
                </a:cubicBezTo>
                <a:cubicBezTo>
                  <a:pt x="219090" y="34081"/>
                  <a:pt x="220405" y="30878"/>
                  <a:pt x="223035" y="28301"/>
                </a:cubicBezTo>
                <a:cubicBezTo>
                  <a:pt x="225665" y="25724"/>
                  <a:pt x="229068" y="24436"/>
                  <a:pt x="233242" y="24436"/>
                </a:cubicBezTo>
                <a:cubicBezTo>
                  <a:pt x="235075" y="24436"/>
                  <a:pt x="237298" y="24826"/>
                  <a:pt x="239911" y="25607"/>
                </a:cubicBezTo>
                <a:cubicBezTo>
                  <a:pt x="241642" y="26116"/>
                  <a:pt x="242796" y="26370"/>
                  <a:pt x="243373" y="26370"/>
                </a:cubicBezTo>
                <a:cubicBezTo>
                  <a:pt x="243916" y="26370"/>
                  <a:pt x="244340" y="26251"/>
                  <a:pt x="244645" y="26014"/>
                </a:cubicBezTo>
                <a:cubicBezTo>
                  <a:pt x="244951" y="25776"/>
                  <a:pt x="245307" y="25250"/>
                  <a:pt x="245714" y="24436"/>
                </a:cubicBezTo>
                <a:lnTo>
                  <a:pt x="247394" y="24436"/>
                </a:lnTo>
                <a:close/>
                <a:moveTo>
                  <a:pt x="270980" y="10385"/>
                </a:moveTo>
                <a:lnTo>
                  <a:pt x="270980" y="25759"/>
                </a:lnTo>
                <a:lnTo>
                  <a:pt x="281874" y="25759"/>
                </a:lnTo>
                <a:lnTo>
                  <a:pt x="281874" y="29323"/>
                </a:lnTo>
                <a:lnTo>
                  <a:pt x="270980" y="29323"/>
                </a:lnTo>
                <a:lnTo>
                  <a:pt x="270980" y="59521"/>
                </a:lnTo>
                <a:cubicBezTo>
                  <a:pt x="270980" y="62538"/>
                  <a:pt x="271413" y="64572"/>
                  <a:pt x="272278" y="65623"/>
                </a:cubicBezTo>
                <a:cubicBezTo>
                  <a:pt x="273143" y="66673"/>
                  <a:pt x="274255" y="67198"/>
                  <a:pt x="275612" y="67198"/>
                </a:cubicBezTo>
                <a:cubicBezTo>
                  <a:pt x="276732" y="67198"/>
                  <a:pt x="277818" y="66850"/>
                  <a:pt x="278871" y="66154"/>
                </a:cubicBezTo>
                <a:cubicBezTo>
                  <a:pt x="279923" y="65459"/>
                  <a:pt x="280737" y="64432"/>
                  <a:pt x="281314" y="63075"/>
                </a:cubicBezTo>
                <a:lnTo>
                  <a:pt x="283299" y="63075"/>
                </a:lnTo>
                <a:cubicBezTo>
                  <a:pt x="282112" y="66410"/>
                  <a:pt x="280432" y="68933"/>
                  <a:pt x="278260" y="70642"/>
                </a:cubicBezTo>
                <a:cubicBezTo>
                  <a:pt x="276088" y="72351"/>
                  <a:pt x="273848" y="73205"/>
                  <a:pt x="271540" y="73205"/>
                </a:cubicBezTo>
                <a:cubicBezTo>
                  <a:pt x="269979" y="73205"/>
                  <a:pt x="268451" y="72772"/>
                  <a:pt x="266958" y="71905"/>
                </a:cubicBezTo>
                <a:cubicBezTo>
                  <a:pt x="265465" y="71039"/>
                  <a:pt x="264362" y="69799"/>
                  <a:pt x="263649" y="68186"/>
                </a:cubicBezTo>
                <a:cubicBezTo>
                  <a:pt x="262936" y="66572"/>
                  <a:pt x="262580" y="64083"/>
                  <a:pt x="262580" y="60718"/>
                </a:cubicBezTo>
                <a:lnTo>
                  <a:pt x="262580" y="29323"/>
                </a:lnTo>
                <a:lnTo>
                  <a:pt x="255199" y="29323"/>
                </a:lnTo>
                <a:lnTo>
                  <a:pt x="255199" y="27643"/>
                </a:lnTo>
                <a:cubicBezTo>
                  <a:pt x="257065" y="26894"/>
                  <a:pt x="258974" y="25626"/>
                  <a:pt x="260926" y="23839"/>
                </a:cubicBezTo>
                <a:cubicBezTo>
                  <a:pt x="262877" y="22052"/>
                  <a:pt x="264616" y="19933"/>
                  <a:pt x="266144" y="17482"/>
                </a:cubicBezTo>
                <a:cubicBezTo>
                  <a:pt x="266924" y="16189"/>
                  <a:pt x="268010" y="13824"/>
                  <a:pt x="269402" y="10385"/>
                </a:cubicBezTo>
                <a:lnTo>
                  <a:pt x="270980" y="10385"/>
                </a:lnTo>
                <a:close/>
                <a:moveTo>
                  <a:pt x="294606" y="43373"/>
                </a:moveTo>
                <a:cubicBezTo>
                  <a:pt x="294572" y="50281"/>
                  <a:pt x="296252" y="55699"/>
                  <a:pt x="299646" y="59627"/>
                </a:cubicBezTo>
                <a:cubicBezTo>
                  <a:pt x="303040" y="63554"/>
                  <a:pt x="307028" y="65518"/>
                  <a:pt x="311609" y="65518"/>
                </a:cubicBezTo>
                <a:cubicBezTo>
                  <a:pt x="314664" y="65518"/>
                  <a:pt x="317320" y="64678"/>
                  <a:pt x="319576" y="62998"/>
                </a:cubicBezTo>
                <a:cubicBezTo>
                  <a:pt x="321833" y="61318"/>
                  <a:pt x="323725" y="58442"/>
                  <a:pt x="325253" y="54369"/>
                </a:cubicBezTo>
                <a:lnTo>
                  <a:pt x="326831" y="55387"/>
                </a:lnTo>
                <a:cubicBezTo>
                  <a:pt x="326118" y="60037"/>
                  <a:pt x="324048" y="64271"/>
                  <a:pt x="320620" y="68089"/>
                </a:cubicBezTo>
                <a:cubicBezTo>
                  <a:pt x="317192" y="71907"/>
                  <a:pt x="312899" y="73816"/>
                  <a:pt x="307740" y="73816"/>
                </a:cubicBezTo>
                <a:cubicBezTo>
                  <a:pt x="302141" y="73816"/>
                  <a:pt x="297347" y="71640"/>
                  <a:pt x="293359" y="67289"/>
                </a:cubicBezTo>
                <a:cubicBezTo>
                  <a:pt x="289371" y="62936"/>
                  <a:pt x="287377" y="57085"/>
                  <a:pt x="287377" y="49735"/>
                </a:cubicBezTo>
                <a:cubicBezTo>
                  <a:pt x="287377" y="41777"/>
                  <a:pt x="289422" y="35571"/>
                  <a:pt x="293512" y="31117"/>
                </a:cubicBezTo>
                <a:cubicBezTo>
                  <a:pt x="297601" y="26663"/>
                  <a:pt x="302734" y="24436"/>
                  <a:pt x="308911" y="24436"/>
                </a:cubicBezTo>
                <a:cubicBezTo>
                  <a:pt x="314138" y="24436"/>
                  <a:pt x="318431" y="26154"/>
                  <a:pt x="321791" y="29590"/>
                </a:cubicBezTo>
                <a:cubicBezTo>
                  <a:pt x="325151" y="33025"/>
                  <a:pt x="326831" y="37620"/>
                  <a:pt x="326831" y="43373"/>
                </a:cubicBezTo>
                <a:lnTo>
                  <a:pt x="294606" y="43373"/>
                </a:lnTo>
                <a:moveTo>
                  <a:pt x="294606" y="40421"/>
                </a:moveTo>
                <a:lnTo>
                  <a:pt x="316191" y="40421"/>
                </a:lnTo>
                <a:cubicBezTo>
                  <a:pt x="316021" y="37434"/>
                  <a:pt x="315665" y="35330"/>
                  <a:pt x="315122" y="34108"/>
                </a:cubicBezTo>
                <a:cubicBezTo>
                  <a:pt x="314274" y="32208"/>
                  <a:pt x="313009" y="30714"/>
                  <a:pt x="311329" y="29628"/>
                </a:cubicBezTo>
                <a:cubicBezTo>
                  <a:pt x="309649" y="28542"/>
                  <a:pt x="307893" y="27999"/>
                  <a:pt x="306060" y="27999"/>
                </a:cubicBezTo>
                <a:cubicBezTo>
                  <a:pt x="303244" y="27999"/>
                  <a:pt x="300724" y="29094"/>
                  <a:pt x="298501" y="31283"/>
                </a:cubicBezTo>
                <a:cubicBezTo>
                  <a:pt x="296278" y="33472"/>
                  <a:pt x="294980" y="36518"/>
                  <a:pt x="294606" y="40421"/>
                </a:cubicBezTo>
                <a:close/>
                <a:moveTo>
                  <a:pt x="366401" y="67147"/>
                </a:moveTo>
                <a:cubicBezTo>
                  <a:pt x="364127" y="69523"/>
                  <a:pt x="361904" y="71228"/>
                  <a:pt x="359732" y="72263"/>
                </a:cubicBezTo>
                <a:cubicBezTo>
                  <a:pt x="357560" y="73298"/>
                  <a:pt x="355218" y="73816"/>
                  <a:pt x="352707" y="73816"/>
                </a:cubicBezTo>
                <a:cubicBezTo>
                  <a:pt x="347616" y="73816"/>
                  <a:pt x="343170" y="71691"/>
                  <a:pt x="339369" y="67441"/>
                </a:cubicBezTo>
                <a:cubicBezTo>
                  <a:pt x="335568" y="63191"/>
                  <a:pt x="333667" y="57729"/>
                  <a:pt x="333667" y="51056"/>
                </a:cubicBezTo>
                <a:cubicBezTo>
                  <a:pt x="333667" y="44383"/>
                  <a:pt x="335772" y="38279"/>
                  <a:pt x="339980" y="32742"/>
                </a:cubicBezTo>
                <a:cubicBezTo>
                  <a:pt x="344188" y="27204"/>
                  <a:pt x="349601" y="24436"/>
                  <a:pt x="356219" y="24436"/>
                </a:cubicBezTo>
                <a:cubicBezTo>
                  <a:pt x="360326" y="24436"/>
                  <a:pt x="363720" y="25742"/>
                  <a:pt x="366401" y="28356"/>
                </a:cubicBezTo>
                <a:lnTo>
                  <a:pt x="366401" y="19733"/>
                </a:lnTo>
                <a:cubicBezTo>
                  <a:pt x="366401" y="14382"/>
                  <a:pt x="366274" y="11094"/>
                  <a:pt x="366019" y="9867"/>
                </a:cubicBezTo>
                <a:cubicBezTo>
                  <a:pt x="365765" y="8639"/>
                  <a:pt x="365366" y="7805"/>
                  <a:pt x="364823" y="7363"/>
                </a:cubicBezTo>
                <a:cubicBezTo>
                  <a:pt x="364280" y="6919"/>
                  <a:pt x="363601" y="6698"/>
                  <a:pt x="362787" y="6698"/>
                </a:cubicBezTo>
                <a:cubicBezTo>
                  <a:pt x="361904" y="6698"/>
                  <a:pt x="360733" y="6970"/>
                  <a:pt x="359274" y="7515"/>
                </a:cubicBezTo>
                <a:lnTo>
                  <a:pt x="358612" y="5726"/>
                </a:lnTo>
                <a:lnTo>
                  <a:pt x="372510" y="0"/>
                </a:lnTo>
                <a:lnTo>
                  <a:pt x="374801" y="0"/>
                </a:lnTo>
                <a:lnTo>
                  <a:pt x="374801" y="53911"/>
                </a:lnTo>
                <a:cubicBezTo>
                  <a:pt x="374801" y="59375"/>
                  <a:pt x="374928" y="62710"/>
                  <a:pt x="375183" y="63914"/>
                </a:cubicBezTo>
                <a:cubicBezTo>
                  <a:pt x="375437" y="65119"/>
                  <a:pt x="375844" y="65959"/>
                  <a:pt x="376404" y="66434"/>
                </a:cubicBezTo>
                <a:cubicBezTo>
                  <a:pt x="376964" y="66910"/>
                  <a:pt x="377618" y="67147"/>
                  <a:pt x="378364" y="67147"/>
                </a:cubicBezTo>
                <a:cubicBezTo>
                  <a:pt x="379281" y="67147"/>
                  <a:pt x="380502" y="66859"/>
                  <a:pt x="382030" y="66282"/>
                </a:cubicBezTo>
                <a:lnTo>
                  <a:pt x="382590" y="68063"/>
                </a:lnTo>
                <a:lnTo>
                  <a:pt x="368743" y="73816"/>
                </a:lnTo>
                <a:lnTo>
                  <a:pt x="366401" y="73816"/>
                </a:lnTo>
                <a:lnTo>
                  <a:pt x="366401" y="67147"/>
                </a:lnTo>
                <a:moveTo>
                  <a:pt x="366401" y="63595"/>
                </a:moveTo>
                <a:lnTo>
                  <a:pt x="366401" y="39627"/>
                </a:lnTo>
                <a:cubicBezTo>
                  <a:pt x="366197" y="37324"/>
                  <a:pt x="365586" y="35225"/>
                  <a:pt x="364568" y="33330"/>
                </a:cubicBezTo>
                <a:cubicBezTo>
                  <a:pt x="363550" y="31434"/>
                  <a:pt x="362201" y="30004"/>
                  <a:pt x="360521" y="29040"/>
                </a:cubicBezTo>
                <a:cubicBezTo>
                  <a:pt x="358841" y="28074"/>
                  <a:pt x="357204" y="27592"/>
                  <a:pt x="355609" y="27592"/>
                </a:cubicBezTo>
                <a:cubicBezTo>
                  <a:pt x="352622" y="27592"/>
                  <a:pt x="349958" y="28929"/>
                  <a:pt x="347616" y="31604"/>
                </a:cubicBezTo>
                <a:cubicBezTo>
                  <a:pt x="344528" y="35124"/>
                  <a:pt x="342983" y="40269"/>
                  <a:pt x="342983" y="47040"/>
                </a:cubicBezTo>
                <a:cubicBezTo>
                  <a:pt x="342983" y="53879"/>
                  <a:pt x="344477" y="59118"/>
                  <a:pt x="347463" y="62758"/>
                </a:cubicBezTo>
                <a:cubicBezTo>
                  <a:pt x="350450" y="66397"/>
                  <a:pt x="353776" y="68216"/>
                  <a:pt x="357441" y="68216"/>
                </a:cubicBezTo>
                <a:cubicBezTo>
                  <a:pt x="360530" y="68216"/>
                  <a:pt x="363516" y="66676"/>
                  <a:pt x="366401" y="63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CompoundModels">
            <a:extLst xmlns:a="http://schemas.openxmlformats.org/drawingml/2006/main">
              <a:ext uri="{FF2B5EF4-FFF2-40B4-BE49-F238E27FC236}">
                <a16:creationId xmlns:a16="http://schemas.microsoft.com/office/drawing/2014/main" id="{D92A2A4A-4028-404F-BE1D-D598F7DD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4" y="936582"/>
            <a:ext cx="769468" cy="94688"/>
          </a:xfrm>
          <a:custGeom xmlns:a="http://schemas.openxmlformats.org/drawingml/2006/main">
            <a:pathLst>
              <a:path w="769468" h="94688">
                <a:moveTo>
                  <a:pt x="59002" y="1833"/>
                </a:moveTo>
                <a:lnTo>
                  <a:pt x="60580" y="25250"/>
                </a:lnTo>
                <a:lnTo>
                  <a:pt x="59002" y="25250"/>
                </a:lnTo>
                <a:cubicBezTo>
                  <a:pt x="56898" y="18207"/>
                  <a:pt x="53894" y="13137"/>
                  <a:pt x="49991" y="10042"/>
                </a:cubicBezTo>
                <a:cubicBezTo>
                  <a:pt x="46088" y="6945"/>
                  <a:pt x="41405" y="5396"/>
                  <a:pt x="35941" y="5396"/>
                </a:cubicBezTo>
                <a:cubicBezTo>
                  <a:pt x="31359" y="5396"/>
                  <a:pt x="27219" y="6560"/>
                  <a:pt x="23519" y="8887"/>
                </a:cubicBezTo>
                <a:cubicBezTo>
                  <a:pt x="19820" y="11212"/>
                  <a:pt x="16910" y="14923"/>
                  <a:pt x="14789" y="20018"/>
                </a:cubicBezTo>
                <a:cubicBezTo>
                  <a:pt x="12668" y="25113"/>
                  <a:pt x="11607" y="31448"/>
                  <a:pt x="11607" y="39022"/>
                </a:cubicBezTo>
                <a:cubicBezTo>
                  <a:pt x="11607" y="45271"/>
                  <a:pt x="12608" y="50689"/>
                  <a:pt x="14610" y="55275"/>
                </a:cubicBezTo>
                <a:cubicBezTo>
                  <a:pt x="16613" y="59859"/>
                  <a:pt x="19625" y="63375"/>
                  <a:pt x="23647" y="65820"/>
                </a:cubicBezTo>
                <a:cubicBezTo>
                  <a:pt x="27668" y="68266"/>
                  <a:pt x="32258" y="69489"/>
                  <a:pt x="37417" y="69489"/>
                </a:cubicBezTo>
                <a:cubicBezTo>
                  <a:pt x="41897" y="69489"/>
                  <a:pt x="45851" y="68530"/>
                  <a:pt x="49279" y="66613"/>
                </a:cubicBezTo>
                <a:cubicBezTo>
                  <a:pt x="52706" y="64695"/>
                  <a:pt x="56473" y="60885"/>
                  <a:pt x="60580" y="55184"/>
                </a:cubicBezTo>
                <a:lnTo>
                  <a:pt x="62158" y="56199"/>
                </a:lnTo>
                <a:cubicBezTo>
                  <a:pt x="58696" y="62326"/>
                  <a:pt x="54658" y="66811"/>
                  <a:pt x="50042" y="69654"/>
                </a:cubicBezTo>
                <a:cubicBezTo>
                  <a:pt x="45427" y="72497"/>
                  <a:pt x="39945" y="73918"/>
                  <a:pt x="33599" y="73918"/>
                </a:cubicBezTo>
                <a:cubicBezTo>
                  <a:pt x="22162" y="73918"/>
                  <a:pt x="13304" y="69681"/>
                  <a:pt x="7025" y="61208"/>
                </a:cubicBezTo>
                <a:cubicBezTo>
                  <a:pt x="2342" y="54905"/>
                  <a:pt x="0" y="47484"/>
                  <a:pt x="0" y="38943"/>
                </a:cubicBezTo>
                <a:cubicBezTo>
                  <a:pt x="0" y="32063"/>
                  <a:pt x="1544" y="25742"/>
                  <a:pt x="4633" y="19981"/>
                </a:cubicBezTo>
                <a:cubicBezTo>
                  <a:pt x="7721" y="14220"/>
                  <a:pt x="11972" y="9755"/>
                  <a:pt x="17385" y="6586"/>
                </a:cubicBezTo>
                <a:cubicBezTo>
                  <a:pt x="22798" y="3417"/>
                  <a:pt x="28712" y="1833"/>
                  <a:pt x="35126" y="1833"/>
                </a:cubicBezTo>
                <a:cubicBezTo>
                  <a:pt x="40115" y="1833"/>
                  <a:pt x="45036" y="3054"/>
                  <a:pt x="49889" y="5498"/>
                </a:cubicBezTo>
                <a:cubicBezTo>
                  <a:pt x="51315" y="6245"/>
                  <a:pt x="52333" y="6618"/>
                  <a:pt x="52944" y="6618"/>
                </a:cubicBezTo>
                <a:cubicBezTo>
                  <a:pt x="53860" y="6618"/>
                  <a:pt x="54658" y="6296"/>
                  <a:pt x="55337" y="5651"/>
                </a:cubicBezTo>
                <a:cubicBezTo>
                  <a:pt x="56219" y="4734"/>
                  <a:pt x="56847" y="3462"/>
                  <a:pt x="57220" y="1833"/>
                </a:cubicBezTo>
                <a:lnTo>
                  <a:pt x="59002" y="1833"/>
                </a:lnTo>
                <a:close/>
                <a:moveTo>
                  <a:pt x="91807" y="24436"/>
                </a:moveTo>
                <a:cubicBezTo>
                  <a:pt x="98866" y="24436"/>
                  <a:pt x="104534" y="27114"/>
                  <a:pt x="108810" y="32471"/>
                </a:cubicBezTo>
                <a:cubicBezTo>
                  <a:pt x="112441" y="37047"/>
                  <a:pt x="114257" y="42303"/>
                  <a:pt x="114257" y="48237"/>
                </a:cubicBezTo>
                <a:cubicBezTo>
                  <a:pt x="114257" y="52407"/>
                  <a:pt x="113256" y="56628"/>
                  <a:pt x="111254" y="60900"/>
                </a:cubicBezTo>
                <a:cubicBezTo>
                  <a:pt x="109251" y="65171"/>
                  <a:pt x="106494" y="68391"/>
                  <a:pt x="102981" y="70561"/>
                </a:cubicBezTo>
                <a:cubicBezTo>
                  <a:pt x="99468" y="72731"/>
                  <a:pt x="95557" y="73816"/>
                  <a:pt x="91247" y="73816"/>
                </a:cubicBezTo>
                <a:cubicBezTo>
                  <a:pt x="84222" y="73816"/>
                  <a:pt x="78639" y="71019"/>
                  <a:pt x="74498" y="65424"/>
                </a:cubicBezTo>
                <a:cubicBezTo>
                  <a:pt x="71003" y="60712"/>
                  <a:pt x="69255" y="55424"/>
                  <a:pt x="69255" y="49559"/>
                </a:cubicBezTo>
                <a:cubicBezTo>
                  <a:pt x="69255" y="45287"/>
                  <a:pt x="70315" y="41040"/>
                  <a:pt x="72436" y="36819"/>
                </a:cubicBezTo>
                <a:cubicBezTo>
                  <a:pt x="74558" y="32598"/>
                  <a:pt x="77349" y="29479"/>
                  <a:pt x="80811" y="27461"/>
                </a:cubicBezTo>
                <a:cubicBezTo>
                  <a:pt x="84272" y="25444"/>
                  <a:pt x="87938" y="24436"/>
                  <a:pt x="91807" y="24436"/>
                </a:cubicBezTo>
                <a:moveTo>
                  <a:pt x="90229" y="27796"/>
                </a:moveTo>
                <a:cubicBezTo>
                  <a:pt x="88430" y="27796"/>
                  <a:pt x="86623" y="28330"/>
                  <a:pt x="84807" y="29398"/>
                </a:cubicBezTo>
                <a:cubicBezTo>
                  <a:pt x="82991" y="30466"/>
                  <a:pt x="81523" y="32339"/>
                  <a:pt x="80404" y="35016"/>
                </a:cubicBezTo>
                <a:cubicBezTo>
                  <a:pt x="79284" y="37694"/>
                  <a:pt x="78724" y="41135"/>
                  <a:pt x="78724" y="45338"/>
                </a:cubicBezTo>
                <a:cubicBezTo>
                  <a:pt x="78724" y="52117"/>
                  <a:pt x="80073" y="57965"/>
                  <a:pt x="82771" y="62880"/>
                </a:cubicBezTo>
                <a:cubicBezTo>
                  <a:pt x="85469" y="67795"/>
                  <a:pt x="89024" y="70252"/>
                  <a:pt x="93436" y="70252"/>
                </a:cubicBezTo>
                <a:cubicBezTo>
                  <a:pt x="96728" y="70252"/>
                  <a:pt x="99443" y="68897"/>
                  <a:pt x="101581" y="66185"/>
                </a:cubicBezTo>
                <a:cubicBezTo>
                  <a:pt x="103719" y="63473"/>
                  <a:pt x="104788" y="58812"/>
                  <a:pt x="104788" y="52203"/>
                </a:cubicBezTo>
                <a:cubicBezTo>
                  <a:pt x="104788" y="43931"/>
                  <a:pt x="103006" y="37422"/>
                  <a:pt x="99443" y="32676"/>
                </a:cubicBezTo>
                <a:cubicBezTo>
                  <a:pt x="97033" y="29422"/>
                  <a:pt x="93962" y="27796"/>
                  <a:pt x="90229" y="27796"/>
                </a:cubicBezTo>
                <a:close/>
                <a:moveTo>
                  <a:pt x="134976" y="34363"/>
                </a:moveTo>
                <a:cubicBezTo>
                  <a:pt x="138370" y="30969"/>
                  <a:pt x="140373" y="29017"/>
                  <a:pt x="140984" y="28508"/>
                </a:cubicBezTo>
                <a:cubicBezTo>
                  <a:pt x="142511" y="27219"/>
                  <a:pt x="144157" y="26217"/>
                  <a:pt x="145922" y="25505"/>
                </a:cubicBezTo>
                <a:cubicBezTo>
                  <a:pt x="147686" y="24792"/>
                  <a:pt x="149434" y="24436"/>
                  <a:pt x="151165" y="24436"/>
                </a:cubicBezTo>
                <a:cubicBezTo>
                  <a:pt x="154084" y="24436"/>
                  <a:pt x="156595" y="25284"/>
                  <a:pt x="158699" y="26981"/>
                </a:cubicBezTo>
                <a:cubicBezTo>
                  <a:pt x="160804" y="28678"/>
                  <a:pt x="162212" y="31138"/>
                  <a:pt x="162925" y="34363"/>
                </a:cubicBezTo>
                <a:cubicBezTo>
                  <a:pt x="166420" y="30290"/>
                  <a:pt x="169373" y="27617"/>
                  <a:pt x="171783" y="26345"/>
                </a:cubicBezTo>
                <a:cubicBezTo>
                  <a:pt x="174192" y="25072"/>
                  <a:pt x="176670" y="24436"/>
                  <a:pt x="179215" y="24436"/>
                </a:cubicBezTo>
                <a:cubicBezTo>
                  <a:pt x="181693" y="24436"/>
                  <a:pt x="183890" y="25071"/>
                  <a:pt x="185808" y="26341"/>
                </a:cubicBezTo>
                <a:cubicBezTo>
                  <a:pt x="187725" y="27611"/>
                  <a:pt x="189244" y="29685"/>
                  <a:pt x="190364" y="32563"/>
                </a:cubicBezTo>
                <a:cubicBezTo>
                  <a:pt x="191111" y="34528"/>
                  <a:pt x="191484" y="37609"/>
                  <a:pt x="191484" y="41808"/>
                </a:cubicBezTo>
                <a:lnTo>
                  <a:pt x="191484" y="61821"/>
                </a:lnTo>
                <a:cubicBezTo>
                  <a:pt x="191484" y="64733"/>
                  <a:pt x="191704" y="66731"/>
                  <a:pt x="192146" y="67815"/>
                </a:cubicBezTo>
                <a:cubicBezTo>
                  <a:pt x="192485" y="68560"/>
                  <a:pt x="193113" y="69195"/>
                  <a:pt x="194029" y="69720"/>
                </a:cubicBezTo>
                <a:cubicBezTo>
                  <a:pt x="194946" y="70245"/>
                  <a:pt x="196439" y="70507"/>
                  <a:pt x="198509" y="70507"/>
                </a:cubicBezTo>
                <a:lnTo>
                  <a:pt x="198509" y="72391"/>
                </a:lnTo>
                <a:lnTo>
                  <a:pt x="175499" y="72391"/>
                </a:lnTo>
                <a:lnTo>
                  <a:pt x="175499" y="70507"/>
                </a:lnTo>
                <a:lnTo>
                  <a:pt x="176466" y="70507"/>
                </a:lnTo>
                <a:cubicBezTo>
                  <a:pt x="178469" y="70507"/>
                  <a:pt x="180030" y="70119"/>
                  <a:pt x="181150" y="69342"/>
                </a:cubicBezTo>
                <a:cubicBezTo>
                  <a:pt x="181930" y="68802"/>
                  <a:pt x="182490" y="67940"/>
                  <a:pt x="182830" y="66759"/>
                </a:cubicBezTo>
                <a:cubicBezTo>
                  <a:pt x="182965" y="66185"/>
                  <a:pt x="183033" y="64548"/>
                  <a:pt x="183033" y="61846"/>
                </a:cubicBezTo>
                <a:lnTo>
                  <a:pt x="183033" y="41891"/>
                </a:lnTo>
                <a:cubicBezTo>
                  <a:pt x="183033" y="38109"/>
                  <a:pt x="182575" y="35441"/>
                  <a:pt x="181659" y="33889"/>
                </a:cubicBezTo>
                <a:cubicBezTo>
                  <a:pt x="180335" y="31727"/>
                  <a:pt x="178214" y="30646"/>
                  <a:pt x="175295" y="30646"/>
                </a:cubicBezTo>
                <a:cubicBezTo>
                  <a:pt x="173497" y="30646"/>
                  <a:pt x="171689" y="31094"/>
                  <a:pt x="169874" y="31989"/>
                </a:cubicBezTo>
                <a:cubicBezTo>
                  <a:pt x="168058" y="32883"/>
                  <a:pt x="165860" y="34546"/>
                  <a:pt x="163281" y="36978"/>
                </a:cubicBezTo>
                <a:lnTo>
                  <a:pt x="163179" y="37535"/>
                </a:lnTo>
                <a:lnTo>
                  <a:pt x="163281" y="39713"/>
                </a:lnTo>
                <a:lnTo>
                  <a:pt x="163281" y="61846"/>
                </a:lnTo>
                <a:cubicBezTo>
                  <a:pt x="163281" y="65021"/>
                  <a:pt x="163459" y="66996"/>
                  <a:pt x="163816" y="67772"/>
                </a:cubicBezTo>
                <a:cubicBezTo>
                  <a:pt x="164172" y="68549"/>
                  <a:pt x="164842" y="69199"/>
                  <a:pt x="165826" y="69723"/>
                </a:cubicBezTo>
                <a:cubicBezTo>
                  <a:pt x="166811" y="70246"/>
                  <a:pt x="168491" y="70507"/>
                  <a:pt x="170866" y="70507"/>
                </a:cubicBezTo>
                <a:lnTo>
                  <a:pt x="170866" y="72391"/>
                </a:lnTo>
                <a:lnTo>
                  <a:pt x="147296" y="72391"/>
                </a:lnTo>
                <a:lnTo>
                  <a:pt x="147296" y="70507"/>
                </a:lnTo>
                <a:cubicBezTo>
                  <a:pt x="149875" y="70507"/>
                  <a:pt x="151649" y="70203"/>
                  <a:pt x="152616" y="69595"/>
                </a:cubicBezTo>
                <a:cubicBezTo>
                  <a:pt x="153583" y="68988"/>
                  <a:pt x="154253" y="68076"/>
                  <a:pt x="154627" y="66861"/>
                </a:cubicBezTo>
                <a:cubicBezTo>
                  <a:pt x="154796" y="66286"/>
                  <a:pt x="154881" y="64614"/>
                  <a:pt x="154881" y="61846"/>
                </a:cubicBezTo>
                <a:lnTo>
                  <a:pt x="154881" y="41891"/>
                </a:lnTo>
                <a:cubicBezTo>
                  <a:pt x="154881" y="38109"/>
                  <a:pt x="154321" y="35390"/>
                  <a:pt x="153201" y="33736"/>
                </a:cubicBezTo>
                <a:cubicBezTo>
                  <a:pt x="151708" y="31574"/>
                  <a:pt x="149621" y="30494"/>
                  <a:pt x="146940" y="30494"/>
                </a:cubicBezTo>
                <a:cubicBezTo>
                  <a:pt x="145107" y="30494"/>
                  <a:pt x="143291" y="30983"/>
                  <a:pt x="141493" y="31962"/>
                </a:cubicBezTo>
                <a:cubicBezTo>
                  <a:pt x="138676" y="33448"/>
                  <a:pt x="136504" y="35119"/>
                  <a:pt x="134976" y="36976"/>
                </a:cubicBezTo>
                <a:lnTo>
                  <a:pt x="134976" y="61846"/>
                </a:lnTo>
                <a:cubicBezTo>
                  <a:pt x="134976" y="64885"/>
                  <a:pt x="135189" y="66860"/>
                  <a:pt x="135613" y="67772"/>
                </a:cubicBezTo>
                <a:cubicBezTo>
                  <a:pt x="136037" y="68683"/>
                  <a:pt x="136665" y="69367"/>
                  <a:pt x="137496" y="69823"/>
                </a:cubicBezTo>
                <a:cubicBezTo>
                  <a:pt x="138328" y="70279"/>
                  <a:pt x="140016" y="70507"/>
                  <a:pt x="142562" y="70507"/>
                </a:cubicBezTo>
                <a:lnTo>
                  <a:pt x="142562" y="72391"/>
                </a:lnTo>
                <a:lnTo>
                  <a:pt x="119501" y="72391"/>
                </a:lnTo>
                <a:lnTo>
                  <a:pt x="119501" y="70507"/>
                </a:lnTo>
                <a:cubicBezTo>
                  <a:pt x="121639" y="70507"/>
                  <a:pt x="123132" y="70278"/>
                  <a:pt x="123980" y="69821"/>
                </a:cubicBezTo>
                <a:cubicBezTo>
                  <a:pt x="124829" y="69364"/>
                  <a:pt x="125474" y="68636"/>
                  <a:pt x="125915" y="67637"/>
                </a:cubicBezTo>
                <a:cubicBezTo>
                  <a:pt x="126356" y="66638"/>
                  <a:pt x="126577" y="64699"/>
                  <a:pt x="126577" y="61821"/>
                </a:cubicBezTo>
                <a:lnTo>
                  <a:pt x="126577" y="44043"/>
                </a:lnTo>
                <a:cubicBezTo>
                  <a:pt x="126577" y="38929"/>
                  <a:pt x="126424" y="35627"/>
                  <a:pt x="126119" y="34138"/>
                </a:cubicBezTo>
                <a:cubicBezTo>
                  <a:pt x="125881" y="33020"/>
                  <a:pt x="125508" y="32250"/>
                  <a:pt x="124999" y="31827"/>
                </a:cubicBezTo>
                <a:cubicBezTo>
                  <a:pt x="124489" y="31404"/>
                  <a:pt x="123794" y="31192"/>
                  <a:pt x="122911" y="31192"/>
                </a:cubicBezTo>
                <a:cubicBezTo>
                  <a:pt x="121961" y="31192"/>
                  <a:pt x="120824" y="31446"/>
                  <a:pt x="119501" y="31954"/>
                </a:cubicBezTo>
                <a:lnTo>
                  <a:pt x="118737" y="30125"/>
                </a:lnTo>
                <a:lnTo>
                  <a:pt x="132787" y="24436"/>
                </a:lnTo>
                <a:lnTo>
                  <a:pt x="134976" y="24436"/>
                </a:lnTo>
                <a:lnTo>
                  <a:pt x="134976" y="34363"/>
                </a:lnTo>
                <a:close/>
                <a:moveTo>
                  <a:pt x="199217" y="30346"/>
                </a:moveTo>
                <a:lnTo>
                  <a:pt x="213573" y="24537"/>
                </a:lnTo>
                <a:lnTo>
                  <a:pt x="215507" y="24537"/>
                </a:lnTo>
                <a:lnTo>
                  <a:pt x="215507" y="35432"/>
                </a:lnTo>
                <a:cubicBezTo>
                  <a:pt x="217917" y="31325"/>
                  <a:pt x="220335" y="28466"/>
                  <a:pt x="222761" y="26854"/>
                </a:cubicBezTo>
                <a:cubicBezTo>
                  <a:pt x="225188" y="25242"/>
                  <a:pt x="227742" y="24436"/>
                  <a:pt x="230423" y="24436"/>
                </a:cubicBezTo>
                <a:cubicBezTo>
                  <a:pt x="235106" y="24436"/>
                  <a:pt x="239009" y="26266"/>
                  <a:pt x="242132" y="29927"/>
                </a:cubicBezTo>
                <a:cubicBezTo>
                  <a:pt x="245967" y="34403"/>
                  <a:pt x="247884" y="40234"/>
                  <a:pt x="247884" y="47422"/>
                </a:cubicBezTo>
                <a:cubicBezTo>
                  <a:pt x="247884" y="55457"/>
                  <a:pt x="245576" y="62102"/>
                  <a:pt x="240961" y="67357"/>
                </a:cubicBezTo>
                <a:cubicBezTo>
                  <a:pt x="237160" y="71663"/>
                  <a:pt x="232374" y="73816"/>
                  <a:pt x="226605" y="73816"/>
                </a:cubicBezTo>
                <a:cubicBezTo>
                  <a:pt x="224093" y="73816"/>
                  <a:pt x="221921" y="73460"/>
                  <a:pt x="220089" y="72747"/>
                </a:cubicBezTo>
                <a:cubicBezTo>
                  <a:pt x="218731" y="72238"/>
                  <a:pt x="217204" y="71220"/>
                  <a:pt x="215507" y="69692"/>
                </a:cubicBezTo>
                <a:lnTo>
                  <a:pt x="215507" y="83896"/>
                </a:lnTo>
                <a:cubicBezTo>
                  <a:pt x="215507" y="87086"/>
                  <a:pt x="215702" y="89114"/>
                  <a:pt x="216092" y="89979"/>
                </a:cubicBezTo>
                <a:cubicBezTo>
                  <a:pt x="216483" y="90845"/>
                  <a:pt x="217162" y="91532"/>
                  <a:pt x="218129" y="92041"/>
                </a:cubicBezTo>
                <a:cubicBezTo>
                  <a:pt x="219096" y="92550"/>
                  <a:pt x="220852" y="92805"/>
                  <a:pt x="223398" y="92805"/>
                </a:cubicBezTo>
                <a:lnTo>
                  <a:pt x="223398" y="94688"/>
                </a:lnTo>
                <a:lnTo>
                  <a:pt x="198962" y="94688"/>
                </a:lnTo>
                <a:lnTo>
                  <a:pt x="198962" y="92805"/>
                </a:lnTo>
                <a:lnTo>
                  <a:pt x="200235" y="92805"/>
                </a:lnTo>
                <a:cubicBezTo>
                  <a:pt x="202101" y="92838"/>
                  <a:pt x="203696" y="92482"/>
                  <a:pt x="205020" y="91734"/>
                </a:cubicBezTo>
                <a:cubicBezTo>
                  <a:pt x="205665" y="91361"/>
                  <a:pt x="206166" y="90758"/>
                  <a:pt x="206522" y="89925"/>
                </a:cubicBezTo>
                <a:cubicBezTo>
                  <a:pt x="206878" y="89094"/>
                  <a:pt x="207056" y="86980"/>
                  <a:pt x="207056" y="83584"/>
                </a:cubicBezTo>
                <a:lnTo>
                  <a:pt x="207056" y="39465"/>
                </a:lnTo>
                <a:cubicBezTo>
                  <a:pt x="207056" y="36442"/>
                  <a:pt x="206921" y="34523"/>
                  <a:pt x="206649" y="33709"/>
                </a:cubicBezTo>
                <a:cubicBezTo>
                  <a:pt x="206378" y="32893"/>
                  <a:pt x="205945" y="32282"/>
                  <a:pt x="205351" y="31875"/>
                </a:cubicBezTo>
                <a:cubicBezTo>
                  <a:pt x="204757" y="31466"/>
                  <a:pt x="203951" y="31262"/>
                  <a:pt x="202933" y="31262"/>
                </a:cubicBezTo>
                <a:cubicBezTo>
                  <a:pt x="202118" y="31262"/>
                  <a:pt x="201083" y="31500"/>
                  <a:pt x="199828" y="31975"/>
                </a:cubicBezTo>
                <a:lnTo>
                  <a:pt x="199217" y="30346"/>
                </a:lnTo>
                <a:moveTo>
                  <a:pt x="215507" y="38527"/>
                </a:moveTo>
                <a:lnTo>
                  <a:pt x="215507" y="55916"/>
                </a:lnTo>
                <a:cubicBezTo>
                  <a:pt x="215507" y="59679"/>
                  <a:pt x="215660" y="62153"/>
                  <a:pt x="215965" y="63339"/>
                </a:cubicBezTo>
                <a:cubicBezTo>
                  <a:pt x="216440" y="65305"/>
                  <a:pt x="217603" y="67034"/>
                  <a:pt x="219452" y="68525"/>
                </a:cubicBezTo>
                <a:cubicBezTo>
                  <a:pt x="221302" y="70016"/>
                  <a:pt x="223635" y="70762"/>
                  <a:pt x="226452" y="70762"/>
                </a:cubicBezTo>
                <a:cubicBezTo>
                  <a:pt x="229846" y="70762"/>
                  <a:pt x="232595" y="69440"/>
                  <a:pt x="234699" y="66796"/>
                </a:cubicBezTo>
                <a:cubicBezTo>
                  <a:pt x="237448" y="63339"/>
                  <a:pt x="238823" y="58475"/>
                  <a:pt x="238823" y="52204"/>
                </a:cubicBezTo>
                <a:cubicBezTo>
                  <a:pt x="238823" y="45087"/>
                  <a:pt x="237262" y="39613"/>
                  <a:pt x="234139" y="35783"/>
                </a:cubicBezTo>
                <a:cubicBezTo>
                  <a:pt x="231967" y="33139"/>
                  <a:pt x="229388" y="31817"/>
                  <a:pt x="226401" y="31817"/>
                </a:cubicBezTo>
                <a:cubicBezTo>
                  <a:pt x="224772" y="31817"/>
                  <a:pt x="223160" y="32224"/>
                  <a:pt x="221565" y="33037"/>
                </a:cubicBezTo>
                <a:cubicBezTo>
                  <a:pt x="220343" y="33647"/>
                  <a:pt x="218324" y="35477"/>
                  <a:pt x="215507" y="38527"/>
                </a:cubicBezTo>
                <a:close/>
                <a:moveTo>
                  <a:pt x="277513" y="24436"/>
                </a:moveTo>
                <a:cubicBezTo>
                  <a:pt x="284572" y="24436"/>
                  <a:pt x="290239" y="27114"/>
                  <a:pt x="294516" y="32471"/>
                </a:cubicBezTo>
                <a:cubicBezTo>
                  <a:pt x="298147" y="37047"/>
                  <a:pt x="299963" y="42303"/>
                  <a:pt x="299963" y="48237"/>
                </a:cubicBezTo>
                <a:cubicBezTo>
                  <a:pt x="299963" y="52407"/>
                  <a:pt x="298962" y="56628"/>
                  <a:pt x="296959" y="60900"/>
                </a:cubicBezTo>
                <a:cubicBezTo>
                  <a:pt x="294957" y="65171"/>
                  <a:pt x="292199" y="68391"/>
                  <a:pt x="288687" y="70561"/>
                </a:cubicBezTo>
                <a:cubicBezTo>
                  <a:pt x="285174" y="72731"/>
                  <a:pt x="281263" y="73816"/>
                  <a:pt x="276953" y="73816"/>
                </a:cubicBezTo>
                <a:cubicBezTo>
                  <a:pt x="269927" y="73816"/>
                  <a:pt x="264344" y="71019"/>
                  <a:pt x="260204" y="65424"/>
                </a:cubicBezTo>
                <a:cubicBezTo>
                  <a:pt x="256708" y="60712"/>
                  <a:pt x="254960" y="55424"/>
                  <a:pt x="254960" y="49559"/>
                </a:cubicBezTo>
                <a:cubicBezTo>
                  <a:pt x="254960" y="45287"/>
                  <a:pt x="256021" y="41040"/>
                  <a:pt x="258142" y="36819"/>
                </a:cubicBezTo>
                <a:cubicBezTo>
                  <a:pt x="260263" y="32598"/>
                  <a:pt x="263055" y="29479"/>
                  <a:pt x="266516" y="27461"/>
                </a:cubicBezTo>
                <a:cubicBezTo>
                  <a:pt x="269978" y="25444"/>
                  <a:pt x="273644" y="24436"/>
                  <a:pt x="277513" y="24436"/>
                </a:cubicBezTo>
                <a:moveTo>
                  <a:pt x="275934" y="27796"/>
                </a:moveTo>
                <a:cubicBezTo>
                  <a:pt x="274136" y="27796"/>
                  <a:pt x="272328" y="28330"/>
                  <a:pt x="270513" y="29398"/>
                </a:cubicBezTo>
                <a:cubicBezTo>
                  <a:pt x="268697" y="30466"/>
                  <a:pt x="267229" y="32339"/>
                  <a:pt x="266109" y="35016"/>
                </a:cubicBezTo>
                <a:cubicBezTo>
                  <a:pt x="264989" y="37694"/>
                  <a:pt x="264429" y="41135"/>
                  <a:pt x="264429" y="45338"/>
                </a:cubicBezTo>
                <a:cubicBezTo>
                  <a:pt x="264429" y="52117"/>
                  <a:pt x="265778" y="57965"/>
                  <a:pt x="268476" y="62880"/>
                </a:cubicBezTo>
                <a:cubicBezTo>
                  <a:pt x="271175" y="67795"/>
                  <a:pt x="274730" y="70252"/>
                  <a:pt x="279142" y="70252"/>
                </a:cubicBezTo>
                <a:cubicBezTo>
                  <a:pt x="282434" y="70252"/>
                  <a:pt x="285149" y="68897"/>
                  <a:pt x="287287" y="66185"/>
                </a:cubicBezTo>
                <a:cubicBezTo>
                  <a:pt x="289425" y="63473"/>
                  <a:pt x="290494" y="58812"/>
                  <a:pt x="290494" y="52203"/>
                </a:cubicBezTo>
                <a:cubicBezTo>
                  <a:pt x="290494" y="43931"/>
                  <a:pt x="288712" y="37422"/>
                  <a:pt x="285149" y="32676"/>
                </a:cubicBezTo>
                <a:cubicBezTo>
                  <a:pt x="282739" y="29422"/>
                  <a:pt x="279668" y="27796"/>
                  <a:pt x="275934" y="27796"/>
                </a:cubicBezTo>
                <a:close/>
                <a:moveTo>
                  <a:pt x="347714" y="25759"/>
                </a:moveTo>
                <a:lnTo>
                  <a:pt x="347714" y="54013"/>
                </a:lnTo>
                <a:cubicBezTo>
                  <a:pt x="347714" y="59409"/>
                  <a:pt x="347841" y="62710"/>
                  <a:pt x="348096" y="63914"/>
                </a:cubicBezTo>
                <a:cubicBezTo>
                  <a:pt x="348350" y="65119"/>
                  <a:pt x="348758" y="65959"/>
                  <a:pt x="349318" y="66434"/>
                </a:cubicBezTo>
                <a:cubicBezTo>
                  <a:pt x="349878" y="66910"/>
                  <a:pt x="350531" y="67147"/>
                  <a:pt x="351278" y="67147"/>
                </a:cubicBezTo>
                <a:cubicBezTo>
                  <a:pt x="352330" y="67147"/>
                  <a:pt x="353518" y="66859"/>
                  <a:pt x="354841" y="66282"/>
                </a:cubicBezTo>
                <a:lnTo>
                  <a:pt x="355554" y="68063"/>
                </a:lnTo>
                <a:lnTo>
                  <a:pt x="341605" y="73816"/>
                </a:lnTo>
                <a:lnTo>
                  <a:pt x="339314" y="73816"/>
                </a:lnTo>
                <a:lnTo>
                  <a:pt x="339314" y="63940"/>
                </a:lnTo>
                <a:cubicBezTo>
                  <a:pt x="335310" y="68284"/>
                  <a:pt x="332255" y="71016"/>
                  <a:pt x="330151" y="72136"/>
                </a:cubicBezTo>
                <a:cubicBezTo>
                  <a:pt x="328047" y="73256"/>
                  <a:pt x="325824" y="73816"/>
                  <a:pt x="323482" y="73816"/>
                </a:cubicBezTo>
                <a:cubicBezTo>
                  <a:pt x="320869" y="73816"/>
                  <a:pt x="318603" y="73061"/>
                  <a:pt x="316686" y="71551"/>
                </a:cubicBezTo>
                <a:cubicBezTo>
                  <a:pt x="314768" y="70040"/>
                  <a:pt x="313436" y="68097"/>
                  <a:pt x="312690" y="65722"/>
                </a:cubicBezTo>
                <a:cubicBezTo>
                  <a:pt x="311943" y="63346"/>
                  <a:pt x="311570" y="59986"/>
                  <a:pt x="311570" y="55642"/>
                </a:cubicBezTo>
                <a:lnTo>
                  <a:pt x="311570" y="34821"/>
                </a:lnTo>
                <a:cubicBezTo>
                  <a:pt x="311570" y="32615"/>
                  <a:pt x="311332" y="31088"/>
                  <a:pt x="310857" y="30239"/>
                </a:cubicBezTo>
                <a:cubicBezTo>
                  <a:pt x="310382" y="29391"/>
                  <a:pt x="309678" y="28737"/>
                  <a:pt x="308744" y="28279"/>
                </a:cubicBezTo>
                <a:cubicBezTo>
                  <a:pt x="307811" y="27821"/>
                  <a:pt x="306123" y="27609"/>
                  <a:pt x="303679" y="27643"/>
                </a:cubicBezTo>
                <a:lnTo>
                  <a:pt x="303679" y="25759"/>
                </a:lnTo>
                <a:lnTo>
                  <a:pt x="320020" y="25759"/>
                </a:lnTo>
                <a:lnTo>
                  <a:pt x="320020" y="56889"/>
                </a:lnTo>
                <a:cubicBezTo>
                  <a:pt x="320020" y="61223"/>
                  <a:pt x="320775" y="64067"/>
                  <a:pt x="322286" y="65421"/>
                </a:cubicBezTo>
                <a:cubicBezTo>
                  <a:pt x="323796" y="66775"/>
                  <a:pt x="325620" y="67453"/>
                  <a:pt x="327758" y="67453"/>
                </a:cubicBezTo>
                <a:cubicBezTo>
                  <a:pt x="329218" y="67453"/>
                  <a:pt x="330872" y="66995"/>
                  <a:pt x="332722" y="66081"/>
                </a:cubicBezTo>
                <a:cubicBezTo>
                  <a:pt x="334571" y="65167"/>
                  <a:pt x="336769" y="63424"/>
                  <a:pt x="339314" y="60852"/>
                </a:cubicBezTo>
                <a:lnTo>
                  <a:pt x="339314" y="34498"/>
                </a:lnTo>
                <a:cubicBezTo>
                  <a:pt x="339314" y="31857"/>
                  <a:pt x="338831" y="30072"/>
                  <a:pt x="337863" y="29141"/>
                </a:cubicBezTo>
                <a:cubicBezTo>
                  <a:pt x="336896" y="28210"/>
                  <a:pt x="334885" y="27711"/>
                  <a:pt x="331831" y="27643"/>
                </a:cubicBezTo>
                <a:lnTo>
                  <a:pt x="331831" y="25759"/>
                </a:lnTo>
                <a:lnTo>
                  <a:pt x="347714" y="25759"/>
                </a:lnTo>
                <a:close/>
                <a:moveTo>
                  <a:pt x="372557" y="34312"/>
                </a:moveTo>
                <a:cubicBezTo>
                  <a:pt x="378021" y="27728"/>
                  <a:pt x="383231" y="24436"/>
                  <a:pt x="388186" y="24436"/>
                </a:cubicBezTo>
                <a:cubicBezTo>
                  <a:pt x="390731" y="24436"/>
                  <a:pt x="392920" y="25071"/>
                  <a:pt x="394753" y="26341"/>
                </a:cubicBezTo>
                <a:cubicBezTo>
                  <a:pt x="396585" y="27611"/>
                  <a:pt x="398045" y="29702"/>
                  <a:pt x="399131" y="32614"/>
                </a:cubicBezTo>
                <a:cubicBezTo>
                  <a:pt x="399877" y="34645"/>
                  <a:pt x="400251" y="37761"/>
                  <a:pt x="400251" y="41961"/>
                </a:cubicBezTo>
                <a:lnTo>
                  <a:pt x="400251" y="61821"/>
                </a:lnTo>
                <a:cubicBezTo>
                  <a:pt x="400251" y="64767"/>
                  <a:pt x="400488" y="66765"/>
                  <a:pt x="400963" y="67815"/>
                </a:cubicBezTo>
                <a:cubicBezTo>
                  <a:pt x="401337" y="68662"/>
                  <a:pt x="401939" y="69322"/>
                  <a:pt x="402771" y="69796"/>
                </a:cubicBezTo>
                <a:cubicBezTo>
                  <a:pt x="403602" y="70270"/>
                  <a:pt x="405138" y="70507"/>
                  <a:pt x="407378" y="70507"/>
                </a:cubicBezTo>
                <a:lnTo>
                  <a:pt x="407378" y="72391"/>
                </a:lnTo>
                <a:lnTo>
                  <a:pt x="384317" y="72391"/>
                </a:lnTo>
                <a:lnTo>
                  <a:pt x="384317" y="70507"/>
                </a:lnTo>
                <a:lnTo>
                  <a:pt x="385284" y="70507"/>
                </a:lnTo>
                <a:cubicBezTo>
                  <a:pt x="387456" y="70507"/>
                  <a:pt x="388975" y="70178"/>
                  <a:pt x="389840" y="69519"/>
                </a:cubicBezTo>
                <a:cubicBezTo>
                  <a:pt x="390706" y="68860"/>
                  <a:pt x="391308" y="67890"/>
                  <a:pt x="391647" y="66608"/>
                </a:cubicBezTo>
                <a:cubicBezTo>
                  <a:pt x="391783" y="66101"/>
                  <a:pt x="391851" y="64514"/>
                  <a:pt x="391851" y="61846"/>
                </a:cubicBezTo>
                <a:lnTo>
                  <a:pt x="391851" y="42853"/>
                </a:lnTo>
                <a:cubicBezTo>
                  <a:pt x="391851" y="38633"/>
                  <a:pt x="391299" y="35569"/>
                  <a:pt x="390196" y="33661"/>
                </a:cubicBezTo>
                <a:cubicBezTo>
                  <a:pt x="389093" y="31753"/>
                  <a:pt x="387235" y="30799"/>
                  <a:pt x="384622" y="30799"/>
                </a:cubicBezTo>
                <a:cubicBezTo>
                  <a:pt x="380583" y="30799"/>
                  <a:pt x="376562" y="32994"/>
                  <a:pt x="372557" y="37384"/>
                </a:cubicBezTo>
                <a:lnTo>
                  <a:pt x="372557" y="61846"/>
                </a:lnTo>
                <a:cubicBezTo>
                  <a:pt x="372557" y="64987"/>
                  <a:pt x="372744" y="66928"/>
                  <a:pt x="373117" y="67671"/>
                </a:cubicBezTo>
                <a:cubicBezTo>
                  <a:pt x="373592" y="68649"/>
                  <a:pt x="374245" y="69367"/>
                  <a:pt x="375077" y="69823"/>
                </a:cubicBezTo>
                <a:cubicBezTo>
                  <a:pt x="375908" y="70279"/>
                  <a:pt x="377597" y="70507"/>
                  <a:pt x="380142" y="70507"/>
                </a:cubicBezTo>
                <a:lnTo>
                  <a:pt x="380142" y="72391"/>
                </a:lnTo>
                <a:lnTo>
                  <a:pt x="357081" y="72391"/>
                </a:lnTo>
                <a:lnTo>
                  <a:pt x="357081" y="70507"/>
                </a:lnTo>
                <a:lnTo>
                  <a:pt x="358099" y="70507"/>
                </a:lnTo>
                <a:cubicBezTo>
                  <a:pt x="360475" y="70507"/>
                  <a:pt x="362079" y="69906"/>
                  <a:pt x="362910" y="68705"/>
                </a:cubicBezTo>
                <a:cubicBezTo>
                  <a:pt x="363741" y="67502"/>
                  <a:pt x="364157" y="65207"/>
                  <a:pt x="364157" y="61821"/>
                </a:cubicBezTo>
                <a:lnTo>
                  <a:pt x="364157" y="44551"/>
                </a:lnTo>
                <a:cubicBezTo>
                  <a:pt x="364157" y="38963"/>
                  <a:pt x="364030" y="35561"/>
                  <a:pt x="363775" y="34342"/>
                </a:cubicBezTo>
                <a:cubicBezTo>
                  <a:pt x="363521" y="33122"/>
                  <a:pt x="363131" y="32292"/>
                  <a:pt x="362605" y="31852"/>
                </a:cubicBezTo>
                <a:cubicBezTo>
                  <a:pt x="362079" y="31412"/>
                  <a:pt x="361374" y="31192"/>
                  <a:pt x="360492" y="31192"/>
                </a:cubicBezTo>
                <a:cubicBezTo>
                  <a:pt x="359542" y="31192"/>
                  <a:pt x="358405" y="31446"/>
                  <a:pt x="357081" y="31954"/>
                </a:cubicBezTo>
                <a:lnTo>
                  <a:pt x="356317" y="30125"/>
                </a:lnTo>
                <a:lnTo>
                  <a:pt x="370368" y="24436"/>
                </a:lnTo>
                <a:lnTo>
                  <a:pt x="372557" y="24436"/>
                </a:lnTo>
                <a:lnTo>
                  <a:pt x="372557" y="34312"/>
                </a:lnTo>
                <a:close/>
                <a:moveTo>
                  <a:pt x="444031" y="67147"/>
                </a:moveTo>
                <a:cubicBezTo>
                  <a:pt x="441757" y="69523"/>
                  <a:pt x="439534" y="71228"/>
                  <a:pt x="437362" y="72263"/>
                </a:cubicBezTo>
                <a:cubicBezTo>
                  <a:pt x="435190" y="73298"/>
                  <a:pt x="432849" y="73816"/>
                  <a:pt x="430337" y="73816"/>
                </a:cubicBezTo>
                <a:cubicBezTo>
                  <a:pt x="425246" y="73816"/>
                  <a:pt x="420800" y="71691"/>
                  <a:pt x="416999" y="67441"/>
                </a:cubicBezTo>
                <a:cubicBezTo>
                  <a:pt x="413198" y="63191"/>
                  <a:pt x="411298" y="57729"/>
                  <a:pt x="411298" y="51056"/>
                </a:cubicBezTo>
                <a:cubicBezTo>
                  <a:pt x="411298" y="44383"/>
                  <a:pt x="413402" y="38279"/>
                  <a:pt x="417610" y="32742"/>
                </a:cubicBezTo>
                <a:cubicBezTo>
                  <a:pt x="421819" y="27204"/>
                  <a:pt x="427232" y="24436"/>
                  <a:pt x="433850" y="24436"/>
                </a:cubicBezTo>
                <a:cubicBezTo>
                  <a:pt x="437956" y="24436"/>
                  <a:pt x="441350" y="25742"/>
                  <a:pt x="444031" y="28356"/>
                </a:cubicBezTo>
                <a:lnTo>
                  <a:pt x="444031" y="19733"/>
                </a:lnTo>
                <a:cubicBezTo>
                  <a:pt x="444031" y="14382"/>
                  <a:pt x="443904" y="11094"/>
                  <a:pt x="443649" y="9867"/>
                </a:cubicBezTo>
                <a:cubicBezTo>
                  <a:pt x="443395" y="8639"/>
                  <a:pt x="442996" y="7805"/>
                  <a:pt x="442453" y="7363"/>
                </a:cubicBezTo>
                <a:cubicBezTo>
                  <a:pt x="441910" y="6919"/>
                  <a:pt x="441231" y="6698"/>
                  <a:pt x="440417" y="6698"/>
                </a:cubicBezTo>
                <a:cubicBezTo>
                  <a:pt x="439534" y="6698"/>
                  <a:pt x="438364" y="6970"/>
                  <a:pt x="436904" y="7515"/>
                </a:cubicBezTo>
                <a:lnTo>
                  <a:pt x="436242" y="5726"/>
                </a:lnTo>
                <a:lnTo>
                  <a:pt x="450140" y="0"/>
                </a:lnTo>
                <a:lnTo>
                  <a:pt x="452431" y="0"/>
                </a:lnTo>
                <a:lnTo>
                  <a:pt x="452431" y="53911"/>
                </a:lnTo>
                <a:cubicBezTo>
                  <a:pt x="452431" y="59375"/>
                  <a:pt x="452558" y="62710"/>
                  <a:pt x="452813" y="63914"/>
                </a:cubicBezTo>
                <a:cubicBezTo>
                  <a:pt x="453067" y="65119"/>
                  <a:pt x="453475" y="65959"/>
                  <a:pt x="454035" y="66434"/>
                </a:cubicBezTo>
                <a:cubicBezTo>
                  <a:pt x="454595" y="66910"/>
                  <a:pt x="455248" y="67147"/>
                  <a:pt x="455994" y="67147"/>
                </a:cubicBezTo>
                <a:cubicBezTo>
                  <a:pt x="456911" y="67147"/>
                  <a:pt x="458133" y="66859"/>
                  <a:pt x="459660" y="66282"/>
                </a:cubicBezTo>
                <a:lnTo>
                  <a:pt x="460220" y="68063"/>
                </a:lnTo>
                <a:lnTo>
                  <a:pt x="446373" y="73816"/>
                </a:lnTo>
                <a:lnTo>
                  <a:pt x="444031" y="73816"/>
                </a:lnTo>
                <a:lnTo>
                  <a:pt x="444031" y="67147"/>
                </a:lnTo>
                <a:moveTo>
                  <a:pt x="444031" y="63595"/>
                </a:moveTo>
                <a:lnTo>
                  <a:pt x="444031" y="39627"/>
                </a:lnTo>
                <a:cubicBezTo>
                  <a:pt x="443828" y="37324"/>
                  <a:pt x="443217" y="35225"/>
                  <a:pt x="442199" y="33330"/>
                </a:cubicBezTo>
                <a:cubicBezTo>
                  <a:pt x="441180" y="31434"/>
                  <a:pt x="439831" y="30004"/>
                  <a:pt x="438151" y="29040"/>
                </a:cubicBezTo>
                <a:cubicBezTo>
                  <a:pt x="436471" y="28074"/>
                  <a:pt x="434834" y="27592"/>
                  <a:pt x="433239" y="27592"/>
                </a:cubicBezTo>
                <a:cubicBezTo>
                  <a:pt x="430252" y="27592"/>
                  <a:pt x="427588" y="28929"/>
                  <a:pt x="425246" y="31604"/>
                </a:cubicBezTo>
                <a:cubicBezTo>
                  <a:pt x="422158" y="35124"/>
                  <a:pt x="420614" y="40269"/>
                  <a:pt x="420614" y="47040"/>
                </a:cubicBezTo>
                <a:cubicBezTo>
                  <a:pt x="420614" y="53879"/>
                  <a:pt x="422107" y="59118"/>
                  <a:pt x="425094" y="62758"/>
                </a:cubicBezTo>
                <a:cubicBezTo>
                  <a:pt x="428080" y="66397"/>
                  <a:pt x="431406" y="68216"/>
                  <a:pt x="435071" y="68216"/>
                </a:cubicBezTo>
                <a:cubicBezTo>
                  <a:pt x="438160" y="68216"/>
                  <a:pt x="441146" y="66676"/>
                  <a:pt x="444031" y="63595"/>
                </a:cubicBezTo>
                <a:close/>
                <a:moveTo>
                  <a:pt x="502626" y="72391"/>
                </a:moveTo>
                <a:lnTo>
                  <a:pt x="475950" y="14305"/>
                </a:lnTo>
                <a:lnTo>
                  <a:pt x="475950" y="60427"/>
                </a:lnTo>
                <a:cubicBezTo>
                  <a:pt x="475950" y="64670"/>
                  <a:pt x="476408" y="67317"/>
                  <a:pt x="477325" y="68369"/>
                </a:cubicBezTo>
                <a:cubicBezTo>
                  <a:pt x="478581" y="69794"/>
                  <a:pt x="480566" y="70507"/>
                  <a:pt x="483281" y="70507"/>
                </a:cubicBezTo>
                <a:lnTo>
                  <a:pt x="485725" y="70507"/>
                </a:lnTo>
                <a:lnTo>
                  <a:pt x="485725" y="72391"/>
                </a:lnTo>
                <a:lnTo>
                  <a:pt x="461696" y="72391"/>
                </a:lnTo>
                <a:lnTo>
                  <a:pt x="461696" y="70507"/>
                </a:lnTo>
                <a:lnTo>
                  <a:pt x="464140" y="70507"/>
                </a:lnTo>
                <a:cubicBezTo>
                  <a:pt x="467058" y="70507"/>
                  <a:pt x="469129" y="69625"/>
                  <a:pt x="470350" y="67860"/>
                </a:cubicBezTo>
                <a:cubicBezTo>
                  <a:pt x="471097" y="66774"/>
                  <a:pt x="471470" y="64296"/>
                  <a:pt x="471470" y="60427"/>
                </a:cubicBezTo>
                <a:lnTo>
                  <a:pt x="471470" y="15323"/>
                </a:lnTo>
                <a:cubicBezTo>
                  <a:pt x="471470" y="12269"/>
                  <a:pt x="471131" y="10063"/>
                  <a:pt x="470452" y="8705"/>
                </a:cubicBezTo>
                <a:cubicBezTo>
                  <a:pt x="469977" y="7721"/>
                  <a:pt x="469103" y="6898"/>
                  <a:pt x="467831" y="6236"/>
                </a:cubicBezTo>
                <a:cubicBezTo>
                  <a:pt x="466558" y="5574"/>
                  <a:pt x="464513" y="5243"/>
                  <a:pt x="461696" y="5243"/>
                </a:cubicBezTo>
                <a:lnTo>
                  <a:pt x="461696" y="3360"/>
                </a:lnTo>
                <a:lnTo>
                  <a:pt x="481245" y="3360"/>
                </a:lnTo>
                <a:lnTo>
                  <a:pt x="506291" y="57373"/>
                </a:lnTo>
                <a:lnTo>
                  <a:pt x="530931" y="3360"/>
                </a:lnTo>
                <a:lnTo>
                  <a:pt x="550479" y="3360"/>
                </a:lnTo>
                <a:lnTo>
                  <a:pt x="550479" y="5243"/>
                </a:lnTo>
                <a:lnTo>
                  <a:pt x="548086" y="5243"/>
                </a:lnTo>
                <a:cubicBezTo>
                  <a:pt x="545134" y="5243"/>
                  <a:pt x="543047" y="6126"/>
                  <a:pt x="541825" y="7891"/>
                </a:cubicBezTo>
                <a:cubicBezTo>
                  <a:pt x="541078" y="8977"/>
                  <a:pt x="540705" y="11454"/>
                  <a:pt x="540705" y="15323"/>
                </a:cubicBezTo>
                <a:lnTo>
                  <a:pt x="540705" y="60427"/>
                </a:lnTo>
                <a:cubicBezTo>
                  <a:pt x="540705" y="64670"/>
                  <a:pt x="541180" y="67317"/>
                  <a:pt x="542130" y="68369"/>
                </a:cubicBezTo>
                <a:cubicBezTo>
                  <a:pt x="543386" y="69794"/>
                  <a:pt x="545371" y="70507"/>
                  <a:pt x="548086" y="70507"/>
                </a:cubicBezTo>
                <a:lnTo>
                  <a:pt x="550479" y="70507"/>
                </a:lnTo>
                <a:lnTo>
                  <a:pt x="550479" y="72391"/>
                </a:lnTo>
                <a:lnTo>
                  <a:pt x="521156" y="72391"/>
                </a:lnTo>
                <a:lnTo>
                  <a:pt x="521156" y="70507"/>
                </a:lnTo>
                <a:lnTo>
                  <a:pt x="523600" y="70507"/>
                </a:lnTo>
                <a:cubicBezTo>
                  <a:pt x="526552" y="70507"/>
                  <a:pt x="528623" y="69625"/>
                  <a:pt x="529811" y="67860"/>
                </a:cubicBezTo>
                <a:cubicBezTo>
                  <a:pt x="530557" y="66774"/>
                  <a:pt x="530931" y="64296"/>
                  <a:pt x="530931" y="60427"/>
                </a:cubicBezTo>
                <a:lnTo>
                  <a:pt x="530931" y="14305"/>
                </a:lnTo>
                <a:lnTo>
                  <a:pt x="504306" y="72391"/>
                </a:lnTo>
                <a:lnTo>
                  <a:pt x="502626" y="72391"/>
                </a:lnTo>
                <a:close/>
                <a:moveTo>
                  <a:pt x="578341" y="24436"/>
                </a:moveTo>
                <a:cubicBezTo>
                  <a:pt x="585400" y="24436"/>
                  <a:pt x="591068" y="27114"/>
                  <a:pt x="595344" y="32471"/>
                </a:cubicBezTo>
                <a:cubicBezTo>
                  <a:pt x="598975" y="37047"/>
                  <a:pt x="600791" y="42303"/>
                  <a:pt x="600791" y="48237"/>
                </a:cubicBezTo>
                <a:cubicBezTo>
                  <a:pt x="600791" y="52407"/>
                  <a:pt x="599790" y="56628"/>
                  <a:pt x="597787" y="60900"/>
                </a:cubicBezTo>
                <a:cubicBezTo>
                  <a:pt x="595785" y="65171"/>
                  <a:pt x="593028" y="68391"/>
                  <a:pt x="589515" y="70561"/>
                </a:cubicBezTo>
                <a:cubicBezTo>
                  <a:pt x="586002" y="72731"/>
                  <a:pt x="582091" y="73816"/>
                  <a:pt x="577781" y="73816"/>
                </a:cubicBezTo>
                <a:cubicBezTo>
                  <a:pt x="570756" y="73816"/>
                  <a:pt x="565173" y="71019"/>
                  <a:pt x="561032" y="65424"/>
                </a:cubicBezTo>
                <a:cubicBezTo>
                  <a:pt x="557537" y="60712"/>
                  <a:pt x="555789" y="55424"/>
                  <a:pt x="555789" y="49559"/>
                </a:cubicBezTo>
                <a:cubicBezTo>
                  <a:pt x="555789" y="45287"/>
                  <a:pt x="556849" y="41040"/>
                  <a:pt x="558970" y="36819"/>
                </a:cubicBezTo>
                <a:cubicBezTo>
                  <a:pt x="561092" y="32598"/>
                  <a:pt x="563883" y="29479"/>
                  <a:pt x="567345" y="27461"/>
                </a:cubicBezTo>
                <a:cubicBezTo>
                  <a:pt x="570806" y="25444"/>
                  <a:pt x="574472" y="24436"/>
                  <a:pt x="578341" y="24436"/>
                </a:cubicBezTo>
                <a:moveTo>
                  <a:pt x="576763" y="27796"/>
                </a:moveTo>
                <a:cubicBezTo>
                  <a:pt x="574964" y="27796"/>
                  <a:pt x="573157" y="28330"/>
                  <a:pt x="571341" y="29398"/>
                </a:cubicBezTo>
                <a:cubicBezTo>
                  <a:pt x="569525" y="30466"/>
                  <a:pt x="568057" y="32339"/>
                  <a:pt x="566937" y="35016"/>
                </a:cubicBezTo>
                <a:cubicBezTo>
                  <a:pt x="565817" y="37694"/>
                  <a:pt x="565257" y="41135"/>
                  <a:pt x="565257" y="45338"/>
                </a:cubicBezTo>
                <a:cubicBezTo>
                  <a:pt x="565257" y="52117"/>
                  <a:pt x="566607" y="57965"/>
                  <a:pt x="569305" y="62880"/>
                </a:cubicBezTo>
                <a:cubicBezTo>
                  <a:pt x="572003" y="67795"/>
                  <a:pt x="575558" y="70252"/>
                  <a:pt x="579970" y="70252"/>
                </a:cubicBezTo>
                <a:cubicBezTo>
                  <a:pt x="583262" y="70252"/>
                  <a:pt x="585977" y="68897"/>
                  <a:pt x="588115" y="66185"/>
                </a:cubicBezTo>
                <a:cubicBezTo>
                  <a:pt x="590253" y="63473"/>
                  <a:pt x="591322" y="58812"/>
                  <a:pt x="591322" y="52203"/>
                </a:cubicBezTo>
                <a:cubicBezTo>
                  <a:pt x="591322" y="43931"/>
                  <a:pt x="589540" y="37422"/>
                  <a:pt x="585977" y="32676"/>
                </a:cubicBezTo>
                <a:cubicBezTo>
                  <a:pt x="583567" y="29422"/>
                  <a:pt x="580496" y="27796"/>
                  <a:pt x="576763" y="27796"/>
                </a:cubicBezTo>
                <a:close/>
                <a:moveTo>
                  <a:pt x="640601" y="67147"/>
                </a:moveTo>
                <a:cubicBezTo>
                  <a:pt x="638327" y="69523"/>
                  <a:pt x="636104" y="71228"/>
                  <a:pt x="633932" y="72263"/>
                </a:cubicBezTo>
                <a:cubicBezTo>
                  <a:pt x="631760" y="73298"/>
                  <a:pt x="629418" y="73816"/>
                  <a:pt x="626907" y="73816"/>
                </a:cubicBezTo>
                <a:cubicBezTo>
                  <a:pt x="621816" y="73816"/>
                  <a:pt x="617370" y="71691"/>
                  <a:pt x="613569" y="67441"/>
                </a:cubicBezTo>
                <a:cubicBezTo>
                  <a:pt x="609768" y="63191"/>
                  <a:pt x="607867" y="57729"/>
                  <a:pt x="607867" y="51056"/>
                </a:cubicBezTo>
                <a:cubicBezTo>
                  <a:pt x="607867" y="44383"/>
                  <a:pt x="609971" y="38279"/>
                  <a:pt x="614180" y="32742"/>
                </a:cubicBezTo>
                <a:cubicBezTo>
                  <a:pt x="618388" y="27204"/>
                  <a:pt x="623801" y="24436"/>
                  <a:pt x="630419" y="24436"/>
                </a:cubicBezTo>
                <a:cubicBezTo>
                  <a:pt x="634526" y="24436"/>
                  <a:pt x="637920" y="25742"/>
                  <a:pt x="640601" y="28356"/>
                </a:cubicBezTo>
                <a:lnTo>
                  <a:pt x="640601" y="19733"/>
                </a:lnTo>
                <a:cubicBezTo>
                  <a:pt x="640601" y="14382"/>
                  <a:pt x="640473" y="11094"/>
                  <a:pt x="640219" y="9867"/>
                </a:cubicBezTo>
                <a:cubicBezTo>
                  <a:pt x="639964" y="8639"/>
                  <a:pt x="639566" y="7805"/>
                  <a:pt x="639023" y="7363"/>
                </a:cubicBezTo>
                <a:cubicBezTo>
                  <a:pt x="638480" y="6919"/>
                  <a:pt x="637801" y="6698"/>
                  <a:pt x="636986" y="6698"/>
                </a:cubicBezTo>
                <a:cubicBezTo>
                  <a:pt x="636104" y="6698"/>
                  <a:pt x="634933" y="6970"/>
                  <a:pt x="633474" y="7515"/>
                </a:cubicBezTo>
                <a:lnTo>
                  <a:pt x="632812" y="5726"/>
                </a:lnTo>
                <a:lnTo>
                  <a:pt x="646710" y="0"/>
                </a:lnTo>
                <a:lnTo>
                  <a:pt x="649000" y="0"/>
                </a:lnTo>
                <a:lnTo>
                  <a:pt x="649000" y="53911"/>
                </a:lnTo>
                <a:cubicBezTo>
                  <a:pt x="649000" y="59375"/>
                  <a:pt x="649128" y="62710"/>
                  <a:pt x="649382" y="63914"/>
                </a:cubicBezTo>
                <a:cubicBezTo>
                  <a:pt x="649637" y="65119"/>
                  <a:pt x="650044" y="65959"/>
                  <a:pt x="650604" y="66434"/>
                </a:cubicBezTo>
                <a:cubicBezTo>
                  <a:pt x="651164" y="66910"/>
                  <a:pt x="651817" y="67147"/>
                  <a:pt x="652564" y="67147"/>
                </a:cubicBezTo>
                <a:cubicBezTo>
                  <a:pt x="653480" y="67147"/>
                  <a:pt x="654702" y="66859"/>
                  <a:pt x="656229" y="66282"/>
                </a:cubicBezTo>
                <a:lnTo>
                  <a:pt x="656789" y="68063"/>
                </a:lnTo>
                <a:lnTo>
                  <a:pt x="642942" y="73816"/>
                </a:lnTo>
                <a:lnTo>
                  <a:pt x="640601" y="73816"/>
                </a:lnTo>
                <a:lnTo>
                  <a:pt x="640601" y="67147"/>
                </a:lnTo>
                <a:moveTo>
                  <a:pt x="640601" y="63595"/>
                </a:moveTo>
                <a:lnTo>
                  <a:pt x="640601" y="39627"/>
                </a:lnTo>
                <a:cubicBezTo>
                  <a:pt x="640397" y="37324"/>
                  <a:pt x="639786" y="35225"/>
                  <a:pt x="638768" y="33330"/>
                </a:cubicBezTo>
                <a:cubicBezTo>
                  <a:pt x="637750" y="31434"/>
                  <a:pt x="636401" y="30004"/>
                  <a:pt x="634721" y="29040"/>
                </a:cubicBezTo>
                <a:cubicBezTo>
                  <a:pt x="633041" y="28074"/>
                  <a:pt x="631403" y="27592"/>
                  <a:pt x="629808" y="27592"/>
                </a:cubicBezTo>
                <a:cubicBezTo>
                  <a:pt x="626822" y="27592"/>
                  <a:pt x="624158" y="28929"/>
                  <a:pt x="621816" y="31604"/>
                </a:cubicBezTo>
                <a:cubicBezTo>
                  <a:pt x="618727" y="35124"/>
                  <a:pt x="617183" y="40269"/>
                  <a:pt x="617183" y="47040"/>
                </a:cubicBezTo>
                <a:cubicBezTo>
                  <a:pt x="617183" y="53879"/>
                  <a:pt x="618676" y="59118"/>
                  <a:pt x="621663" y="62758"/>
                </a:cubicBezTo>
                <a:cubicBezTo>
                  <a:pt x="624650" y="66397"/>
                  <a:pt x="627976" y="68216"/>
                  <a:pt x="631641" y="68216"/>
                </a:cubicBezTo>
                <a:cubicBezTo>
                  <a:pt x="634729" y="68216"/>
                  <a:pt x="637716" y="66676"/>
                  <a:pt x="640601" y="63595"/>
                </a:cubicBezTo>
                <a:close/>
                <a:moveTo>
                  <a:pt x="667633" y="43373"/>
                </a:moveTo>
                <a:cubicBezTo>
                  <a:pt x="667599" y="50281"/>
                  <a:pt x="669279" y="55699"/>
                  <a:pt x="672673" y="59627"/>
                </a:cubicBezTo>
                <a:cubicBezTo>
                  <a:pt x="676066" y="63554"/>
                  <a:pt x="680054" y="65518"/>
                  <a:pt x="684636" y="65518"/>
                </a:cubicBezTo>
                <a:cubicBezTo>
                  <a:pt x="687690" y="65518"/>
                  <a:pt x="690346" y="64678"/>
                  <a:pt x="692603" y="62998"/>
                </a:cubicBezTo>
                <a:cubicBezTo>
                  <a:pt x="694860" y="61318"/>
                  <a:pt x="696752" y="58442"/>
                  <a:pt x="698279" y="54369"/>
                </a:cubicBezTo>
                <a:lnTo>
                  <a:pt x="699857" y="55387"/>
                </a:lnTo>
                <a:cubicBezTo>
                  <a:pt x="699144" y="60037"/>
                  <a:pt x="697074" y="64271"/>
                  <a:pt x="693646" y="68089"/>
                </a:cubicBezTo>
                <a:cubicBezTo>
                  <a:pt x="690219" y="71907"/>
                  <a:pt x="685925" y="73816"/>
                  <a:pt x="680767" y="73816"/>
                </a:cubicBezTo>
                <a:cubicBezTo>
                  <a:pt x="675167" y="73816"/>
                  <a:pt x="670373" y="71640"/>
                  <a:pt x="666385" y="67289"/>
                </a:cubicBezTo>
                <a:cubicBezTo>
                  <a:pt x="662398" y="62936"/>
                  <a:pt x="660404" y="57085"/>
                  <a:pt x="660404" y="49735"/>
                </a:cubicBezTo>
                <a:cubicBezTo>
                  <a:pt x="660404" y="41777"/>
                  <a:pt x="662449" y="35571"/>
                  <a:pt x="666538" y="31117"/>
                </a:cubicBezTo>
                <a:cubicBezTo>
                  <a:pt x="670628" y="26663"/>
                  <a:pt x="675761" y="24436"/>
                  <a:pt x="681938" y="24436"/>
                </a:cubicBezTo>
                <a:cubicBezTo>
                  <a:pt x="687164" y="24436"/>
                  <a:pt x="691457" y="26154"/>
                  <a:pt x="694817" y="29590"/>
                </a:cubicBezTo>
                <a:cubicBezTo>
                  <a:pt x="698177" y="33025"/>
                  <a:pt x="699857" y="37620"/>
                  <a:pt x="699857" y="43373"/>
                </a:cubicBezTo>
                <a:lnTo>
                  <a:pt x="667633" y="43373"/>
                </a:lnTo>
                <a:moveTo>
                  <a:pt x="667633" y="40421"/>
                </a:moveTo>
                <a:lnTo>
                  <a:pt x="689217" y="40421"/>
                </a:lnTo>
                <a:cubicBezTo>
                  <a:pt x="689048" y="37434"/>
                  <a:pt x="688691" y="35330"/>
                  <a:pt x="688148" y="34108"/>
                </a:cubicBezTo>
                <a:cubicBezTo>
                  <a:pt x="687300" y="32208"/>
                  <a:pt x="686036" y="30714"/>
                  <a:pt x="684356" y="29628"/>
                </a:cubicBezTo>
                <a:cubicBezTo>
                  <a:pt x="682676" y="28542"/>
                  <a:pt x="680920" y="27999"/>
                  <a:pt x="679087" y="27999"/>
                </a:cubicBezTo>
                <a:cubicBezTo>
                  <a:pt x="676270" y="27999"/>
                  <a:pt x="673750" y="29094"/>
                  <a:pt x="671527" y="31283"/>
                </a:cubicBezTo>
                <a:cubicBezTo>
                  <a:pt x="669304" y="33472"/>
                  <a:pt x="668006" y="36518"/>
                  <a:pt x="667633" y="40421"/>
                </a:cubicBezTo>
                <a:close/>
                <a:moveTo>
                  <a:pt x="722526" y="0"/>
                </a:moveTo>
                <a:lnTo>
                  <a:pt x="722526" y="61808"/>
                </a:lnTo>
                <a:cubicBezTo>
                  <a:pt x="722526" y="64725"/>
                  <a:pt x="722738" y="66658"/>
                  <a:pt x="723163" y="67608"/>
                </a:cubicBezTo>
                <a:cubicBezTo>
                  <a:pt x="723587" y="68558"/>
                  <a:pt x="724240" y="69278"/>
                  <a:pt x="725123" y="69770"/>
                </a:cubicBezTo>
                <a:cubicBezTo>
                  <a:pt x="726005" y="70261"/>
                  <a:pt x="727651" y="70507"/>
                  <a:pt x="730061" y="70507"/>
                </a:cubicBezTo>
                <a:lnTo>
                  <a:pt x="730061" y="72391"/>
                </a:lnTo>
                <a:lnTo>
                  <a:pt x="707203" y="72391"/>
                </a:lnTo>
                <a:lnTo>
                  <a:pt x="707203" y="70507"/>
                </a:lnTo>
                <a:cubicBezTo>
                  <a:pt x="709341" y="70507"/>
                  <a:pt x="710801" y="70287"/>
                  <a:pt x="711581" y="69847"/>
                </a:cubicBezTo>
                <a:cubicBezTo>
                  <a:pt x="712362" y="69406"/>
                  <a:pt x="712973" y="68676"/>
                  <a:pt x="713414" y="67659"/>
                </a:cubicBezTo>
                <a:cubicBezTo>
                  <a:pt x="713855" y="66641"/>
                  <a:pt x="714076" y="64691"/>
                  <a:pt x="714076" y="61808"/>
                </a:cubicBezTo>
                <a:lnTo>
                  <a:pt x="714076" y="19483"/>
                </a:lnTo>
                <a:cubicBezTo>
                  <a:pt x="714076" y="14227"/>
                  <a:pt x="713957" y="10997"/>
                  <a:pt x="713719" y="9793"/>
                </a:cubicBezTo>
                <a:cubicBezTo>
                  <a:pt x="713482" y="8589"/>
                  <a:pt x="713100" y="7766"/>
                  <a:pt x="712574" y="7326"/>
                </a:cubicBezTo>
                <a:cubicBezTo>
                  <a:pt x="712048" y="6885"/>
                  <a:pt x="711378" y="6664"/>
                  <a:pt x="710563" y="6664"/>
                </a:cubicBezTo>
                <a:cubicBezTo>
                  <a:pt x="709681" y="6664"/>
                  <a:pt x="708561" y="6936"/>
                  <a:pt x="707203" y="7479"/>
                </a:cubicBezTo>
                <a:lnTo>
                  <a:pt x="706338" y="5697"/>
                </a:lnTo>
                <a:lnTo>
                  <a:pt x="720235" y="0"/>
                </a:lnTo>
                <a:lnTo>
                  <a:pt x="722526" y="0"/>
                </a:lnTo>
                <a:close/>
                <a:moveTo>
                  <a:pt x="765956" y="24436"/>
                </a:moveTo>
                <a:lnTo>
                  <a:pt x="765956" y="40217"/>
                </a:lnTo>
                <a:lnTo>
                  <a:pt x="764276" y="40217"/>
                </a:lnTo>
                <a:cubicBezTo>
                  <a:pt x="762986" y="35267"/>
                  <a:pt x="761332" y="31901"/>
                  <a:pt x="759312" y="30117"/>
                </a:cubicBezTo>
                <a:cubicBezTo>
                  <a:pt x="757293" y="28332"/>
                  <a:pt x="754722" y="27439"/>
                  <a:pt x="751600" y="27439"/>
                </a:cubicBezTo>
                <a:cubicBezTo>
                  <a:pt x="749224" y="27439"/>
                  <a:pt x="747307" y="28067"/>
                  <a:pt x="745847" y="29321"/>
                </a:cubicBezTo>
                <a:cubicBezTo>
                  <a:pt x="744388" y="30575"/>
                  <a:pt x="743658" y="31965"/>
                  <a:pt x="743658" y="33491"/>
                </a:cubicBezTo>
                <a:cubicBezTo>
                  <a:pt x="743658" y="35389"/>
                  <a:pt x="744201" y="37016"/>
                  <a:pt x="745287" y="38372"/>
                </a:cubicBezTo>
                <a:cubicBezTo>
                  <a:pt x="746339" y="39762"/>
                  <a:pt x="748477" y="41237"/>
                  <a:pt x="751702" y="42796"/>
                </a:cubicBezTo>
                <a:lnTo>
                  <a:pt x="759134" y="46407"/>
                </a:lnTo>
                <a:cubicBezTo>
                  <a:pt x="766024" y="49763"/>
                  <a:pt x="769468" y="54187"/>
                  <a:pt x="769468" y="59680"/>
                </a:cubicBezTo>
                <a:cubicBezTo>
                  <a:pt x="769468" y="63917"/>
                  <a:pt x="767865" y="67332"/>
                  <a:pt x="764658" y="69926"/>
                </a:cubicBezTo>
                <a:cubicBezTo>
                  <a:pt x="761450" y="72519"/>
                  <a:pt x="757861" y="73816"/>
                  <a:pt x="753891" y="73816"/>
                </a:cubicBezTo>
                <a:cubicBezTo>
                  <a:pt x="751040" y="73816"/>
                  <a:pt x="747782" y="73307"/>
                  <a:pt x="744116" y="72289"/>
                </a:cubicBezTo>
                <a:cubicBezTo>
                  <a:pt x="742996" y="71949"/>
                  <a:pt x="742080" y="71780"/>
                  <a:pt x="741367" y="71780"/>
                </a:cubicBezTo>
                <a:cubicBezTo>
                  <a:pt x="740587" y="71780"/>
                  <a:pt x="739976" y="72221"/>
                  <a:pt x="739535" y="73103"/>
                </a:cubicBezTo>
                <a:lnTo>
                  <a:pt x="737855" y="73103"/>
                </a:lnTo>
                <a:lnTo>
                  <a:pt x="737855" y="56406"/>
                </a:lnTo>
                <a:lnTo>
                  <a:pt x="739535" y="56406"/>
                </a:lnTo>
                <a:cubicBezTo>
                  <a:pt x="740485" y="61174"/>
                  <a:pt x="742301" y="64767"/>
                  <a:pt x="744982" y="67185"/>
                </a:cubicBezTo>
                <a:cubicBezTo>
                  <a:pt x="747663" y="69603"/>
                  <a:pt x="750666" y="70812"/>
                  <a:pt x="753992" y="70812"/>
                </a:cubicBezTo>
                <a:cubicBezTo>
                  <a:pt x="756334" y="70812"/>
                  <a:pt x="758243" y="70126"/>
                  <a:pt x="759719" y="68754"/>
                </a:cubicBezTo>
                <a:cubicBezTo>
                  <a:pt x="761196" y="67380"/>
                  <a:pt x="761934" y="65728"/>
                  <a:pt x="761934" y="63795"/>
                </a:cubicBezTo>
                <a:cubicBezTo>
                  <a:pt x="761934" y="61456"/>
                  <a:pt x="761111" y="59489"/>
                  <a:pt x="759465" y="57896"/>
                </a:cubicBezTo>
                <a:cubicBezTo>
                  <a:pt x="757819" y="56303"/>
                  <a:pt x="754535" y="54287"/>
                  <a:pt x="749614" y="51846"/>
                </a:cubicBezTo>
                <a:cubicBezTo>
                  <a:pt x="744693" y="49405"/>
                  <a:pt x="741469" y="47201"/>
                  <a:pt x="739942" y="45235"/>
                </a:cubicBezTo>
                <a:cubicBezTo>
                  <a:pt x="738415" y="43302"/>
                  <a:pt x="737651" y="40861"/>
                  <a:pt x="737651" y="37912"/>
                </a:cubicBezTo>
                <a:cubicBezTo>
                  <a:pt x="737651" y="34081"/>
                  <a:pt x="738966" y="30878"/>
                  <a:pt x="741596" y="28301"/>
                </a:cubicBezTo>
                <a:cubicBezTo>
                  <a:pt x="744227" y="25724"/>
                  <a:pt x="747629" y="24436"/>
                  <a:pt x="751803" y="24436"/>
                </a:cubicBezTo>
                <a:cubicBezTo>
                  <a:pt x="753636" y="24436"/>
                  <a:pt x="755859" y="24826"/>
                  <a:pt x="758472" y="25607"/>
                </a:cubicBezTo>
                <a:cubicBezTo>
                  <a:pt x="760203" y="26116"/>
                  <a:pt x="761357" y="26370"/>
                  <a:pt x="761934" y="26370"/>
                </a:cubicBezTo>
                <a:cubicBezTo>
                  <a:pt x="762477" y="26370"/>
                  <a:pt x="762901" y="26251"/>
                  <a:pt x="763207" y="26014"/>
                </a:cubicBezTo>
                <a:cubicBezTo>
                  <a:pt x="763512" y="25776"/>
                  <a:pt x="763868" y="25250"/>
                  <a:pt x="764276" y="24436"/>
                </a:cubicBezTo>
                <a:lnTo>
                  <a:pt x="765956" y="24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B57F0-4760-471E-BEDE-15023091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24" y="1068842"/>
            <a:ext cx="1806520" cy="441678"/>
          </a:xfrm>
          <a:custGeom xmlns:a="http://schemas.openxmlformats.org/drawingml/2006/main">
            <a:pathLst>
              <a:path w="1806520" h="441678">
                <a:moveTo>
                  <a:pt x="0" y="18895"/>
                </a:moveTo>
                <a:cubicBezTo>
                  <a:pt x="0" y="8460"/>
                  <a:pt x="8460" y="0"/>
                  <a:pt x="18895" y="0"/>
                </a:cubicBezTo>
                <a:lnTo>
                  <a:pt x="1787625" y="0"/>
                </a:lnTo>
                <a:cubicBezTo>
                  <a:pt x="1798060" y="0"/>
                  <a:pt x="1806520" y="8460"/>
                  <a:pt x="1806520" y="18895"/>
                </a:cubicBezTo>
                <a:lnTo>
                  <a:pt x="1806520" y="422783"/>
                </a:lnTo>
                <a:cubicBezTo>
                  <a:pt x="1806520" y="433219"/>
                  <a:pt x="1798060" y="441678"/>
                  <a:pt x="1787625" y="441678"/>
                </a:cubicBezTo>
                <a:lnTo>
                  <a:pt x="18895" y="441678"/>
                </a:lnTo>
                <a:cubicBezTo>
                  <a:pt x="8460" y="441678"/>
                  <a:pt x="0" y="433219"/>
                  <a:pt x="0" y="422783"/>
                </a:cubicBezTo>
                <a:lnTo>
                  <a:pt x="0" y="18895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fromastropy.modeling.separableimport">
            <a:extLst xmlns:a="http://schemas.openxmlformats.org/drawingml/2006/main">
              <a:ext uri="{FF2B5EF4-FFF2-40B4-BE49-F238E27FC236}">
                <a16:creationId xmlns:a16="http://schemas.microsoft.com/office/drawing/2014/main" id="{CA6025ED-1EAE-4612-BEF8-73BB07D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99" y="1170047"/>
            <a:ext cx="1291703" cy="67018"/>
          </a:xfrm>
          <a:custGeom xmlns:a="http://schemas.openxmlformats.org/drawingml/2006/main">
            <a:pathLst>
              <a:path w="1291703" h="67018">
                <a:moveTo>
                  <a:pt x="23111" y="3985"/>
                </a:moveTo>
                <a:cubicBezTo>
                  <a:pt x="23111" y="4465"/>
                  <a:pt x="23086" y="4851"/>
                  <a:pt x="23035" y="5142"/>
                </a:cubicBezTo>
                <a:cubicBezTo>
                  <a:pt x="22985" y="5433"/>
                  <a:pt x="22928" y="5667"/>
                  <a:pt x="22864" y="5844"/>
                </a:cubicBezTo>
                <a:cubicBezTo>
                  <a:pt x="22801" y="6021"/>
                  <a:pt x="22719" y="6141"/>
                  <a:pt x="22618" y="6205"/>
                </a:cubicBezTo>
                <a:cubicBezTo>
                  <a:pt x="22517" y="6268"/>
                  <a:pt x="22390" y="6300"/>
                  <a:pt x="22238" y="6300"/>
                </a:cubicBezTo>
                <a:cubicBezTo>
                  <a:pt x="22061" y="6300"/>
                  <a:pt x="21840" y="6243"/>
                  <a:pt x="21574" y="6129"/>
                </a:cubicBezTo>
                <a:cubicBezTo>
                  <a:pt x="21309" y="6015"/>
                  <a:pt x="20986" y="5888"/>
                  <a:pt x="20606" y="5749"/>
                </a:cubicBezTo>
                <a:cubicBezTo>
                  <a:pt x="20227" y="5610"/>
                  <a:pt x="19778" y="5484"/>
                  <a:pt x="19259" y="5370"/>
                </a:cubicBezTo>
                <a:cubicBezTo>
                  <a:pt x="18741" y="5256"/>
                  <a:pt x="18140" y="5199"/>
                  <a:pt x="17457" y="5199"/>
                </a:cubicBezTo>
                <a:cubicBezTo>
                  <a:pt x="16521" y="5199"/>
                  <a:pt x="15724" y="5350"/>
                  <a:pt x="15066" y="5653"/>
                </a:cubicBezTo>
                <a:cubicBezTo>
                  <a:pt x="14408" y="5956"/>
                  <a:pt x="13877" y="6429"/>
                  <a:pt x="13472" y="7072"/>
                </a:cubicBezTo>
                <a:cubicBezTo>
                  <a:pt x="13067" y="7714"/>
                  <a:pt x="12776" y="8547"/>
                  <a:pt x="12599" y="9568"/>
                </a:cubicBezTo>
                <a:cubicBezTo>
                  <a:pt x="12422" y="10589"/>
                  <a:pt x="12334" y="11831"/>
                  <a:pt x="12334" y="13294"/>
                </a:cubicBezTo>
                <a:lnTo>
                  <a:pt x="12334" y="17001"/>
                </a:lnTo>
                <a:lnTo>
                  <a:pt x="19961" y="17001"/>
                </a:lnTo>
                <a:cubicBezTo>
                  <a:pt x="20164" y="17001"/>
                  <a:pt x="20334" y="17046"/>
                  <a:pt x="20474" y="17134"/>
                </a:cubicBezTo>
                <a:cubicBezTo>
                  <a:pt x="20613" y="17223"/>
                  <a:pt x="20739" y="17374"/>
                  <a:pt x="20853" y="17589"/>
                </a:cubicBezTo>
                <a:cubicBezTo>
                  <a:pt x="20967" y="17805"/>
                  <a:pt x="21056" y="18077"/>
                  <a:pt x="21119" y="18405"/>
                </a:cubicBezTo>
                <a:cubicBezTo>
                  <a:pt x="21182" y="18734"/>
                  <a:pt x="21214" y="19139"/>
                  <a:pt x="21214" y="19620"/>
                </a:cubicBezTo>
                <a:cubicBezTo>
                  <a:pt x="21214" y="20531"/>
                  <a:pt x="21100" y="21188"/>
                  <a:pt x="20872" y="21593"/>
                </a:cubicBezTo>
                <a:cubicBezTo>
                  <a:pt x="20644" y="21998"/>
                  <a:pt x="20341" y="22200"/>
                  <a:pt x="19961" y="22200"/>
                </a:cubicBezTo>
                <a:lnTo>
                  <a:pt x="12334" y="22200"/>
                </a:lnTo>
                <a:lnTo>
                  <a:pt x="12334" y="52179"/>
                </a:lnTo>
                <a:cubicBezTo>
                  <a:pt x="12334" y="52381"/>
                  <a:pt x="12283" y="52553"/>
                  <a:pt x="12182" y="52693"/>
                </a:cubicBezTo>
                <a:cubicBezTo>
                  <a:pt x="12081" y="52832"/>
                  <a:pt x="11910" y="52952"/>
                  <a:pt x="11669" y="53053"/>
                </a:cubicBezTo>
                <a:cubicBezTo>
                  <a:pt x="11429" y="53154"/>
                  <a:pt x="11106" y="53230"/>
                  <a:pt x="10702" y="53281"/>
                </a:cubicBezTo>
                <a:cubicBezTo>
                  <a:pt x="10297" y="53331"/>
                  <a:pt x="9791" y="53357"/>
                  <a:pt x="9184" y="53357"/>
                </a:cubicBezTo>
                <a:cubicBezTo>
                  <a:pt x="8577" y="53357"/>
                  <a:pt x="8071" y="53331"/>
                  <a:pt x="7666" y="53281"/>
                </a:cubicBezTo>
                <a:cubicBezTo>
                  <a:pt x="7261" y="53230"/>
                  <a:pt x="6938" y="53154"/>
                  <a:pt x="6698" y="53053"/>
                </a:cubicBezTo>
                <a:cubicBezTo>
                  <a:pt x="6458" y="52952"/>
                  <a:pt x="6287" y="52832"/>
                  <a:pt x="6186" y="52693"/>
                </a:cubicBezTo>
                <a:cubicBezTo>
                  <a:pt x="6085" y="52553"/>
                  <a:pt x="6034" y="52381"/>
                  <a:pt x="6034" y="52179"/>
                </a:cubicBezTo>
                <a:lnTo>
                  <a:pt x="6034" y="22200"/>
                </a:lnTo>
                <a:lnTo>
                  <a:pt x="1214" y="22200"/>
                </a:lnTo>
                <a:cubicBezTo>
                  <a:pt x="810" y="22200"/>
                  <a:pt x="506" y="21998"/>
                  <a:pt x="304" y="21593"/>
                </a:cubicBezTo>
                <a:cubicBezTo>
                  <a:pt x="101" y="21188"/>
                  <a:pt x="0" y="20531"/>
                  <a:pt x="0" y="19620"/>
                </a:cubicBezTo>
                <a:cubicBezTo>
                  <a:pt x="0" y="19139"/>
                  <a:pt x="25" y="18734"/>
                  <a:pt x="76" y="18405"/>
                </a:cubicBezTo>
                <a:cubicBezTo>
                  <a:pt x="126" y="18077"/>
                  <a:pt x="202" y="17805"/>
                  <a:pt x="304" y="17589"/>
                </a:cubicBezTo>
                <a:cubicBezTo>
                  <a:pt x="405" y="17374"/>
                  <a:pt x="531" y="17223"/>
                  <a:pt x="683" y="17134"/>
                </a:cubicBezTo>
                <a:cubicBezTo>
                  <a:pt x="835" y="17046"/>
                  <a:pt x="1012" y="17001"/>
                  <a:pt x="1214" y="17001"/>
                </a:cubicBezTo>
                <a:lnTo>
                  <a:pt x="6034" y="17001"/>
                </a:lnTo>
                <a:lnTo>
                  <a:pt x="6034" y="13480"/>
                </a:lnTo>
                <a:cubicBezTo>
                  <a:pt x="6034" y="11107"/>
                  <a:pt x="6255" y="9068"/>
                  <a:pt x="6698" y="7365"/>
                </a:cubicBezTo>
                <a:cubicBezTo>
                  <a:pt x="7141" y="5661"/>
                  <a:pt x="7818" y="4266"/>
                  <a:pt x="8728" y="3181"/>
                </a:cubicBezTo>
                <a:cubicBezTo>
                  <a:pt x="9639" y="2095"/>
                  <a:pt x="10784" y="1294"/>
                  <a:pt x="12163" y="777"/>
                </a:cubicBezTo>
                <a:cubicBezTo>
                  <a:pt x="13542" y="259"/>
                  <a:pt x="15167" y="0"/>
                  <a:pt x="17039" y="0"/>
                </a:cubicBezTo>
                <a:cubicBezTo>
                  <a:pt x="17925" y="0"/>
                  <a:pt x="18785" y="82"/>
                  <a:pt x="19620" y="247"/>
                </a:cubicBezTo>
                <a:cubicBezTo>
                  <a:pt x="20455" y="411"/>
                  <a:pt x="21100" y="588"/>
                  <a:pt x="21555" y="778"/>
                </a:cubicBezTo>
                <a:cubicBezTo>
                  <a:pt x="22011" y="968"/>
                  <a:pt x="22314" y="1138"/>
                  <a:pt x="22466" y="1290"/>
                </a:cubicBezTo>
                <a:cubicBezTo>
                  <a:pt x="22618" y="1442"/>
                  <a:pt x="22744" y="1638"/>
                  <a:pt x="22845" y="1878"/>
                </a:cubicBezTo>
                <a:cubicBezTo>
                  <a:pt x="22947" y="2119"/>
                  <a:pt x="23016" y="2410"/>
                  <a:pt x="23054" y="2751"/>
                </a:cubicBezTo>
                <a:cubicBezTo>
                  <a:pt x="23092" y="3093"/>
                  <a:pt x="23111" y="3504"/>
                  <a:pt x="23111" y="3985"/>
                </a:cubicBezTo>
                <a:close/>
                <a:moveTo>
                  <a:pt x="48255" y="20265"/>
                </a:moveTo>
                <a:cubicBezTo>
                  <a:pt x="48255" y="20822"/>
                  <a:pt x="48242" y="21290"/>
                  <a:pt x="48217" y="21669"/>
                </a:cubicBezTo>
                <a:cubicBezTo>
                  <a:pt x="48191" y="22049"/>
                  <a:pt x="48141" y="22346"/>
                  <a:pt x="48065" y="22561"/>
                </a:cubicBezTo>
                <a:cubicBezTo>
                  <a:pt x="47989" y="22776"/>
                  <a:pt x="47894" y="22940"/>
                  <a:pt x="47780" y="23054"/>
                </a:cubicBezTo>
                <a:cubicBezTo>
                  <a:pt x="47666" y="23168"/>
                  <a:pt x="47508" y="23225"/>
                  <a:pt x="47306" y="23225"/>
                </a:cubicBezTo>
                <a:cubicBezTo>
                  <a:pt x="47103" y="23225"/>
                  <a:pt x="46857" y="23168"/>
                  <a:pt x="46566" y="23054"/>
                </a:cubicBezTo>
                <a:cubicBezTo>
                  <a:pt x="46275" y="22940"/>
                  <a:pt x="45946" y="22826"/>
                  <a:pt x="45579" y="22713"/>
                </a:cubicBezTo>
                <a:cubicBezTo>
                  <a:pt x="45212" y="22599"/>
                  <a:pt x="44801" y="22491"/>
                  <a:pt x="44346" y="22390"/>
                </a:cubicBezTo>
                <a:cubicBezTo>
                  <a:pt x="43890" y="22289"/>
                  <a:pt x="43397" y="22238"/>
                  <a:pt x="42866" y="22238"/>
                </a:cubicBezTo>
                <a:cubicBezTo>
                  <a:pt x="42233" y="22238"/>
                  <a:pt x="41613" y="22365"/>
                  <a:pt x="41006" y="22618"/>
                </a:cubicBezTo>
                <a:cubicBezTo>
                  <a:pt x="40399" y="22871"/>
                  <a:pt x="39760" y="23288"/>
                  <a:pt x="39090" y="23870"/>
                </a:cubicBezTo>
                <a:cubicBezTo>
                  <a:pt x="38419" y="24452"/>
                  <a:pt x="37717" y="25224"/>
                  <a:pt x="36984" y="26185"/>
                </a:cubicBezTo>
                <a:cubicBezTo>
                  <a:pt x="36250" y="27146"/>
                  <a:pt x="35440" y="28323"/>
                  <a:pt x="34555" y="29714"/>
                </a:cubicBezTo>
                <a:lnTo>
                  <a:pt x="34555" y="52180"/>
                </a:lnTo>
                <a:cubicBezTo>
                  <a:pt x="34555" y="52383"/>
                  <a:pt x="34504" y="52553"/>
                  <a:pt x="34403" y="52693"/>
                </a:cubicBezTo>
                <a:cubicBezTo>
                  <a:pt x="34302" y="52832"/>
                  <a:pt x="34137" y="52952"/>
                  <a:pt x="33910" y="53053"/>
                </a:cubicBezTo>
                <a:cubicBezTo>
                  <a:pt x="33682" y="53154"/>
                  <a:pt x="33366" y="53230"/>
                  <a:pt x="32961" y="53281"/>
                </a:cubicBezTo>
                <a:cubicBezTo>
                  <a:pt x="32556" y="53331"/>
                  <a:pt x="32038" y="53357"/>
                  <a:pt x="31405" y="53357"/>
                </a:cubicBezTo>
                <a:cubicBezTo>
                  <a:pt x="30798" y="53357"/>
                  <a:pt x="30292" y="53331"/>
                  <a:pt x="29887" y="53281"/>
                </a:cubicBezTo>
                <a:cubicBezTo>
                  <a:pt x="29482" y="53230"/>
                  <a:pt x="29160" y="53154"/>
                  <a:pt x="28919" y="53053"/>
                </a:cubicBezTo>
                <a:cubicBezTo>
                  <a:pt x="28679" y="52952"/>
                  <a:pt x="28515" y="52832"/>
                  <a:pt x="28426" y="52693"/>
                </a:cubicBezTo>
                <a:cubicBezTo>
                  <a:pt x="28338" y="52553"/>
                  <a:pt x="28293" y="52383"/>
                  <a:pt x="28293" y="52180"/>
                </a:cubicBezTo>
                <a:lnTo>
                  <a:pt x="28293" y="18026"/>
                </a:lnTo>
                <a:cubicBezTo>
                  <a:pt x="28293" y="17824"/>
                  <a:pt x="28331" y="17653"/>
                  <a:pt x="28407" y="17514"/>
                </a:cubicBezTo>
                <a:cubicBezTo>
                  <a:pt x="28483" y="17374"/>
                  <a:pt x="28635" y="17248"/>
                  <a:pt x="28863" y="17134"/>
                </a:cubicBezTo>
                <a:cubicBezTo>
                  <a:pt x="29090" y="17020"/>
                  <a:pt x="29381" y="16944"/>
                  <a:pt x="29735" y="16906"/>
                </a:cubicBezTo>
                <a:cubicBezTo>
                  <a:pt x="30090" y="16868"/>
                  <a:pt x="30558" y="16849"/>
                  <a:pt x="31139" y="16849"/>
                </a:cubicBezTo>
                <a:cubicBezTo>
                  <a:pt x="31696" y="16849"/>
                  <a:pt x="32158" y="16868"/>
                  <a:pt x="32525" y="16906"/>
                </a:cubicBezTo>
                <a:cubicBezTo>
                  <a:pt x="32891" y="16944"/>
                  <a:pt x="33176" y="17020"/>
                  <a:pt x="33378" y="17134"/>
                </a:cubicBezTo>
                <a:cubicBezTo>
                  <a:pt x="33581" y="17248"/>
                  <a:pt x="33726" y="17374"/>
                  <a:pt x="33815" y="17514"/>
                </a:cubicBezTo>
                <a:cubicBezTo>
                  <a:pt x="33903" y="17653"/>
                  <a:pt x="33948" y="17824"/>
                  <a:pt x="33948" y="18026"/>
                </a:cubicBezTo>
                <a:lnTo>
                  <a:pt x="33948" y="22997"/>
                </a:lnTo>
                <a:cubicBezTo>
                  <a:pt x="34884" y="21631"/>
                  <a:pt x="35763" y="20518"/>
                  <a:pt x="36585" y="19658"/>
                </a:cubicBezTo>
                <a:cubicBezTo>
                  <a:pt x="37407" y="18798"/>
                  <a:pt x="38185" y="18121"/>
                  <a:pt x="38919" y="17627"/>
                </a:cubicBezTo>
                <a:cubicBezTo>
                  <a:pt x="39653" y="17134"/>
                  <a:pt x="40380" y="16793"/>
                  <a:pt x="41101" y="16603"/>
                </a:cubicBezTo>
                <a:cubicBezTo>
                  <a:pt x="41822" y="16413"/>
                  <a:pt x="42550" y="16318"/>
                  <a:pt x="43283" y="16318"/>
                </a:cubicBezTo>
                <a:cubicBezTo>
                  <a:pt x="43612" y="16318"/>
                  <a:pt x="43985" y="16337"/>
                  <a:pt x="44403" y="16375"/>
                </a:cubicBezTo>
                <a:cubicBezTo>
                  <a:pt x="44820" y="16413"/>
                  <a:pt x="45257" y="16483"/>
                  <a:pt x="45712" y="16584"/>
                </a:cubicBezTo>
                <a:cubicBezTo>
                  <a:pt x="46167" y="16685"/>
                  <a:pt x="46579" y="16799"/>
                  <a:pt x="46945" y="16925"/>
                </a:cubicBezTo>
                <a:cubicBezTo>
                  <a:pt x="47312" y="17052"/>
                  <a:pt x="47572" y="17178"/>
                  <a:pt x="47723" y="17305"/>
                </a:cubicBezTo>
                <a:cubicBezTo>
                  <a:pt x="47875" y="17431"/>
                  <a:pt x="47976" y="17552"/>
                  <a:pt x="48027" y="17665"/>
                </a:cubicBezTo>
                <a:cubicBezTo>
                  <a:pt x="48078" y="17779"/>
                  <a:pt x="48122" y="17925"/>
                  <a:pt x="48160" y="18102"/>
                </a:cubicBezTo>
                <a:cubicBezTo>
                  <a:pt x="48198" y="18279"/>
                  <a:pt x="48223" y="18538"/>
                  <a:pt x="48236" y="18880"/>
                </a:cubicBezTo>
                <a:cubicBezTo>
                  <a:pt x="48248" y="19221"/>
                  <a:pt x="48255" y="19683"/>
                  <a:pt x="48255" y="20265"/>
                </a:cubicBezTo>
                <a:close/>
                <a:moveTo>
                  <a:pt x="87212" y="34743"/>
                </a:moveTo>
                <a:cubicBezTo>
                  <a:pt x="87212" y="37528"/>
                  <a:pt x="86845" y="40092"/>
                  <a:pt x="86112" y="42434"/>
                </a:cubicBezTo>
                <a:cubicBezTo>
                  <a:pt x="85378" y="44777"/>
                  <a:pt x="84284" y="46797"/>
                  <a:pt x="82829" y="48494"/>
                </a:cubicBezTo>
                <a:cubicBezTo>
                  <a:pt x="81374" y="50191"/>
                  <a:pt x="79553" y="51514"/>
                  <a:pt x="77364" y="52464"/>
                </a:cubicBezTo>
                <a:cubicBezTo>
                  <a:pt x="75176" y="53413"/>
                  <a:pt x="72640" y="53888"/>
                  <a:pt x="69756" y="53888"/>
                </a:cubicBezTo>
                <a:cubicBezTo>
                  <a:pt x="66947" y="53888"/>
                  <a:pt x="64500" y="53470"/>
                  <a:pt x="62412" y="52634"/>
                </a:cubicBezTo>
                <a:cubicBezTo>
                  <a:pt x="60325" y="51799"/>
                  <a:pt x="58586" y="50583"/>
                  <a:pt x="57194" y="48988"/>
                </a:cubicBezTo>
                <a:cubicBezTo>
                  <a:pt x="55803" y="47392"/>
                  <a:pt x="54766" y="45455"/>
                  <a:pt x="54083" y="43176"/>
                </a:cubicBezTo>
                <a:cubicBezTo>
                  <a:pt x="53399" y="40896"/>
                  <a:pt x="53058" y="38313"/>
                  <a:pt x="53058" y="35426"/>
                </a:cubicBezTo>
                <a:cubicBezTo>
                  <a:pt x="53058" y="32640"/>
                  <a:pt x="53418" y="30076"/>
                  <a:pt x="54139" y="27734"/>
                </a:cubicBezTo>
                <a:cubicBezTo>
                  <a:pt x="54860" y="25391"/>
                  <a:pt x="55948" y="23372"/>
                  <a:pt x="57403" y="21675"/>
                </a:cubicBezTo>
                <a:cubicBezTo>
                  <a:pt x="58858" y="19978"/>
                  <a:pt x="60673" y="18660"/>
                  <a:pt x="62849" y="17724"/>
                </a:cubicBezTo>
                <a:cubicBezTo>
                  <a:pt x="65025" y="16787"/>
                  <a:pt x="67567" y="16318"/>
                  <a:pt x="70477" y="16318"/>
                </a:cubicBezTo>
                <a:cubicBezTo>
                  <a:pt x="73285" y="16318"/>
                  <a:pt x="75733" y="16736"/>
                  <a:pt x="77820" y="17572"/>
                </a:cubicBezTo>
                <a:cubicBezTo>
                  <a:pt x="79907" y="18407"/>
                  <a:pt x="81646" y="19623"/>
                  <a:pt x="83038" y="21218"/>
                </a:cubicBezTo>
                <a:cubicBezTo>
                  <a:pt x="84429" y="22814"/>
                  <a:pt x="85473" y="24751"/>
                  <a:pt x="86169" y="27031"/>
                </a:cubicBezTo>
                <a:cubicBezTo>
                  <a:pt x="86864" y="29310"/>
                  <a:pt x="87212" y="31881"/>
                  <a:pt x="87212" y="34743"/>
                </a:cubicBezTo>
                <a:moveTo>
                  <a:pt x="80609" y="35160"/>
                </a:moveTo>
                <a:cubicBezTo>
                  <a:pt x="80609" y="33311"/>
                  <a:pt x="80438" y="31563"/>
                  <a:pt x="80097" y="29916"/>
                </a:cubicBezTo>
                <a:cubicBezTo>
                  <a:pt x="79755" y="28269"/>
                  <a:pt x="79192" y="26825"/>
                  <a:pt x="78408" y="25584"/>
                </a:cubicBezTo>
                <a:cubicBezTo>
                  <a:pt x="77624" y="24342"/>
                  <a:pt x="76561" y="23361"/>
                  <a:pt x="75220" y="22639"/>
                </a:cubicBezTo>
                <a:cubicBezTo>
                  <a:pt x="73879" y="21917"/>
                  <a:pt x="72210" y="21555"/>
                  <a:pt x="70211" y="21555"/>
                </a:cubicBezTo>
                <a:cubicBezTo>
                  <a:pt x="68364" y="21555"/>
                  <a:pt x="66777" y="21884"/>
                  <a:pt x="65448" y="22543"/>
                </a:cubicBezTo>
                <a:cubicBezTo>
                  <a:pt x="64120" y="23202"/>
                  <a:pt x="63026" y="24133"/>
                  <a:pt x="62166" y="25337"/>
                </a:cubicBezTo>
                <a:cubicBezTo>
                  <a:pt x="61306" y="26540"/>
                  <a:pt x="60667" y="27965"/>
                  <a:pt x="60249" y="29612"/>
                </a:cubicBezTo>
                <a:cubicBezTo>
                  <a:pt x="59832" y="31258"/>
                  <a:pt x="59623" y="33057"/>
                  <a:pt x="59623" y="35008"/>
                </a:cubicBezTo>
                <a:cubicBezTo>
                  <a:pt x="59623" y="36883"/>
                  <a:pt x="59794" y="38643"/>
                  <a:pt x="60135" y="40290"/>
                </a:cubicBezTo>
                <a:cubicBezTo>
                  <a:pt x="60477" y="41937"/>
                  <a:pt x="61046" y="43375"/>
                  <a:pt x="61843" y="44603"/>
                </a:cubicBezTo>
                <a:cubicBezTo>
                  <a:pt x="62640" y="45832"/>
                  <a:pt x="63709" y="46808"/>
                  <a:pt x="65050" y="47530"/>
                </a:cubicBezTo>
                <a:cubicBezTo>
                  <a:pt x="66391" y="48252"/>
                  <a:pt x="68061" y="48613"/>
                  <a:pt x="70059" y="48613"/>
                </a:cubicBezTo>
                <a:cubicBezTo>
                  <a:pt x="71881" y="48613"/>
                  <a:pt x="73462" y="48284"/>
                  <a:pt x="74803" y="47625"/>
                </a:cubicBezTo>
                <a:cubicBezTo>
                  <a:pt x="76144" y="46967"/>
                  <a:pt x="77244" y="46042"/>
                  <a:pt x="78104" y="44851"/>
                </a:cubicBezTo>
                <a:cubicBezTo>
                  <a:pt x="78965" y="43660"/>
                  <a:pt x="79597" y="42241"/>
                  <a:pt x="80002" y="40595"/>
                </a:cubicBezTo>
                <a:cubicBezTo>
                  <a:pt x="80407" y="38948"/>
                  <a:pt x="80609" y="37137"/>
                  <a:pt x="80609" y="35160"/>
                </a:cubicBezTo>
                <a:close/>
                <a:moveTo>
                  <a:pt x="147412" y="52180"/>
                </a:moveTo>
                <a:cubicBezTo>
                  <a:pt x="147412" y="52383"/>
                  <a:pt x="147361" y="52553"/>
                  <a:pt x="147260" y="52693"/>
                </a:cubicBezTo>
                <a:cubicBezTo>
                  <a:pt x="147159" y="52832"/>
                  <a:pt x="146994" y="52952"/>
                  <a:pt x="146766" y="53053"/>
                </a:cubicBezTo>
                <a:cubicBezTo>
                  <a:pt x="146539" y="53154"/>
                  <a:pt x="146222" y="53230"/>
                  <a:pt x="145818" y="53281"/>
                </a:cubicBezTo>
                <a:cubicBezTo>
                  <a:pt x="145413" y="53331"/>
                  <a:pt x="144907" y="53357"/>
                  <a:pt x="144300" y="53357"/>
                </a:cubicBezTo>
                <a:cubicBezTo>
                  <a:pt x="143667" y="53357"/>
                  <a:pt x="143149" y="53331"/>
                  <a:pt x="142744" y="53281"/>
                </a:cubicBezTo>
                <a:cubicBezTo>
                  <a:pt x="142339" y="53230"/>
                  <a:pt x="142016" y="53154"/>
                  <a:pt x="141776" y="53053"/>
                </a:cubicBezTo>
                <a:cubicBezTo>
                  <a:pt x="141536" y="52952"/>
                  <a:pt x="141365" y="52832"/>
                  <a:pt x="141264" y="52693"/>
                </a:cubicBezTo>
                <a:cubicBezTo>
                  <a:pt x="141163" y="52553"/>
                  <a:pt x="141112" y="52383"/>
                  <a:pt x="141112" y="52180"/>
                </a:cubicBezTo>
                <a:lnTo>
                  <a:pt x="141112" y="31422"/>
                </a:lnTo>
                <a:cubicBezTo>
                  <a:pt x="141112" y="29980"/>
                  <a:pt x="140985" y="28664"/>
                  <a:pt x="140732" y="27475"/>
                </a:cubicBezTo>
                <a:cubicBezTo>
                  <a:pt x="140479" y="26286"/>
                  <a:pt x="140075" y="25262"/>
                  <a:pt x="139518" y="24401"/>
                </a:cubicBezTo>
                <a:cubicBezTo>
                  <a:pt x="138961" y="23541"/>
                  <a:pt x="138253" y="22883"/>
                  <a:pt x="137393" y="22428"/>
                </a:cubicBezTo>
                <a:cubicBezTo>
                  <a:pt x="136533" y="21973"/>
                  <a:pt x="135521" y="21745"/>
                  <a:pt x="134357" y="21745"/>
                </a:cubicBezTo>
                <a:cubicBezTo>
                  <a:pt x="132915" y="21745"/>
                  <a:pt x="131466" y="22302"/>
                  <a:pt x="130012" y="23415"/>
                </a:cubicBezTo>
                <a:cubicBezTo>
                  <a:pt x="128557" y="24528"/>
                  <a:pt x="126957" y="26160"/>
                  <a:pt x="125211" y="28310"/>
                </a:cubicBezTo>
                <a:lnTo>
                  <a:pt x="125211" y="52180"/>
                </a:lnTo>
                <a:cubicBezTo>
                  <a:pt x="125211" y="52383"/>
                  <a:pt x="125161" y="52553"/>
                  <a:pt x="125059" y="52693"/>
                </a:cubicBezTo>
                <a:cubicBezTo>
                  <a:pt x="124958" y="52832"/>
                  <a:pt x="124787" y="52952"/>
                  <a:pt x="124547" y="53053"/>
                </a:cubicBezTo>
                <a:cubicBezTo>
                  <a:pt x="124307" y="53154"/>
                  <a:pt x="123984" y="53230"/>
                  <a:pt x="123579" y="53281"/>
                </a:cubicBezTo>
                <a:cubicBezTo>
                  <a:pt x="123175" y="53331"/>
                  <a:pt x="122669" y="53357"/>
                  <a:pt x="122061" y="53357"/>
                </a:cubicBezTo>
                <a:cubicBezTo>
                  <a:pt x="121479" y="53357"/>
                  <a:pt x="120980" y="53331"/>
                  <a:pt x="120562" y="53281"/>
                </a:cubicBezTo>
                <a:cubicBezTo>
                  <a:pt x="120145" y="53230"/>
                  <a:pt x="119816" y="53154"/>
                  <a:pt x="119576" y="53053"/>
                </a:cubicBezTo>
                <a:cubicBezTo>
                  <a:pt x="119335" y="52952"/>
                  <a:pt x="119171" y="52832"/>
                  <a:pt x="119082" y="52693"/>
                </a:cubicBezTo>
                <a:cubicBezTo>
                  <a:pt x="118994" y="52553"/>
                  <a:pt x="118950" y="52383"/>
                  <a:pt x="118950" y="52180"/>
                </a:cubicBezTo>
                <a:lnTo>
                  <a:pt x="118950" y="31422"/>
                </a:lnTo>
                <a:cubicBezTo>
                  <a:pt x="118950" y="29980"/>
                  <a:pt x="118810" y="28664"/>
                  <a:pt x="118532" y="27475"/>
                </a:cubicBezTo>
                <a:cubicBezTo>
                  <a:pt x="118254" y="26286"/>
                  <a:pt x="117836" y="25262"/>
                  <a:pt x="117280" y="24401"/>
                </a:cubicBezTo>
                <a:cubicBezTo>
                  <a:pt x="116723" y="23541"/>
                  <a:pt x="116021" y="22883"/>
                  <a:pt x="115174" y="22428"/>
                </a:cubicBezTo>
                <a:cubicBezTo>
                  <a:pt x="114326" y="21973"/>
                  <a:pt x="113320" y="21745"/>
                  <a:pt x="112157" y="21745"/>
                </a:cubicBezTo>
                <a:cubicBezTo>
                  <a:pt x="110715" y="21745"/>
                  <a:pt x="109260" y="22302"/>
                  <a:pt x="107792" y="23415"/>
                </a:cubicBezTo>
                <a:cubicBezTo>
                  <a:pt x="106325" y="24528"/>
                  <a:pt x="104731" y="26160"/>
                  <a:pt x="103011" y="28310"/>
                </a:cubicBezTo>
                <a:lnTo>
                  <a:pt x="103011" y="52180"/>
                </a:lnTo>
                <a:cubicBezTo>
                  <a:pt x="103011" y="52383"/>
                  <a:pt x="102960" y="52553"/>
                  <a:pt x="102859" y="52693"/>
                </a:cubicBezTo>
                <a:cubicBezTo>
                  <a:pt x="102758" y="52832"/>
                  <a:pt x="102593" y="52952"/>
                  <a:pt x="102366" y="53053"/>
                </a:cubicBezTo>
                <a:cubicBezTo>
                  <a:pt x="102138" y="53154"/>
                  <a:pt x="101822" y="53230"/>
                  <a:pt x="101417" y="53281"/>
                </a:cubicBezTo>
                <a:cubicBezTo>
                  <a:pt x="101012" y="53331"/>
                  <a:pt x="100494" y="53357"/>
                  <a:pt x="99861" y="53357"/>
                </a:cubicBezTo>
                <a:cubicBezTo>
                  <a:pt x="99254" y="53357"/>
                  <a:pt x="98748" y="53331"/>
                  <a:pt x="98343" y="53281"/>
                </a:cubicBezTo>
                <a:cubicBezTo>
                  <a:pt x="97938" y="53230"/>
                  <a:pt x="97616" y="53154"/>
                  <a:pt x="97375" y="53053"/>
                </a:cubicBezTo>
                <a:cubicBezTo>
                  <a:pt x="97135" y="52952"/>
                  <a:pt x="96971" y="52832"/>
                  <a:pt x="96882" y="52693"/>
                </a:cubicBezTo>
                <a:cubicBezTo>
                  <a:pt x="96793" y="52553"/>
                  <a:pt x="96749" y="52383"/>
                  <a:pt x="96749" y="52180"/>
                </a:cubicBezTo>
                <a:lnTo>
                  <a:pt x="96749" y="18026"/>
                </a:lnTo>
                <a:cubicBezTo>
                  <a:pt x="96749" y="17824"/>
                  <a:pt x="96787" y="17653"/>
                  <a:pt x="96863" y="17514"/>
                </a:cubicBezTo>
                <a:cubicBezTo>
                  <a:pt x="96939" y="17374"/>
                  <a:pt x="97091" y="17248"/>
                  <a:pt x="97318" y="17134"/>
                </a:cubicBezTo>
                <a:cubicBezTo>
                  <a:pt x="97546" y="17020"/>
                  <a:pt x="97837" y="16944"/>
                  <a:pt x="98191" y="16906"/>
                </a:cubicBezTo>
                <a:cubicBezTo>
                  <a:pt x="98545" y="16868"/>
                  <a:pt x="99014" y="16849"/>
                  <a:pt x="99595" y="16849"/>
                </a:cubicBezTo>
                <a:cubicBezTo>
                  <a:pt x="100152" y="16849"/>
                  <a:pt x="100614" y="16868"/>
                  <a:pt x="100981" y="16906"/>
                </a:cubicBezTo>
                <a:cubicBezTo>
                  <a:pt x="101347" y="16944"/>
                  <a:pt x="101632" y="17020"/>
                  <a:pt x="101834" y="17134"/>
                </a:cubicBezTo>
                <a:cubicBezTo>
                  <a:pt x="102037" y="17248"/>
                  <a:pt x="102182" y="17374"/>
                  <a:pt x="102271" y="17514"/>
                </a:cubicBezTo>
                <a:cubicBezTo>
                  <a:pt x="102359" y="17653"/>
                  <a:pt x="102404" y="17824"/>
                  <a:pt x="102404" y="18026"/>
                </a:cubicBezTo>
                <a:lnTo>
                  <a:pt x="102404" y="22542"/>
                </a:lnTo>
                <a:cubicBezTo>
                  <a:pt x="104326" y="20391"/>
                  <a:pt x="106192" y="18817"/>
                  <a:pt x="108001" y="17817"/>
                </a:cubicBezTo>
                <a:cubicBezTo>
                  <a:pt x="109810" y="16818"/>
                  <a:pt x="111638" y="16318"/>
                  <a:pt x="113485" y="16318"/>
                </a:cubicBezTo>
                <a:cubicBezTo>
                  <a:pt x="114902" y="16318"/>
                  <a:pt x="116173" y="16483"/>
                  <a:pt x="117299" y="16812"/>
                </a:cubicBezTo>
                <a:cubicBezTo>
                  <a:pt x="118425" y="17140"/>
                  <a:pt x="119418" y="17602"/>
                  <a:pt x="120278" y="18197"/>
                </a:cubicBezTo>
                <a:cubicBezTo>
                  <a:pt x="121138" y="18791"/>
                  <a:pt x="121872" y="19500"/>
                  <a:pt x="122479" y="20322"/>
                </a:cubicBezTo>
                <a:cubicBezTo>
                  <a:pt x="123086" y="21144"/>
                  <a:pt x="123592" y="22061"/>
                  <a:pt x="123997" y="23073"/>
                </a:cubicBezTo>
                <a:cubicBezTo>
                  <a:pt x="125135" y="21833"/>
                  <a:pt x="126217" y="20784"/>
                  <a:pt x="127241" y="19923"/>
                </a:cubicBezTo>
                <a:cubicBezTo>
                  <a:pt x="128266" y="19063"/>
                  <a:pt x="129253" y="18367"/>
                  <a:pt x="130202" y="17836"/>
                </a:cubicBezTo>
                <a:cubicBezTo>
                  <a:pt x="131150" y="17305"/>
                  <a:pt x="132074" y="16919"/>
                  <a:pt x="132972" y="16679"/>
                </a:cubicBezTo>
                <a:cubicBezTo>
                  <a:pt x="133870" y="16438"/>
                  <a:pt x="134774" y="16318"/>
                  <a:pt x="135685" y="16318"/>
                </a:cubicBezTo>
                <a:cubicBezTo>
                  <a:pt x="137886" y="16318"/>
                  <a:pt x="139733" y="16704"/>
                  <a:pt x="141226" y="17476"/>
                </a:cubicBezTo>
                <a:cubicBezTo>
                  <a:pt x="142718" y="18247"/>
                  <a:pt x="143926" y="19278"/>
                  <a:pt x="144850" y="20569"/>
                </a:cubicBezTo>
                <a:cubicBezTo>
                  <a:pt x="145773" y="21859"/>
                  <a:pt x="146431" y="23370"/>
                  <a:pt x="146823" y="25103"/>
                </a:cubicBezTo>
                <a:cubicBezTo>
                  <a:pt x="147215" y="26836"/>
                  <a:pt x="147412" y="28664"/>
                  <a:pt x="147412" y="30587"/>
                </a:cubicBezTo>
                <a:lnTo>
                  <a:pt x="147412" y="52180"/>
                </a:lnTo>
                <a:close/>
                <a:moveTo>
                  <a:pt x="202810" y="52218"/>
                </a:moveTo>
                <a:cubicBezTo>
                  <a:pt x="202810" y="52522"/>
                  <a:pt x="202709" y="52750"/>
                  <a:pt x="202507" y="52901"/>
                </a:cubicBezTo>
                <a:cubicBezTo>
                  <a:pt x="202304" y="53053"/>
                  <a:pt x="202026" y="53167"/>
                  <a:pt x="201672" y="53243"/>
                </a:cubicBezTo>
                <a:cubicBezTo>
                  <a:pt x="201318" y="53319"/>
                  <a:pt x="200799" y="53357"/>
                  <a:pt x="200116" y="53357"/>
                </a:cubicBezTo>
                <a:cubicBezTo>
                  <a:pt x="199458" y="53357"/>
                  <a:pt x="198933" y="53319"/>
                  <a:pt x="198541" y="53243"/>
                </a:cubicBezTo>
                <a:cubicBezTo>
                  <a:pt x="198149" y="53167"/>
                  <a:pt x="197864" y="53053"/>
                  <a:pt x="197687" y="52901"/>
                </a:cubicBezTo>
                <a:cubicBezTo>
                  <a:pt x="197510" y="52750"/>
                  <a:pt x="197421" y="52522"/>
                  <a:pt x="197421" y="52218"/>
                </a:cubicBezTo>
                <a:lnTo>
                  <a:pt x="197421" y="48803"/>
                </a:lnTo>
                <a:cubicBezTo>
                  <a:pt x="195929" y="50397"/>
                  <a:pt x="194265" y="51643"/>
                  <a:pt x="192431" y="52541"/>
                </a:cubicBezTo>
                <a:cubicBezTo>
                  <a:pt x="190597" y="53439"/>
                  <a:pt x="188655" y="53888"/>
                  <a:pt x="186606" y="53888"/>
                </a:cubicBezTo>
                <a:cubicBezTo>
                  <a:pt x="184810" y="53888"/>
                  <a:pt x="183184" y="53653"/>
                  <a:pt x="181729" y="53184"/>
                </a:cubicBezTo>
                <a:cubicBezTo>
                  <a:pt x="180275" y="52714"/>
                  <a:pt x="179035" y="52035"/>
                  <a:pt x="178010" y="51146"/>
                </a:cubicBezTo>
                <a:cubicBezTo>
                  <a:pt x="176986" y="50258"/>
                  <a:pt x="176189" y="49166"/>
                  <a:pt x="175620" y="47872"/>
                </a:cubicBezTo>
                <a:cubicBezTo>
                  <a:pt x="175050" y="46577"/>
                  <a:pt x="174766" y="45104"/>
                  <a:pt x="174766" y="43453"/>
                </a:cubicBezTo>
                <a:cubicBezTo>
                  <a:pt x="174766" y="41524"/>
                  <a:pt x="175158" y="39849"/>
                  <a:pt x="175942" y="38427"/>
                </a:cubicBezTo>
                <a:cubicBezTo>
                  <a:pt x="176726" y="37005"/>
                  <a:pt x="177852" y="35824"/>
                  <a:pt x="179320" y="34885"/>
                </a:cubicBezTo>
                <a:cubicBezTo>
                  <a:pt x="180787" y="33946"/>
                  <a:pt x="182583" y="33241"/>
                  <a:pt x="184708" y="32772"/>
                </a:cubicBezTo>
                <a:cubicBezTo>
                  <a:pt x="186834" y="32302"/>
                  <a:pt x="189224" y="32067"/>
                  <a:pt x="191881" y="32067"/>
                </a:cubicBezTo>
                <a:lnTo>
                  <a:pt x="196587" y="32067"/>
                </a:lnTo>
                <a:lnTo>
                  <a:pt x="196587" y="29420"/>
                </a:lnTo>
                <a:cubicBezTo>
                  <a:pt x="196587" y="28109"/>
                  <a:pt x="196447" y="26950"/>
                  <a:pt x="196169" y="25942"/>
                </a:cubicBezTo>
                <a:cubicBezTo>
                  <a:pt x="195891" y="24933"/>
                  <a:pt x="195442" y="24095"/>
                  <a:pt x="194822" y="23427"/>
                </a:cubicBezTo>
                <a:cubicBezTo>
                  <a:pt x="194202" y="22759"/>
                  <a:pt x="193399" y="22254"/>
                  <a:pt x="192412" y="21915"/>
                </a:cubicBezTo>
                <a:cubicBezTo>
                  <a:pt x="191425" y="21574"/>
                  <a:pt x="190211" y="21403"/>
                  <a:pt x="188769" y="21403"/>
                </a:cubicBezTo>
                <a:cubicBezTo>
                  <a:pt x="187226" y="21403"/>
                  <a:pt x="185841" y="21585"/>
                  <a:pt x="184614" y="21948"/>
                </a:cubicBezTo>
                <a:cubicBezTo>
                  <a:pt x="183387" y="22311"/>
                  <a:pt x="182311" y="22711"/>
                  <a:pt x="181388" y="23149"/>
                </a:cubicBezTo>
                <a:cubicBezTo>
                  <a:pt x="180464" y="23587"/>
                  <a:pt x="179693" y="23988"/>
                  <a:pt x="179073" y="24350"/>
                </a:cubicBezTo>
                <a:cubicBezTo>
                  <a:pt x="178453" y="24713"/>
                  <a:pt x="177991" y="24895"/>
                  <a:pt x="177688" y="24895"/>
                </a:cubicBezTo>
                <a:cubicBezTo>
                  <a:pt x="177485" y="24895"/>
                  <a:pt x="177308" y="24844"/>
                  <a:pt x="177157" y="24743"/>
                </a:cubicBezTo>
                <a:cubicBezTo>
                  <a:pt x="177005" y="24642"/>
                  <a:pt x="176872" y="24490"/>
                  <a:pt x="176758" y="24288"/>
                </a:cubicBezTo>
                <a:cubicBezTo>
                  <a:pt x="176644" y="24085"/>
                  <a:pt x="176562" y="23826"/>
                  <a:pt x="176511" y="23510"/>
                </a:cubicBezTo>
                <a:cubicBezTo>
                  <a:pt x="176461" y="23193"/>
                  <a:pt x="176436" y="22845"/>
                  <a:pt x="176436" y="22466"/>
                </a:cubicBezTo>
                <a:cubicBezTo>
                  <a:pt x="176436" y="21833"/>
                  <a:pt x="176480" y="21334"/>
                  <a:pt x="176568" y="20967"/>
                </a:cubicBezTo>
                <a:cubicBezTo>
                  <a:pt x="176657" y="20600"/>
                  <a:pt x="176872" y="20252"/>
                  <a:pt x="177213" y="19923"/>
                </a:cubicBezTo>
                <a:cubicBezTo>
                  <a:pt x="177555" y="19594"/>
                  <a:pt x="178143" y="19211"/>
                  <a:pt x="178978" y="18774"/>
                </a:cubicBezTo>
                <a:cubicBezTo>
                  <a:pt x="179813" y="18336"/>
                  <a:pt x="180774" y="17936"/>
                  <a:pt x="181862" y="17574"/>
                </a:cubicBezTo>
                <a:cubicBezTo>
                  <a:pt x="182950" y="17212"/>
                  <a:pt x="184139" y="16912"/>
                  <a:pt x="185429" y="16675"/>
                </a:cubicBezTo>
                <a:cubicBezTo>
                  <a:pt x="186720" y="16437"/>
                  <a:pt x="188023" y="16318"/>
                  <a:pt x="189338" y="16318"/>
                </a:cubicBezTo>
                <a:cubicBezTo>
                  <a:pt x="191792" y="16318"/>
                  <a:pt x="193880" y="16596"/>
                  <a:pt x="195600" y="17153"/>
                </a:cubicBezTo>
                <a:cubicBezTo>
                  <a:pt x="197320" y="17710"/>
                  <a:pt x="198712" y="18526"/>
                  <a:pt x="199774" y="19601"/>
                </a:cubicBezTo>
                <a:cubicBezTo>
                  <a:pt x="200837" y="20676"/>
                  <a:pt x="201609" y="22011"/>
                  <a:pt x="202089" y="23604"/>
                </a:cubicBezTo>
                <a:cubicBezTo>
                  <a:pt x="202570" y="25198"/>
                  <a:pt x="202810" y="27058"/>
                  <a:pt x="202810" y="29183"/>
                </a:cubicBezTo>
                <a:lnTo>
                  <a:pt x="202810" y="52218"/>
                </a:lnTo>
                <a:moveTo>
                  <a:pt x="196587" y="36583"/>
                </a:moveTo>
                <a:lnTo>
                  <a:pt x="191236" y="36583"/>
                </a:lnTo>
                <a:cubicBezTo>
                  <a:pt x="189515" y="36583"/>
                  <a:pt x="188023" y="36730"/>
                  <a:pt x="186758" y="37023"/>
                </a:cubicBezTo>
                <a:cubicBezTo>
                  <a:pt x="185493" y="37316"/>
                  <a:pt x="184443" y="37748"/>
                  <a:pt x="183608" y="38320"/>
                </a:cubicBezTo>
                <a:cubicBezTo>
                  <a:pt x="182773" y="38893"/>
                  <a:pt x="182160" y="39580"/>
                  <a:pt x="181767" y="40383"/>
                </a:cubicBezTo>
                <a:cubicBezTo>
                  <a:pt x="181375" y="41184"/>
                  <a:pt x="181179" y="42107"/>
                  <a:pt x="181179" y="43151"/>
                </a:cubicBezTo>
                <a:cubicBezTo>
                  <a:pt x="181179" y="44933"/>
                  <a:pt x="181742" y="46352"/>
                  <a:pt x="182868" y="47408"/>
                </a:cubicBezTo>
                <a:cubicBezTo>
                  <a:pt x="183994" y="48464"/>
                  <a:pt x="185569" y="48993"/>
                  <a:pt x="187593" y="48993"/>
                </a:cubicBezTo>
                <a:cubicBezTo>
                  <a:pt x="189237" y="48993"/>
                  <a:pt x="190761" y="48573"/>
                  <a:pt x="192165" y="47733"/>
                </a:cubicBezTo>
                <a:cubicBezTo>
                  <a:pt x="193570" y="46893"/>
                  <a:pt x="195043" y="45607"/>
                  <a:pt x="196587" y="43876"/>
                </a:cubicBezTo>
                <a:lnTo>
                  <a:pt x="196587" y="36583"/>
                </a:lnTo>
                <a:close/>
                <a:moveTo>
                  <a:pt x="235447" y="42910"/>
                </a:moveTo>
                <a:cubicBezTo>
                  <a:pt x="235447" y="44657"/>
                  <a:pt x="235124" y="46215"/>
                  <a:pt x="234479" y="47582"/>
                </a:cubicBezTo>
                <a:cubicBezTo>
                  <a:pt x="233834" y="48949"/>
                  <a:pt x="232917" y="50102"/>
                  <a:pt x="231728" y="51039"/>
                </a:cubicBezTo>
                <a:cubicBezTo>
                  <a:pt x="230539" y="51976"/>
                  <a:pt x="229122" y="52685"/>
                  <a:pt x="227477" y="53166"/>
                </a:cubicBezTo>
                <a:cubicBezTo>
                  <a:pt x="225833" y="53647"/>
                  <a:pt x="224024" y="53888"/>
                  <a:pt x="222051" y="53888"/>
                </a:cubicBezTo>
                <a:cubicBezTo>
                  <a:pt x="220836" y="53888"/>
                  <a:pt x="219679" y="53793"/>
                  <a:pt x="218578" y="53603"/>
                </a:cubicBezTo>
                <a:cubicBezTo>
                  <a:pt x="217478" y="53414"/>
                  <a:pt x="216491" y="53173"/>
                  <a:pt x="215618" y="52882"/>
                </a:cubicBezTo>
                <a:cubicBezTo>
                  <a:pt x="214745" y="52591"/>
                  <a:pt x="214005" y="52288"/>
                  <a:pt x="213398" y="51972"/>
                </a:cubicBezTo>
                <a:cubicBezTo>
                  <a:pt x="212791" y="51655"/>
                  <a:pt x="212348" y="51371"/>
                  <a:pt x="212070" y="51118"/>
                </a:cubicBezTo>
                <a:cubicBezTo>
                  <a:pt x="211792" y="50865"/>
                  <a:pt x="211589" y="50511"/>
                  <a:pt x="211463" y="50055"/>
                </a:cubicBezTo>
                <a:cubicBezTo>
                  <a:pt x="211336" y="49600"/>
                  <a:pt x="211273" y="48980"/>
                  <a:pt x="211273" y="48196"/>
                </a:cubicBezTo>
                <a:cubicBezTo>
                  <a:pt x="211273" y="47715"/>
                  <a:pt x="211298" y="47310"/>
                  <a:pt x="211349" y="46981"/>
                </a:cubicBezTo>
                <a:cubicBezTo>
                  <a:pt x="211400" y="46652"/>
                  <a:pt x="211463" y="46387"/>
                  <a:pt x="211539" y="46184"/>
                </a:cubicBezTo>
                <a:cubicBezTo>
                  <a:pt x="211615" y="45982"/>
                  <a:pt x="211722" y="45836"/>
                  <a:pt x="211861" y="45748"/>
                </a:cubicBezTo>
                <a:cubicBezTo>
                  <a:pt x="212000" y="45659"/>
                  <a:pt x="212159" y="45615"/>
                  <a:pt x="212336" y="45615"/>
                </a:cubicBezTo>
                <a:cubicBezTo>
                  <a:pt x="212614" y="45615"/>
                  <a:pt x="213025" y="45786"/>
                  <a:pt x="213569" y="46127"/>
                </a:cubicBezTo>
                <a:cubicBezTo>
                  <a:pt x="214113" y="46469"/>
                  <a:pt x="214783" y="46842"/>
                  <a:pt x="215580" y="47247"/>
                </a:cubicBezTo>
                <a:cubicBezTo>
                  <a:pt x="216377" y="47652"/>
                  <a:pt x="217320" y="48025"/>
                  <a:pt x="218408" y="48366"/>
                </a:cubicBezTo>
                <a:cubicBezTo>
                  <a:pt x="219495" y="48708"/>
                  <a:pt x="220748" y="48879"/>
                  <a:pt x="222165" y="48879"/>
                </a:cubicBezTo>
                <a:cubicBezTo>
                  <a:pt x="223227" y="48879"/>
                  <a:pt x="224189" y="48765"/>
                  <a:pt x="225049" y="48537"/>
                </a:cubicBezTo>
                <a:cubicBezTo>
                  <a:pt x="225909" y="48309"/>
                  <a:pt x="226655" y="47973"/>
                  <a:pt x="227288" y="47529"/>
                </a:cubicBezTo>
                <a:cubicBezTo>
                  <a:pt x="227920" y="47086"/>
                  <a:pt x="228407" y="46521"/>
                  <a:pt x="228749" y="45837"/>
                </a:cubicBezTo>
                <a:cubicBezTo>
                  <a:pt x="229090" y="45152"/>
                  <a:pt x="229261" y="44341"/>
                  <a:pt x="229261" y="43403"/>
                </a:cubicBezTo>
                <a:cubicBezTo>
                  <a:pt x="229261" y="42441"/>
                  <a:pt x="229014" y="41631"/>
                  <a:pt x="228521" y="40972"/>
                </a:cubicBezTo>
                <a:cubicBezTo>
                  <a:pt x="228028" y="40314"/>
                  <a:pt x="227376" y="39731"/>
                  <a:pt x="226567" y="39225"/>
                </a:cubicBezTo>
                <a:cubicBezTo>
                  <a:pt x="225757" y="38719"/>
                  <a:pt x="224846" y="38269"/>
                  <a:pt x="223834" y="37877"/>
                </a:cubicBezTo>
                <a:cubicBezTo>
                  <a:pt x="222822" y="37484"/>
                  <a:pt x="221779" y="37073"/>
                  <a:pt x="220704" y="36642"/>
                </a:cubicBezTo>
                <a:cubicBezTo>
                  <a:pt x="219628" y="36212"/>
                  <a:pt x="218578" y="35724"/>
                  <a:pt x="217554" y="35179"/>
                </a:cubicBezTo>
                <a:cubicBezTo>
                  <a:pt x="216529" y="34634"/>
                  <a:pt x="215612" y="33969"/>
                  <a:pt x="214802" y="33184"/>
                </a:cubicBezTo>
                <a:cubicBezTo>
                  <a:pt x="213993" y="32399"/>
                  <a:pt x="213341" y="31462"/>
                  <a:pt x="212848" y="30374"/>
                </a:cubicBezTo>
                <a:cubicBezTo>
                  <a:pt x="212355" y="29285"/>
                  <a:pt x="212108" y="27981"/>
                  <a:pt x="212108" y="26461"/>
                </a:cubicBezTo>
                <a:cubicBezTo>
                  <a:pt x="212108" y="25119"/>
                  <a:pt x="212367" y="23834"/>
                  <a:pt x="212886" y="22606"/>
                </a:cubicBezTo>
                <a:cubicBezTo>
                  <a:pt x="213405" y="21377"/>
                  <a:pt x="214183" y="20301"/>
                  <a:pt x="215220" y="19377"/>
                </a:cubicBezTo>
                <a:cubicBezTo>
                  <a:pt x="216257" y="18452"/>
                  <a:pt x="217554" y="17711"/>
                  <a:pt x="219110" y="17154"/>
                </a:cubicBezTo>
                <a:cubicBezTo>
                  <a:pt x="220666" y="16597"/>
                  <a:pt x="222481" y="16318"/>
                  <a:pt x="224555" y="16318"/>
                </a:cubicBezTo>
                <a:cubicBezTo>
                  <a:pt x="225466" y="16318"/>
                  <a:pt x="226377" y="16395"/>
                  <a:pt x="227288" y="16549"/>
                </a:cubicBezTo>
                <a:cubicBezTo>
                  <a:pt x="228199" y="16704"/>
                  <a:pt x="229021" y="16896"/>
                  <a:pt x="229754" y="17127"/>
                </a:cubicBezTo>
                <a:cubicBezTo>
                  <a:pt x="230488" y="17358"/>
                  <a:pt x="231114" y="17608"/>
                  <a:pt x="231633" y="17878"/>
                </a:cubicBezTo>
                <a:cubicBezTo>
                  <a:pt x="232152" y="18147"/>
                  <a:pt x="232544" y="18385"/>
                  <a:pt x="232809" y="18590"/>
                </a:cubicBezTo>
                <a:cubicBezTo>
                  <a:pt x="233075" y="18796"/>
                  <a:pt x="233252" y="18975"/>
                  <a:pt x="233341" y="19126"/>
                </a:cubicBezTo>
                <a:cubicBezTo>
                  <a:pt x="233429" y="19278"/>
                  <a:pt x="233492" y="19449"/>
                  <a:pt x="233530" y="19639"/>
                </a:cubicBezTo>
                <a:cubicBezTo>
                  <a:pt x="233568" y="19829"/>
                  <a:pt x="233606" y="20063"/>
                  <a:pt x="233644" y="20341"/>
                </a:cubicBezTo>
                <a:cubicBezTo>
                  <a:pt x="233682" y="20619"/>
                  <a:pt x="233701" y="20961"/>
                  <a:pt x="233701" y="21365"/>
                </a:cubicBezTo>
                <a:cubicBezTo>
                  <a:pt x="233701" y="21796"/>
                  <a:pt x="233682" y="22169"/>
                  <a:pt x="233644" y="22485"/>
                </a:cubicBezTo>
                <a:cubicBezTo>
                  <a:pt x="233606" y="22801"/>
                  <a:pt x="233543" y="23061"/>
                  <a:pt x="233454" y="23263"/>
                </a:cubicBezTo>
                <a:cubicBezTo>
                  <a:pt x="233366" y="23465"/>
                  <a:pt x="233258" y="23611"/>
                  <a:pt x="233132" y="23699"/>
                </a:cubicBezTo>
                <a:cubicBezTo>
                  <a:pt x="233005" y="23788"/>
                  <a:pt x="232866" y="23832"/>
                  <a:pt x="232714" y="23832"/>
                </a:cubicBezTo>
                <a:cubicBezTo>
                  <a:pt x="232487" y="23832"/>
                  <a:pt x="232158" y="23691"/>
                  <a:pt x="231728" y="23409"/>
                </a:cubicBezTo>
                <a:cubicBezTo>
                  <a:pt x="231298" y="23127"/>
                  <a:pt x="230741" y="22825"/>
                  <a:pt x="230058" y="22504"/>
                </a:cubicBezTo>
                <a:cubicBezTo>
                  <a:pt x="229375" y="22183"/>
                  <a:pt x="228572" y="21881"/>
                  <a:pt x="227648" y="21599"/>
                </a:cubicBezTo>
                <a:cubicBezTo>
                  <a:pt x="226725" y="21317"/>
                  <a:pt x="225669" y="21176"/>
                  <a:pt x="224479" y="21176"/>
                </a:cubicBezTo>
                <a:cubicBezTo>
                  <a:pt x="223417" y="21176"/>
                  <a:pt x="222481" y="21296"/>
                  <a:pt x="221671" y="21537"/>
                </a:cubicBezTo>
                <a:cubicBezTo>
                  <a:pt x="220862" y="21778"/>
                  <a:pt x="220198" y="22120"/>
                  <a:pt x="219679" y="22563"/>
                </a:cubicBezTo>
                <a:cubicBezTo>
                  <a:pt x="219160" y="23007"/>
                  <a:pt x="218768" y="23533"/>
                  <a:pt x="218502" y="24142"/>
                </a:cubicBezTo>
                <a:cubicBezTo>
                  <a:pt x="218237" y="24750"/>
                  <a:pt x="218104" y="25409"/>
                  <a:pt x="218104" y="26119"/>
                </a:cubicBezTo>
                <a:cubicBezTo>
                  <a:pt x="218104" y="27106"/>
                  <a:pt x="218357" y="27935"/>
                  <a:pt x="218863" y="28607"/>
                </a:cubicBezTo>
                <a:cubicBezTo>
                  <a:pt x="219369" y="29278"/>
                  <a:pt x="220027" y="29867"/>
                  <a:pt x="220836" y="30374"/>
                </a:cubicBezTo>
                <a:cubicBezTo>
                  <a:pt x="221646" y="30880"/>
                  <a:pt x="222569" y="31335"/>
                  <a:pt x="223607" y="31741"/>
                </a:cubicBezTo>
                <a:cubicBezTo>
                  <a:pt x="224644" y="32146"/>
                  <a:pt x="225700" y="32564"/>
                  <a:pt x="226775" y="32995"/>
                </a:cubicBezTo>
                <a:cubicBezTo>
                  <a:pt x="227851" y="33425"/>
                  <a:pt x="228913" y="33906"/>
                  <a:pt x="229963" y="34438"/>
                </a:cubicBezTo>
                <a:cubicBezTo>
                  <a:pt x="231013" y="34970"/>
                  <a:pt x="231943" y="35616"/>
                  <a:pt x="232752" y="36376"/>
                </a:cubicBezTo>
                <a:cubicBezTo>
                  <a:pt x="233562" y="37135"/>
                  <a:pt x="234213" y="38047"/>
                  <a:pt x="234707" y="39111"/>
                </a:cubicBezTo>
                <a:cubicBezTo>
                  <a:pt x="235200" y="40175"/>
                  <a:pt x="235447" y="41441"/>
                  <a:pt x="235447" y="42910"/>
                </a:cubicBezTo>
                <a:close/>
                <a:moveTo>
                  <a:pt x="262162" y="49714"/>
                </a:moveTo>
                <a:cubicBezTo>
                  <a:pt x="262162" y="50447"/>
                  <a:pt x="262111" y="51029"/>
                  <a:pt x="262010" y="51459"/>
                </a:cubicBezTo>
                <a:cubicBezTo>
                  <a:pt x="261909" y="51889"/>
                  <a:pt x="261757" y="52206"/>
                  <a:pt x="261555" y="52408"/>
                </a:cubicBezTo>
                <a:cubicBezTo>
                  <a:pt x="261353" y="52610"/>
                  <a:pt x="261049" y="52800"/>
                  <a:pt x="260644" y="52977"/>
                </a:cubicBezTo>
                <a:cubicBezTo>
                  <a:pt x="260239" y="53154"/>
                  <a:pt x="259778" y="53300"/>
                  <a:pt x="259259" y="53414"/>
                </a:cubicBezTo>
                <a:cubicBezTo>
                  <a:pt x="258740" y="53527"/>
                  <a:pt x="258190" y="53622"/>
                  <a:pt x="257608" y="53698"/>
                </a:cubicBezTo>
                <a:cubicBezTo>
                  <a:pt x="257026" y="53774"/>
                  <a:pt x="256444" y="53812"/>
                  <a:pt x="255863" y="53812"/>
                </a:cubicBezTo>
                <a:cubicBezTo>
                  <a:pt x="254092" y="53812"/>
                  <a:pt x="252574" y="53578"/>
                  <a:pt x="251309" y="53109"/>
                </a:cubicBezTo>
                <a:cubicBezTo>
                  <a:pt x="250044" y="52639"/>
                  <a:pt x="249006" y="51929"/>
                  <a:pt x="248197" y="50978"/>
                </a:cubicBezTo>
                <a:cubicBezTo>
                  <a:pt x="247387" y="50027"/>
                  <a:pt x="246799" y="48822"/>
                  <a:pt x="246432" y="47364"/>
                </a:cubicBezTo>
                <a:cubicBezTo>
                  <a:pt x="246065" y="45906"/>
                  <a:pt x="245882" y="44188"/>
                  <a:pt x="245882" y="42210"/>
                </a:cubicBezTo>
                <a:lnTo>
                  <a:pt x="245882" y="22200"/>
                </a:lnTo>
                <a:lnTo>
                  <a:pt x="241100" y="22200"/>
                </a:lnTo>
                <a:cubicBezTo>
                  <a:pt x="240721" y="22200"/>
                  <a:pt x="240417" y="21998"/>
                  <a:pt x="240189" y="21593"/>
                </a:cubicBezTo>
                <a:cubicBezTo>
                  <a:pt x="239962" y="21188"/>
                  <a:pt x="239848" y="20531"/>
                  <a:pt x="239848" y="19620"/>
                </a:cubicBezTo>
                <a:cubicBezTo>
                  <a:pt x="239848" y="19139"/>
                  <a:pt x="239880" y="18734"/>
                  <a:pt x="239943" y="18405"/>
                </a:cubicBezTo>
                <a:cubicBezTo>
                  <a:pt x="240006" y="18077"/>
                  <a:pt x="240088" y="17805"/>
                  <a:pt x="240189" y="17589"/>
                </a:cubicBezTo>
                <a:cubicBezTo>
                  <a:pt x="240291" y="17374"/>
                  <a:pt x="240423" y="17223"/>
                  <a:pt x="240588" y="17134"/>
                </a:cubicBezTo>
                <a:cubicBezTo>
                  <a:pt x="240752" y="17046"/>
                  <a:pt x="240936" y="17001"/>
                  <a:pt x="241138" y="17001"/>
                </a:cubicBezTo>
                <a:lnTo>
                  <a:pt x="245882" y="17001"/>
                </a:lnTo>
                <a:lnTo>
                  <a:pt x="245882" y="8880"/>
                </a:lnTo>
                <a:cubicBezTo>
                  <a:pt x="245882" y="8703"/>
                  <a:pt x="245926" y="8539"/>
                  <a:pt x="246015" y="8387"/>
                </a:cubicBezTo>
                <a:cubicBezTo>
                  <a:pt x="246103" y="8235"/>
                  <a:pt x="246268" y="8102"/>
                  <a:pt x="246508" y="7988"/>
                </a:cubicBezTo>
                <a:cubicBezTo>
                  <a:pt x="246748" y="7874"/>
                  <a:pt x="247071" y="7792"/>
                  <a:pt x="247476" y="7742"/>
                </a:cubicBezTo>
                <a:cubicBezTo>
                  <a:pt x="247881" y="7691"/>
                  <a:pt x="248387" y="7666"/>
                  <a:pt x="248994" y="7666"/>
                </a:cubicBezTo>
                <a:cubicBezTo>
                  <a:pt x="249626" y="7666"/>
                  <a:pt x="250145" y="7691"/>
                  <a:pt x="250550" y="7742"/>
                </a:cubicBezTo>
                <a:cubicBezTo>
                  <a:pt x="250954" y="7792"/>
                  <a:pt x="251271" y="7874"/>
                  <a:pt x="251498" y="7988"/>
                </a:cubicBezTo>
                <a:cubicBezTo>
                  <a:pt x="251726" y="8102"/>
                  <a:pt x="251890" y="8235"/>
                  <a:pt x="251992" y="8387"/>
                </a:cubicBezTo>
                <a:cubicBezTo>
                  <a:pt x="252093" y="8539"/>
                  <a:pt x="252143" y="8703"/>
                  <a:pt x="252143" y="8880"/>
                </a:cubicBezTo>
                <a:lnTo>
                  <a:pt x="252143" y="17001"/>
                </a:lnTo>
                <a:lnTo>
                  <a:pt x="260910" y="17001"/>
                </a:lnTo>
                <a:cubicBezTo>
                  <a:pt x="261112" y="17001"/>
                  <a:pt x="261289" y="17046"/>
                  <a:pt x="261441" y="17134"/>
                </a:cubicBezTo>
                <a:cubicBezTo>
                  <a:pt x="261593" y="17223"/>
                  <a:pt x="261726" y="17374"/>
                  <a:pt x="261840" y="17589"/>
                </a:cubicBezTo>
                <a:cubicBezTo>
                  <a:pt x="261953" y="17805"/>
                  <a:pt x="262036" y="18077"/>
                  <a:pt x="262086" y="18405"/>
                </a:cubicBezTo>
                <a:cubicBezTo>
                  <a:pt x="262137" y="18734"/>
                  <a:pt x="262162" y="19139"/>
                  <a:pt x="262162" y="19620"/>
                </a:cubicBezTo>
                <a:cubicBezTo>
                  <a:pt x="262162" y="20531"/>
                  <a:pt x="262048" y="21188"/>
                  <a:pt x="261821" y="21593"/>
                </a:cubicBezTo>
                <a:cubicBezTo>
                  <a:pt x="261593" y="21998"/>
                  <a:pt x="261289" y="22200"/>
                  <a:pt x="260910" y="22200"/>
                </a:cubicBezTo>
                <a:lnTo>
                  <a:pt x="252143" y="22200"/>
                </a:lnTo>
                <a:lnTo>
                  <a:pt x="252143" y="41307"/>
                </a:lnTo>
                <a:cubicBezTo>
                  <a:pt x="252143" y="43666"/>
                  <a:pt x="252491" y="45448"/>
                  <a:pt x="253187" y="46654"/>
                </a:cubicBezTo>
                <a:cubicBezTo>
                  <a:pt x="253883" y="47859"/>
                  <a:pt x="255129" y="48461"/>
                  <a:pt x="256925" y="48461"/>
                </a:cubicBezTo>
                <a:cubicBezTo>
                  <a:pt x="257507" y="48461"/>
                  <a:pt x="258026" y="48404"/>
                  <a:pt x="258481" y="48290"/>
                </a:cubicBezTo>
                <a:cubicBezTo>
                  <a:pt x="258936" y="48177"/>
                  <a:pt x="259341" y="48056"/>
                  <a:pt x="259695" y="47930"/>
                </a:cubicBezTo>
                <a:cubicBezTo>
                  <a:pt x="260050" y="47803"/>
                  <a:pt x="260353" y="47683"/>
                  <a:pt x="260606" y="47569"/>
                </a:cubicBezTo>
                <a:cubicBezTo>
                  <a:pt x="260859" y="47456"/>
                  <a:pt x="261087" y="47399"/>
                  <a:pt x="261289" y="47399"/>
                </a:cubicBezTo>
                <a:cubicBezTo>
                  <a:pt x="261416" y="47399"/>
                  <a:pt x="261536" y="47430"/>
                  <a:pt x="261650" y="47494"/>
                </a:cubicBezTo>
                <a:cubicBezTo>
                  <a:pt x="261764" y="47557"/>
                  <a:pt x="261852" y="47677"/>
                  <a:pt x="261915" y="47854"/>
                </a:cubicBezTo>
                <a:cubicBezTo>
                  <a:pt x="261979" y="48031"/>
                  <a:pt x="262036" y="48271"/>
                  <a:pt x="262086" y="48575"/>
                </a:cubicBezTo>
                <a:cubicBezTo>
                  <a:pt x="262137" y="48879"/>
                  <a:pt x="262162" y="49258"/>
                  <a:pt x="262162" y="49714"/>
                </a:cubicBezTo>
                <a:close/>
                <a:moveTo>
                  <a:pt x="290407" y="20265"/>
                </a:moveTo>
                <a:cubicBezTo>
                  <a:pt x="290407" y="20822"/>
                  <a:pt x="290395" y="21290"/>
                  <a:pt x="290369" y="21669"/>
                </a:cubicBezTo>
                <a:cubicBezTo>
                  <a:pt x="290344" y="22049"/>
                  <a:pt x="290293" y="22346"/>
                  <a:pt x="290217" y="22561"/>
                </a:cubicBezTo>
                <a:cubicBezTo>
                  <a:pt x="290142" y="22776"/>
                  <a:pt x="290047" y="22940"/>
                  <a:pt x="289933" y="23054"/>
                </a:cubicBezTo>
                <a:cubicBezTo>
                  <a:pt x="289819" y="23168"/>
                  <a:pt x="289661" y="23225"/>
                  <a:pt x="289459" y="23225"/>
                </a:cubicBezTo>
                <a:cubicBezTo>
                  <a:pt x="289256" y="23225"/>
                  <a:pt x="289009" y="23168"/>
                  <a:pt x="288718" y="23054"/>
                </a:cubicBezTo>
                <a:cubicBezTo>
                  <a:pt x="288428" y="22940"/>
                  <a:pt x="288099" y="22826"/>
                  <a:pt x="287732" y="22713"/>
                </a:cubicBezTo>
                <a:cubicBezTo>
                  <a:pt x="287365" y="22599"/>
                  <a:pt x="286954" y="22491"/>
                  <a:pt x="286498" y="22390"/>
                </a:cubicBezTo>
                <a:cubicBezTo>
                  <a:pt x="286043" y="22289"/>
                  <a:pt x="285550" y="22238"/>
                  <a:pt x="285018" y="22238"/>
                </a:cubicBezTo>
                <a:cubicBezTo>
                  <a:pt x="284386" y="22238"/>
                  <a:pt x="283766" y="22365"/>
                  <a:pt x="283159" y="22618"/>
                </a:cubicBezTo>
                <a:cubicBezTo>
                  <a:pt x="282552" y="22871"/>
                  <a:pt x="281913" y="23288"/>
                  <a:pt x="281242" y="23870"/>
                </a:cubicBezTo>
                <a:cubicBezTo>
                  <a:pt x="280572" y="24452"/>
                  <a:pt x="279870" y="25224"/>
                  <a:pt x="279136" y="26185"/>
                </a:cubicBezTo>
                <a:cubicBezTo>
                  <a:pt x="278403" y="27146"/>
                  <a:pt x="277593" y="28323"/>
                  <a:pt x="276708" y="29714"/>
                </a:cubicBezTo>
                <a:lnTo>
                  <a:pt x="276708" y="52180"/>
                </a:lnTo>
                <a:cubicBezTo>
                  <a:pt x="276708" y="52383"/>
                  <a:pt x="276657" y="52553"/>
                  <a:pt x="276556" y="52693"/>
                </a:cubicBezTo>
                <a:cubicBezTo>
                  <a:pt x="276455" y="52832"/>
                  <a:pt x="276290" y="52952"/>
                  <a:pt x="276062" y="53053"/>
                </a:cubicBezTo>
                <a:cubicBezTo>
                  <a:pt x="275835" y="53154"/>
                  <a:pt x="275518" y="53230"/>
                  <a:pt x="275114" y="53281"/>
                </a:cubicBezTo>
                <a:cubicBezTo>
                  <a:pt x="274709" y="53331"/>
                  <a:pt x="274190" y="53357"/>
                  <a:pt x="273558" y="53357"/>
                </a:cubicBezTo>
                <a:cubicBezTo>
                  <a:pt x="272951" y="53357"/>
                  <a:pt x="272445" y="53331"/>
                  <a:pt x="272040" y="53281"/>
                </a:cubicBezTo>
                <a:cubicBezTo>
                  <a:pt x="271635" y="53230"/>
                  <a:pt x="271312" y="53154"/>
                  <a:pt x="271072" y="53053"/>
                </a:cubicBezTo>
                <a:cubicBezTo>
                  <a:pt x="270832" y="52952"/>
                  <a:pt x="270667" y="52832"/>
                  <a:pt x="270579" y="52693"/>
                </a:cubicBezTo>
                <a:cubicBezTo>
                  <a:pt x="270490" y="52553"/>
                  <a:pt x="270446" y="52383"/>
                  <a:pt x="270446" y="52180"/>
                </a:cubicBezTo>
                <a:lnTo>
                  <a:pt x="270446" y="18026"/>
                </a:lnTo>
                <a:cubicBezTo>
                  <a:pt x="270446" y="17824"/>
                  <a:pt x="270484" y="17653"/>
                  <a:pt x="270560" y="17514"/>
                </a:cubicBezTo>
                <a:cubicBezTo>
                  <a:pt x="270636" y="17374"/>
                  <a:pt x="270787" y="17248"/>
                  <a:pt x="271015" y="17134"/>
                </a:cubicBezTo>
                <a:cubicBezTo>
                  <a:pt x="271243" y="17020"/>
                  <a:pt x="271534" y="16944"/>
                  <a:pt x="271888" y="16906"/>
                </a:cubicBezTo>
                <a:cubicBezTo>
                  <a:pt x="272242" y="16868"/>
                  <a:pt x="272710" y="16849"/>
                  <a:pt x="273292" y="16849"/>
                </a:cubicBezTo>
                <a:cubicBezTo>
                  <a:pt x="273849" y="16849"/>
                  <a:pt x="274310" y="16868"/>
                  <a:pt x="274677" y="16906"/>
                </a:cubicBezTo>
                <a:cubicBezTo>
                  <a:pt x="275044" y="16944"/>
                  <a:pt x="275329" y="17020"/>
                  <a:pt x="275531" y="17134"/>
                </a:cubicBezTo>
                <a:cubicBezTo>
                  <a:pt x="275734" y="17248"/>
                  <a:pt x="275879" y="17374"/>
                  <a:pt x="275968" y="17514"/>
                </a:cubicBezTo>
                <a:cubicBezTo>
                  <a:pt x="276056" y="17653"/>
                  <a:pt x="276100" y="17824"/>
                  <a:pt x="276100" y="18026"/>
                </a:cubicBezTo>
                <a:lnTo>
                  <a:pt x="276100" y="22997"/>
                </a:lnTo>
                <a:cubicBezTo>
                  <a:pt x="277036" y="21631"/>
                  <a:pt x="277916" y="20518"/>
                  <a:pt x="278738" y="19658"/>
                </a:cubicBezTo>
                <a:cubicBezTo>
                  <a:pt x="279560" y="18798"/>
                  <a:pt x="280338" y="18121"/>
                  <a:pt x="281072" y="17627"/>
                </a:cubicBezTo>
                <a:cubicBezTo>
                  <a:pt x="281805" y="17134"/>
                  <a:pt x="282533" y="16793"/>
                  <a:pt x="283254" y="16603"/>
                </a:cubicBezTo>
                <a:cubicBezTo>
                  <a:pt x="283975" y="16413"/>
                  <a:pt x="284702" y="16318"/>
                  <a:pt x="285436" y="16318"/>
                </a:cubicBezTo>
                <a:cubicBezTo>
                  <a:pt x="285765" y="16318"/>
                  <a:pt x="286138" y="16337"/>
                  <a:pt x="286555" y="16375"/>
                </a:cubicBezTo>
                <a:cubicBezTo>
                  <a:pt x="286973" y="16413"/>
                  <a:pt x="287409" y="16483"/>
                  <a:pt x="287865" y="16584"/>
                </a:cubicBezTo>
                <a:cubicBezTo>
                  <a:pt x="288320" y="16685"/>
                  <a:pt x="288731" y="16799"/>
                  <a:pt x="289098" y="16925"/>
                </a:cubicBezTo>
                <a:cubicBezTo>
                  <a:pt x="289465" y="17052"/>
                  <a:pt x="289724" y="17178"/>
                  <a:pt x="289876" y="17305"/>
                </a:cubicBezTo>
                <a:cubicBezTo>
                  <a:pt x="290028" y="17431"/>
                  <a:pt x="290129" y="17552"/>
                  <a:pt x="290180" y="17665"/>
                </a:cubicBezTo>
                <a:cubicBezTo>
                  <a:pt x="290230" y="17779"/>
                  <a:pt x="290274" y="17925"/>
                  <a:pt x="290312" y="18102"/>
                </a:cubicBezTo>
                <a:cubicBezTo>
                  <a:pt x="290350" y="18279"/>
                  <a:pt x="290376" y="18538"/>
                  <a:pt x="290388" y="18880"/>
                </a:cubicBezTo>
                <a:cubicBezTo>
                  <a:pt x="290401" y="19221"/>
                  <a:pt x="290407" y="19683"/>
                  <a:pt x="290407" y="20265"/>
                </a:cubicBezTo>
                <a:close/>
                <a:moveTo>
                  <a:pt x="329342" y="34743"/>
                </a:moveTo>
                <a:cubicBezTo>
                  <a:pt x="329342" y="37528"/>
                  <a:pt x="328975" y="40092"/>
                  <a:pt x="328241" y="42434"/>
                </a:cubicBezTo>
                <a:cubicBezTo>
                  <a:pt x="327507" y="44777"/>
                  <a:pt x="326413" y="46797"/>
                  <a:pt x="324958" y="48494"/>
                </a:cubicBezTo>
                <a:cubicBezTo>
                  <a:pt x="323504" y="50191"/>
                  <a:pt x="321682" y="51514"/>
                  <a:pt x="319494" y="52464"/>
                </a:cubicBezTo>
                <a:cubicBezTo>
                  <a:pt x="317305" y="53413"/>
                  <a:pt x="314769" y="53888"/>
                  <a:pt x="311885" y="53888"/>
                </a:cubicBezTo>
                <a:cubicBezTo>
                  <a:pt x="309077" y="53888"/>
                  <a:pt x="306629" y="53470"/>
                  <a:pt x="304542" y="52634"/>
                </a:cubicBezTo>
                <a:cubicBezTo>
                  <a:pt x="302455" y="51799"/>
                  <a:pt x="300715" y="50583"/>
                  <a:pt x="299324" y="48988"/>
                </a:cubicBezTo>
                <a:cubicBezTo>
                  <a:pt x="297932" y="47392"/>
                  <a:pt x="296895" y="45455"/>
                  <a:pt x="296212" y="43176"/>
                </a:cubicBezTo>
                <a:cubicBezTo>
                  <a:pt x="295529" y="40896"/>
                  <a:pt x="295187" y="38313"/>
                  <a:pt x="295187" y="35426"/>
                </a:cubicBezTo>
                <a:cubicBezTo>
                  <a:pt x="295187" y="32640"/>
                  <a:pt x="295548" y="30076"/>
                  <a:pt x="296269" y="27734"/>
                </a:cubicBezTo>
                <a:cubicBezTo>
                  <a:pt x="296990" y="25391"/>
                  <a:pt x="298078" y="23372"/>
                  <a:pt x="299532" y="21675"/>
                </a:cubicBezTo>
                <a:cubicBezTo>
                  <a:pt x="300987" y="19978"/>
                  <a:pt x="302802" y="18660"/>
                  <a:pt x="304978" y="17724"/>
                </a:cubicBezTo>
                <a:cubicBezTo>
                  <a:pt x="307154" y="16787"/>
                  <a:pt x="309696" y="16318"/>
                  <a:pt x="312606" y="16318"/>
                </a:cubicBezTo>
                <a:cubicBezTo>
                  <a:pt x="315414" y="16318"/>
                  <a:pt x="317862" y="16736"/>
                  <a:pt x="319949" y="17572"/>
                </a:cubicBezTo>
                <a:cubicBezTo>
                  <a:pt x="322036" y="18407"/>
                  <a:pt x="323776" y="19623"/>
                  <a:pt x="325167" y="21218"/>
                </a:cubicBezTo>
                <a:cubicBezTo>
                  <a:pt x="326559" y="22814"/>
                  <a:pt x="327602" y="24751"/>
                  <a:pt x="328298" y="27031"/>
                </a:cubicBezTo>
                <a:cubicBezTo>
                  <a:pt x="328994" y="29310"/>
                  <a:pt x="329342" y="31881"/>
                  <a:pt x="329342" y="34743"/>
                </a:cubicBezTo>
                <a:moveTo>
                  <a:pt x="322738" y="35160"/>
                </a:moveTo>
                <a:cubicBezTo>
                  <a:pt x="322738" y="33311"/>
                  <a:pt x="322568" y="31563"/>
                  <a:pt x="322226" y="29916"/>
                </a:cubicBezTo>
                <a:cubicBezTo>
                  <a:pt x="321885" y="28269"/>
                  <a:pt x="321322" y="26825"/>
                  <a:pt x="320537" y="25584"/>
                </a:cubicBezTo>
                <a:cubicBezTo>
                  <a:pt x="319753" y="24342"/>
                  <a:pt x="318690" y="23361"/>
                  <a:pt x="317350" y="22639"/>
                </a:cubicBezTo>
                <a:cubicBezTo>
                  <a:pt x="316009" y="21917"/>
                  <a:pt x="314339" y="21555"/>
                  <a:pt x="312340" y="21555"/>
                </a:cubicBezTo>
                <a:cubicBezTo>
                  <a:pt x="310493" y="21555"/>
                  <a:pt x="308906" y="21884"/>
                  <a:pt x="307578" y="22543"/>
                </a:cubicBezTo>
                <a:cubicBezTo>
                  <a:pt x="306249" y="23202"/>
                  <a:pt x="305155" y="24133"/>
                  <a:pt x="304295" y="25337"/>
                </a:cubicBezTo>
                <a:cubicBezTo>
                  <a:pt x="303435" y="26540"/>
                  <a:pt x="302796" y="27965"/>
                  <a:pt x="302379" y="29612"/>
                </a:cubicBezTo>
                <a:cubicBezTo>
                  <a:pt x="301961" y="31258"/>
                  <a:pt x="301752" y="33057"/>
                  <a:pt x="301752" y="35008"/>
                </a:cubicBezTo>
                <a:cubicBezTo>
                  <a:pt x="301752" y="36883"/>
                  <a:pt x="301923" y="38643"/>
                  <a:pt x="302265" y="40290"/>
                </a:cubicBezTo>
                <a:cubicBezTo>
                  <a:pt x="302606" y="41937"/>
                  <a:pt x="303176" y="43375"/>
                  <a:pt x="303972" y="44603"/>
                </a:cubicBezTo>
                <a:cubicBezTo>
                  <a:pt x="304769" y="45832"/>
                  <a:pt x="305838" y="46808"/>
                  <a:pt x="307179" y="47530"/>
                </a:cubicBezTo>
                <a:cubicBezTo>
                  <a:pt x="308520" y="48252"/>
                  <a:pt x="310190" y="48613"/>
                  <a:pt x="312188" y="48613"/>
                </a:cubicBezTo>
                <a:cubicBezTo>
                  <a:pt x="314010" y="48613"/>
                  <a:pt x="315591" y="48284"/>
                  <a:pt x="316932" y="47625"/>
                </a:cubicBezTo>
                <a:cubicBezTo>
                  <a:pt x="318273" y="46967"/>
                  <a:pt x="319374" y="46042"/>
                  <a:pt x="320234" y="44851"/>
                </a:cubicBezTo>
                <a:cubicBezTo>
                  <a:pt x="321094" y="43660"/>
                  <a:pt x="321726" y="42241"/>
                  <a:pt x="322131" y="40595"/>
                </a:cubicBezTo>
                <a:cubicBezTo>
                  <a:pt x="322536" y="38948"/>
                  <a:pt x="322738" y="37137"/>
                  <a:pt x="322738" y="35160"/>
                </a:cubicBezTo>
                <a:close/>
                <a:moveTo>
                  <a:pt x="370277" y="34591"/>
                </a:moveTo>
                <a:cubicBezTo>
                  <a:pt x="370277" y="37578"/>
                  <a:pt x="369955" y="40263"/>
                  <a:pt x="369310" y="42643"/>
                </a:cubicBezTo>
                <a:cubicBezTo>
                  <a:pt x="368664" y="45024"/>
                  <a:pt x="367716" y="47044"/>
                  <a:pt x="366463" y="48703"/>
                </a:cubicBezTo>
                <a:cubicBezTo>
                  <a:pt x="365211" y="50362"/>
                  <a:pt x="363661" y="51641"/>
                  <a:pt x="361815" y="52540"/>
                </a:cubicBezTo>
                <a:cubicBezTo>
                  <a:pt x="359968" y="53439"/>
                  <a:pt x="357855" y="53888"/>
                  <a:pt x="355477" y="53888"/>
                </a:cubicBezTo>
                <a:cubicBezTo>
                  <a:pt x="354465" y="53888"/>
                  <a:pt x="353529" y="53787"/>
                  <a:pt x="352669" y="53584"/>
                </a:cubicBezTo>
                <a:cubicBezTo>
                  <a:pt x="351809" y="53382"/>
                  <a:pt x="350967" y="53066"/>
                  <a:pt x="350145" y="52636"/>
                </a:cubicBezTo>
                <a:cubicBezTo>
                  <a:pt x="349323" y="52205"/>
                  <a:pt x="348507" y="51660"/>
                  <a:pt x="347697" y="51001"/>
                </a:cubicBezTo>
                <a:cubicBezTo>
                  <a:pt x="346888" y="50343"/>
                  <a:pt x="346028" y="49570"/>
                  <a:pt x="345117" y="48684"/>
                </a:cubicBezTo>
                <a:lnTo>
                  <a:pt x="345117" y="65731"/>
                </a:lnTo>
                <a:cubicBezTo>
                  <a:pt x="345117" y="65932"/>
                  <a:pt x="345066" y="66109"/>
                  <a:pt x="344965" y="66261"/>
                </a:cubicBezTo>
                <a:cubicBezTo>
                  <a:pt x="344864" y="66412"/>
                  <a:pt x="344699" y="66539"/>
                  <a:pt x="344472" y="66639"/>
                </a:cubicBezTo>
                <a:cubicBezTo>
                  <a:pt x="344244" y="66740"/>
                  <a:pt x="343928" y="66816"/>
                  <a:pt x="343523" y="66867"/>
                </a:cubicBezTo>
                <a:cubicBezTo>
                  <a:pt x="343118" y="66917"/>
                  <a:pt x="342600" y="66943"/>
                  <a:pt x="341967" y="66943"/>
                </a:cubicBezTo>
                <a:cubicBezTo>
                  <a:pt x="341360" y="66943"/>
                  <a:pt x="340854" y="66917"/>
                  <a:pt x="340449" y="66867"/>
                </a:cubicBezTo>
                <a:cubicBezTo>
                  <a:pt x="340044" y="66816"/>
                  <a:pt x="339722" y="66740"/>
                  <a:pt x="339481" y="66639"/>
                </a:cubicBezTo>
                <a:cubicBezTo>
                  <a:pt x="339241" y="66538"/>
                  <a:pt x="339077" y="66411"/>
                  <a:pt x="338988" y="66259"/>
                </a:cubicBezTo>
                <a:cubicBezTo>
                  <a:pt x="338899" y="66108"/>
                  <a:pt x="338855" y="65931"/>
                  <a:pt x="338855" y="65728"/>
                </a:cubicBezTo>
                <a:lnTo>
                  <a:pt x="338855" y="18026"/>
                </a:lnTo>
                <a:cubicBezTo>
                  <a:pt x="338855" y="17798"/>
                  <a:pt x="338893" y="17615"/>
                  <a:pt x="338969" y="17476"/>
                </a:cubicBezTo>
                <a:cubicBezTo>
                  <a:pt x="339045" y="17337"/>
                  <a:pt x="339197" y="17216"/>
                  <a:pt x="339424" y="17115"/>
                </a:cubicBezTo>
                <a:cubicBezTo>
                  <a:pt x="339652" y="17014"/>
                  <a:pt x="339943" y="16944"/>
                  <a:pt x="340297" y="16906"/>
                </a:cubicBezTo>
                <a:cubicBezTo>
                  <a:pt x="340651" y="16868"/>
                  <a:pt x="341082" y="16849"/>
                  <a:pt x="341588" y="16849"/>
                </a:cubicBezTo>
                <a:cubicBezTo>
                  <a:pt x="342119" y="16849"/>
                  <a:pt x="342555" y="16868"/>
                  <a:pt x="342897" y="16906"/>
                </a:cubicBezTo>
                <a:cubicBezTo>
                  <a:pt x="343238" y="16944"/>
                  <a:pt x="343523" y="17014"/>
                  <a:pt x="343751" y="17115"/>
                </a:cubicBezTo>
                <a:cubicBezTo>
                  <a:pt x="343978" y="17216"/>
                  <a:pt x="344136" y="17337"/>
                  <a:pt x="344225" y="17477"/>
                </a:cubicBezTo>
                <a:cubicBezTo>
                  <a:pt x="344314" y="17616"/>
                  <a:pt x="344358" y="17799"/>
                  <a:pt x="344358" y="18027"/>
                </a:cubicBezTo>
                <a:lnTo>
                  <a:pt x="344358" y="22624"/>
                </a:lnTo>
                <a:cubicBezTo>
                  <a:pt x="345395" y="21560"/>
                  <a:pt x="346394" y="20636"/>
                  <a:pt x="347356" y="19851"/>
                </a:cubicBezTo>
                <a:cubicBezTo>
                  <a:pt x="348317" y="19066"/>
                  <a:pt x="349285" y="18414"/>
                  <a:pt x="350259" y="17895"/>
                </a:cubicBezTo>
                <a:cubicBezTo>
                  <a:pt x="351233" y="17376"/>
                  <a:pt x="352232" y="16983"/>
                  <a:pt x="353257" y="16718"/>
                </a:cubicBezTo>
                <a:cubicBezTo>
                  <a:pt x="354282" y="16451"/>
                  <a:pt x="355363" y="16318"/>
                  <a:pt x="356502" y="16318"/>
                </a:cubicBezTo>
                <a:cubicBezTo>
                  <a:pt x="358981" y="16318"/>
                  <a:pt x="361093" y="16799"/>
                  <a:pt x="362839" y="17761"/>
                </a:cubicBezTo>
                <a:cubicBezTo>
                  <a:pt x="364585" y="18724"/>
                  <a:pt x="366008" y="20041"/>
                  <a:pt x="367108" y="21713"/>
                </a:cubicBezTo>
                <a:cubicBezTo>
                  <a:pt x="368209" y="23384"/>
                  <a:pt x="369012" y="25328"/>
                  <a:pt x="369518" y="27544"/>
                </a:cubicBezTo>
                <a:cubicBezTo>
                  <a:pt x="370024" y="29759"/>
                  <a:pt x="370277" y="32108"/>
                  <a:pt x="370277" y="34591"/>
                </a:cubicBezTo>
                <a:moveTo>
                  <a:pt x="363674" y="35312"/>
                </a:moveTo>
                <a:cubicBezTo>
                  <a:pt x="363674" y="33564"/>
                  <a:pt x="363541" y="31873"/>
                  <a:pt x="363276" y="30238"/>
                </a:cubicBezTo>
                <a:cubicBezTo>
                  <a:pt x="363010" y="28604"/>
                  <a:pt x="362555" y="27154"/>
                  <a:pt x="361909" y="25887"/>
                </a:cubicBezTo>
                <a:cubicBezTo>
                  <a:pt x="361264" y="24621"/>
                  <a:pt x="360398" y="23608"/>
                  <a:pt x="359310" y="22848"/>
                </a:cubicBezTo>
                <a:cubicBezTo>
                  <a:pt x="358222" y="22087"/>
                  <a:pt x="356868" y="21707"/>
                  <a:pt x="355249" y="21707"/>
                </a:cubicBezTo>
                <a:cubicBezTo>
                  <a:pt x="354440" y="21707"/>
                  <a:pt x="353643" y="21828"/>
                  <a:pt x="352858" y="22069"/>
                </a:cubicBezTo>
                <a:cubicBezTo>
                  <a:pt x="352074" y="22309"/>
                  <a:pt x="351277" y="22689"/>
                  <a:pt x="350468" y="23208"/>
                </a:cubicBezTo>
                <a:cubicBezTo>
                  <a:pt x="349658" y="23728"/>
                  <a:pt x="348811" y="24412"/>
                  <a:pt x="347925" y="25261"/>
                </a:cubicBezTo>
                <a:cubicBezTo>
                  <a:pt x="347040" y="26110"/>
                  <a:pt x="346104" y="27156"/>
                  <a:pt x="345117" y="28398"/>
                </a:cubicBezTo>
                <a:lnTo>
                  <a:pt x="345117" y="41998"/>
                </a:lnTo>
                <a:cubicBezTo>
                  <a:pt x="346837" y="44102"/>
                  <a:pt x="348469" y="45712"/>
                  <a:pt x="350012" y="46827"/>
                </a:cubicBezTo>
                <a:cubicBezTo>
                  <a:pt x="351556" y="47942"/>
                  <a:pt x="353175" y="48499"/>
                  <a:pt x="354870" y="48499"/>
                </a:cubicBezTo>
                <a:cubicBezTo>
                  <a:pt x="356438" y="48499"/>
                  <a:pt x="357786" y="48119"/>
                  <a:pt x="358911" y="47360"/>
                </a:cubicBezTo>
                <a:cubicBezTo>
                  <a:pt x="360037" y="46599"/>
                  <a:pt x="360948" y="45585"/>
                  <a:pt x="361644" y="44319"/>
                </a:cubicBezTo>
                <a:cubicBezTo>
                  <a:pt x="362339" y="43052"/>
                  <a:pt x="362852" y="41634"/>
                  <a:pt x="363181" y="40063"/>
                </a:cubicBezTo>
                <a:cubicBezTo>
                  <a:pt x="363510" y="38492"/>
                  <a:pt x="363674" y="36908"/>
                  <a:pt x="363674" y="35312"/>
                </a:cubicBezTo>
                <a:close/>
                <a:moveTo>
                  <a:pt x="395692" y="53129"/>
                </a:moveTo>
                <a:lnTo>
                  <a:pt x="391138" y="65690"/>
                </a:lnTo>
                <a:cubicBezTo>
                  <a:pt x="390986" y="66095"/>
                  <a:pt x="390600" y="66405"/>
                  <a:pt x="389980" y="66620"/>
                </a:cubicBezTo>
                <a:cubicBezTo>
                  <a:pt x="389360" y="66835"/>
                  <a:pt x="388418" y="66943"/>
                  <a:pt x="387153" y="66943"/>
                </a:cubicBezTo>
                <a:cubicBezTo>
                  <a:pt x="386495" y="66943"/>
                  <a:pt x="385964" y="66911"/>
                  <a:pt x="385559" y="66848"/>
                </a:cubicBezTo>
                <a:cubicBezTo>
                  <a:pt x="385154" y="66784"/>
                  <a:pt x="384844" y="66677"/>
                  <a:pt x="384629" y="66525"/>
                </a:cubicBezTo>
                <a:cubicBezTo>
                  <a:pt x="384414" y="66373"/>
                  <a:pt x="384294" y="66171"/>
                  <a:pt x="384269" y="65918"/>
                </a:cubicBezTo>
                <a:cubicBezTo>
                  <a:pt x="384244" y="65665"/>
                  <a:pt x="384307" y="65361"/>
                  <a:pt x="384459" y="65007"/>
                </a:cubicBezTo>
                <a:lnTo>
                  <a:pt x="389164" y="53129"/>
                </a:lnTo>
                <a:cubicBezTo>
                  <a:pt x="388937" y="53028"/>
                  <a:pt x="388722" y="52863"/>
                  <a:pt x="388519" y="52636"/>
                </a:cubicBezTo>
                <a:cubicBezTo>
                  <a:pt x="388317" y="52408"/>
                  <a:pt x="388178" y="52168"/>
                  <a:pt x="388102" y="51915"/>
                </a:cubicBezTo>
                <a:lnTo>
                  <a:pt x="375920" y="19278"/>
                </a:lnTo>
                <a:cubicBezTo>
                  <a:pt x="375718" y="18747"/>
                  <a:pt x="375616" y="18330"/>
                  <a:pt x="375616" y="18026"/>
                </a:cubicBezTo>
                <a:cubicBezTo>
                  <a:pt x="375616" y="17722"/>
                  <a:pt x="375718" y="17482"/>
                  <a:pt x="375920" y="17305"/>
                </a:cubicBezTo>
                <a:cubicBezTo>
                  <a:pt x="376122" y="17128"/>
                  <a:pt x="376451" y="17008"/>
                  <a:pt x="376907" y="16944"/>
                </a:cubicBezTo>
                <a:cubicBezTo>
                  <a:pt x="377362" y="16881"/>
                  <a:pt x="377969" y="16849"/>
                  <a:pt x="378728" y="16849"/>
                </a:cubicBezTo>
                <a:cubicBezTo>
                  <a:pt x="379487" y="16849"/>
                  <a:pt x="380082" y="16868"/>
                  <a:pt x="380512" y="16906"/>
                </a:cubicBezTo>
                <a:cubicBezTo>
                  <a:pt x="380942" y="16944"/>
                  <a:pt x="381283" y="17014"/>
                  <a:pt x="381536" y="17115"/>
                </a:cubicBezTo>
                <a:cubicBezTo>
                  <a:pt x="381789" y="17216"/>
                  <a:pt x="381973" y="17362"/>
                  <a:pt x="382087" y="17552"/>
                </a:cubicBezTo>
                <a:cubicBezTo>
                  <a:pt x="382201" y="17741"/>
                  <a:pt x="382321" y="18001"/>
                  <a:pt x="382447" y="18330"/>
                </a:cubicBezTo>
                <a:lnTo>
                  <a:pt x="392200" y="45729"/>
                </a:lnTo>
                <a:lnTo>
                  <a:pt x="392314" y="45729"/>
                </a:lnTo>
                <a:lnTo>
                  <a:pt x="401726" y="18178"/>
                </a:lnTo>
                <a:cubicBezTo>
                  <a:pt x="401877" y="17697"/>
                  <a:pt x="402061" y="17387"/>
                  <a:pt x="402276" y="17248"/>
                </a:cubicBezTo>
                <a:cubicBezTo>
                  <a:pt x="402491" y="17109"/>
                  <a:pt x="402813" y="17008"/>
                  <a:pt x="403243" y="16944"/>
                </a:cubicBezTo>
                <a:cubicBezTo>
                  <a:pt x="403674" y="16881"/>
                  <a:pt x="404293" y="16849"/>
                  <a:pt x="405103" y="16849"/>
                </a:cubicBezTo>
                <a:cubicBezTo>
                  <a:pt x="405811" y="16849"/>
                  <a:pt x="406393" y="16881"/>
                  <a:pt x="406849" y="16944"/>
                </a:cubicBezTo>
                <a:cubicBezTo>
                  <a:pt x="407304" y="17008"/>
                  <a:pt x="407639" y="17128"/>
                  <a:pt x="407854" y="17305"/>
                </a:cubicBezTo>
                <a:cubicBezTo>
                  <a:pt x="408069" y="17482"/>
                  <a:pt x="408177" y="17722"/>
                  <a:pt x="408177" y="18026"/>
                </a:cubicBezTo>
                <a:cubicBezTo>
                  <a:pt x="408177" y="18330"/>
                  <a:pt x="408101" y="18709"/>
                  <a:pt x="407949" y="19164"/>
                </a:cubicBezTo>
                <a:lnTo>
                  <a:pt x="395692" y="53129"/>
                </a:lnTo>
                <a:close/>
                <a:moveTo>
                  <a:pt x="424052" y="49012"/>
                </a:moveTo>
                <a:cubicBezTo>
                  <a:pt x="424052" y="50816"/>
                  <a:pt x="423755" y="52016"/>
                  <a:pt x="423161" y="52613"/>
                </a:cubicBezTo>
                <a:cubicBezTo>
                  <a:pt x="422566" y="53210"/>
                  <a:pt x="421484" y="53508"/>
                  <a:pt x="419916" y="53508"/>
                </a:cubicBezTo>
                <a:cubicBezTo>
                  <a:pt x="418398" y="53508"/>
                  <a:pt x="417348" y="53216"/>
                  <a:pt x="416766" y="52632"/>
                </a:cubicBezTo>
                <a:cubicBezTo>
                  <a:pt x="416184" y="52048"/>
                  <a:pt x="415893" y="50879"/>
                  <a:pt x="415893" y="49125"/>
                </a:cubicBezTo>
                <a:cubicBezTo>
                  <a:pt x="415893" y="47321"/>
                  <a:pt x="416190" y="46121"/>
                  <a:pt x="416785" y="45524"/>
                </a:cubicBezTo>
                <a:cubicBezTo>
                  <a:pt x="417380" y="44927"/>
                  <a:pt x="418461" y="44628"/>
                  <a:pt x="420030" y="44628"/>
                </a:cubicBezTo>
                <a:cubicBezTo>
                  <a:pt x="421548" y="44628"/>
                  <a:pt x="422598" y="44920"/>
                  <a:pt x="423179" y="45505"/>
                </a:cubicBezTo>
                <a:cubicBezTo>
                  <a:pt x="423761" y="46089"/>
                  <a:pt x="424052" y="47258"/>
                  <a:pt x="424052" y="49012"/>
                </a:cubicBezTo>
                <a:close/>
                <a:moveTo>
                  <a:pt x="486147" y="52180"/>
                </a:moveTo>
                <a:cubicBezTo>
                  <a:pt x="486147" y="52383"/>
                  <a:pt x="486096" y="52553"/>
                  <a:pt x="485995" y="52693"/>
                </a:cubicBezTo>
                <a:cubicBezTo>
                  <a:pt x="485894" y="52832"/>
                  <a:pt x="485729" y="52952"/>
                  <a:pt x="485502" y="53053"/>
                </a:cubicBezTo>
                <a:cubicBezTo>
                  <a:pt x="485274" y="53154"/>
                  <a:pt x="484958" y="53230"/>
                  <a:pt x="484553" y="53281"/>
                </a:cubicBezTo>
                <a:cubicBezTo>
                  <a:pt x="484148" y="53331"/>
                  <a:pt x="483642" y="53357"/>
                  <a:pt x="483035" y="53357"/>
                </a:cubicBezTo>
                <a:cubicBezTo>
                  <a:pt x="482403" y="53357"/>
                  <a:pt x="481884" y="53331"/>
                  <a:pt x="481479" y="53281"/>
                </a:cubicBezTo>
                <a:cubicBezTo>
                  <a:pt x="481074" y="53230"/>
                  <a:pt x="480752" y="53154"/>
                  <a:pt x="480511" y="53053"/>
                </a:cubicBezTo>
                <a:cubicBezTo>
                  <a:pt x="480271" y="52952"/>
                  <a:pt x="480100" y="52832"/>
                  <a:pt x="479999" y="52693"/>
                </a:cubicBezTo>
                <a:cubicBezTo>
                  <a:pt x="479898" y="52553"/>
                  <a:pt x="479847" y="52383"/>
                  <a:pt x="479847" y="52180"/>
                </a:cubicBezTo>
                <a:lnTo>
                  <a:pt x="479847" y="31422"/>
                </a:lnTo>
                <a:cubicBezTo>
                  <a:pt x="479847" y="29980"/>
                  <a:pt x="479721" y="28664"/>
                  <a:pt x="479468" y="27475"/>
                </a:cubicBezTo>
                <a:cubicBezTo>
                  <a:pt x="479215" y="26286"/>
                  <a:pt x="478810" y="25262"/>
                  <a:pt x="478253" y="24401"/>
                </a:cubicBezTo>
                <a:cubicBezTo>
                  <a:pt x="477697" y="23541"/>
                  <a:pt x="476988" y="22883"/>
                  <a:pt x="476128" y="22428"/>
                </a:cubicBezTo>
                <a:cubicBezTo>
                  <a:pt x="475268" y="21973"/>
                  <a:pt x="474256" y="21745"/>
                  <a:pt x="473092" y="21745"/>
                </a:cubicBezTo>
                <a:cubicBezTo>
                  <a:pt x="471650" y="21745"/>
                  <a:pt x="470202" y="22302"/>
                  <a:pt x="468747" y="23415"/>
                </a:cubicBezTo>
                <a:cubicBezTo>
                  <a:pt x="467292" y="24528"/>
                  <a:pt x="465692" y="26160"/>
                  <a:pt x="463947" y="28310"/>
                </a:cubicBezTo>
                <a:lnTo>
                  <a:pt x="463947" y="52180"/>
                </a:lnTo>
                <a:cubicBezTo>
                  <a:pt x="463947" y="52383"/>
                  <a:pt x="463896" y="52553"/>
                  <a:pt x="463795" y="52693"/>
                </a:cubicBezTo>
                <a:cubicBezTo>
                  <a:pt x="463694" y="52832"/>
                  <a:pt x="463523" y="52952"/>
                  <a:pt x="463282" y="53053"/>
                </a:cubicBezTo>
                <a:cubicBezTo>
                  <a:pt x="463042" y="53154"/>
                  <a:pt x="462720" y="53230"/>
                  <a:pt x="462315" y="53281"/>
                </a:cubicBezTo>
                <a:cubicBezTo>
                  <a:pt x="461910" y="53331"/>
                  <a:pt x="461404" y="53357"/>
                  <a:pt x="460797" y="53357"/>
                </a:cubicBezTo>
                <a:cubicBezTo>
                  <a:pt x="460215" y="53357"/>
                  <a:pt x="459715" y="53331"/>
                  <a:pt x="459298" y="53281"/>
                </a:cubicBezTo>
                <a:cubicBezTo>
                  <a:pt x="458880" y="53230"/>
                  <a:pt x="458551" y="53154"/>
                  <a:pt x="458311" y="53053"/>
                </a:cubicBezTo>
                <a:cubicBezTo>
                  <a:pt x="458071" y="52952"/>
                  <a:pt x="457906" y="52832"/>
                  <a:pt x="457818" y="52693"/>
                </a:cubicBezTo>
                <a:cubicBezTo>
                  <a:pt x="457729" y="52553"/>
                  <a:pt x="457685" y="52383"/>
                  <a:pt x="457685" y="52180"/>
                </a:cubicBezTo>
                <a:lnTo>
                  <a:pt x="457685" y="31422"/>
                </a:lnTo>
                <a:cubicBezTo>
                  <a:pt x="457685" y="29980"/>
                  <a:pt x="457546" y="28664"/>
                  <a:pt x="457268" y="27475"/>
                </a:cubicBezTo>
                <a:cubicBezTo>
                  <a:pt x="456989" y="26286"/>
                  <a:pt x="456572" y="25262"/>
                  <a:pt x="456015" y="24401"/>
                </a:cubicBezTo>
                <a:cubicBezTo>
                  <a:pt x="455459" y="23541"/>
                  <a:pt x="454757" y="22883"/>
                  <a:pt x="453909" y="22428"/>
                </a:cubicBezTo>
                <a:cubicBezTo>
                  <a:pt x="453061" y="21973"/>
                  <a:pt x="452056" y="21745"/>
                  <a:pt x="450892" y="21745"/>
                </a:cubicBezTo>
                <a:cubicBezTo>
                  <a:pt x="449450" y="21745"/>
                  <a:pt x="447995" y="22302"/>
                  <a:pt x="446528" y="23415"/>
                </a:cubicBezTo>
                <a:cubicBezTo>
                  <a:pt x="445060" y="24528"/>
                  <a:pt x="443467" y="26160"/>
                  <a:pt x="441746" y="28310"/>
                </a:cubicBezTo>
                <a:lnTo>
                  <a:pt x="441746" y="52180"/>
                </a:lnTo>
                <a:cubicBezTo>
                  <a:pt x="441746" y="52383"/>
                  <a:pt x="441696" y="52553"/>
                  <a:pt x="441594" y="52693"/>
                </a:cubicBezTo>
                <a:cubicBezTo>
                  <a:pt x="441493" y="52832"/>
                  <a:pt x="441329" y="52952"/>
                  <a:pt x="441101" y="53053"/>
                </a:cubicBezTo>
                <a:cubicBezTo>
                  <a:pt x="440873" y="53154"/>
                  <a:pt x="440557" y="53230"/>
                  <a:pt x="440152" y="53281"/>
                </a:cubicBezTo>
                <a:cubicBezTo>
                  <a:pt x="439748" y="53331"/>
                  <a:pt x="439229" y="53357"/>
                  <a:pt x="438596" y="53357"/>
                </a:cubicBezTo>
                <a:cubicBezTo>
                  <a:pt x="437989" y="53357"/>
                  <a:pt x="437483" y="53331"/>
                  <a:pt x="437078" y="53281"/>
                </a:cubicBezTo>
                <a:cubicBezTo>
                  <a:pt x="436674" y="53230"/>
                  <a:pt x="436351" y="53154"/>
                  <a:pt x="436111" y="53053"/>
                </a:cubicBezTo>
                <a:cubicBezTo>
                  <a:pt x="435870" y="52952"/>
                  <a:pt x="435706" y="52832"/>
                  <a:pt x="435617" y="52693"/>
                </a:cubicBezTo>
                <a:cubicBezTo>
                  <a:pt x="435529" y="52553"/>
                  <a:pt x="435485" y="52383"/>
                  <a:pt x="435485" y="52180"/>
                </a:cubicBezTo>
                <a:lnTo>
                  <a:pt x="435485" y="18026"/>
                </a:lnTo>
                <a:cubicBezTo>
                  <a:pt x="435485" y="17824"/>
                  <a:pt x="435523" y="17653"/>
                  <a:pt x="435598" y="17514"/>
                </a:cubicBezTo>
                <a:cubicBezTo>
                  <a:pt x="435674" y="17374"/>
                  <a:pt x="435826" y="17248"/>
                  <a:pt x="436054" y="17134"/>
                </a:cubicBezTo>
                <a:cubicBezTo>
                  <a:pt x="436282" y="17020"/>
                  <a:pt x="436573" y="16944"/>
                  <a:pt x="436927" y="16906"/>
                </a:cubicBezTo>
                <a:cubicBezTo>
                  <a:pt x="437281" y="16868"/>
                  <a:pt x="437749" y="16849"/>
                  <a:pt x="438331" y="16849"/>
                </a:cubicBezTo>
                <a:cubicBezTo>
                  <a:pt x="438887" y="16849"/>
                  <a:pt x="439349" y="16868"/>
                  <a:pt x="439716" y="16906"/>
                </a:cubicBezTo>
                <a:cubicBezTo>
                  <a:pt x="440083" y="16944"/>
                  <a:pt x="440367" y="17020"/>
                  <a:pt x="440570" y="17134"/>
                </a:cubicBezTo>
                <a:cubicBezTo>
                  <a:pt x="440772" y="17248"/>
                  <a:pt x="440918" y="17374"/>
                  <a:pt x="441006" y="17514"/>
                </a:cubicBezTo>
                <a:cubicBezTo>
                  <a:pt x="441095" y="17653"/>
                  <a:pt x="441139" y="17824"/>
                  <a:pt x="441139" y="18026"/>
                </a:cubicBezTo>
                <a:lnTo>
                  <a:pt x="441139" y="22542"/>
                </a:lnTo>
                <a:cubicBezTo>
                  <a:pt x="443062" y="20391"/>
                  <a:pt x="444928" y="18817"/>
                  <a:pt x="446737" y="17817"/>
                </a:cubicBezTo>
                <a:cubicBezTo>
                  <a:pt x="448546" y="16818"/>
                  <a:pt x="450373" y="16318"/>
                  <a:pt x="452220" y="16318"/>
                </a:cubicBezTo>
                <a:cubicBezTo>
                  <a:pt x="453637" y="16318"/>
                  <a:pt x="454908" y="16483"/>
                  <a:pt x="456034" y="16812"/>
                </a:cubicBezTo>
                <a:cubicBezTo>
                  <a:pt x="457160" y="17140"/>
                  <a:pt x="458153" y="17602"/>
                  <a:pt x="459013" y="18197"/>
                </a:cubicBezTo>
                <a:cubicBezTo>
                  <a:pt x="459873" y="18791"/>
                  <a:pt x="460607" y="19500"/>
                  <a:pt x="461214" y="20322"/>
                </a:cubicBezTo>
                <a:cubicBezTo>
                  <a:pt x="461821" y="21144"/>
                  <a:pt x="462327" y="22061"/>
                  <a:pt x="462732" y="23073"/>
                </a:cubicBezTo>
                <a:cubicBezTo>
                  <a:pt x="463871" y="21833"/>
                  <a:pt x="464952" y="20784"/>
                  <a:pt x="465977" y="19923"/>
                </a:cubicBezTo>
                <a:cubicBezTo>
                  <a:pt x="467002" y="19063"/>
                  <a:pt x="467988" y="18367"/>
                  <a:pt x="468937" y="17836"/>
                </a:cubicBezTo>
                <a:cubicBezTo>
                  <a:pt x="469886" y="17305"/>
                  <a:pt x="470809" y="16919"/>
                  <a:pt x="471707" y="16679"/>
                </a:cubicBezTo>
                <a:cubicBezTo>
                  <a:pt x="472605" y="16438"/>
                  <a:pt x="473510" y="16318"/>
                  <a:pt x="474421" y="16318"/>
                </a:cubicBezTo>
                <a:cubicBezTo>
                  <a:pt x="476622" y="16318"/>
                  <a:pt x="478469" y="16704"/>
                  <a:pt x="479961" y="17476"/>
                </a:cubicBezTo>
                <a:cubicBezTo>
                  <a:pt x="481454" y="18247"/>
                  <a:pt x="482662" y="19278"/>
                  <a:pt x="483585" y="20569"/>
                </a:cubicBezTo>
                <a:cubicBezTo>
                  <a:pt x="484509" y="21859"/>
                  <a:pt x="485167" y="23370"/>
                  <a:pt x="485559" y="25103"/>
                </a:cubicBezTo>
                <a:cubicBezTo>
                  <a:pt x="485951" y="26836"/>
                  <a:pt x="486147" y="28664"/>
                  <a:pt x="486147" y="30587"/>
                </a:cubicBezTo>
                <a:lnTo>
                  <a:pt x="486147" y="52180"/>
                </a:lnTo>
                <a:close/>
                <a:moveTo>
                  <a:pt x="530209" y="34743"/>
                </a:moveTo>
                <a:cubicBezTo>
                  <a:pt x="530209" y="37528"/>
                  <a:pt x="529842" y="40092"/>
                  <a:pt x="529109" y="42434"/>
                </a:cubicBezTo>
                <a:cubicBezTo>
                  <a:pt x="528375" y="44777"/>
                  <a:pt x="527281" y="46797"/>
                  <a:pt x="525826" y="48494"/>
                </a:cubicBezTo>
                <a:cubicBezTo>
                  <a:pt x="524371" y="50191"/>
                  <a:pt x="522550" y="51514"/>
                  <a:pt x="520361" y="52464"/>
                </a:cubicBezTo>
                <a:cubicBezTo>
                  <a:pt x="518173" y="53413"/>
                  <a:pt x="515637" y="53888"/>
                  <a:pt x="512753" y="53888"/>
                </a:cubicBezTo>
                <a:cubicBezTo>
                  <a:pt x="509944" y="53888"/>
                  <a:pt x="507497" y="53470"/>
                  <a:pt x="505409" y="52634"/>
                </a:cubicBezTo>
                <a:cubicBezTo>
                  <a:pt x="503322" y="51799"/>
                  <a:pt x="501583" y="50583"/>
                  <a:pt x="500191" y="48988"/>
                </a:cubicBezTo>
                <a:cubicBezTo>
                  <a:pt x="498800" y="47392"/>
                  <a:pt x="497763" y="45455"/>
                  <a:pt x="497080" y="43176"/>
                </a:cubicBezTo>
                <a:cubicBezTo>
                  <a:pt x="496397" y="40896"/>
                  <a:pt x="496055" y="38313"/>
                  <a:pt x="496055" y="35426"/>
                </a:cubicBezTo>
                <a:cubicBezTo>
                  <a:pt x="496055" y="32640"/>
                  <a:pt x="496415" y="30076"/>
                  <a:pt x="497137" y="27734"/>
                </a:cubicBezTo>
                <a:cubicBezTo>
                  <a:pt x="497858" y="25391"/>
                  <a:pt x="498945" y="23372"/>
                  <a:pt x="500400" y="21675"/>
                </a:cubicBezTo>
                <a:cubicBezTo>
                  <a:pt x="501855" y="19978"/>
                  <a:pt x="503670" y="18660"/>
                  <a:pt x="505846" y="17724"/>
                </a:cubicBezTo>
                <a:cubicBezTo>
                  <a:pt x="508022" y="16787"/>
                  <a:pt x="510564" y="16318"/>
                  <a:pt x="513474" y="16318"/>
                </a:cubicBezTo>
                <a:cubicBezTo>
                  <a:pt x="516282" y="16318"/>
                  <a:pt x="518730" y="16736"/>
                  <a:pt x="520817" y="17572"/>
                </a:cubicBezTo>
                <a:cubicBezTo>
                  <a:pt x="522904" y="18407"/>
                  <a:pt x="524643" y="19623"/>
                  <a:pt x="526035" y="21218"/>
                </a:cubicBezTo>
                <a:cubicBezTo>
                  <a:pt x="527426" y="22814"/>
                  <a:pt x="528470" y="24751"/>
                  <a:pt x="529166" y="27031"/>
                </a:cubicBezTo>
                <a:cubicBezTo>
                  <a:pt x="529861" y="29310"/>
                  <a:pt x="530209" y="31881"/>
                  <a:pt x="530209" y="34743"/>
                </a:cubicBezTo>
                <a:moveTo>
                  <a:pt x="523606" y="35160"/>
                </a:moveTo>
                <a:cubicBezTo>
                  <a:pt x="523606" y="33311"/>
                  <a:pt x="523435" y="31563"/>
                  <a:pt x="523094" y="29916"/>
                </a:cubicBezTo>
                <a:cubicBezTo>
                  <a:pt x="522752" y="28269"/>
                  <a:pt x="522189" y="26825"/>
                  <a:pt x="521405" y="25584"/>
                </a:cubicBezTo>
                <a:cubicBezTo>
                  <a:pt x="520621" y="24342"/>
                  <a:pt x="519558" y="23361"/>
                  <a:pt x="518217" y="22639"/>
                </a:cubicBezTo>
                <a:cubicBezTo>
                  <a:pt x="516876" y="21917"/>
                  <a:pt x="515207" y="21555"/>
                  <a:pt x="513208" y="21555"/>
                </a:cubicBezTo>
                <a:cubicBezTo>
                  <a:pt x="511361" y="21555"/>
                  <a:pt x="509774" y="21884"/>
                  <a:pt x="508445" y="22543"/>
                </a:cubicBezTo>
                <a:cubicBezTo>
                  <a:pt x="507117" y="23202"/>
                  <a:pt x="506023" y="24133"/>
                  <a:pt x="505163" y="25337"/>
                </a:cubicBezTo>
                <a:cubicBezTo>
                  <a:pt x="504303" y="26540"/>
                  <a:pt x="503664" y="27965"/>
                  <a:pt x="503246" y="29612"/>
                </a:cubicBezTo>
                <a:cubicBezTo>
                  <a:pt x="502829" y="31258"/>
                  <a:pt x="502620" y="33057"/>
                  <a:pt x="502620" y="35008"/>
                </a:cubicBezTo>
                <a:cubicBezTo>
                  <a:pt x="502620" y="36883"/>
                  <a:pt x="502791" y="38643"/>
                  <a:pt x="503133" y="40290"/>
                </a:cubicBezTo>
                <a:cubicBezTo>
                  <a:pt x="503474" y="41937"/>
                  <a:pt x="504043" y="43375"/>
                  <a:pt x="504840" y="44603"/>
                </a:cubicBezTo>
                <a:cubicBezTo>
                  <a:pt x="505637" y="45832"/>
                  <a:pt x="506706" y="46808"/>
                  <a:pt x="508047" y="47530"/>
                </a:cubicBezTo>
                <a:cubicBezTo>
                  <a:pt x="509388" y="48252"/>
                  <a:pt x="511058" y="48613"/>
                  <a:pt x="513056" y="48613"/>
                </a:cubicBezTo>
                <a:cubicBezTo>
                  <a:pt x="514878" y="48613"/>
                  <a:pt x="516459" y="48284"/>
                  <a:pt x="517800" y="47625"/>
                </a:cubicBezTo>
                <a:cubicBezTo>
                  <a:pt x="519141" y="46967"/>
                  <a:pt x="520241" y="46042"/>
                  <a:pt x="521102" y="44851"/>
                </a:cubicBezTo>
                <a:cubicBezTo>
                  <a:pt x="521962" y="43660"/>
                  <a:pt x="522594" y="42241"/>
                  <a:pt x="522999" y="40595"/>
                </a:cubicBezTo>
                <a:cubicBezTo>
                  <a:pt x="523404" y="38948"/>
                  <a:pt x="523606" y="37137"/>
                  <a:pt x="523606" y="35160"/>
                </a:cubicBezTo>
                <a:close/>
                <a:moveTo>
                  <a:pt x="568982" y="52179"/>
                </a:moveTo>
                <a:cubicBezTo>
                  <a:pt x="568982" y="52381"/>
                  <a:pt x="568938" y="52559"/>
                  <a:pt x="568849" y="52712"/>
                </a:cubicBezTo>
                <a:cubicBezTo>
                  <a:pt x="568760" y="52863"/>
                  <a:pt x="568609" y="52984"/>
                  <a:pt x="568394" y="53072"/>
                </a:cubicBezTo>
                <a:cubicBezTo>
                  <a:pt x="568179" y="53161"/>
                  <a:pt x="567894" y="53230"/>
                  <a:pt x="567540" y="53281"/>
                </a:cubicBezTo>
                <a:cubicBezTo>
                  <a:pt x="567186" y="53331"/>
                  <a:pt x="566755" y="53357"/>
                  <a:pt x="566249" y="53357"/>
                </a:cubicBezTo>
                <a:cubicBezTo>
                  <a:pt x="565718" y="53357"/>
                  <a:pt x="565275" y="53331"/>
                  <a:pt x="564921" y="53281"/>
                </a:cubicBezTo>
                <a:cubicBezTo>
                  <a:pt x="564567" y="53231"/>
                  <a:pt x="564276" y="53162"/>
                  <a:pt x="564048" y="53074"/>
                </a:cubicBezTo>
                <a:cubicBezTo>
                  <a:pt x="563821" y="52986"/>
                  <a:pt x="563656" y="52866"/>
                  <a:pt x="563555" y="52715"/>
                </a:cubicBezTo>
                <a:cubicBezTo>
                  <a:pt x="563454" y="52564"/>
                  <a:pt x="563403" y="52388"/>
                  <a:pt x="563403" y="52187"/>
                </a:cubicBezTo>
                <a:lnTo>
                  <a:pt x="563403" y="47696"/>
                </a:lnTo>
                <a:cubicBezTo>
                  <a:pt x="561607" y="49646"/>
                  <a:pt x="559741" y="51166"/>
                  <a:pt x="557806" y="52255"/>
                </a:cubicBezTo>
                <a:cubicBezTo>
                  <a:pt x="555870" y="53344"/>
                  <a:pt x="553751" y="53888"/>
                  <a:pt x="551449" y="53888"/>
                </a:cubicBezTo>
                <a:cubicBezTo>
                  <a:pt x="548945" y="53888"/>
                  <a:pt x="546807" y="53401"/>
                  <a:pt x="545036" y="52426"/>
                </a:cubicBezTo>
                <a:cubicBezTo>
                  <a:pt x="543265" y="51451"/>
                  <a:pt x="541829" y="50134"/>
                  <a:pt x="540729" y="48475"/>
                </a:cubicBezTo>
                <a:cubicBezTo>
                  <a:pt x="539628" y="46816"/>
                  <a:pt x="538825" y="44866"/>
                  <a:pt x="538319" y="42625"/>
                </a:cubicBezTo>
                <a:cubicBezTo>
                  <a:pt x="537813" y="40384"/>
                  <a:pt x="537560" y="38022"/>
                  <a:pt x="537560" y="35540"/>
                </a:cubicBezTo>
                <a:cubicBezTo>
                  <a:pt x="537560" y="32602"/>
                  <a:pt x="537876" y="29950"/>
                  <a:pt x="538509" y="27582"/>
                </a:cubicBezTo>
                <a:cubicBezTo>
                  <a:pt x="539141" y="25214"/>
                  <a:pt x="540077" y="23195"/>
                  <a:pt x="541317" y="21523"/>
                </a:cubicBezTo>
                <a:cubicBezTo>
                  <a:pt x="542556" y="19851"/>
                  <a:pt x="544093" y="18566"/>
                  <a:pt x="545928" y="17667"/>
                </a:cubicBezTo>
                <a:cubicBezTo>
                  <a:pt x="547762" y="16768"/>
                  <a:pt x="549881" y="16318"/>
                  <a:pt x="552284" y="16318"/>
                </a:cubicBezTo>
                <a:cubicBezTo>
                  <a:pt x="554283" y="16318"/>
                  <a:pt x="556111" y="16755"/>
                  <a:pt x="557768" y="17629"/>
                </a:cubicBezTo>
                <a:cubicBezTo>
                  <a:pt x="559425" y="18502"/>
                  <a:pt x="561063" y="19787"/>
                  <a:pt x="562682" y="21484"/>
                </a:cubicBezTo>
                <a:lnTo>
                  <a:pt x="562682" y="1596"/>
                </a:lnTo>
                <a:cubicBezTo>
                  <a:pt x="562682" y="1419"/>
                  <a:pt x="562727" y="1248"/>
                  <a:pt x="562815" y="1084"/>
                </a:cubicBezTo>
                <a:cubicBezTo>
                  <a:pt x="562904" y="919"/>
                  <a:pt x="563074" y="792"/>
                  <a:pt x="563327" y="703"/>
                </a:cubicBezTo>
                <a:cubicBezTo>
                  <a:pt x="563580" y="614"/>
                  <a:pt x="563903" y="538"/>
                  <a:pt x="564295" y="474"/>
                </a:cubicBezTo>
                <a:cubicBezTo>
                  <a:pt x="564687" y="411"/>
                  <a:pt x="565187" y="379"/>
                  <a:pt x="565794" y="379"/>
                </a:cubicBezTo>
                <a:cubicBezTo>
                  <a:pt x="566427" y="379"/>
                  <a:pt x="566945" y="411"/>
                  <a:pt x="567350" y="474"/>
                </a:cubicBezTo>
                <a:cubicBezTo>
                  <a:pt x="567755" y="538"/>
                  <a:pt x="568071" y="614"/>
                  <a:pt x="568299" y="702"/>
                </a:cubicBezTo>
                <a:cubicBezTo>
                  <a:pt x="568526" y="791"/>
                  <a:pt x="568697" y="918"/>
                  <a:pt x="568811" y="1083"/>
                </a:cubicBezTo>
                <a:cubicBezTo>
                  <a:pt x="568925" y="1247"/>
                  <a:pt x="568982" y="1418"/>
                  <a:pt x="568982" y="1595"/>
                </a:cubicBezTo>
                <a:lnTo>
                  <a:pt x="568982" y="52179"/>
                </a:lnTo>
                <a:moveTo>
                  <a:pt x="562682" y="28170"/>
                </a:moveTo>
                <a:cubicBezTo>
                  <a:pt x="560987" y="26066"/>
                  <a:pt x="559349" y="24463"/>
                  <a:pt x="557768" y="23361"/>
                </a:cubicBezTo>
                <a:cubicBezTo>
                  <a:pt x="556187" y="22258"/>
                  <a:pt x="554536" y="21707"/>
                  <a:pt x="552815" y="21707"/>
                </a:cubicBezTo>
                <a:cubicBezTo>
                  <a:pt x="551222" y="21707"/>
                  <a:pt x="549868" y="22087"/>
                  <a:pt x="548755" y="22848"/>
                </a:cubicBezTo>
                <a:cubicBezTo>
                  <a:pt x="547642" y="23608"/>
                  <a:pt x="546737" y="24608"/>
                  <a:pt x="546041" y="25849"/>
                </a:cubicBezTo>
                <a:cubicBezTo>
                  <a:pt x="545346" y="27091"/>
                  <a:pt x="544840" y="28497"/>
                  <a:pt x="544523" y="30068"/>
                </a:cubicBezTo>
                <a:cubicBezTo>
                  <a:pt x="544207" y="31639"/>
                  <a:pt x="544049" y="33235"/>
                  <a:pt x="544049" y="34856"/>
                </a:cubicBezTo>
                <a:cubicBezTo>
                  <a:pt x="544049" y="36579"/>
                  <a:pt x="544182" y="38264"/>
                  <a:pt x="544448" y="39911"/>
                </a:cubicBezTo>
                <a:cubicBezTo>
                  <a:pt x="544713" y="41558"/>
                  <a:pt x="545175" y="43021"/>
                  <a:pt x="545833" y="44300"/>
                </a:cubicBezTo>
                <a:cubicBezTo>
                  <a:pt x="546491" y="45579"/>
                  <a:pt x="547363" y="46605"/>
                  <a:pt x="548451" y="47379"/>
                </a:cubicBezTo>
                <a:cubicBezTo>
                  <a:pt x="549539" y="48151"/>
                  <a:pt x="550905" y="48537"/>
                  <a:pt x="552550" y="48537"/>
                </a:cubicBezTo>
                <a:cubicBezTo>
                  <a:pt x="553385" y="48537"/>
                  <a:pt x="554188" y="48423"/>
                  <a:pt x="554960" y="48196"/>
                </a:cubicBezTo>
                <a:cubicBezTo>
                  <a:pt x="555731" y="47967"/>
                  <a:pt x="556522" y="47587"/>
                  <a:pt x="557331" y="47055"/>
                </a:cubicBezTo>
                <a:cubicBezTo>
                  <a:pt x="558141" y="46523"/>
                  <a:pt x="558989" y="45832"/>
                  <a:pt x="559874" y="44983"/>
                </a:cubicBezTo>
                <a:cubicBezTo>
                  <a:pt x="560759" y="44134"/>
                  <a:pt x="561696" y="43088"/>
                  <a:pt x="562682" y="41846"/>
                </a:cubicBezTo>
                <a:lnTo>
                  <a:pt x="562682" y="28170"/>
                </a:lnTo>
                <a:close/>
                <a:moveTo>
                  <a:pt x="610145" y="33623"/>
                </a:moveTo>
                <a:cubicBezTo>
                  <a:pt x="610145" y="34610"/>
                  <a:pt x="609898" y="35312"/>
                  <a:pt x="609405" y="35729"/>
                </a:cubicBezTo>
                <a:cubicBezTo>
                  <a:pt x="608912" y="36147"/>
                  <a:pt x="608349" y="36355"/>
                  <a:pt x="607716" y="36355"/>
                </a:cubicBezTo>
                <a:lnTo>
                  <a:pt x="585326" y="36355"/>
                </a:lnTo>
                <a:cubicBezTo>
                  <a:pt x="585326" y="38258"/>
                  <a:pt x="585516" y="39971"/>
                  <a:pt x="585896" y="41494"/>
                </a:cubicBezTo>
                <a:cubicBezTo>
                  <a:pt x="586275" y="43017"/>
                  <a:pt x="586908" y="44324"/>
                  <a:pt x="587793" y="45415"/>
                </a:cubicBezTo>
                <a:cubicBezTo>
                  <a:pt x="588679" y="46506"/>
                  <a:pt x="589830" y="47343"/>
                  <a:pt x="591246" y="47928"/>
                </a:cubicBezTo>
                <a:cubicBezTo>
                  <a:pt x="592663" y="48511"/>
                  <a:pt x="594396" y="48803"/>
                  <a:pt x="596445" y="48803"/>
                </a:cubicBezTo>
                <a:cubicBezTo>
                  <a:pt x="598065" y="48803"/>
                  <a:pt x="599507" y="48670"/>
                  <a:pt x="600772" y="48404"/>
                </a:cubicBezTo>
                <a:cubicBezTo>
                  <a:pt x="602037" y="48139"/>
                  <a:pt x="603131" y="47841"/>
                  <a:pt x="604054" y="47513"/>
                </a:cubicBezTo>
                <a:cubicBezTo>
                  <a:pt x="604978" y="47184"/>
                  <a:pt x="605737" y="46886"/>
                  <a:pt x="606331" y="46621"/>
                </a:cubicBezTo>
                <a:cubicBezTo>
                  <a:pt x="606926" y="46355"/>
                  <a:pt x="607375" y="46222"/>
                  <a:pt x="607678" y="46222"/>
                </a:cubicBezTo>
                <a:cubicBezTo>
                  <a:pt x="607856" y="46222"/>
                  <a:pt x="608014" y="46267"/>
                  <a:pt x="608153" y="46355"/>
                </a:cubicBezTo>
                <a:cubicBezTo>
                  <a:pt x="608292" y="46444"/>
                  <a:pt x="608399" y="46576"/>
                  <a:pt x="608475" y="46754"/>
                </a:cubicBezTo>
                <a:cubicBezTo>
                  <a:pt x="608551" y="46931"/>
                  <a:pt x="608608" y="47177"/>
                  <a:pt x="608646" y="47494"/>
                </a:cubicBezTo>
                <a:cubicBezTo>
                  <a:pt x="608684" y="47810"/>
                  <a:pt x="608703" y="48196"/>
                  <a:pt x="608703" y="48651"/>
                </a:cubicBezTo>
                <a:cubicBezTo>
                  <a:pt x="608703" y="48980"/>
                  <a:pt x="608690" y="49265"/>
                  <a:pt x="608665" y="49505"/>
                </a:cubicBezTo>
                <a:cubicBezTo>
                  <a:pt x="608640" y="49745"/>
                  <a:pt x="608608" y="49960"/>
                  <a:pt x="608570" y="50150"/>
                </a:cubicBezTo>
                <a:cubicBezTo>
                  <a:pt x="608532" y="50340"/>
                  <a:pt x="608469" y="50511"/>
                  <a:pt x="608381" y="50662"/>
                </a:cubicBezTo>
                <a:cubicBezTo>
                  <a:pt x="608292" y="50814"/>
                  <a:pt x="608178" y="50960"/>
                  <a:pt x="608039" y="51099"/>
                </a:cubicBezTo>
                <a:cubicBezTo>
                  <a:pt x="607900" y="51238"/>
                  <a:pt x="607489" y="51466"/>
                  <a:pt x="606806" y="51782"/>
                </a:cubicBezTo>
                <a:cubicBezTo>
                  <a:pt x="606123" y="52098"/>
                  <a:pt x="605237" y="52408"/>
                  <a:pt x="604149" y="52712"/>
                </a:cubicBezTo>
                <a:cubicBezTo>
                  <a:pt x="603061" y="53015"/>
                  <a:pt x="601803" y="53287"/>
                  <a:pt x="600373" y="53527"/>
                </a:cubicBezTo>
                <a:cubicBezTo>
                  <a:pt x="598944" y="53768"/>
                  <a:pt x="597419" y="53888"/>
                  <a:pt x="595800" y="53888"/>
                </a:cubicBezTo>
                <a:cubicBezTo>
                  <a:pt x="592992" y="53888"/>
                  <a:pt x="590532" y="53495"/>
                  <a:pt x="588419" y="52710"/>
                </a:cubicBezTo>
                <a:cubicBezTo>
                  <a:pt x="586307" y="51925"/>
                  <a:pt x="584529" y="50760"/>
                  <a:pt x="583087" y="49215"/>
                </a:cubicBezTo>
                <a:cubicBezTo>
                  <a:pt x="581645" y="47671"/>
                  <a:pt x="580557" y="45733"/>
                  <a:pt x="579824" y="43403"/>
                </a:cubicBezTo>
                <a:cubicBezTo>
                  <a:pt x="579090" y="41073"/>
                  <a:pt x="578723" y="38364"/>
                  <a:pt x="578723" y="35274"/>
                </a:cubicBezTo>
                <a:cubicBezTo>
                  <a:pt x="578723" y="32336"/>
                  <a:pt x="579103" y="29696"/>
                  <a:pt x="579862" y="27353"/>
                </a:cubicBezTo>
                <a:cubicBezTo>
                  <a:pt x="580621" y="25011"/>
                  <a:pt x="581715" y="23023"/>
                  <a:pt x="583144" y="21389"/>
                </a:cubicBezTo>
                <a:cubicBezTo>
                  <a:pt x="584574" y="19756"/>
                  <a:pt x="586300" y="18502"/>
                  <a:pt x="588324" y="17629"/>
                </a:cubicBezTo>
                <a:cubicBezTo>
                  <a:pt x="590348" y="16755"/>
                  <a:pt x="592613" y="16318"/>
                  <a:pt x="595117" y="16318"/>
                </a:cubicBezTo>
                <a:cubicBezTo>
                  <a:pt x="597799" y="16318"/>
                  <a:pt x="600082" y="16748"/>
                  <a:pt x="601967" y="17608"/>
                </a:cubicBezTo>
                <a:cubicBezTo>
                  <a:pt x="603852" y="18469"/>
                  <a:pt x="605401" y="19626"/>
                  <a:pt x="606616" y="21081"/>
                </a:cubicBezTo>
                <a:cubicBezTo>
                  <a:pt x="607830" y="22536"/>
                  <a:pt x="608722" y="24243"/>
                  <a:pt x="609291" y="26204"/>
                </a:cubicBezTo>
                <a:cubicBezTo>
                  <a:pt x="609861" y="28165"/>
                  <a:pt x="610145" y="30258"/>
                  <a:pt x="610145" y="32485"/>
                </a:cubicBezTo>
                <a:lnTo>
                  <a:pt x="610145" y="33623"/>
                </a:lnTo>
                <a:moveTo>
                  <a:pt x="603846" y="31764"/>
                </a:moveTo>
                <a:cubicBezTo>
                  <a:pt x="603921" y="28475"/>
                  <a:pt x="603194" y="25894"/>
                  <a:pt x="601663" y="24022"/>
                </a:cubicBezTo>
                <a:cubicBezTo>
                  <a:pt x="600133" y="22150"/>
                  <a:pt x="597862" y="21214"/>
                  <a:pt x="594852" y="21214"/>
                </a:cubicBezTo>
                <a:cubicBezTo>
                  <a:pt x="593308" y="21214"/>
                  <a:pt x="591955" y="21505"/>
                  <a:pt x="590791" y="22086"/>
                </a:cubicBezTo>
                <a:cubicBezTo>
                  <a:pt x="589627" y="22668"/>
                  <a:pt x="588653" y="23440"/>
                  <a:pt x="587869" y="24401"/>
                </a:cubicBezTo>
                <a:cubicBezTo>
                  <a:pt x="587085" y="25363"/>
                  <a:pt x="586477" y="26482"/>
                  <a:pt x="586047" y="27760"/>
                </a:cubicBezTo>
                <a:cubicBezTo>
                  <a:pt x="585617" y="29038"/>
                  <a:pt x="585377" y="30372"/>
                  <a:pt x="585326" y="31764"/>
                </a:cubicBezTo>
                <a:lnTo>
                  <a:pt x="603846" y="31764"/>
                </a:lnTo>
                <a:close/>
                <a:moveTo>
                  <a:pt x="626363" y="52179"/>
                </a:moveTo>
                <a:cubicBezTo>
                  <a:pt x="626363" y="52381"/>
                  <a:pt x="626312" y="52553"/>
                  <a:pt x="626211" y="52693"/>
                </a:cubicBezTo>
                <a:cubicBezTo>
                  <a:pt x="626110" y="52832"/>
                  <a:pt x="625945" y="52952"/>
                  <a:pt x="625718" y="53053"/>
                </a:cubicBezTo>
                <a:cubicBezTo>
                  <a:pt x="625490" y="53154"/>
                  <a:pt x="625174" y="53230"/>
                  <a:pt x="624769" y="53281"/>
                </a:cubicBezTo>
                <a:cubicBezTo>
                  <a:pt x="624364" y="53331"/>
                  <a:pt x="623845" y="53357"/>
                  <a:pt x="623213" y="53357"/>
                </a:cubicBezTo>
                <a:cubicBezTo>
                  <a:pt x="622606" y="53357"/>
                  <a:pt x="622100" y="53331"/>
                  <a:pt x="621695" y="53281"/>
                </a:cubicBezTo>
                <a:cubicBezTo>
                  <a:pt x="621290" y="53230"/>
                  <a:pt x="620968" y="53154"/>
                  <a:pt x="620727" y="53053"/>
                </a:cubicBezTo>
                <a:cubicBezTo>
                  <a:pt x="620487" y="52952"/>
                  <a:pt x="620322" y="52832"/>
                  <a:pt x="620234" y="52693"/>
                </a:cubicBezTo>
                <a:cubicBezTo>
                  <a:pt x="620145" y="52553"/>
                  <a:pt x="620101" y="52381"/>
                  <a:pt x="620101" y="52179"/>
                </a:cubicBezTo>
                <a:lnTo>
                  <a:pt x="620101" y="1443"/>
                </a:lnTo>
                <a:cubicBezTo>
                  <a:pt x="620101" y="1241"/>
                  <a:pt x="620145" y="1064"/>
                  <a:pt x="620234" y="912"/>
                </a:cubicBezTo>
                <a:cubicBezTo>
                  <a:pt x="620322" y="759"/>
                  <a:pt x="620487" y="632"/>
                  <a:pt x="620727" y="531"/>
                </a:cubicBezTo>
                <a:cubicBezTo>
                  <a:pt x="620968" y="430"/>
                  <a:pt x="621290" y="354"/>
                  <a:pt x="621695" y="304"/>
                </a:cubicBezTo>
                <a:cubicBezTo>
                  <a:pt x="622100" y="253"/>
                  <a:pt x="622606" y="228"/>
                  <a:pt x="623213" y="228"/>
                </a:cubicBezTo>
                <a:cubicBezTo>
                  <a:pt x="623845" y="228"/>
                  <a:pt x="624364" y="253"/>
                  <a:pt x="624769" y="304"/>
                </a:cubicBezTo>
                <a:cubicBezTo>
                  <a:pt x="625174" y="354"/>
                  <a:pt x="625490" y="430"/>
                  <a:pt x="625718" y="531"/>
                </a:cubicBezTo>
                <a:cubicBezTo>
                  <a:pt x="625945" y="632"/>
                  <a:pt x="626110" y="759"/>
                  <a:pt x="626211" y="912"/>
                </a:cubicBezTo>
                <a:cubicBezTo>
                  <a:pt x="626312" y="1064"/>
                  <a:pt x="626363" y="1241"/>
                  <a:pt x="626363" y="1443"/>
                </a:cubicBezTo>
                <a:lnTo>
                  <a:pt x="626363" y="52179"/>
                </a:lnTo>
                <a:close/>
                <a:moveTo>
                  <a:pt x="644868" y="52180"/>
                </a:moveTo>
                <a:cubicBezTo>
                  <a:pt x="644868" y="52383"/>
                  <a:pt x="644817" y="52553"/>
                  <a:pt x="644716" y="52693"/>
                </a:cubicBezTo>
                <a:cubicBezTo>
                  <a:pt x="644615" y="52832"/>
                  <a:pt x="644450" y="52952"/>
                  <a:pt x="644223" y="53053"/>
                </a:cubicBezTo>
                <a:cubicBezTo>
                  <a:pt x="643995" y="53154"/>
                  <a:pt x="643679" y="53230"/>
                  <a:pt x="643274" y="53281"/>
                </a:cubicBezTo>
                <a:cubicBezTo>
                  <a:pt x="642869" y="53331"/>
                  <a:pt x="642351" y="53357"/>
                  <a:pt x="641718" y="53357"/>
                </a:cubicBezTo>
                <a:cubicBezTo>
                  <a:pt x="641111" y="53357"/>
                  <a:pt x="640605" y="53331"/>
                  <a:pt x="640200" y="53281"/>
                </a:cubicBezTo>
                <a:cubicBezTo>
                  <a:pt x="639795" y="53230"/>
                  <a:pt x="639473" y="53154"/>
                  <a:pt x="639232" y="53053"/>
                </a:cubicBezTo>
                <a:cubicBezTo>
                  <a:pt x="638992" y="52952"/>
                  <a:pt x="638828" y="52832"/>
                  <a:pt x="638739" y="52693"/>
                </a:cubicBezTo>
                <a:cubicBezTo>
                  <a:pt x="638651" y="52553"/>
                  <a:pt x="638606" y="52383"/>
                  <a:pt x="638606" y="52180"/>
                </a:cubicBezTo>
                <a:lnTo>
                  <a:pt x="638606" y="18026"/>
                </a:lnTo>
                <a:cubicBezTo>
                  <a:pt x="638606" y="17849"/>
                  <a:pt x="638651" y="17684"/>
                  <a:pt x="638739" y="17533"/>
                </a:cubicBezTo>
                <a:cubicBezTo>
                  <a:pt x="638828" y="17381"/>
                  <a:pt x="638992" y="17254"/>
                  <a:pt x="639232" y="17153"/>
                </a:cubicBezTo>
                <a:cubicBezTo>
                  <a:pt x="639473" y="17052"/>
                  <a:pt x="639795" y="16976"/>
                  <a:pt x="640200" y="16925"/>
                </a:cubicBezTo>
                <a:cubicBezTo>
                  <a:pt x="640605" y="16875"/>
                  <a:pt x="641111" y="16849"/>
                  <a:pt x="641718" y="16849"/>
                </a:cubicBezTo>
                <a:cubicBezTo>
                  <a:pt x="642351" y="16849"/>
                  <a:pt x="642869" y="16875"/>
                  <a:pt x="643274" y="16925"/>
                </a:cubicBezTo>
                <a:cubicBezTo>
                  <a:pt x="643679" y="16976"/>
                  <a:pt x="643995" y="17052"/>
                  <a:pt x="644223" y="17153"/>
                </a:cubicBezTo>
                <a:cubicBezTo>
                  <a:pt x="644450" y="17254"/>
                  <a:pt x="644615" y="17381"/>
                  <a:pt x="644716" y="17533"/>
                </a:cubicBezTo>
                <a:cubicBezTo>
                  <a:pt x="644817" y="17684"/>
                  <a:pt x="644868" y="17849"/>
                  <a:pt x="644868" y="18026"/>
                </a:cubicBezTo>
                <a:lnTo>
                  <a:pt x="644868" y="52180"/>
                </a:lnTo>
                <a:moveTo>
                  <a:pt x="645589" y="6451"/>
                </a:moveTo>
                <a:cubicBezTo>
                  <a:pt x="645589" y="7919"/>
                  <a:pt x="645311" y="8918"/>
                  <a:pt x="644754" y="9449"/>
                </a:cubicBezTo>
                <a:cubicBezTo>
                  <a:pt x="644197" y="9981"/>
                  <a:pt x="643173" y="10246"/>
                  <a:pt x="641680" y="10246"/>
                </a:cubicBezTo>
                <a:cubicBezTo>
                  <a:pt x="640213" y="10246"/>
                  <a:pt x="639207" y="9987"/>
                  <a:pt x="638663" y="9468"/>
                </a:cubicBezTo>
                <a:cubicBezTo>
                  <a:pt x="638119" y="8950"/>
                  <a:pt x="637847" y="7969"/>
                  <a:pt x="637847" y="6527"/>
                </a:cubicBezTo>
                <a:cubicBezTo>
                  <a:pt x="637847" y="5060"/>
                  <a:pt x="638126" y="4061"/>
                  <a:pt x="638682" y="3529"/>
                </a:cubicBezTo>
                <a:cubicBezTo>
                  <a:pt x="639239" y="2998"/>
                  <a:pt x="640263" y="2732"/>
                  <a:pt x="641756" y="2732"/>
                </a:cubicBezTo>
                <a:cubicBezTo>
                  <a:pt x="643223" y="2732"/>
                  <a:pt x="644229" y="2992"/>
                  <a:pt x="644773" y="3510"/>
                </a:cubicBezTo>
                <a:cubicBezTo>
                  <a:pt x="645317" y="4029"/>
                  <a:pt x="645589" y="5009"/>
                  <a:pt x="645589" y="6451"/>
                </a:cubicBezTo>
                <a:close/>
                <a:moveTo>
                  <a:pt x="686522" y="52180"/>
                </a:moveTo>
                <a:cubicBezTo>
                  <a:pt x="686522" y="52383"/>
                  <a:pt x="686472" y="52553"/>
                  <a:pt x="686370" y="52693"/>
                </a:cubicBezTo>
                <a:cubicBezTo>
                  <a:pt x="686269" y="52832"/>
                  <a:pt x="686105" y="52952"/>
                  <a:pt x="685877" y="53053"/>
                </a:cubicBezTo>
                <a:cubicBezTo>
                  <a:pt x="685649" y="53154"/>
                  <a:pt x="685333" y="53230"/>
                  <a:pt x="684928" y="53281"/>
                </a:cubicBezTo>
                <a:cubicBezTo>
                  <a:pt x="684524" y="53331"/>
                  <a:pt x="684018" y="53357"/>
                  <a:pt x="683410" y="53357"/>
                </a:cubicBezTo>
                <a:cubicBezTo>
                  <a:pt x="682778" y="53357"/>
                  <a:pt x="682259" y="53331"/>
                  <a:pt x="681854" y="53281"/>
                </a:cubicBezTo>
                <a:cubicBezTo>
                  <a:pt x="681450" y="53230"/>
                  <a:pt x="681133" y="53154"/>
                  <a:pt x="680906" y="53053"/>
                </a:cubicBezTo>
                <a:cubicBezTo>
                  <a:pt x="680678" y="52952"/>
                  <a:pt x="680514" y="52832"/>
                  <a:pt x="680412" y="52693"/>
                </a:cubicBezTo>
                <a:cubicBezTo>
                  <a:pt x="680311" y="52553"/>
                  <a:pt x="680261" y="52383"/>
                  <a:pt x="680261" y="52180"/>
                </a:cubicBezTo>
                <a:lnTo>
                  <a:pt x="680261" y="32181"/>
                </a:lnTo>
                <a:cubicBezTo>
                  <a:pt x="680261" y="30233"/>
                  <a:pt x="680109" y="28664"/>
                  <a:pt x="679805" y="27475"/>
                </a:cubicBezTo>
                <a:cubicBezTo>
                  <a:pt x="679502" y="26286"/>
                  <a:pt x="679059" y="25262"/>
                  <a:pt x="678477" y="24401"/>
                </a:cubicBezTo>
                <a:cubicBezTo>
                  <a:pt x="677895" y="23541"/>
                  <a:pt x="677142" y="22883"/>
                  <a:pt x="676219" y="22428"/>
                </a:cubicBezTo>
                <a:cubicBezTo>
                  <a:pt x="675296" y="21973"/>
                  <a:pt x="674227" y="21745"/>
                  <a:pt x="673012" y="21745"/>
                </a:cubicBezTo>
                <a:cubicBezTo>
                  <a:pt x="671444" y="21745"/>
                  <a:pt x="669875" y="22302"/>
                  <a:pt x="668307" y="23415"/>
                </a:cubicBezTo>
                <a:cubicBezTo>
                  <a:pt x="666738" y="24528"/>
                  <a:pt x="665093" y="26160"/>
                  <a:pt x="663373" y="28310"/>
                </a:cubicBezTo>
                <a:lnTo>
                  <a:pt x="663373" y="52180"/>
                </a:lnTo>
                <a:cubicBezTo>
                  <a:pt x="663373" y="52383"/>
                  <a:pt x="663323" y="52553"/>
                  <a:pt x="663221" y="52693"/>
                </a:cubicBezTo>
                <a:cubicBezTo>
                  <a:pt x="663120" y="52832"/>
                  <a:pt x="662956" y="52952"/>
                  <a:pt x="662728" y="53053"/>
                </a:cubicBezTo>
                <a:cubicBezTo>
                  <a:pt x="662500" y="53154"/>
                  <a:pt x="662184" y="53230"/>
                  <a:pt x="661779" y="53281"/>
                </a:cubicBezTo>
                <a:cubicBezTo>
                  <a:pt x="661374" y="53331"/>
                  <a:pt x="660856" y="53357"/>
                  <a:pt x="660223" y="53357"/>
                </a:cubicBezTo>
                <a:cubicBezTo>
                  <a:pt x="659616" y="53357"/>
                  <a:pt x="659110" y="53331"/>
                  <a:pt x="658705" y="53281"/>
                </a:cubicBezTo>
                <a:cubicBezTo>
                  <a:pt x="658301" y="53230"/>
                  <a:pt x="657978" y="53154"/>
                  <a:pt x="657738" y="53053"/>
                </a:cubicBezTo>
                <a:cubicBezTo>
                  <a:pt x="657497" y="52952"/>
                  <a:pt x="657333" y="52832"/>
                  <a:pt x="657244" y="52693"/>
                </a:cubicBezTo>
                <a:cubicBezTo>
                  <a:pt x="657156" y="52553"/>
                  <a:pt x="657111" y="52383"/>
                  <a:pt x="657111" y="52180"/>
                </a:cubicBezTo>
                <a:lnTo>
                  <a:pt x="657111" y="18026"/>
                </a:lnTo>
                <a:cubicBezTo>
                  <a:pt x="657111" y="17824"/>
                  <a:pt x="657149" y="17653"/>
                  <a:pt x="657225" y="17514"/>
                </a:cubicBezTo>
                <a:cubicBezTo>
                  <a:pt x="657301" y="17374"/>
                  <a:pt x="657453" y="17248"/>
                  <a:pt x="657681" y="17134"/>
                </a:cubicBezTo>
                <a:cubicBezTo>
                  <a:pt x="657908" y="17020"/>
                  <a:pt x="658199" y="16944"/>
                  <a:pt x="658554" y="16906"/>
                </a:cubicBezTo>
                <a:cubicBezTo>
                  <a:pt x="658908" y="16868"/>
                  <a:pt x="659376" y="16849"/>
                  <a:pt x="659958" y="16849"/>
                </a:cubicBezTo>
                <a:cubicBezTo>
                  <a:pt x="660514" y="16849"/>
                  <a:pt x="660976" y="16868"/>
                  <a:pt x="661343" y="16906"/>
                </a:cubicBezTo>
                <a:cubicBezTo>
                  <a:pt x="661710" y="16944"/>
                  <a:pt x="661994" y="17020"/>
                  <a:pt x="662197" y="17134"/>
                </a:cubicBezTo>
                <a:cubicBezTo>
                  <a:pt x="662399" y="17248"/>
                  <a:pt x="662545" y="17374"/>
                  <a:pt x="662633" y="17514"/>
                </a:cubicBezTo>
                <a:cubicBezTo>
                  <a:pt x="662722" y="17653"/>
                  <a:pt x="662766" y="17824"/>
                  <a:pt x="662766" y="18026"/>
                </a:cubicBezTo>
                <a:lnTo>
                  <a:pt x="662766" y="22542"/>
                </a:lnTo>
                <a:cubicBezTo>
                  <a:pt x="664689" y="20391"/>
                  <a:pt x="666605" y="18817"/>
                  <a:pt x="668515" y="17817"/>
                </a:cubicBezTo>
                <a:cubicBezTo>
                  <a:pt x="670425" y="16818"/>
                  <a:pt x="672354" y="16318"/>
                  <a:pt x="674302" y="16318"/>
                </a:cubicBezTo>
                <a:cubicBezTo>
                  <a:pt x="676579" y="16318"/>
                  <a:pt x="678496" y="16704"/>
                  <a:pt x="680052" y="17476"/>
                </a:cubicBezTo>
                <a:cubicBezTo>
                  <a:pt x="681608" y="18247"/>
                  <a:pt x="682866" y="19278"/>
                  <a:pt x="683828" y="20569"/>
                </a:cubicBezTo>
                <a:cubicBezTo>
                  <a:pt x="684789" y="21859"/>
                  <a:pt x="685479" y="23370"/>
                  <a:pt x="685896" y="25103"/>
                </a:cubicBezTo>
                <a:cubicBezTo>
                  <a:pt x="686313" y="26836"/>
                  <a:pt x="686522" y="28917"/>
                  <a:pt x="686522" y="31346"/>
                </a:cubicBezTo>
                <a:lnTo>
                  <a:pt x="686522" y="52180"/>
                </a:lnTo>
                <a:close/>
                <a:moveTo>
                  <a:pt x="726926" y="19544"/>
                </a:moveTo>
                <a:cubicBezTo>
                  <a:pt x="726926" y="20429"/>
                  <a:pt x="726806" y="21068"/>
                  <a:pt x="726566" y="21460"/>
                </a:cubicBezTo>
                <a:cubicBezTo>
                  <a:pt x="726326" y="21852"/>
                  <a:pt x="726016" y="22049"/>
                  <a:pt x="725636" y="22049"/>
                </a:cubicBezTo>
                <a:lnTo>
                  <a:pt x="720741" y="22049"/>
                </a:lnTo>
                <a:cubicBezTo>
                  <a:pt x="721626" y="22962"/>
                  <a:pt x="722246" y="23971"/>
                  <a:pt x="722600" y="25075"/>
                </a:cubicBezTo>
                <a:cubicBezTo>
                  <a:pt x="722954" y="26179"/>
                  <a:pt x="723132" y="27327"/>
                  <a:pt x="723132" y="28519"/>
                </a:cubicBezTo>
                <a:cubicBezTo>
                  <a:pt x="723132" y="30489"/>
                  <a:pt x="722815" y="32232"/>
                  <a:pt x="722183" y="33748"/>
                </a:cubicBezTo>
                <a:cubicBezTo>
                  <a:pt x="721550" y="35263"/>
                  <a:pt x="720646" y="36545"/>
                  <a:pt x="719469" y="37594"/>
                </a:cubicBezTo>
                <a:cubicBezTo>
                  <a:pt x="718293" y="38642"/>
                  <a:pt x="716895" y="39444"/>
                  <a:pt x="715276" y="40000"/>
                </a:cubicBezTo>
                <a:cubicBezTo>
                  <a:pt x="713657" y="40556"/>
                  <a:pt x="711861" y="40833"/>
                  <a:pt x="709887" y="40833"/>
                </a:cubicBezTo>
                <a:cubicBezTo>
                  <a:pt x="708496" y="40833"/>
                  <a:pt x="707174" y="40650"/>
                  <a:pt x="705922" y="40284"/>
                </a:cubicBezTo>
                <a:cubicBezTo>
                  <a:pt x="704669" y="39918"/>
                  <a:pt x="703702" y="39457"/>
                  <a:pt x="703018" y="38902"/>
                </a:cubicBezTo>
                <a:cubicBezTo>
                  <a:pt x="702563" y="39357"/>
                  <a:pt x="702190" y="39876"/>
                  <a:pt x="701899" y="40458"/>
                </a:cubicBezTo>
                <a:cubicBezTo>
                  <a:pt x="701608" y="41039"/>
                  <a:pt x="701463" y="41708"/>
                  <a:pt x="701463" y="42466"/>
                </a:cubicBezTo>
                <a:cubicBezTo>
                  <a:pt x="701463" y="43352"/>
                  <a:pt x="701874" y="44086"/>
                  <a:pt x="702696" y="44667"/>
                </a:cubicBezTo>
                <a:cubicBezTo>
                  <a:pt x="703518" y="45249"/>
                  <a:pt x="704612" y="45564"/>
                  <a:pt x="705978" y="45615"/>
                </a:cubicBezTo>
                <a:lnTo>
                  <a:pt x="714897" y="45996"/>
                </a:lnTo>
                <a:cubicBezTo>
                  <a:pt x="716592" y="46046"/>
                  <a:pt x="718148" y="46281"/>
                  <a:pt x="719564" y="46700"/>
                </a:cubicBezTo>
                <a:cubicBezTo>
                  <a:pt x="720981" y="47119"/>
                  <a:pt x="722208" y="47716"/>
                  <a:pt x="723245" y="48491"/>
                </a:cubicBezTo>
                <a:cubicBezTo>
                  <a:pt x="724283" y="49265"/>
                  <a:pt x="725092" y="50217"/>
                  <a:pt x="725674" y="51347"/>
                </a:cubicBezTo>
                <a:cubicBezTo>
                  <a:pt x="726256" y="52476"/>
                  <a:pt x="726547" y="53790"/>
                  <a:pt x="726547" y="55289"/>
                </a:cubicBezTo>
                <a:cubicBezTo>
                  <a:pt x="726547" y="56863"/>
                  <a:pt x="726218" y="58360"/>
                  <a:pt x="725560" y="59782"/>
                </a:cubicBezTo>
                <a:cubicBezTo>
                  <a:pt x="724903" y="61204"/>
                  <a:pt x="723897" y="62455"/>
                  <a:pt x="722543" y="63533"/>
                </a:cubicBezTo>
                <a:cubicBezTo>
                  <a:pt x="721190" y="64612"/>
                  <a:pt x="719463" y="65463"/>
                  <a:pt x="717363" y="66085"/>
                </a:cubicBezTo>
                <a:cubicBezTo>
                  <a:pt x="715263" y="66707"/>
                  <a:pt x="712784" y="67018"/>
                  <a:pt x="709925" y="67018"/>
                </a:cubicBezTo>
                <a:cubicBezTo>
                  <a:pt x="707168" y="67018"/>
                  <a:pt x="704821" y="66784"/>
                  <a:pt x="702886" y="66315"/>
                </a:cubicBezTo>
                <a:cubicBezTo>
                  <a:pt x="700950" y="65847"/>
                  <a:pt x="699363" y="65208"/>
                  <a:pt x="698123" y="64398"/>
                </a:cubicBezTo>
                <a:cubicBezTo>
                  <a:pt x="696883" y="63588"/>
                  <a:pt x="695985" y="62620"/>
                  <a:pt x="695429" y="61493"/>
                </a:cubicBezTo>
                <a:cubicBezTo>
                  <a:pt x="694872" y="60367"/>
                  <a:pt x="694594" y="59145"/>
                  <a:pt x="694594" y="57828"/>
                </a:cubicBezTo>
                <a:cubicBezTo>
                  <a:pt x="694594" y="56993"/>
                  <a:pt x="694695" y="56183"/>
                  <a:pt x="694897" y="55398"/>
                </a:cubicBezTo>
                <a:cubicBezTo>
                  <a:pt x="695100" y="54613"/>
                  <a:pt x="695410" y="53865"/>
                  <a:pt x="695827" y="53156"/>
                </a:cubicBezTo>
                <a:cubicBezTo>
                  <a:pt x="696244" y="52448"/>
                  <a:pt x="696763" y="51771"/>
                  <a:pt x="697383" y="51126"/>
                </a:cubicBezTo>
                <a:cubicBezTo>
                  <a:pt x="698003" y="50480"/>
                  <a:pt x="698718" y="49840"/>
                  <a:pt x="699527" y="49207"/>
                </a:cubicBezTo>
                <a:cubicBezTo>
                  <a:pt x="698287" y="48572"/>
                  <a:pt x="697370" y="47772"/>
                  <a:pt x="696776" y="46807"/>
                </a:cubicBezTo>
                <a:cubicBezTo>
                  <a:pt x="696181" y="45841"/>
                  <a:pt x="695884" y="44799"/>
                  <a:pt x="695884" y="43681"/>
                </a:cubicBezTo>
                <a:cubicBezTo>
                  <a:pt x="695884" y="42131"/>
                  <a:pt x="696200" y="40746"/>
                  <a:pt x="696833" y="39527"/>
                </a:cubicBezTo>
                <a:cubicBezTo>
                  <a:pt x="697465" y="38307"/>
                  <a:pt x="698249" y="37214"/>
                  <a:pt x="699186" y="36249"/>
                </a:cubicBezTo>
                <a:cubicBezTo>
                  <a:pt x="698401" y="35314"/>
                  <a:pt x="697781" y="34260"/>
                  <a:pt x="697326" y="33085"/>
                </a:cubicBezTo>
                <a:cubicBezTo>
                  <a:pt x="696871" y="31910"/>
                  <a:pt x="696643" y="30489"/>
                  <a:pt x="696643" y="28822"/>
                </a:cubicBezTo>
                <a:cubicBezTo>
                  <a:pt x="696643" y="26878"/>
                  <a:pt x="696972" y="25135"/>
                  <a:pt x="697630" y="23594"/>
                </a:cubicBezTo>
                <a:cubicBezTo>
                  <a:pt x="698287" y="22053"/>
                  <a:pt x="699198" y="20752"/>
                  <a:pt x="700362" y="19691"/>
                </a:cubicBezTo>
                <a:cubicBezTo>
                  <a:pt x="701526" y="18630"/>
                  <a:pt x="702924" y="17815"/>
                  <a:pt x="704555" y="17247"/>
                </a:cubicBezTo>
                <a:cubicBezTo>
                  <a:pt x="706187" y="16678"/>
                  <a:pt x="707964" y="16394"/>
                  <a:pt x="709887" y="16394"/>
                </a:cubicBezTo>
                <a:cubicBezTo>
                  <a:pt x="710925" y="16394"/>
                  <a:pt x="711892" y="16448"/>
                  <a:pt x="712790" y="16555"/>
                </a:cubicBezTo>
                <a:cubicBezTo>
                  <a:pt x="713689" y="16662"/>
                  <a:pt x="714530" y="16811"/>
                  <a:pt x="715314" y="17001"/>
                </a:cubicBezTo>
                <a:lnTo>
                  <a:pt x="725636" y="17001"/>
                </a:lnTo>
                <a:cubicBezTo>
                  <a:pt x="726066" y="17001"/>
                  <a:pt x="726389" y="17210"/>
                  <a:pt x="726604" y="17627"/>
                </a:cubicBezTo>
                <a:cubicBezTo>
                  <a:pt x="726819" y="18045"/>
                  <a:pt x="726926" y="18684"/>
                  <a:pt x="726926" y="19544"/>
                </a:cubicBezTo>
                <a:moveTo>
                  <a:pt x="717136" y="28557"/>
                </a:moveTo>
                <a:cubicBezTo>
                  <a:pt x="717136" y="26236"/>
                  <a:pt x="716497" y="24425"/>
                  <a:pt x="715219" y="23125"/>
                </a:cubicBezTo>
                <a:cubicBezTo>
                  <a:pt x="713942" y="21826"/>
                  <a:pt x="712126" y="21176"/>
                  <a:pt x="709773" y="21176"/>
                </a:cubicBezTo>
                <a:cubicBezTo>
                  <a:pt x="708559" y="21176"/>
                  <a:pt x="707503" y="21378"/>
                  <a:pt x="706605" y="21782"/>
                </a:cubicBezTo>
                <a:cubicBezTo>
                  <a:pt x="705707" y="22185"/>
                  <a:pt x="704960" y="22740"/>
                  <a:pt x="704366" y="23447"/>
                </a:cubicBezTo>
                <a:cubicBezTo>
                  <a:pt x="703771" y="24154"/>
                  <a:pt x="703328" y="24967"/>
                  <a:pt x="703037" y="25889"/>
                </a:cubicBezTo>
                <a:cubicBezTo>
                  <a:pt x="702746" y="26810"/>
                  <a:pt x="702601" y="27775"/>
                  <a:pt x="702601" y="28785"/>
                </a:cubicBezTo>
                <a:cubicBezTo>
                  <a:pt x="702601" y="31030"/>
                  <a:pt x="703240" y="32796"/>
                  <a:pt x="704517" y="34083"/>
                </a:cubicBezTo>
                <a:cubicBezTo>
                  <a:pt x="705795" y="35370"/>
                  <a:pt x="707585" y="36014"/>
                  <a:pt x="709887" y="36014"/>
                </a:cubicBezTo>
                <a:cubicBezTo>
                  <a:pt x="711127" y="36014"/>
                  <a:pt x="712202" y="35819"/>
                  <a:pt x="713113" y="35428"/>
                </a:cubicBezTo>
                <a:cubicBezTo>
                  <a:pt x="714024" y="35037"/>
                  <a:pt x="714776" y="34494"/>
                  <a:pt x="715371" y="33800"/>
                </a:cubicBezTo>
                <a:cubicBezTo>
                  <a:pt x="715965" y="33106"/>
                  <a:pt x="716408" y="32304"/>
                  <a:pt x="716699" y="31396"/>
                </a:cubicBezTo>
                <a:cubicBezTo>
                  <a:pt x="716990" y="30488"/>
                  <a:pt x="717136" y="29541"/>
                  <a:pt x="717136" y="28557"/>
                </a:cubicBezTo>
                <a:moveTo>
                  <a:pt x="720285" y="55629"/>
                </a:moveTo>
                <a:cubicBezTo>
                  <a:pt x="720285" y="54151"/>
                  <a:pt x="719685" y="53012"/>
                  <a:pt x="718483" y="52210"/>
                </a:cubicBezTo>
                <a:cubicBezTo>
                  <a:pt x="717281" y="51407"/>
                  <a:pt x="715656" y="50981"/>
                  <a:pt x="713606" y="50930"/>
                </a:cubicBezTo>
                <a:lnTo>
                  <a:pt x="704764" y="50624"/>
                </a:lnTo>
                <a:cubicBezTo>
                  <a:pt x="703955" y="51261"/>
                  <a:pt x="703290" y="51866"/>
                  <a:pt x="702772" y="52439"/>
                </a:cubicBezTo>
                <a:cubicBezTo>
                  <a:pt x="702253" y="53012"/>
                  <a:pt x="701842" y="53559"/>
                  <a:pt x="701538" y="54081"/>
                </a:cubicBezTo>
                <a:cubicBezTo>
                  <a:pt x="701235" y="54603"/>
                  <a:pt x="701026" y="55119"/>
                  <a:pt x="700912" y="55628"/>
                </a:cubicBezTo>
                <a:cubicBezTo>
                  <a:pt x="700798" y="56138"/>
                  <a:pt x="700741" y="56660"/>
                  <a:pt x="700741" y="57194"/>
                </a:cubicBezTo>
                <a:cubicBezTo>
                  <a:pt x="700741" y="58850"/>
                  <a:pt x="701576" y="60104"/>
                  <a:pt x="703246" y="60957"/>
                </a:cubicBezTo>
                <a:cubicBezTo>
                  <a:pt x="704916" y="61810"/>
                  <a:pt x="707243" y="62237"/>
                  <a:pt x="710229" y="62237"/>
                </a:cubicBezTo>
                <a:cubicBezTo>
                  <a:pt x="712126" y="62237"/>
                  <a:pt x="713714" y="62052"/>
                  <a:pt x="714991" y="61683"/>
                </a:cubicBezTo>
                <a:cubicBezTo>
                  <a:pt x="716269" y="61314"/>
                  <a:pt x="717300" y="60824"/>
                  <a:pt x="718084" y="60212"/>
                </a:cubicBezTo>
                <a:cubicBezTo>
                  <a:pt x="718869" y="59601"/>
                  <a:pt x="719432" y="58901"/>
                  <a:pt x="719773" y="58111"/>
                </a:cubicBezTo>
                <a:cubicBezTo>
                  <a:pt x="720115" y="57322"/>
                  <a:pt x="720285" y="56495"/>
                  <a:pt x="720285" y="55629"/>
                </a:cubicBezTo>
                <a:close/>
                <a:moveTo>
                  <a:pt x="743397" y="49012"/>
                </a:moveTo>
                <a:cubicBezTo>
                  <a:pt x="743397" y="50816"/>
                  <a:pt x="743099" y="52016"/>
                  <a:pt x="742505" y="52613"/>
                </a:cubicBezTo>
                <a:cubicBezTo>
                  <a:pt x="741910" y="53210"/>
                  <a:pt x="740829" y="53508"/>
                  <a:pt x="739260" y="53508"/>
                </a:cubicBezTo>
                <a:cubicBezTo>
                  <a:pt x="737742" y="53508"/>
                  <a:pt x="736692" y="53216"/>
                  <a:pt x="736110" y="52632"/>
                </a:cubicBezTo>
                <a:cubicBezTo>
                  <a:pt x="735529" y="52048"/>
                  <a:pt x="735238" y="50879"/>
                  <a:pt x="735238" y="49125"/>
                </a:cubicBezTo>
                <a:cubicBezTo>
                  <a:pt x="735238" y="47321"/>
                  <a:pt x="735535" y="46121"/>
                  <a:pt x="736129" y="45524"/>
                </a:cubicBezTo>
                <a:cubicBezTo>
                  <a:pt x="736724" y="44927"/>
                  <a:pt x="737806" y="44628"/>
                  <a:pt x="739374" y="44628"/>
                </a:cubicBezTo>
                <a:cubicBezTo>
                  <a:pt x="740892" y="44628"/>
                  <a:pt x="741942" y="44920"/>
                  <a:pt x="742524" y="45505"/>
                </a:cubicBezTo>
                <a:cubicBezTo>
                  <a:pt x="743106" y="46089"/>
                  <a:pt x="743397" y="47258"/>
                  <a:pt x="743397" y="49012"/>
                </a:cubicBezTo>
                <a:close/>
                <a:moveTo>
                  <a:pt x="776270" y="42910"/>
                </a:moveTo>
                <a:cubicBezTo>
                  <a:pt x="776270" y="44657"/>
                  <a:pt x="775948" y="46215"/>
                  <a:pt x="775303" y="47582"/>
                </a:cubicBezTo>
                <a:cubicBezTo>
                  <a:pt x="774657" y="48949"/>
                  <a:pt x="773740" y="50102"/>
                  <a:pt x="772551" y="51039"/>
                </a:cubicBezTo>
                <a:cubicBezTo>
                  <a:pt x="771362" y="51976"/>
                  <a:pt x="769945" y="52685"/>
                  <a:pt x="768301" y="53166"/>
                </a:cubicBezTo>
                <a:cubicBezTo>
                  <a:pt x="766657" y="53647"/>
                  <a:pt x="764848" y="53888"/>
                  <a:pt x="762874" y="53888"/>
                </a:cubicBezTo>
                <a:cubicBezTo>
                  <a:pt x="761660" y="53888"/>
                  <a:pt x="760502" y="53793"/>
                  <a:pt x="759402" y="53603"/>
                </a:cubicBezTo>
                <a:cubicBezTo>
                  <a:pt x="758301" y="53414"/>
                  <a:pt x="757315" y="53173"/>
                  <a:pt x="756442" y="52882"/>
                </a:cubicBezTo>
                <a:cubicBezTo>
                  <a:pt x="755569" y="52591"/>
                  <a:pt x="754829" y="52288"/>
                  <a:pt x="754222" y="51972"/>
                </a:cubicBezTo>
                <a:cubicBezTo>
                  <a:pt x="753615" y="51655"/>
                  <a:pt x="753172" y="51371"/>
                  <a:pt x="752894" y="51118"/>
                </a:cubicBezTo>
                <a:cubicBezTo>
                  <a:pt x="752615" y="50865"/>
                  <a:pt x="752413" y="50511"/>
                  <a:pt x="752286" y="50055"/>
                </a:cubicBezTo>
                <a:cubicBezTo>
                  <a:pt x="752160" y="49600"/>
                  <a:pt x="752097" y="48980"/>
                  <a:pt x="752097" y="48196"/>
                </a:cubicBezTo>
                <a:cubicBezTo>
                  <a:pt x="752097" y="47715"/>
                  <a:pt x="752122" y="47310"/>
                  <a:pt x="752173" y="46981"/>
                </a:cubicBezTo>
                <a:cubicBezTo>
                  <a:pt x="752223" y="46652"/>
                  <a:pt x="752286" y="46387"/>
                  <a:pt x="752362" y="46184"/>
                </a:cubicBezTo>
                <a:cubicBezTo>
                  <a:pt x="752438" y="45982"/>
                  <a:pt x="752546" y="45836"/>
                  <a:pt x="752685" y="45748"/>
                </a:cubicBezTo>
                <a:cubicBezTo>
                  <a:pt x="752824" y="45659"/>
                  <a:pt x="752982" y="45615"/>
                  <a:pt x="753159" y="45615"/>
                </a:cubicBezTo>
                <a:cubicBezTo>
                  <a:pt x="753438" y="45615"/>
                  <a:pt x="753849" y="45786"/>
                  <a:pt x="754393" y="46127"/>
                </a:cubicBezTo>
                <a:cubicBezTo>
                  <a:pt x="754937" y="46469"/>
                  <a:pt x="755607" y="46842"/>
                  <a:pt x="756404" y="47247"/>
                </a:cubicBezTo>
                <a:cubicBezTo>
                  <a:pt x="757201" y="47652"/>
                  <a:pt x="758143" y="48025"/>
                  <a:pt x="759231" y="48366"/>
                </a:cubicBezTo>
                <a:cubicBezTo>
                  <a:pt x="760319" y="48708"/>
                  <a:pt x="761571" y="48879"/>
                  <a:pt x="762988" y="48879"/>
                </a:cubicBezTo>
                <a:cubicBezTo>
                  <a:pt x="764051" y="48879"/>
                  <a:pt x="765012" y="48765"/>
                  <a:pt x="765872" y="48537"/>
                </a:cubicBezTo>
                <a:cubicBezTo>
                  <a:pt x="766732" y="48309"/>
                  <a:pt x="767479" y="47973"/>
                  <a:pt x="768111" y="47529"/>
                </a:cubicBezTo>
                <a:cubicBezTo>
                  <a:pt x="768744" y="47086"/>
                  <a:pt x="769231" y="46521"/>
                  <a:pt x="769572" y="45837"/>
                </a:cubicBezTo>
                <a:cubicBezTo>
                  <a:pt x="769914" y="45152"/>
                  <a:pt x="770085" y="44341"/>
                  <a:pt x="770085" y="43403"/>
                </a:cubicBezTo>
                <a:cubicBezTo>
                  <a:pt x="770085" y="42441"/>
                  <a:pt x="769838" y="41631"/>
                  <a:pt x="769345" y="40972"/>
                </a:cubicBezTo>
                <a:cubicBezTo>
                  <a:pt x="768851" y="40314"/>
                  <a:pt x="768200" y="39731"/>
                  <a:pt x="767390" y="39225"/>
                </a:cubicBezTo>
                <a:cubicBezTo>
                  <a:pt x="766581" y="38719"/>
                  <a:pt x="765670" y="38269"/>
                  <a:pt x="764658" y="37877"/>
                </a:cubicBezTo>
                <a:cubicBezTo>
                  <a:pt x="763646" y="37484"/>
                  <a:pt x="762602" y="37073"/>
                  <a:pt x="761527" y="36642"/>
                </a:cubicBezTo>
                <a:cubicBezTo>
                  <a:pt x="760452" y="36212"/>
                  <a:pt x="759402" y="35724"/>
                  <a:pt x="758377" y="35179"/>
                </a:cubicBezTo>
                <a:cubicBezTo>
                  <a:pt x="757353" y="34634"/>
                  <a:pt x="756436" y="33969"/>
                  <a:pt x="755626" y="33184"/>
                </a:cubicBezTo>
                <a:cubicBezTo>
                  <a:pt x="754816" y="32399"/>
                  <a:pt x="754165" y="31462"/>
                  <a:pt x="753672" y="30374"/>
                </a:cubicBezTo>
                <a:cubicBezTo>
                  <a:pt x="753178" y="29285"/>
                  <a:pt x="752932" y="27981"/>
                  <a:pt x="752932" y="26461"/>
                </a:cubicBezTo>
                <a:cubicBezTo>
                  <a:pt x="752932" y="25119"/>
                  <a:pt x="753191" y="23834"/>
                  <a:pt x="753709" y="22606"/>
                </a:cubicBezTo>
                <a:cubicBezTo>
                  <a:pt x="754228" y="21377"/>
                  <a:pt x="755006" y="20301"/>
                  <a:pt x="756043" y="19377"/>
                </a:cubicBezTo>
                <a:cubicBezTo>
                  <a:pt x="757081" y="18452"/>
                  <a:pt x="758377" y="17711"/>
                  <a:pt x="759933" y="17154"/>
                </a:cubicBezTo>
                <a:cubicBezTo>
                  <a:pt x="761489" y="16597"/>
                  <a:pt x="763304" y="16318"/>
                  <a:pt x="765379" y="16318"/>
                </a:cubicBezTo>
                <a:cubicBezTo>
                  <a:pt x="766290" y="16318"/>
                  <a:pt x="767200" y="16395"/>
                  <a:pt x="768111" y="16549"/>
                </a:cubicBezTo>
                <a:cubicBezTo>
                  <a:pt x="769022" y="16704"/>
                  <a:pt x="769844" y="16896"/>
                  <a:pt x="770578" y="17127"/>
                </a:cubicBezTo>
                <a:cubicBezTo>
                  <a:pt x="771312" y="17358"/>
                  <a:pt x="771938" y="17608"/>
                  <a:pt x="772456" y="17878"/>
                </a:cubicBezTo>
                <a:cubicBezTo>
                  <a:pt x="772975" y="18147"/>
                  <a:pt x="773367" y="18385"/>
                  <a:pt x="773633" y="18590"/>
                </a:cubicBezTo>
                <a:cubicBezTo>
                  <a:pt x="773899" y="18796"/>
                  <a:pt x="774076" y="18975"/>
                  <a:pt x="774164" y="19126"/>
                </a:cubicBezTo>
                <a:cubicBezTo>
                  <a:pt x="774253" y="19278"/>
                  <a:pt x="774316" y="19449"/>
                  <a:pt x="774354" y="19639"/>
                </a:cubicBezTo>
                <a:cubicBezTo>
                  <a:pt x="774392" y="19829"/>
                  <a:pt x="774430" y="20063"/>
                  <a:pt x="774468" y="20341"/>
                </a:cubicBezTo>
                <a:cubicBezTo>
                  <a:pt x="774506" y="20619"/>
                  <a:pt x="774525" y="20961"/>
                  <a:pt x="774525" y="21365"/>
                </a:cubicBezTo>
                <a:cubicBezTo>
                  <a:pt x="774525" y="21796"/>
                  <a:pt x="774506" y="22169"/>
                  <a:pt x="774468" y="22485"/>
                </a:cubicBezTo>
                <a:cubicBezTo>
                  <a:pt x="774430" y="22801"/>
                  <a:pt x="774367" y="23061"/>
                  <a:pt x="774278" y="23263"/>
                </a:cubicBezTo>
                <a:cubicBezTo>
                  <a:pt x="774189" y="23465"/>
                  <a:pt x="774082" y="23611"/>
                  <a:pt x="773955" y="23699"/>
                </a:cubicBezTo>
                <a:cubicBezTo>
                  <a:pt x="773829" y="23788"/>
                  <a:pt x="773690" y="23832"/>
                  <a:pt x="773538" y="23832"/>
                </a:cubicBezTo>
                <a:cubicBezTo>
                  <a:pt x="773310" y="23832"/>
                  <a:pt x="772981" y="23691"/>
                  <a:pt x="772551" y="23409"/>
                </a:cubicBezTo>
                <a:cubicBezTo>
                  <a:pt x="772121" y="23127"/>
                  <a:pt x="771565" y="22825"/>
                  <a:pt x="770882" y="22504"/>
                </a:cubicBezTo>
                <a:cubicBezTo>
                  <a:pt x="770198" y="22183"/>
                  <a:pt x="769395" y="21881"/>
                  <a:pt x="768472" y="21599"/>
                </a:cubicBezTo>
                <a:cubicBezTo>
                  <a:pt x="767548" y="21317"/>
                  <a:pt x="766492" y="21176"/>
                  <a:pt x="765303" y="21176"/>
                </a:cubicBezTo>
                <a:cubicBezTo>
                  <a:pt x="764240" y="21176"/>
                  <a:pt x="763304" y="21296"/>
                  <a:pt x="762495" y="21537"/>
                </a:cubicBezTo>
                <a:cubicBezTo>
                  <a:pt x="761685" y="21778"/>
                  <a:pt x="761021" y="22120"/>
                  <a:pt x="760502" y="22563"/>
                </a:cubicBezTo>
                <a:cubicBezTo>
                  <a:pt x="759984" y="23007"/>
                  <a:pt x="759592" y="23533"/>
                  <a:pt x="759326" y="24142"/>
                </a:cubicBezTo>
                <a:cubicBezTo>
                  <a:pt x="759060" y="24750"/>
                  <a:pt x="758928" y="25409"/>
                  <a:pt x="758928" y="26119"/>
                </a:cubicBezTo>
                <a:cubicBezTo>
                  <a:pt x="758928" y="27106"/>
                  <a:pt x="759181" y="27935"/>
                  <a:pt x="759687" y="28607"/>
                </a:cubicBezTo>
                <a:cubicBezTo>
                  <a:pt x="760192" y="29278"/>
                  <a:pt x="760850" y="29867"/>
                  <a:pt x="761660" y="30374"/>
                </a:cubicBezTo>
                <a:cubicBezTo>
                  <a:pt x="762469" y="30880"/>
                  <a:pt x="763393" y="31335"/>
                  <a:pt x="764430" y="31741"/>
                </a:cubicBezTo>
                <a:cubicBezTo>
                  <a:pt x="765467" y="32146"/>
                  <a:pt x="766524" y="32564"/>
                  <a:pt x="767599" y="32995"/>
                </a:cubicBezTo>
                <a:cubicBezTo>
                  <a:pt x="768674" y="33425"/>
                  <a:pt x="769737" y="33906"/>
                  <a:pt x="770787" y="34438"/>
                </a:cubicBezTo>
                <a:cubicBezTo>
                  <a:pt x="771837" y="34970"/>
                  <a:pt x="772766" y="35616"/>
                  <a:pt x="773576" y="36376"/>
                </a:cubicBezTo>
                <a:cubicBezTo>
                  <a:pt x="774386" y="37135"/>
                  <a:pt x="775037" y="38047"/>
                  <a:pt x="775530" y="39111"/>
                </a:cubicBezTo>
                <a:cubicBezTo>
                  <a:pt x="776024" y="40175"/>
                  <a:pt x="776270" y="41441"/>
                  <a:pt x="776270" y="42910"/>
                </a:cubicBezTo>
                <a:close/>
                <a:moveTo>
                  <a:pt x="814370" y="33623"/>
                </a:moveTo>
                <a:cubicBezTo>
                  <a:pt x="814370" y="34610"/>
                  <a:pt x="814124" y="35312"/>
                  <a:pt x="813630" y="35729"/>
                </a:cubicBezTo>
                <a:cubicBezTo>
                  <a:pt x="813137" y="36147"/>
                  <a:pt x="812574" y="36355"/>
                  <a:pt x="811941" y="36355"/>
                </a:cubicBezTo>
                <a:lnTo>
                  <a:pt x="789551" y="36355"/>
                </a:lnTo>
                <a:cubicBezTo>
                  <a:pt x="789551" y="38258"/>
                  <a:pt x="789741" y="39971"/>
                  <a:pt x="790121" y="41494"/>
                </a:cubicBezTo>
                <a:cubicBezTo>
                  <a:pt x="790500" y="43017"/>
                  <a:pt x="791133" y="44324"/>
                  <a:pt x="792018" y="45415"/>
                </a:cubicBezTo>
                <a:cubicBezTo>
                  <a:pt x="792904" y="46506"/>
                  <a:pt x="794055" y="47343"/>
                  <a:pt x="795472" y="47928"/>
                </a:cubicBezTo>
                <a:cubicBezTo>
                  <a:pt x="796888" y="48511"/>
                  <a:pt x="798621" y="48803"/>
                  <a:pt x="800671" y="48803"/>
                </a:cubicBezTo>
                <a:cubicBezTo>
                  <a:pt x="802290" y="48803"/>
                  <a:pt x="803732" y="48670"/>
                  <a:pt x="804997" y="48404"/>
                </a:cubicBezTo>
                <a:cubicBezTo>
                  <a:pt x="806262" y="48139"/>
                  <a:pt x="807356" y="47841"/>
                  <a:pt x="808279" y="47513"/>
                </a:cubicBezTo>
                <a:cubicBezTo>
                  <a:pt x="809203" y="47184"/>
                  <a:pt x="809962" y="46886"/>
                  <a:pt x="810556" y="46621"/>
                </a:cubicBezTo>
                <a:cubicBezTo>
                  <a:pt x="811151" y="46355"/>
                  <a:pt x="811600" y="46222"/>
                  <a:pt x="811904" y="46222"/>
                </a:cubicBezTo>
                <a:cubicBezTo>
                  <a:pt x="812081" y="46222"/>
                  <a:pt x="812239" y="46267"/>
                  <a:pt x="812378" y="46355"/>
                </a:cubicBezTo>
                <a:cubicBezTo>
                  <a:pt x="812517" y="46444"/>
                  <a:pt x="812625" y="46576"/>
                  <a:pt x="812700" y="46754"/>
                </a:cubicBezTo>
                <a:cubicBezTo>
                  <a:pt x="812776" y="46931"/>
                  <a:pt x="812833" y="47177"/>
                  <a:pt x="812871" y="47494"/>
                </a:cubicBezTo>
                <a:cubicBezTo>
                  <a:pt x="812909" y="47810"/>
                  <a:pt x="812928" y="48196"/>
                  <a:pt x="812928" y="48651"/>
                </a:cubicBezTo>
                <a:cubicBezTo>
                  <a:pt x="812928" y="48980"/>
                  <a:pt x="812916" y="49265"/>
                  <a:pt x="812890" y="49505"/>
                </a:cubicBezTo>
                <a:cubicBezTo>
                  <a:pt x="812865" y="49745"/>
                  <a:pt x="812833" y="49960"/>
                  <a:pt x="812795" y="50150"/>
                </a:cubicBezTo>
                <a:cubicBezTo>
                  <a:pt x="812757" y="50340"/>
                  <a:pt x="812694" y="50511"/>
                  <a:pt x="812606" y="50662"/>
                </a:cubicBezTo>
                <a:cubicBezTo>
                  <a:pt x="812517" y="50814"/>
                  <a:pt x="812403" y="50960"/>
                  <a:pt x="812264" y="51099"/>
                </a:cubicBezTo>
                <a:cubicBezTo>
                  <a:pt x="812125" y="51238"/>
                  <a:pt x="811714" y="51466"/>
                  <a:pt x="811031" y="51782"/>
                </a:cubicBezTo>
                <a:cubicBezTo>
                  <a:pt x="810348" y="52098"/>
                  <a:pt x="809462" y="52408"/>
                  <a:pt x="808374" y="52712"/>
                </a:cubicBezTo>
                <a:cubicBezTo>
                  <a:pt x="807286" y="53015"/>
                  <a:pt x="806028" y="53287"/>
                  <a:pt x="804598" y="53527"/>
                </a:cubicBezTo>
                <a:cubicBezTo>
                  <a:pt x="803169" y="53768"/>
                  <a:pt x="801645" y="53888"/>
                  <a:pt x="800025" y="53888"/>
                </a:cubicBezTo>
                <a:cubicBezTo>
                  <a:pt x="797217" y="53888"/>
                  <a:pt x="794757" y="53495"/>
                  <a:pt x="792644" y="52710"/>
                </a:cubicBezTo>
                <a:cubicBezTo>
                  <a:pt x="790532" y="51925"/>
                  <a:pt x="788754" y="50760"/>
                  <a:pt x="787312" y="49215"/>
                </a:cubicBezTo>
                <a:cubicBezTo>
                  <a:pt x="785870" y="47671"/>
                  <a:pt x="784782" y="45733"/>
                  <a:pt x="784049" y="43403"/>
                </a:cubicBezTo>
                <a:cubicBezTo>
                  <a:pt x="783315" y="41073"/>
                  <a:pt x="782948" y="38364"/>
                  <a:pt x="782948" y="35274"/>
                </a:cubicBezTo>
                <a:cubicBezTo>
                  <a:pt x="782948" y="32336"/>
                  <a:pt x="783328" y="29696"/>
                  <a:pt x="784087" y="27353"/>
                </a:cubicBezTo>
                <a:cubicBezTo>
                  <a:pt x="784846" y="25011"/>
                  <a:pt x="785940" y="23023"/>
                  <a:pt x="787369" y="21389"/>
                </a:cubicBezTo>
                <a:cubicBezTo>
                  <a:pt x="788799" y="19756"/>
                  <a:pt x="790525" y="18502"/>
                  <a:pt x="792549" y="17629"/>
                </a:cubicBezTo>
                <a:cubicBezTo>
                  <a:pt x="794573" y="16755"/>
                  <a:pt x="796838" y="16318"/>
                  <a:pt x="799342" y="16318"/>
                </a:cubicBezTo>
                <a:cubicBezTo>
                  <a:pt x="802024" y="16318"/>
                  <a:pt x="804307" y="16748"/>
                  <a:pt x="806192" y="17608"/>
                </a:cubicBezTo>
                <a:cubicBezTo>
                  <a:pt x="808077" y="18469"/>
                  <a:pt x="809627" y="19626"/>
                  <a:pt x="810841" y="21081"/>
                </a:cubicBezTo>
                <a:cubicBezTo>
                  <a:pt x="812055" y="22536"/>
                  <a:pt x="812947" y="24243"/>
                  <a:pt x="813516" y="26204"/>
                </a:cubicBezTo>
                <a:cubicBezTo>
                  <a:pt x="814086" y="28165"/>
                  <a:pt x="814370" y="30258"/>
                  <a:pt x="814370" y="32485"/>
                </a:cubicBezTo>
                <a:lnTo>
                  <a:pt x="814370" y="33623"/>
                </a:lnTo>
                <a:moveTo>
                  <a:pt x="808071" y="31764"/>
                </a:moveTo>
                <a:cubicBezTo>
                  <a:pt x="808147" y="28475"/>
                  <a:pt x="807419" y="25894"/>
                  <a:pt x="805889" y="24022"/>
                </a:cubicBezTo>
                <a:cubicBezTo>
                  <a:pt x="804358" y="22150"/>
                  <a:pt x="802087" y="21214"/>
                  <a:pt x="799077" y="21214"/>
                </a:cubicBezTo>
                <a:cubicBezTo>
                  <a:pt x="797533" y="21214"/>
                  <a:pt x="796180" y="21505"/>
                  <a:pt x="795016" y="22086"/>
                </a:cubicBezTo>
                <a:cubicBezTo>
                  <a:pt x="793852" y="22668"/>
                  <a:pt x="792878" y="23440"/>
                  <a:pt x="792094" y="24401"/>
                </a:cubicBezTo>
                <a:cubicBezTo>
                  <a:pt x="791310" y="25363"/>
                  <a:pt x="790703" y="26482"/>
                  <a:pt x="790272" y="27760"/>
                </a:cubicBezTo>
                <a:cubicBezTo>
                  <a:pt x="789842" y="29038"/>
                  <a:pt x="789602" y="30372"/>
                  <a:pt x="789551" y="31764"/>
                </a:cubicBezTo>
                <a:lnTo>
                  <a:pt x="808071" y="31764"/>
                </a:lnTo>
                <a:close/>
                <a:moveTo>
                  <a:pt x="855748" y="34591"/>
                </a:moveTo>
                <a:cubicBezTo>
                  <a:pt x="855748" y="37578"/>
                  <a:pt x="855426" y="40263"/>
                  <a:pt x="854780" y="42643"/>
                </a:cubicBezTo>
                <a:cubicBezTo>
                  <a:pt x="854135" y="45024"/>
                  <a:pt x="853187" y="47044"/>
                  <a:pt x="851934" y="48703"/>
                </a:cubicBezTo>
                <a:cubicBezTo>
                  <a:pt x="850682" y="50362"/>
                  <a:pt x="849132" y="51641"/>
                  <a:pt x="847286" y="52540"/>
                </a:cubicBezTo>
                <a:cubicBezTo>
                  <a:pt x="845439" y="53439"/>
                  <a:pt x="843326" y="53888"/>
                  <a:pt x="840948" y="53888"/>
                </a:cubicBezTo>
                <a:cubicBezTo>
                  <a:pt x="839936" y="53888"/>
                  <a:pt x="839000" y="53787"/>
                  <a:pt x="838140" y="53584"/>
                </a:cubicBezTo>
                <a:cubicBezTo>
                  <a:pt x="837280" y="53382"/>
                  <a:pt x="836438" y="53066"/>
                  <a:pt x="835616" y="52636"/>
                </a:cubicBezTo>
                <a:cubicBezTo>
                  <a:pt x="834794" y="52205"/>
                  <a:pt x="833978" y="51660"/>
                  <a:pt x="833168" y="51001"/>
                </a:cubicBezTo>
                <a:cubicBezTo>
                  <a:pt x="832359" y="50343"/>
                  <a:pt x="831499" y="49570"/>
                  <a:pt x="830588" y="48684"/>
                </a:cubicBezTo>
                <a:lnTo>
                  <a:pt x="830588" y="65731"/>
                </a:lnTo>
                <a:cubicBezTo>
                  <a:pt x="830588" y="65932"/>
                  <a:pt x="830537" y="66109"/>
                  <a:pt x="830436" y="66261"/>
                </a:cubicBezTo>
                <a:cubicBezTo>
                  <a:pt x="830335" y="66412"/>
                  <a:pt x="830170" y="66539"/>
                  <a:pt x="829943" y="66639"/>
                </a:cubicBezTo>
                <a:cubicBezTo>
                  <a:pt x="829715" y="66740"/>
                  <a:pt x="829399" y="66816"/>
                  <a:pt x="828994" y="66867"/>
                </a:cubicBezTo>
                <a:cubicBezTo>
                  <a:pt x="828589" y="66917"/>
                  <a:pt x="828071" y="66943"/>
                  <a:pt x="827438" y="66943"/>
                </a:cubicBezTo>
                <a:cubicBezTo>
                  <a:pt x="826831" y="66943"/>
                  <a:pt x="826325" y="66917"/>
                  <a:pt x="825920" y="66867"/>
                </a:cubicBezTo>
                <a:cubicBezTo>
                  <a:pt x="825515" y="66816"/>
                  <a:pt x="825193" y="66740"/>
                  <a:pt x="824952" y="66639"/>
                </a:cubicBezTo>
                <a:cubicBezTo>
                  <a:pt x="824712" y="66538"/>
                  <a:pt x="824548" y="66411"/>
                  <a:pt x="824459" y="66259"/>
                </a:cubicBezTo>
                <a:cubicBezTo>
                  <a:pt x="824370" y="66108"/>
                  <a:pt x="824326" y="65931"/>
                  <a:pt x="824326" y="65728"/>
                </a:cubicBezTo>
                <a:lnTo>
                  <a:pt x="824326" y="18026"/>
                </a:lnTo>
                <a:cubicBezTo>
                  <a:pt x="824326" y="17798"/>
                  <a:pt x="824364" y="17615"/>
                  <a:pt x="824440" y="17476"/>
                </a:cubicBezTo>
                <a:cubicBezTo>
                  <a:pt x="824516" y="17337"/>
                  <a:pt x="824668" y="17216"/>
                  <a:pt x="824895" y="17115"/>
                </a:cubicBezTo>
                <a:cubicBezTo>
                  <a:pt x="825123" y="17014"/>
                  <a:pt x="825414" y="16944"/>
                  <a:pt x="825768" y="16906"/>
                </a:cubicBezTo>
                <a:cubicBezTo>
                  <a:pt x="826122" y="16868"/>
                  <a:pt x="826553" y="16849"/>
                  <a:pt x="827059" y="16849"/>
                </a:cubicBezTo>
                <a:cubicBezTo>
                  <a:pt x="827590" y="16849"/>
                  <a:pt x="828026" y="16868"/>
                  <a:pt x="828368" y="16906"/>
                </a:cubicBezTo>
                <a:cubicBezTo>
                  <a:pt x="828709" y="16944"/>
                  <a:pt x="828994" y="17014"/>
                  <a:pt x="829222" y="17115"/>
                </a:cubicBezTo>
                <a:cubicBezTo>
                  <a:pt x="829449" y="17216"/>
                  <a:pt x="829607" y="17337"/>
                  <a:pt x="829696" y="17477"/>
                </a:cubicBezTo>
                <a:cubicBezTo>
                  <a:pt x="829785" y="17616"/>
                  <a:pt x="829829" y="17799"/>
                  <a:pt x="829829" y="18027"/>
                </a:cubicBezTo>
                <a:lnTo>
                  <a:pt x="829829" y="22624"/>
                </a:lnTo>
                <a:cubicBezTo>
                  <a:pt x="830866" y="21560"/>
                  <a:pt x="831865" y="20636"/>
                  <a:pt x="832827" y="19851"/>
                </a:cubicBezTo>
                <a:cubicBezTo>
                  <a:pt x="833788" y="19066"/>
                  <a:pt x="834756" y="18414"/>
                  <a:pt x="835730" y="17895"/>
                </a:cubicBezTo>
                <a:cubicBezTo>
                  <a:pt x="836704" y="17376"/>
                  <a:pt x="837703" y="16983"/>
                  <a:pt x="838728" y="16718"/>
                </a:cubicBezTo>
                <a:cubicBezTo>
                  <a:pt x="839753" y="16451"/>
                  <a:pt x="840834" y="16318"/>
                  <a:pt x="841973" y="16318"/>
                </a:cubicBezTo>
                <a:cubicBezTo>
                  <a:pt x="844452" y="16318"/>
                  <a:pt x="846564" y="16799"/>
                  <a:pt x="848310" y="17761"/>
                </a:cubicBezTo>
                <a:cubicBezTo>
                  <a:pt x="850056" y="18724"/>
                  <a:pt x="851479" y="20041"/>
                  <a:pt x="852579" y="21713"/>
                </a:cubicBezTo>
                <a:cubicBezTo>
                  <a:pt x="853680" y="23384"/>
                  <a:pt x="854483" y="25328"/>
                  <a:pt x="854989" y="27544"/>
                </a:cubicBezTo>
                <a:cubicBezTo>
                  <a:pt x="855495" y="29759"/>
                  <a:pt x="855748" y="32108"/>
                  <a:pt x="855748" y="34591"/>
                </a:cubicBezTo>
                <a:moveTo>
                  <a:pt x="849145" y="35312"/>
                </a:moveTo>
                <a:cubicBezTo>
                  <a:pt x="849145" y="33564"/>
                  <a:pt x="849012" y="31873"/>
                  <a:pt x="848747" y="30238"/>
                </a:cubicBezTo>
                <a:cubicBezTo>
                  <a:pt x="848481" y="28604"/>
                  <a:pt x="848026" y="27154"/>
                  <a:pt x="847380" y="25887"/>
                </a:cubicBezTo>
                <a:cubicBezTo>
                  <a:pt x="846735" y="24621"/>
                  <a:pt x="845869" y="23608"/>
                  <a:pt x="844781" y="22848"/>
                </a:cubicBezTo>
                <a:cubicBezTo>
                  <a:pt x="843693" y="22087"/>
                  <a:pt x="842339" y="21707"/>
                  <a:pt x="840720" y="21707"/>
                </a:cubicBezTo>
                <a:cubicBezTo>
                  <a:pt x="839911" y="21707"/>
                  <a:pt x="839114" y="21828"/>
                  <a:pt x="838329" y="22069"/>
                </a:cubicBezTo>
                <a:cubicBezTo>
                  <a:pt x="837545" y="22309"/>
                  <a:pt x="836748" y="22689"/>
                  <a:pt x="835939" y="23208"/>
                </a:cubicBezTo>
                <a:cubicBezTo>
                  <a:pt x="835129" y="23728"/>
                  <a:pt x="834282" y="24412"/>
                  <a:pt x="833396" y="25261"/>
                </a:cubicBezTo>
                <a:cubicBezTo>
                  <a:pt x="832511" y="26110"/>
                  <a:pt x="831575" y="27156"/>
                  <a:pt x="830588" y="28398"/>
                </a:cubicBezTo>
                <a:lnTo>
                  <a:pt x="830588" y="41998"/>
                </a:lnTo>
                <a:cubicBezTo>
                  <a:pt x="832308" y="44102"/>
                  <a:pt x="833940" y="45712"/>
                  <a:pt x="835483" y="46827"/>
                </a:cubicBezTo>
                <a:cubicBezTo>
                  <a:pt x="837027" y="47942"/>
                  <a:pt x="838646" y="48499"/>
                  <a:pt x="840341" y="48499"/>
                </a:cubicBezTo>
                <a:cubicBezTo>
                  <a:pt x="841909" y="48499"/>
                  <a:pt x="843257" y="48119"/>
                  <a:pt x="844382" y="47360"/>
                </a:cubicBezTo>
                <a:cubicBezTo>
                  <a:pt x="845508" y="46599"/>
                  <a:pt x="846419" y="45585"/>
                  <a:pt x="847115" y="44319"/>
                </a:cubicBezTo>
                <a:cubicBezTo>
                  <a:pt x="847810" y="43052"/>
                  <a:pt x="848323" y="41634"/>
                  <a:pt x="848652" y="40063"/>
                </a:cubicBezTo>
                <a:cubicBezTo>
                  <a:pt x="848981" y="38492"/>
                  <a:pt x="849145" y="36908"/>
                  <a:pt x="849145" y="35312"/>
                </a:cubicBezTo>
                <a:close/>
                <a:moveTo>
                  <a:pt x="891333" y="52218"/>
                </a:moveTo>
                <a:cubicBezTo>
                  <a:pt x="891333" y="52522"/>
                  <a:pt x="891232" y="52750"/>
                  <a:pt x="891029" y="52901"/>
                </a:cubicBezTo>
                <a:cubicBezTo>
                  <a:pt x="890827" y="53053"/>
                  <a:pt x="890549" y="53167"/>
                  <a:pt x="890195" y="53243"/>
                </a:cubicBezTo>
                <a:cubicBezTo>
                  <a:pt x="889840" y="53319"/>
                  <a:pt x="889322" y="53357"/>
                  <a:pt x="888639" y="53357"/>
                </a:cubicBezTo>
                <a:cubicBezTo>
                  <a:pt x="887981" y="53357"/>
                  <a:pt x="887456" y="53319"/>
                  <a:pt x="887064" y="53243"/>
                </a:cubicBezTo>
                <a:cubicBezTo>
                  <a:pt x="886672" y="53167"/>
                  <a:pt x="886387" y="53053"/>
                  <a:pt x="886210" y="52901"/>
                </a:cubicBezTo>
                <a:cubicBezTo>
                  <a:pt x="886033" y="52750"/>
                  <a:pt x="885944" y="52522"/>
                  <a:pt x="885944" y="52218"/>
                </a:cubicBezTo>
                <a:lnTo>
                  <a:pt x="885944" y="48803"/>
                </a:lnTo>
                <a:cubicBezTo>
                  <a:pt x="884452" y="50397"/>
                  <a:pt x="882788" y="51643"/>
                  <a:pt x="880954" y="52541"/>
                </a:cubicBezTo>
                <a:cubicBezTo>
                  <a:pt x="879120" y="53439"/>
                  <a:pt x="877178" y="53888"/>
                  <a:pt x="875129" y="53888"/>
                </a:cubicBezTo>
                <a:cubicBezTo>
                  <a:pt x="873332" y="53888"/>
                  <a:pt x="871707" y="53653"/>
                  <a:pt x="870252" y="53184"/>
                </a:cubicBezTo>
                <a:cubicBezTo>
                  <a:pt x="868798" y="52714"/>
                  <a:pt x="867558" y="52035"/>
                  <a:pt x="866533" y="51146"/>
                </a:cubicBezTo>
                <a:cubicBezTo>
                  <a:pt x="865509" y="50258"/>
                  <a:pt x="864712" y="49166"/>
                  <a:pt x="864142" y="47872"/>
                </a:cubicBezTo>
                <a:cubicBezTo>
                  <a:pt x="863573" y="46577"/>
                  <a:pt x="863289" y="45104"/>
                  <a:pt x="863289" y="43453"/>
                </a:cubicBezTo>
                <a:cubicBezTo>
                  <a:pt x="863289" y="41524"/>
                  <a:pt x="863681" y="39849"/>
                  <a:pt x="864465" y="38427"/>
                </a:cubicBezTo>
                <a:cubicBezTo>
                  <a:pt x="865249" y="37005"/>
                  <a:pt x="866375" y="35824"/>
                  <a:pt x="867842" y="34885"/>
                </a:cubicBezTo>
                <a:cubicBezTo>
                  <a:pt x="869310" y="33946"/>
                  <a:pt x="871106" y="33241"/>
                  <a:pt x="873231" y="32772"/>
                </a:cubicBezTo>
                <a:cubicBezTo>
                  <a:pt x="875356" y="32302"/>
                  <a:pt x="877747" y="32067"/>
                  <a:pt x="880404" y="32067"/>
                </a:cubicBezTo>
                <a:lnTo>
                  <a:pt x="885109" y="32067"/>
                </a:lnTo>
                <a:lnTo>
                  <a:pt x="885109" y="29420"/>
                </a:lnTo>
                <a:cubicBezTo>
                  <a:pt x="885109" y="28109"/>
                  <a:pt x="884970" y="26950"/>
                  <a:pt x="884692" y="25942"/>
                </a:cubicBezTo>
                <a:cubicBezTo>
                  <a:pt x="884414" y="24933"/>
                  <a:pt x="883965" y="24095"/>
                  <a:pt x="883345" y="23427"/>
                </a:cubicBezTo>
                <a:cubicBezTo>
                  <a:pt x="882725" y="22759"/>
                  <a:pt x="881922" y="22254"/>
                  <a:pt x="880935" y="21915"/>
                </a:cubicBezTo>
                <a:cubicBezTo>
                  <a:pt x="879948" y="21574"/>
                  <a:pt x="878734" y="21403"/>
                  <a:pt x="877292" y="21403"/>
                </a:cubicBezTo>
                <a:cubicBezTo>
                  <a:pt x="875749" y="21403"/>
                  <a:pt x="874363" y="21585"/>
                  <a:pt x="873136" y="21948"/>
                </a:cubicBezTo>
                <a:cubicBezTo>
                  <a:pt x="871909" y="22311"/>
                  <a:pt x="870834" y="22711"/>
                  <a:pt x="869911" y="23149"/>
                </a:cubicBezTo>
                <a:cubicBezTo>
                  <a:pt x="868987" y="23587"/>
                  <a:pt x="868216" y="23988"/>
                  <a:pt x="867596" y="24350"/>
                </a:cubicBezTo>
                <a:cubicBezTo>
                  <a:pt x="866976" y="24713"/>
                  <a:pt x="866514" y="24895"/>
                  <a:pt x="866211" y="24895"/>
                </a:cubicBezTo>
                <a:cubicBezTo>
                  <a:pt x="866008" y="24895"/>
                  <a:pt x="865831" y="24844"/>
                  <a:pt x="865679" y="24743"/>
                </a:cubicBezTo>
                <a:cubicBezTo>
                  <a:pt x="865528" y="24642"/>
                  <a:pt x="865395" y="24490"/>
                  <a:pt x="865281" y="24288"/>
                </a:cubicBezTo>
                <a:cubicBezTo>
                  <a:pt x="865167" y="24085"/>
                  <a:pt x="865085" y="23826"/>
                  <a:pt x="865034" y="23510"/>
                </a:cubicBezTo>
                <a:cubicBezTo>
                  <a:pt x="864984" y="23193"/>
                  <a:pt x="864958" y="22845"/>
                  <a:pt x="864958" y="22466"/>
                </a:cubicBezTo>
                <a:cubicBezTo>
                  <a:pt x="864958" y="21833"/>
                  <a:pt x="865003" y="21334"/>
                  <a:pt x="865091" y="20967"/>
                </a:cubicBezTo>
                <a:cubicBezTo>
                  <a:pt x="865180" y="20600"/>
                  <a:pt x="865395" y="20252"/>
                  <a:pt x="865736" y="19923"/>
                </a:cubicBezTo>
                <a:cubicBezTo>
                  <a:pt x="866078" y="19594"/>
                  <a:pt x="866666" y="19211"/>
                  <a:pt x="867501" y="18774"/>
                </a:cubicBezTo>
                <a:cubicBezTo>
                  <a:pt x="868336" y="18336"/>
                  <a:pt x="869297" y="17936"/>
                  <a:pt x="870385" y="17574"/>
                </a:cubicBezTo>
                <a:cubicBezTo>
                  <a:pt x="871473" y="17212"/>
                  <a:pt x="872662" y="16912"/>
                  <a:pt x="873952" y="16675"/>
                </a:cubicBezTo>
                <a:cubicBezTo>
                  <a:pt x="875243" y="16437"/>
                  <a:pt x="876545" y="16318"/>
                  <a:pt x="877861" y="16318"/>
                </a:cubicBezTo>
                <a:cubicBezTo>
                  <a:pt x="880315" y="16318"/>
                  <a:pt x="882402" y="16596"/>
                  <a:pt x="884123" y="17153"/>
                </a:cubicBezTo>
                <a:cubicBezTo>
                  <a:pt x="885843" y="17710"/>
                  <a:pt x="887235" y="18526"/>
                  <a:pt x="888297" y="19601"/>
                </a:cubicBezTo>
                <a:cubicBezTo>
                  <a:pt x="889360" y="20676"/>
                  <a:pt x="890131" y="22011"/>
                  <a:pt x="890612" y="23604"/>
                </a:cubicBezTo>
                <a:cubicBezTo>
                  <a:pt x="891093" y="25198"/>
                  <a:pt x="891333" y="27058"/>
                  <a:pt x="891333" y="29183"/>
                </a:cubicBezTo>
                <a:lnTo>
                  <a:pt x="891333" y="52218"/>
                </a:lnTo>
                <a:moveTo>
                  <a:pt x="885109" y="36583"/>
                </a:moveTo>
                <a:lnTo>
                  <a:pt x="879759" y="36583"/>
                </a:lnTo>
                <a:cubicBezTo>
                  <a:pt x="878038" y="36583"/>
                  <a:pt x="876545" y="36730"/>
                  <a:pt x="875281" y="37023"/>
                </a:cubicBezTo>
                <a:cubicBezTo>
                  <a:pt x="874016" y="37316"/>
                  <a:pt x="872966" y="37748"/>
                  <a:pt x="872131" y="38320"/>
                </a:cubicBezTo>
                <a:cubicBezTo>
                  <a:pt x="871296" y="38893"/>
                  <a:pt x="870682" y="39580"/>
                  <a:pt x="870290" y="40383"/>
                </a:cubicBezTo>
                <a:cubicBezTo>
                  <a:pt x="869898" y="41184"/>
                  <a:pt x="869702" y="42107"/>
                  <a:pt x="869702" y="43151"/>
                </a:cubicBezTo>
                <a:cubicBezTo>
                  <a:pt x="869702" y="44933"/>
                  <a:pt x="870265" y="46352"/>
                  <a:pt x="871391" y="47408"/>
                </a:cubicBezTo>
                <a:cubicBezTo>
                  <a:pt x="872517" y="48464"/>
                  <a:pt x="874091" y="48993"/>
                  <a:pt x="876115" y="48993"/>
                </a:cubicBezTo>
                <a:cubicBezTo>
                  <a:pt x="877760" y="48993"/>
                  <a:pt x="879284" y="48573"/>
                  <a:pt x="880688" y="47733"/>
                </a:cubicBezTo>
                <a:cubicBezTo>
                  <a:pt x="882092" y="46893"/>
                  <a:pt x="883566" y="45607"/>
                  <a:pt x="885109" y="43876"/>
                </a:cubicBezTo>
                <a:lnTo>
                  <a:pt x="885109" y="36583"/>
                </a:lnTo>
                <a:close/>
                <a:moveTo>
                  <a:pt x="922490" y="20265"/>
                </a:moveTo>
                <a:cubicBezTo>
                  <a:pt x="922490" y="20822"/>
                  <a:pt x="922477" y="21290"/>
                  <a:pt x="922452" y="21669"/>
                </a:cubicBezTo>
                <a:cubicBezTo>
                  <a:pt x="922426" y="22049"/>
                  <a:pt x="922376" y="22346"/>
                  <a:pt x="922300" y="22561"/>
                </a:cubicBezTo>
                <a:cubicBezTo>
                  <a:pt x="922224" y="22776"/>
                  <a:pt x="922129" y="22940"/>
                  <a:pt x="922015" y="23054"/>
                </a:cubicBezTo>
                <a:cubicBezTo>
                  <a:pt x="921901" y="23168"/>
                  <a:pt x="921743" y="23225"/>
                  <a:pt x="921541" y="23225"/>
                </a:cubicBezTo>
                <a:cubicBezTo>
                  <a:pt x="921339" y="23225"/>
                  <a:pt x="921092" y="23168"/>
                  <a:pt x="920801" y="23054"/>
                </a:cubicBezTo>
                <a:cubicBezTo>
                  <a:pt x="920510" y="22940"/>
                  <a:pt x="920181" y="22826"/>
                  <a:pt x="919814" y="22713"/>
                </a:cubicBezTo>
                <a:cubicBezTo>
                  <a:pt x="919447" y="22599"/>
                  <a:pt x="919036" y="22491"/>
                  <a:pt x="918581" y="22390"/>
                </a:cubicBezTo>
                <a:cubicBezTo>
                  <a:pt x="918125" y="22289"/>
                  <a:pt x="917632" y="22238"/>
                  <a:pt x="917101" y="22238"/>
                </a:cubicBezTo>
                <a:cubicBezTo>
                  <a:pt x="916468" y="22238"/>
                  <a:pt x="915849" y="22365"/>
                  <a:pt x="915241" y="22618"/>
                </a:cubicBezTo>
                <a:cubicBezTo>
                  <a:pt x="914634" y="22871"/>
                  <a:pt x="913995" y="23288"/>
                  <a:pt x="913325" y="23870"/>
                </a:cubicBezTo>
                <a:cubicBezTo>
                  <a:pt x="912654" y="24452"/>
                  <a:pt x="911952" y="25224"/>
                  <a:pt x="911219" y="26185"/>
                </a:cubicBezTo>
                <a:cubicBezTo>
                  <a:pt x="910485" y="27146"/>
                  <a:pt x="909675" y="28323"/>
                  <a:pt x="908790" y="29714"/>
                </a:cubicBezTo>
                <a:lnTo>
                  <a:pt x="908790" y="52180"/>
                </a:lnTo>
                <a:cubicBezTo>
                  <a:pt x="908790" y="52383"/>
                  <a:pt x="908739" y="52553"/>
                  <a:pt x="908638" y="52693"/>
                </a:cubicBezTo>
                <a:cubicBezTo>
                  <a:pt x="908537" y="52832"/>
                  <a:pt x="908373" y="52952"/>
                  <a:pt x="908145" y="53053"/>
                </a:cubicBezTo>
                <a:cubicBezTo>
                  <a:pt x="907917" y="53154"/>
                  <a:pt x="907601" y="53230"/>
                  <a:pt x="907196" y="53281"/>
                </a:cubicBezTo>
                <a:cubicBezTo>
                  <a:pt x="906791" y="53331"/>
                  <a:pt x="906273" y="53357"/>
                  <a:pt x="905640" y="53357"/>
                </a:cubicBezTo>
                <a:cubicBezTo>
                  <a:pt x="905033" y="53357"/>
                  <a:pt x="904527" y="53331"/>
                  <a:pt x="904122" y="53281"/>
                </a:cubicBezTo>
                <a:cubicBezTo>
                  <a:pt x="903717" y="53230"/>
                  <a:pt x="903395" y="53154"/>
                  <a:pt x="903155" y="53053"/>
                </a:cubicBezTo>
                <a:cubicBezTo>
                  <a:pt x="902914" y="52952"/>
                  <a:pt x="902750" y="52832"/>
                  <a:pt x="902661" y="52693"/>
                </a:cubicBezTo>
                <a:cubicBezTo>
                  <a:pt x="902573" y="52553"/>
                  <a:pt x="902528" y="52383"/>
                  <a:pt x="902528" y="52180"/>
                </a:cubicBezTo>
                <a:lnTo>
                  <a:pt x="902528" y="18026"/>
                </a:lnTo>
                <a:cubicBezTo>
                  <a:pt x="902528" y="17824"/>
                  <a:pt x="902566" y="17653"/>
                  <a:pt x="902642" y="17514"/>
                </a:cubicBezTo>
                <a:cubicBezTo>
                  <a:pt x="902718" y="17374"/>
                  <a:pt x="902870" y="17248"/>
                  <a:pt x="903098" y="17134"/>
                </a:cubicBezTo>
                <a:cubicBezTo>
                  <a:pt x="903325" y="17020"/>
                  <a:pt x="903616" y="16944"/>
                  <a:pt x="903970" y="16906"/>
                </a:cubicBezTo>
                <a:cubicBezTo>
                  <a:pt x="904325" y="16868"/>
                  <a:pt x="904793" y="16849"/>
                  <a:pt x="905375" y="16849"/>
                </a:cubicBezTo>
                <a:cubicBezTo>
                  <a:pt x="905931" y="16849"/>
                  <a:pt x="906393" y="16868"/>
                  <a:pt x="906760" y="16906"/>
                </a:cubicBezTo>
                <a:cubicBezTo>
                  <a:pt x="907127" y="16944"/>
                  <a:pt x="907411" y="17020"/>
                  <a:pt x="907614" y="17134"/>
                </a:cubicBezTo>
                <a:cubicBezTo>
                  <a:pt x="907816" y="17248"/>
                  <a:pt x="907961" y="17374"/>
                  <a:pt x="908050" y="17514"/>
                </a:cubicBezTo>
                <a:cubicBezTo>
                  <a:pt x="908139" y="17653"/>
                  <a:pt x="908183" y="17824"/>
                  <a:pt x="908183" y="18026"/>
                </a:cubicBezTo>
                <a:lnTo>
                  <a:pt x="908183" y="22997"/>
                </a:lnTo>
                <a:cubicBezTo>
                  <a:pt x="909119" y="21631"/>
                  <a:pt x="909998" y="20518"/>
                  <a:pt x="910820" y="19658"/>
                </a:cubicBezTo>
                <a:cubicBezTo>
                  <a:pt x="911642" y="18798"/>
                  <a:pt x="912420" y="18121"/>
                  <a:pt x="913154" y="17627"/>
                </a:cubicBezTo>
                <a:cubicBezTo>
                  <a:pt x="913888" y="17134"/>
                  <a:pt x="914615" y="16793"/>
                  <a:pt x="915336" y="16603"/>
                </a:cubicBezTo>
                <a:cubicBezTo>
                  <a:pt x="916057" y="16413"/>
                  <a:pt x="916785" y="16318"/>
                  <a:pt x="917518" y="16318"/>
                </a:cubicBezTo>
                <a:cubicBezTo>
                  <a:pt x="917847" y="16318"/>
                  <a:pt x="918220" y="16337"/>
                  <a:pt x="918638" y="16375"/>
                </a:cubicBezTo>
                <a:cubicBezTo>
                  <a:pt x="919055" y="16413"/>
                  <a:pt x="919492" y="16483"/>
                  <a:pt x="919947" y="16584"/>
                </a:cubicBezTo>
                <a:cubicBezTo>
                  <a:pt x="920402" y="16685"/>
                  <a:pt x="920814" y="16799"/>
                  <a:pt x="921180" y="16925"/>
                </a:cubicBezTo>
                <a:cubicBezTo>
                  <a:pt x="921547" y="17052"/>
                  <a:pt x="921807" y="17178"/>
                  <a:pt x="921958" y="17305"/>
                </a:cubicBezTo>
                <a:cubicBezTo>
                  <a:pt x="922110" y="17431"/>
                  <a:pt x="922211" y="17552"/>
                  <a:pt x="922262" y="17665"/>
                </a:cubicBezTo>
                <a:cubicBezTo>
                  <a:pt x="922313" y="17779"/>
                  <a:pt x="922357" y="17925"/>
                  <a:pt x="922395" y="18102"/>
                </a:cubicBezTo>
                <a:cubicBezTo>
                  <a:pt x="922433" y="18279"/>
                  <a:pt x="922458" y="18538"/>
                  <a:pt x="922471" y="18880"/>
                </a:cubicBezTo>
                <a:cubicBezTo>
                  <a:pt x="922483" y="19221"/>
                  <a:pt x="922490" y="19683"/>
                  <a:pt x="922490" y="20265"/>
                </a:cubicBezTo>
                <a:close/>
                <a:moveTo>
                  <a:pt x="955390" y="52218"/>
                </a:moveTo>
                <a:cubicBezTo>
                  <a:pt x="955390" y="52522"/>
                  <a:pt x="955289" y="52750"/>
                  <a:pt x="955086" y="52901"/>
                </a:cubicBezTo>
                <a:cubicBezTo>
                  <a:pt x="954884" y="53053"/>
                  <a:pt x="954606" y="53167"/>
                  <a:pt x="954252" y="53243"/>
                </a:cubicBezTo>
                <a:cubicBezTo>
                  <a:pt x="953897" y="53319"/>
                  <a:pt x="953379" y="53357"/>
                  <a:pt x="952696" y="53357"/>
                </a:cubicBezTo>
                <a:cubicBezTo>
                  <a:pt x="952038" y="53357"/>
                  <a:pt x="951513" y="53319"/>
                  <a:pt x="951121" y="53243"/>
                </a:cubicBezTo>
                <a:cubicBezTo>
                  <a:pt x="950729" y="53167"/>
                  <a:pt x="950444" y="53053"/>
                  <a:pt x="950267" y="52901"/>
                </a:cubicBezTo>
                <a:cubicBezTo>
                  <a:pt x="950090" y="52750"/>
                  <a:pt x="950001" y="52522"/>
                  <a:pt x="950001" y="52218"/>
                </a:cubicBezTo>
                <a:lnTo>
                  <a:pt x="950001" y="48803"/>
                </a:lnTo>
                <a:cubicBezTo>
                  <a:pt x="948509" y="50397"/>
                  <a:pt x="946845" y="51643"/>
                  <a:pt x="945011" y="52541"/>
                </a:cubicBezTo>
                <a:cubicBezTo>
                  <a:pt x="943177" y="53439"/>
                  <a:pt x="941235" y="53888"/>
                  <a:pt x="939186" y="53888"/>
                </a:cubicBezTo>
                <a:cubicBezTo>
                  <a:pt x="937389" y="53888"/>
                  <a:pt x="935764" y="53653"/>
                  <a:pt x="934309" y="53184"/>
                </a:cubicBezTo>
                <a:cubicBezTo>
                  <a:pt x="932854" y="52714"/>
                  <a:pt x="931615" y="52035"/>
                  <a:pt x="930590" y="51146"/>
                </a:cubicBezTo>
                <a:cubicBezTo>
                  <a:pt x="929566" y="50258"/>
                  <a:pt x="928769" y="49166"/>
                  <a:pt x="928199" y="47872"/>
                </a:cubicBezTo>
                <a:cubicBezTo>
                  <a:pt x="927630" y="46577"/>
                  <a:pt x="927345" y="45104"/>
                  <a:pt x="927345" y="43453"/>
                </a:cubicBezTo>
                <a:cubicBezTo>
                  <a:pt x="927345" y="41524"/>
                  <a:pt x="927738" y="39849"/>
                  <a:pt x="928522" y="38427"/>
                </a:cubicBezTo>
                <a:cubicBezTo>
                  <a:pt x="929306" y="37005"/>
                  <a:pt x="930432" y="35824"/>
                  <a:pt x="931899" y="34885"/>
                </a:cubicBezTo>
                <a:cubicBezTo>
                  <a:pt x="933367" y="33946"/>
                  <a:pt x="935163" y="33241"/>
                  <a:pt x="937288" y="32772"/>
                </a:cubicBezTo>
                <a:cubicBezTo>
                  <a:pt x="939413" y="32302"/>
                  <a:pt x="941804" y="32067"/>
                  <a:pt x="944461" y="32067"/>
                </a:cubicBezTo>
                <a:lnTo>
                  <a:pt x="949166" y="32067"/>
                </a:lnTo>
                <a:lnTo>
                  <a:pt x="949166" y="29420"/>
                </a:lnTo>
                <a:cubicBezTo>
                  <a:pt x="949166" y="28109"/>
                  <a:pt x="949027" y="26950"/>
                  <a:pt x="948749" y="25942"/>
                </a:cubicBezTo>
                <a:cubicBezTo>
                  <a:pt x="948471" y="24933"/>
                  <a:pt x="948022" y="24095"/>
                  <a:pt x="947402" y="23427"/>
                </a:cubicBezTo>
                <a:cubicBezTo>
                  <a:pt x="946782" y="22759"/>
                  <a:pt x="945979" y="22254"/>
                  <a:pt x="944992" y="21915"/>
                </a:cubicBezTo>
                <a:cubicBezTo>
                  <a:pt x="944005" y="21574"/>
                  <a:pt x="942791" y="21403"/>
                  <a:pt x="941349" y="21403"/>
                </a:cubicBezTo>
                <a:cubicBezTo>
                  <a:pt x="939805" y="21403"/>
                  <a:pt x="938420" y="21585"/>
                  <a:pt x="937193" y="21948"/>
                </a:cubicBezTo>
                <a:cubicBezTo>
                  <a:pt x="935966" y="22311"/>
                  <a:pt x="934891" y="22711"/>
                  <a:pt x="933968" y="23149"/>
                </a:cubicBezTo>
                <a:cubicBezTo>
                  <a:pt x="933044" y="23587"/>
                  <a:pt x="932273" y="23988"/>
                  <a:pt x="931653" y="24350"/>
                </a:cubicBezTo>
                <a:cubicBezTo>
                  <a:pt x="931033" y="24713"/>
                  <a:pt x="930571" y="24895"/>
                  <a:pt x="930268" y="24895"/>
                </a:cubicBezTo>
                <a:cubicBezTo>
                  <a:pt x="930065" y="24895"/>
                  <a:pt x="929888" y="24844"/>
                  <a:pt x="929736" y="24743"/>
                </a:cubicBezTo>
                <a:cubicBezTo>
                  <a:pt x="929584" y="24642"/>
                  <a:pt x="929452" y="24490"/>
                  <a:pt x="929338" y="24288"/>
                </a:cubicBezTo>
                <a:cubicBezTo>
                  <a:pt x="929224" y="24085"/>
                  <a:pt x="929142" y="23826"/>
                  <a:pt x="929091" y="23510"/>
                </a:cubicBezTo>
                <a:cubicBezTo>
                  <a:pt x="929041" y="23193"/>
                  <a:pt x="929015" y="22845"/>
                  <a:pt x="929015" y="22466"/>
                </a:cubicBezTo>
                <a:cubicBezTo>
                  <a:pt x="929015" y="21833"/>
                  <a:pt x="929060" y="21334"/>
                  <a:pt x="929148" y="20967"/>
                </a:cubicBezTo>
                <a:cubicBezTo>
                  <a:pt x="929237" y="20600"/>
                  <a:pt x="929452" y="20252"/>
                  <a:pt x="929793" y="19923"/>
                </a:cubicBezTo>
                <a:cubicBezTo>
                  <a:pt x="930135" y="19594"/>
                  <a:pt x="930723" y="19211"/>
                  <a:pt x="931558" y="18774"/>
                </a:cubicBezTo>
                <a:cubicBezTo>
                  <a:pt x="932393" y="18336"/>
                  <a:pt x="933354" y="17936"/>
                  <a:pt x="934442" y="17574"/>
                </a:cubicBezTo>
                <a:cubicBezTo>
                  <a:pt x="935530" y="17212"/>
                  <a:pt x="936719" y="16912"/>
                  <a:pt x="938009" y="16675"/>
                </a:cubicBezTo>
                <a:cubicBezTo>
                  <a:pt x="939300" y="16437"/>
                  <a:pt x="940602" y="16318"/>
                  <a:pt x="941918" y="16318"/>
                </a:cubicBezTo>
                <a:cubicBezTo>
                  <a:pt x="944372" y="16318"/>
                  <a:pt x="946459" y="16596"/>
                  <a:pt x="948180" y="17153"/>
                </a:cubicBezTo>
                <a:cubicBezTo>
                  <a:pt x="949900" y="17710"/>
                  <a:pt x="951291" y="18526"/>
                  <a:pt x="952354" y="19601"/>
                </a:cubicBezTo>
                <a:cubicBezTo>
                  <a:pt x="953417" y="20676"/>
                  <a:pt x="954188" y="22011"/>
                  <a:pt x="954669" y="23604"/>
                </a:cubicBezTo>
                <a:cubicBezTo>
                  <a:pt x="955150" y="25198"/>
                  <a:pt x="955390" y="27058"/>
                  <a:pt x="955390" y="29183"/>
                </a:cubicBezTo>
                <a:lnTo>
                  <a:pt x="955390" y="52218"/>
                </a:lnTo>
                <a:moveTo>
                  <a:pt x="949166" y="36583"/>
                </a:moveTo>
                <a:lnTo>
                  <a:pt x="943815" y="36583"/>
                </a:lnTo>
                <a:cubicBezTo>
                  <a:pt x="942095" y="36583"/>
                  <a:pt x="940602" y="36730"/>
                  <a:pt x="939337" y="37023"/>
                </a:cubicBezTo>
                <a:cubicBezTo>
                  <a:pt x="938072" y="37316"/>
                  <a:pt x="937023" y="37748"/>
                  <a:pt x="936188" y="38320"/>
                </a:cubicBezTo>
                <a:cubicBezTo>
                  <a:pt x="935353" y="38893"/>
                  <a:pt x="934739" y="39580"/>
                  <a:pt x="934347" y="40383"/>
                </a:cubicBezTo>
                <a:cubicBezTo>
                  <a:pt x="933955" y="41184"/>
                  <a:pt x="933759" y="42107"/>
                  <a:pt x="933759" y="43151"/>
                </a:cubicBezTo>
                <a:cubicBezTo>
                  <a:pt x="933759" y="44933"/>
                  <a:pt x="934322" y="46352"/>
                  <a:pt x="935448" y="47408"/>
                </a:cubicBezTo>
                <a:cubicBezTo>
                  <a:pt x="936573" y="48464"/>
                  <a:pt x="938148" y="48993"/>
                  <a:pt x="940172" y="48993"/>
                </a:cubicBezTo>
                <a:cubicBezTo>
                  <a:pt x="941817" y="48993"/>
                  <a:pt x="943341" y="48573"/>
                  <a:pt x="944745" y="47733"/>
                </a:cubicBezTo>
                <a:cubicBezTo>
                  <a:pt x="946149" y="46893"/>
                  <a:pt x="947623" y="45607"/>
                  <a:pt x="949166" y="43876"/>
                </a:cubicBezTo>
                <a:lnTo>
                  <a:pt x="949166" y="36583"/>
                </a:lnTo>
                <a:close/>
                <a:moveTo>
                  <a:pt x="998007" y="34667"/>
                </a:moveTo>
                <a:cubicBezTo>
                  <a:pt x="998007" y="37629"/>
                  <a:pt x="997685" y="40294"/>
                  <a:pt x="997040" y="42662"/>
                </a:cubicBezTo>
                <a:cubicBezTo>
                  <a:pt x="996394" y="45030"/>
                  <a:pt x="995446" y="47050"/>
                  <a:pt x="994193" y="48722"/>
                </a:cubicBezTo>
                <a:cubicBezTo>
                  <a:pt x="992941" y="50393"/>
                  <a:pt x="991404" y="51672"/>
                  <a:pt x="989582" y="52559"/>
                </a:cubicBezTo>
                <a:cubicBezTo>
                  <a:pt x="987761" y="53445"/>
                  <a:pt x="985674" y="53888"/>
                  <a:pt x="983321" y="53888"/>
                </a:cubicBezTo>
                <a:cubicBezTo>
                  <a:pt x="982233" y="53888"/>
                  <a:pt x="981227" y="53780"/>
                  <a:pt x="980304" y="53564"/>
                </a:cubicBezTo>
                <a:cubicBezTo>
                  <a:pt x="979380" y="53349"/>
                  <a:pt x="978476" y="53001"/>
                  <a:pt x="977590" y="52521"/>
                </a:cubicBezTo>
                <a:cubicBezTo>
                  <a:pt x="976705" y="52039"/>
                  <a:pt x="975820" y="51431"/>
                  <a:pt x="974934" y="50697"/>
                </a:cubicBezTo>
                <a:cubicBezTo>
                  <a:pt x="974049" y="49962"/>
                  <a:pt x="973112" y="49076"/>
                  <a:pt x="972126" y="48038"/>
                </a:cubicBezTo>
                <a:lnTo>
                  <a:pt x="972126" y="52187"/>
                </a:lnTo>
                <a:cubicBezTo>
                  <a:pt x="972126" y="52388"/>
                  <a:pt x="972075" y="52564"/>
                  <a:pt x="971974" y="52715"/>
                </a:cubicBezTo>
                <a:cubicBezTo>
                  <a:pt x="971873" y="52866"/>
                  <a:pt x="971708" y="52986"/>
                  <a:pt x="971481" y="53074"/>
                </a:cubicBezTo>
                <a:cubicBezTo>
                  <a:pt x="971253" y="53162"/>
                  <a:pt x="970968" y="53231"/>
                  <a:pt x="970627" y="53281"/>
                </a:cubicBezTo>
                <a:cubicBezTo>
                  <a:pt x="970285" y="53331"/>
                  <a:pt x="969849" y="53357"/>
                  <a:pt x="969318" y="53357"/>
                </a:cubicBezTo>
                <a:cubicBezTo>
                  <a:pt x="968812" y="53357"/>
                  <a:pt x="968381" y="53331"/>
                  <a:pt x="968027" y="53281"/>
                </a:cubicBezTo>
                <a:cubicBezTo>
                  <a:pt x="967673" y="53230"/>
                  <a:pt x="967382" y="53161"/>
                  <a:pt x="967154" y="53072"/>
                </a:cubicBezTo>
                <a:cubicBezTo>
                  <a:pt x="966927" y="52984"/>
                  <a:pt x="966775" y="52863"/>
                  <a:pt x="966699" y="52712"/>
                </a:cubicBezTo>
                <a:cubicBezTo>
                  <a:pt x="966623" y="52559"/>
                  <a:pt x="966585" y="52381"/>
                  <a:pt x="966585" y="52179"/>
                </a:cubicBezTo>
                <a:lnTo>
                  <a:pt x="966585" y="1443"/>
                </a:lnTo>
                <a:cubicBezTo>
                  <a:pt x="966585" y="1241"/>
                  <a:pt x="966629" y="1064"/>
                  <a:pt x="966718" y="912"/>
                </a:cubicBezTo>
                <a:cubicBezTo>
                  <a:pt x="966807" y="759"/>
                  <a:pt x="966971" y="632"/>
                  <a:pt x="967211" y="531"/>
                </a:cubicBezTo>
                <a:cubicBezTo>
                  <a:pt x="967452" y="430"/>
                  <a:pt x="967774" y="354"/>
                  <a:pt x="968179" y="304"/>
                </a:cubicBezTo>
                <a:cubicBezTo>
                  <a:pt x="968584" y="253"/>
                  <a:pt x="969090" y="228"/>
                  <a:pt x="969697" y="228"/>
                </a:cubicBezTo>
                <a:cubicBezTo>
                  <a:pt x="970330" y="228"/>
                  <a:pt x="970848" y="253"/>
                  <a:pt x="971253" y="304"/>
                </a:cubicBezTo>
                <a:cubicBezTo>
                  <a:pt x="971658" y="354"/>
                  <a:pt x="971974" y="430"/>
                  <a:pt x="972202" y="532"/>
                </a:cubicBezTo>
                <a:cubicBezTo>
                  <a:pt x="972429" y="634"/>
                  <a:pt x="972594" y="761"/>
                  <a:pt x="972695" y="913"/>
                </a:cubicBezTo>
                <a:cubicBezTo>
                  <a:pt x="972796" y="1065"/>
                  <a:pt x="972847" y="1242"/>
                  <a:pt x="972847" y="1444"/>
                </a:cubicBezTo>
                <a:lnTo>
                  <a:pt x="972847" y="21941"/>
                </a:lnTo>
                <a:cubicBezTo>
                  <a:pt x="973859" y="20903"/>
                  <a:pt x="974839" y="20029"/>
                  <a:pt x="975788" y="19320"/>
                </a:cubicBezTo>
                <a:cubicBezTo>
                  <a:pt x="976737" y="18611"/>
                  <a:pt x="977666" y="18035"/>
                  <a:pt x="978577" y="17592"/>
                </a:cubicBezTo>
                <a:cubicBezTo>
                  <a:pt x="979488" y="17148"/>
                  <a:pt x="980399" y="16825"/>
                  <a:pt x="981310" y="16623"/>
                </a:cubicBezTo>
                <a:cubicBezTo>
                  <a:pt x="982220" y="16420"/>
                  <a:pt x="983182" y="16318"/>
                  <a:pt x="984194" y="16318"/>
                </a:cubicBezTo>
                <a:cubicBezTo>
                  <a:pt x="986673" y="16318"/>
                  <a:pt x="988792" y="16812"/>
                  <a:pt x="990550" y="17801"/>
                </a:cubicBezTo>
                <a:cubicBezTo>
                  <a:pt x="992308" y="18788"/>
                  <a:pt x="993738" y="20111"/>
                  <a:pt x="994838" y="21770"/>
                </a:cubicBezTo>
                <a:cubicBezTo>
                  <a:pt x="995939" y="23429"/>
                  <a:pt x="996742" y="25372"/>
                  <a:pt x="997248" y="27601"/>
                </a:cubicBezTo>
                <a:cubicBezTo>
                  <a:pt x="997754" y="29829"/>
                  <a:pt x="998007" y="32184"/>
                  <a:pt x="998007" y="34667"/>
                </a:cubicBezTo>
                <a:moveTo>
                  <a:pt x="991404" y="35388"/>
                </a:moveTo>
                <a:cubicBezTo>
                  <a:pt x="991404" y="33640"/>
                  <a:pt x="991271" y="31942"/>
                  <a:pt x="991006" y="30295"/>
                </a:cubicBezTo>
                <a:cubicBezTo>
                  <a:pt x="990740" y="28649"/>
                  <a:pt x="990278" y="27192"/>
                  <a:pt x="989620" y="25925"/>
                </a:cubicBezTo>
                <a:cubicBezTo>
                  <a:pt x="988963" y="24659"/>
                  <a:pt x="988090" y="23639"/>
                  <a:pt x="987002" y="22867"/>
                </a:cubicBezTo>
                <a:cubicBezTo>
                  <a:pt x="985914" y="22094"/>
                  <a:pt x="984561" y="21707"/>
                  <a:pt x="982941" y="21707"/>
                </a:cubicBezTo>
                <a:cubicBezTo>
                  <a:pt x="982132" y="21707"/>
                  <a:pt x="981335" y="21821"/>
                  <a:pt x="980551" y="22050"/>
                </a:cubicBezTo>
                <a:cubicBezTo>
                  <a:pt x="979766" y="22277"/>
                  <a:pt x="978969" y="22657"/>
                  <a:pt x="978160" y="23189"/>
                </a:cubicBezTo>
                <a:cubicBezTo>
                  <a:pt x="977350" y="23721"/>
                  <a:pt x="976509" y="24406"/>
                  <a:pt x="975636" y="25242"/>
                </a:cubicBezTo>
                <a:cubicBezTo>
                  <a:pt x="974763" y="26079"/>
                  <a:pt x="973834" y="27131"/>
                  <a:pt x="972847" y="28398"/>
                </a:cubicBezTo>
                <a:lnTo>
                  <a:pt x="972847" y="42036"/>
                </a:lnTo>
                <a:cubicBezTo>
                  <a:pt x="974567" y="44140"/>
                  <a:pt x="976212" y="45743"/>
                  <a:pt x="977780" y="46846"/>
                </a:cubicBezTo>
                <a:cubicBezTo>
                  <a:pt x="979349" y="47948"/>
                  <a:pt x="980981" y="48499"/>
                  <a:pt x="982676" y="48499"/>
                </a:cubicBezTo>
                <a:cubicBezTo>
                  <a:pt x="984244" y="48499"/>
                  <a:pt x="985585" y="48119"/>
                  <a:pt x="986698" y="47360"/>
                </a:cubicBezTo>
                <a:cubicBezTo>
                  <a:pt x="987812" y="46599"/>
                  <a:pt x="988716" y="45592"/>
                  <a:pt x="989412" y="44338"/>
                </a:cubicBezTo>
                <a:cubicBezTo>
                  <a:pt x="990107" y="43084"/>
                  <a:pt x="990613" y="41678"/>
                  <a:pt x="990930" y="40120"/>
                </a:cubicBezTo>
                <a:cubicBezTo>
                  <a:pt x="991246" y="38561"/>
                  <a:pt x="991404" y="36984"/>
                  <a:pt x="991404" y="35388"/>
                </a:cubicBezTo>
                <a:close/>
                <a:moveTo>
                  <a:pt x="1014124" y="52179"/>
                </a:moveTo>
                <a:cubicBezTo>
                  <a:pt x="1014124" y="52381"/>
                  <a:pt x="1014073" y="52553"/>
                  <a:pt x="1013972" y="52693"/>
                </a:cubicBezTo>
                <a:cubicBezTo>
                  <a:pt x="1013871" y="52832"/>
                  <a:pt x="1013707" y="52952"/>
                  <a:pt x="1013479" y="53053"/>
                </a:cubicBezTo>
                <a:cubicBezTo>
                  <a:pt x="1013251" y="53154"/>
                  <a:pt x="1012935" y="53230"/>
                  <a:pt x="1012530" y="53281"/>
                </a:cubicBezTo>
                <a:cubicBezTo>
                  <a:pt x="1012125" y="53331"/>
                  <a:pt x="1011607" y="53357"/>
                  <a:pt x="1010974" y="53357"/>
                </a:cubicBezTo>
                <a:cubicBezTo>
                  <a:pt x="1010367" y="53357"/>
                  <a:pt x="1009861" y="53331"/>
                  <a:pt x="1009456" y="53281"/>
                </a:cubicBezTo>
                <a:cubicBezTo>
                  <a:pt x="1009052" y="53230"/>
                  <a:pt x="1008729" y="53154"/>
                  <a:pt x="1008489" y="53053"/>
                </a:cubicBezTo>
                <a:cubicBezTo>
                  <a:pt x="1008248" y="52952"/>
                  <a:pt x="1008084" y="52832"/>
                  <a:pt x="1007995" y="52693"/>
                </a:cubicBezTo>
                <a:cubicBezTo>
                  <a:pt x="1007907" y="52553"/>
                  <a:pt x="1007862" y="52381"/>
                  <a:pt x="1007862" y="52179"/>
                </a:cubicBezTo>
                <a:lnTo>
                  <a:pt x="1007862" y="1443"/>
                </a:lnTo>
                <a:cubicBezTo>
                  <a:pt x="1007862" y="1241"/>
                  <a:pt x="1007907" y="1064"/>
                  <a:pt x="1007995" y="912"/>
                </a:cubicBezTo>
                <a:cubicBezTo>
                  <a:pt x="1008084" y="759"/>
                  <a:pt x="1008248" y="632"/>
                  <a:pt x="1008489" y="531"/>
                </a:cubicBezTo>
                <a:cubicBezTo>
                  <a:pt x="1008729" y="430"/>
                  <a:pt x="1009052" y="354"/>
                  <a:pt x="1009456" y="304"/>
                </a:cubicBezTo>
                <a:cubicBezTo>
                  <a:pt x="1009861" y="253"/>
                  <a:pt x="1010367" y="228"/>
                  <a:pt x="1010974" y="228"/>
                </a:cubicBezTo>
                <a:cubicBezTo>
                  <a:pt x="1011607" y="228"/>
                  <a:pt x="1012125" y="253"/>
                  <a:pt x="1012530" y="304"/>
                </a:cubicBezTo>
                <a:cubicBezTo>
                  <a:pt x="1012935" y="354"/>
                  <a:pt x="1013251" y="430"/>
                  <a:pt x="1013479" y="531"/>
                </a:cubicBezTo>
                <a:cubicBezTo>
                  <a:pt x="1013707" y="632"/>
                  <a:pt x="1013871" y="759"/>
                  <a:pt x="1013972" y="912"/>
                </a:cubicBezTo>
                <a:cubicBezTo>
                  <a:pt x="1014073" y="1064"/>
                  <a:pt x="1014124" y="1241"/>
                  <a:pt x="1014124" y="1443"/>
                </a:cubicBezTo>
                <a:lnTo>
                  <a:pt x="1014124" y="52179"/>
                </a:lnTo>
                <a:close/>
                <a:moveTo>
                  <a:pt x="1055513" y="33623"/>
                </a:moveTo>
                <a:cubicBezTo>
                  <a:pt x="1055513" y="34610"/>
                  <a:pt x="1055266" y="35312"/>
                  <a:pt x="1054773" y="35729"/>
                </a:cubicBezTo>
                <a:cubicBezTo>
                  <a:pt x="1054279" y="36147"/>
                  <a:pt x="1053716" y="36355"/>
                  <a:pt x="1053084" y="36355"/>
                </a:cubicBezTo>
                <a:lnTo>
                  <a:pt x="1030694" y="36355"/>
                </a:lnTo>
                <a:cubicBezTo>
                  <a:pt x="1030694" y="38258"/>
                  <a:pt x="1030884" y="39971"/>
                  <a:pt x="1031263" y="41494"/>
                </a:cubicBezTo>
                <a:cubicBezTo>
                  <a:pt x="1031643" y="43017"/>
                  <a:pt x="1032275" y="44324"/>
                  <a:pt x="1033161" y="45415"/>
                </a:cubicBezTo>
                <a:cubicBezTo>
                  <a:pt x="1034046" y="46506"/>
                  <a:pt x="1035197" y="47343"/>
                  <a:pt x="1036614" y="47928"/>
                </a:cubicBezTo>
                <a:cubicBezTo>
                  <a:pt x="1038031" y="48511"/>
                  <a:pt x="1039764" y="48803"/>
                  <a:pt x="1041813" y="48803"/>
                </a:cubicBezTo>
                <a:cubicBezTo>
                  <a:pt x="1043432" y="48803"/>
                  <a:pt x="1044874" y="48670"/>
                  <a:pt x="1046139" y="48404"/>
                </a:cubicBezTo>
                <a:cubicBezTo>
                  <a:pt x="1047404" y="48139"/>
                  <a:pt x="1048498" y="47841"/>
                  <a:pt x="1049422" y="47513"/>
                </a:cubicBezTo>
                <a:cubicBezTo>
                  <a:pt x="1050345" y="47184"/>
                  <a:pt x="1051104" y="46886"/>
                  <a:pt x="1051699" y="46621"/>
                </a:cubicBezTo>
                <a:cubicBezTo>
                  <a:pt x="1052293" y="46355"/>
                  <a:pt x="1052742" y="46222"/>
                  <a:pt x="1053046" y="46222"/>
                </a:cubicBezTo>
                <a:cubicBezTo>
                  <a:pt x="1053223" y="46222"/>
                  <a:pt x="1053381" y="46267"/>
                  <a:pt x="1053520" y="46355"/>
                </a:cubicBezTo>
                <a:cubicBezTo>
                  <a:pt x="1053659" y="46444"/>
                  <a:pt x="1053767" y="46576"/>
                  <a:pt x="1053843" y="46754"/>
                </a:cubicBezTo>
                <a:cubicBezTo>
                  <a:pt x="1053919" y="46931"/>
                  <a:pt x="1053976" y="47177"/>
                  <a:pt x="1054014" y="47494"/>
                </a:cubicBezTo>
                <a:cubicBezTo>
                  <a:pt x="1054052" y="47810"/>
                  <a:pt x="1054071" y="48196"/>
                  <a:pt x="1054071" y="48651"/>
                </a:cubicBezTo>
                <a:cubicBezTo>
                  <a:pt x="1054071" y="48980"/>
                  <a:pt x="1054058" y="49265"/>
                  <a:pt x="1054033" y="49505"/>
                </a:cubicBezTo>
                <a:cubicBezTo>
                  <a:pt x="1054007" y="49745"/>
                  <a:pt x="1053976" y="49960"/>
                  <a:pt x="1053938" y="50150"/>
                </a:cubicBezTo>
                <a:cubicBezTo>
                  <a:pt x="1053900" y="50340"/>
                  <a:pt x="1053837" y="50511"/>
                  <a:pt x="1053748" y="50662"/>
                </a:cubicBezTo>
                <a:cubicBezTo>
                  <a:pt x="1053659" y="50814"/>
                  <a:pt x="1053546" y="50960"/>
                  <a:pt x="1053406" y="51099"/>
                </a:cubicBezTo>
                <a:cubicBezTo>
                  <a:pt x="1053267" y="51238"/>
                  <a:pt x="1052856" y="51466"/>
                  <a:pt x="1052173" y="51782"/>
                </a:cubicBezTo>
                <a:cubicBezTo>
                  <a:pt x="1051490" y="52098"/>
                  <a:pt x="1050605" y="52408"/>
                  <a:pt x="1049517" y="52712"/>
                </a:cubicBezTo>
                <a:cubicBezTo>
                  <a:pt x="1048429" y="53015"/>
                  <a:pt x="1047170" y="53287"/>
                  <a:pt x="1045741" y="53527"/>
                </a:cubicBezTo>
                <a:cubicBezTo>
                  <a:pt x="1044311" y="53768"/>
                  <a:pt x="1042787" y="53888"/>
                  <a:pt x="1041168" y="53888"/>
                </a:cubicBezTo>
                <a:cubicBezTo>
                  <a:pt x="1038360" y="53888"/>
                  <a:pt x="1035899" y="53495"/>
                  <a:pt x="1033787" y="52710"/>
                </a:cubicBezTo>
                <a:cubicBezTo>
                  <a:pt x="1031674" y="51925"/>
                  <a:pt x="1029897" y="50760"/>
                  <a:pt x="1028455" y="49215"/>
                </a:cubicBezTo>
                <a:cubicBezTo>
                  <a:pt x="1027013" y="47671"/>
                  <a:pt x="1025925" y="45733"/>
                  <a:pt x="1025191" y="43403"/>
                </a:cubicBezTo>
                <a:cubicBezTo>
                  <a:pt x="1024457" y="41073"/>
                  <a:pt x="1024091" y="38364"/>
                  <a:pt x="1024091" y="35274"/>
                </a:cubicBezTo>
                <a:cubicBezTo>
                  <a:pt x="1024091" y="32336"/>
                  <a:pt x="1024470" y="29696"/>
                  <a:pt x="1025229" y="27353"/>
                </a:cubicBezTo>
                <a:cubicBezTo>
                  <a:pt x="1025988" y="25011"/>
                  <a:pt x="1027082" y="23023"/>
                  <a:pt x="1028512" y="21389"/>
                </a:cubicBezTo>
                <a:cubicBezTo>
                  <a:pt x="1029941" y="19756"/>
                  <a:pt x="1031668" y="18502"/>
                  <a:pt x="1033692" y="17629"/>
                </a:cubicBezTo>
                <a:cubicBezTo>
                  <a:pt x="1035716" y="16755"/>
                  <a:pt x="1037980" y="16318"/>
                  <a:pt x="1040485" y="16318"/>
                </a:cubicBezTo>
                <a:cubicBezTo>
                  <a:pt x="1043166" y="16318"/>
                  <a:pt x="1045450" y="16748"/>
                  <a:pt x="1047335" y="17608"/>
                </a:cubicBezTo>
                <a:cubicBezTo>
                  <a:pt x="1049219" y="18469"/>
                  <a:pt x="1050769" y="19626"/>
                  <a:pt x="1051983" y="21081"/>
                </a:cubicBezTo>
                <a:cubicBezTo>
                  <a:pt x="1053198" y="22536"/>
                  <a:pt x="1054090" y="24243"/>
                  <a:pt x="1054659" y="26204"/>
                </a:cubicBezTo>
                <a:cubicBezTo>
                  <a:pt x="1055228" y="28165"/>
                  <a:pt x="1055513" y="30258"/>
                  <a:pt x="1055513" y="32485"/>
                </a:cubicBezTo>
                <a:lnTo>
                  <a:pt x="1055513" y="33623"/>
                </a:lnTo>
                <a:moveTo>
                  <a:pt x="1049213" y="31764"/>
                </a:moveTo>
                <a:cubicBezTo>
                  <a:pt x="1049289" y="28475"/>
                  <a:pt x="1048562" y="25894"/>
                  <a:pt x="1047031" y="24022"/>
                </a:cubicBezTo>
                <a:cubicBezTo>
                  <a:pt x="1045500" y="22150"/>
                  <a:pt x="1043230" y="21214"/>
                  <a:pt x="1040219" y="21214"/>
                </a:cubicBezTo>
                <a:cubicBezTo>
                  <a:pt x="1038676" y="21214"/>
                  <a:pt x="1037322" y="21505"/>
                  <a:pt x="1036159" y="22086"/>
                </a:cubicBezTo>
                <a:cubicBezTo>
                  <a:pt x="1034995" y="22668"/>
                  <a:pt x="1034021" y="23440"/>
                  <a:pt x="1033236" y="24401"/>
                </a:cubicBezTo>
                <a:cubicBezTo>
                  <a:pt x="1032452" y="25363"/>
                  <a:pt x="1031845" y="26482"/>
                  <a:pt x="1031415" y="27760"/>
                </a:cubicBezTo>
                <a:cubicBezTo>
                  <a:pt x="1030985" y="29038"/>
                  <a:pt x="1030744" y="30372"/>
                  <a:pt x="1030694" y="31764"/>
                </a:cubicBezTo>
                <a:lnTo>
                  <a:pt x="1049213" y="31764"/>
                </a:lnTo>
                <a:close/>
                <a:moveTo>
                  <a:pt x="1089090" y="52180"/>
                </a:moveTo>
                <a:cubicBezTo>
                  <a:pt x="1089090" y="52383"/>
                  <a:pt x="1089040" y="52553"/>
                  <a:pt x="1088939" y="52693"/>
                </a:cubicBezTo>
                <a:cubicBezTo>
                  <a:pt x="1088837" y="52832"/>
                  <a:pt x="1088673" y="52952"/>
                  <a:pt x="1088445" y="53053"/>
                </a:cubicBezTo>
                <a:cubicBezTo>
                  <a:pt x="1088217" y="53154"/>
                  <a:pt x="1087901" y="53230"/>
                  <a:pt x="1087496" y="53281"/>
                </a:cubicBezTo>
                <a:cubicBezTo>
                  <a:pt x="1087092" y="53331"/>
                  <a:pt x="1086573" y="53357"/>
                  <a:pt x="1085941" y="53357"/>
                </a:cubicBezTo>
                <a:cubicBezTo>
                  <a:pt x="1085333" y="53357"/>
                  <a:pt x="1084827" y="53331"/>
                  <a:pt x="1084423" y="53281"/>
                </a:cubicBezTo>
                <a:cubicBezTo>
                  <a:pt x="1084018" y="53230"/>
                  <a:pt x="1083695" y="53154"/>
                  <a:pt x="1083455" y="53053"/>
                </a:cubicBezTo>
                <a:cubicBezTo>
                  <a:pt x="1083214" y="52952"/>
                  <a:pt x="1083050" y="52832"/>
                  <a:pt x="1082961" y="52693"/>
                </a:cubicBezTo>
                <a:cubicBezTo>
                  <a:pt x="1082873" y="52553"/>
                  <a:pt x="1082829" y="52383"/>
                  <a:pt x="1082829" y="52180"/>
                </a:cubicBezTo>
                <a:lnTo>
                  <a:pt x="1082829" y="18026"/>
                </a:lnTo>
                <a:cubicBezTo>
                  <a:pt x="1082829" y="17849"/>
                  <a:pt x="1082873" y="17684"/>
                  <a:pt x="1082961" y="17533"/>
                </a:cubicBezTo>
                <a:cubicBezTo>
                  <a:pt x="1083050" y="17381"/>
                  <a:pt x="1083214" y="17254"/>
                  <a:pt x="1083455" y="17153"/>
                </a:cubicBezTo>
                <a:cubicBezTo>
                  <a:pt x="1083695" y="17052"/>
                  <a:pt x="1084018" y="16976"/>
                  <a:pt x="1084423" y="16925"/>
                </a:cubicBezTo>
                <a:cubicBezTo>
                  <a:pt x="1084827" y="16875"/>
                  <a:pt x="1085333" y="16849"/>
                  <a:pt x="1085941" y="16849"/>
                </a:cubicBezTo>
                <a:cubicBezTo>
                  <a:pt x="1086573" y="16849"/>
                  <a:pt x="1087092" y="16875"/>
                  <a:pt x="1087496" y="16925"/>
                </a:cubicBezTo>
                <a:cubicBezTo>
                  <a:pt x="1087901" y="16976"/>
                  <a:pt x="1088217" y="17052"/>
                  <a:pt x="1088445" y="17153"/>
                </a:cubicBezTo>
                <a:cubicBezTo>
                  <a:pt x="1088673" y="17254"/>
                  <a:pt x="1088837" y="17381"/>
                  <a:pt x="1088939" y="17533"/>
                </a:cubicBezTo>
                <a:cubicBezTo>
                  <a:pt x="1089040" y="17684"/>
                  <a:pt x="1089090" y="17849"/>
                  <a:pt x="1089090" y="18026"/>
                </a:cubicBezTo>
                <a:lnTo>
                  <a:pt x="1089090" y="52180"/>
                </a:lnTo>
                <a:moveTo>
                  <a:pt x="1089811" y="6451"/>
                </a:moveTo>
                <a:cubicBezTo>
                  <a:pt x="1089811" y="7919"/>
                  <a:pt x="1089533" y="8918"/>
                  <a:pt x="1088976" y="9449"/>
                </a:cubicBezTo>
                <a:cubicBezTo>
                  <a:pt x="1088420" y="9981"/>
                  <a:pt x="1087395" y="10246"/>
                  <a:pt x="1085903" y="10246"/>
                </a:cubicBezTo>
                <a:cubicBezTo>
                  <a:pt x="1084435" y="10246"/>
                  <a:pt x="1083430" y="9987"/>
                  <a:pt x="1082886" y="9468"/>
                </a:cubicBezTo>
                <a:cubicBezTo>
                  <a:pt x="1082342" y="8950"/>
                  <a:pt x="1082070" y="7969"/>
                  <a:pt x="1082070" y="6527"/>
                </a:cubicBezTo>
                <a:cubicBezTo>
                  <a:pt x="1082070" y="5060"/>
                  <a:pt x="1082348" y="4061"/>
                  <a:pt x="1082905" y="3529"/>
                </a:cubicBezTo>
                <a:cubicBezTo>
                  <a:pt x="1083461" y="2998"/>
                  <a:pt x="1084486" y="2732"/>
                  <a:pt x="1085978" y="2732"/>
                </a:cubicBezTo>
                <a:cubicBezTo>
                  <a:pt x="1087446" y="2732"/>
                  <a:pt x="1088451" y="2992"/>
                  <a:pt x="1088995" y="3510"/>
                </a:cubicBezTo>
                <a:cubicBezTo>
                  <a:pt x="1089539" y="4029"/>
                  <a:pt x="1089811" y="5009"/>
                  <a:pt x="1089811" y="6451"/>
                </a:cubicBezTo>
                <a:close/>
                <a:moveTo>
                  <a:pt x="1151957" y="52180"/>
                </a:moveTo>
                <a:cubicBezTo>
                  <a:pt x="1151957" y="52383"/>
                  <a:pt x="1151907" y="52553"/>
                  <a:pt x="1151805" y="52693"/>
                </a:cubicBezTo>
                <a:cubicBezTo>
                  <a:pt x="1151704" y="52832"/>
                  <a:pt x="1151540" y="52952"/>
                  <a:pt x="1151312" y="53053"/>
                </a:cubicBezTo>
                <a:cubicBezTo>
                  <a:pt x="1151084" y="53154"/>
                  <a:pt x="1150768" y="53230"/>
                  <a:pt x="1150363" y="53281"/>
                </a:cubicBezTo>
                <a:cubicBezTo>
                  <a:pt x="1149959" y="53331"/>
                  <a:pt x="1149453" y="53357"/>
                  <a:pt x="1148845" y="53357"/>
                </a:cubicBezTo>
                <a:cubicBezTo>
                  <a:pt x="1148213" y="53357"/>
                  <a:pt x="1147694" y="53331"/>
                  <a:pt x="1147290" y="53281"/>
                </a:cubicBezTo>
                <a:cubicBezTo>
                  <a:pt x="1146885" y="53230"/>
                  <a:pt x="1146562" y="53154"/>
                  <a:pt x="1146322" y="53053"/>
                </a:cubicBezTo>
                <a:cubicBezTo>
                  <a:pt x="1146081" y="52952"/>
                  <a:pt x="1145911" y="52832"/>
                  <a:pt x="1145810" y="52693"/>
                </a:cubicBezTo>
                <a:cubicBezTo>
                  <a:pt x="1145708" y="52553"/>
                  <a:pt x="1145658" y="52383"/>
                  <a:pt x="1145658" y="52180"/>
                </a:cubicBezTo>
                <a:lnTo>
                  <a:pt x="1145658" y="31422"/>
                </a:lnTo>
                <a:cubicBezTo>
                  <a:pt x="1145658" y="29980"/>
                  <a:pt x="1145531" y="28664"/>
                  <a:pt x="1145278" y="27475"/>
                </a:cubicBezTo>
                <a:cubicBezTo>
                  <a:pt x="1145025" y="26286"/>
                  <a:pt x="1144620" y="25262"/>
                  <a:pt x="1144064" y="24401"/>
                </a:cubicBezTo>
                <a:cubicBezTo>
                  <a:pt x="1143507" y="23541"/>
                  <a:pt x="1142799" y="22883"/>
                  <a:pt x="1141939" y="22428"/>
                </a:cubicBezTo>
                <a:cubicBezTo>
                  <a:pt x="1141078" y="21973"/>
                  <a:pt x="1140067" y="21745"/>
                  <a:pt x="1138903" y="21745"/>
                </a:cubicBezTo>
                <a:cubicBezTo>
                  <a:pt x="1137461" y="21745"/>
                  <a:pt x="1136012" y="22302"/>
                  <a:pt x="1134558" y="23415"/>
                </a:cubicBezTo>
                <a:cubicBezTo>
                  <a:pt x="1133103" y="24528"/>
                  <a:pt x="1131503" y="26160"/>
                  <a:pt x="1129757" y="28310"/>
                </a:cubicBezTo>
                <a:lnTo>
                  <a:pt x="1129757" y="52180"/>
                </a:lnTo>
                <a:cubicBezTo>
                  <a:pt x="1129757" y="52383"/>
                  <a:pt x="1129706" y="52553"/>
                  <a:pt x="1129605" y="52693"/>
                </a:cubicBezTo>
                <a:cubicBezTo>
                  <a:pt x="1129504" y="52832"/>
                  <a:pt x="1129333" y="52952"/>
                  <a:pt x="1129093" y="53053"/>
                </a:cubicBezTo>
                <a:cubicBezTo>
                  <a:pt x="1128852" y="53154"/>
                  <a:pt x="1128530" y="53230"/>
                  <a:pt x="1128125" y="53281"/>
                </a:cubicBezTo>
                <a:cubicBezTo>
                  <a:pt x="1127720" y="53331"/>
                  <a:pt x="1127214" y="53357"/>
                  <a:pt x="1126607" y="53357"/>
                </a:cubicBezTo>
                <a:cubicBezTo>
                  <a:pt x="1126025" y="53357"/>
                  <a:pt x="1125526" y="53331"/>
                  <a:pt x="1125108" y="53281"/>
                </a:cubicBezTo>
                <a:cubicBezTo>
                  <a:pt x="1124691" y="53230"/>
                  <a:pt x="1124362" y="53154"/>
                  <a:pt x="1124121" y="53053"/>
                </a:cubicBezTo>
                <a:cubicBezTo>
                  <a:pt x="1123881" y="52952"/>
                  <a:pt x="1123717" y="52832"/>
                  <a:pt x="1123628" y="52693"/>
                </a:cubicBezTo>
                <a:cubicBezTo>
                  <a:pt x="1123540" y="52553"/>
                  <a:pt x="1123495" y="52383"/>
                  <a:pt x="1123495" y="52180"/>
                </a:cubicBezTo>
                <a:lnTo>
                  <a:pt x="1123495" y="31422"/>
                </a:lnTo>
                <a:cubicBezTo>
                  <a:pt x="1123495" y="29980"/>
                  <a:pt x="1123356" y="28664"/>
                  <a:pt x="1123078" y="27475"/>
                </a:cubicBezTo>
                <a:cubicBezTo>
                  <a:pt x="1122800" y="26286"/>
                  <a:pt x="1122382" y="25262"/>
                  <a:pt x="1121826" y="24401"/>
                </a:cubicBezTo>
                <a:cubicBezTo>
                  <a:pt x="1121269" y="23541"/>
                  <a:pt x="1120567" y="22883"/>
                  <a:pt x="1119719" y="22428"/>
                </a:cubicBezTo>
                <a:cubicBezTo>
                  <a:pt x="1118872" y="21973"/>
                  <a:pt x="1117866" y="21745"/>
                  <a:pt x="1116702" y="21745"/>
                </a:cubicBezTo>
                <a:cubicBezTo>
                  <a:pt x="1115260" y="21745"/>
                  <a:pt x="1113806" y="22302"/>
                  <a:pt x="1112338" y="23415"/>
                </a:cubicBezTo>
                <a:cubicBezTo>
                  <a:pt x="1110871" y="24528"/>
                  <a:pt x="1109277" y="26160"/>
                  <a:pt x="1107557" y="28310"/>
                </a:cubicBezTo>
                <a:lnTo>
                  <a:pt x="1107557" y="52180"/>
                </a:lnTo>
                <a:cubicBezTo>
                  <a:pt x="1107557" y="52383"/>
                  <a:pt x="1107506" y="52553"/>
                  <a:pt x="1107405" y="52693"/>
                </a:cubicBezTo>
                <a:cubicBezTo>
                  <a:pt x="1107304" y="52832"/>
                  <a:pt x="1107139" y="52952"/>
                  <a:pt x="1106911" y="53053"/>
                </a:cubicBezTo>
                <a:cubicBezTo>
                  <a:pt x="1106684" y="53154"/>
                  <a:pt x="1106368" y="53230"/>
                  <a:pt x="1105963" y="53281"/>
                </a:cubicBezTo>
                <a:cubicBezTo>
                  <a:pt x="1105558" y="53331"/>
                  <a:pt x="1105039" y="53357"/>
                  <a:pt x="1104407" y="53357"/>
                </a:cubicBezTo>
                <a:cubicBezTo>
                  <a:pt x="1103800" y="53357"/>
                  <a:pt x="1103294" y="53331"/>
                  <a:pt x="1102889" y="53281"/>
                </a:cubicBezTo>
                <a:cubicBezTo>
                  <a:pt x="1102484" y="53230"/>
                  <a:pt x="1102161" y="53154"/>
                  <a:pt x="1101921" y="53053"/>
                </a:cubicBezTo>
                <a:cubicBezTo>
                  <a:pt x="1101681" y="52952"/>
                  <a:pt x="1101516" y="52832"/>
                  <a:pt x="1101428" y="52693"/>
                </a:cubicBezTo>
                <a:cubicBezTo>
                  <a:pt x="1101339" y="52553"/>
                  <a:pt x="1101295" y="52383"/>
                  <a:pt x="1101295" y="52180"/>
                </a:cubicBezTo>
                <a:lnTo>
                  <a:pt x="1101295" y="18026"/>
                </a:lnTo>
                <a:cubicBezTo>
                  <a:pt x="1101295" y="17824"/>
                  <a:pt x="1101333" y="17653"/>
                  <a:pt x="1101409" y="17514"/>
                </a:cubicBezTo>
                <a:cubicBezTo>
                  <a:pt x="1101485" y="17374"/>
                  <a:pt x="1101637" y="17248"/>
                  <a:pt x="1101864" y="17134"/>
                </a:cubicBezTo>
                <a:cubicBezTo>
                  <a:pt x="1102092" y="17020"/>
                  <a:pt x="1102383" y="16944"/>
                  <a:pt x="1102737" y="16906"/>
                </a:cubicBezTo>
                <a:cubicBezTo>
                  <a:pt x="1103091" y="16868"/>
                  <a:pt x="1103559" y="16849"/>
                  <a:pt x="1104141" y="16849"/>
                </a:cubicBezTo>
                <a:cubicBezTo>
                  <a:pt x="1104698" y="16849"/>
                  <a:pt x="1105159" y="16868"/>
                  <a:pt x="1105526" y="16906"/>
                </a:cubicBezTo>
                <a:cubicBezTo>
                  <a:pt x="1105893" y="16944"/>
                  <a:pt x="1106178" y="17020"/>
                  <a:pt x="1106380" y="17134"/>
                </a:cubicBezTo>
                <a:cubicBezTo>
                  <a:pt x="1106583" y="17248"/>
                  <a:pt x="1106728" y="17374"/>
                  <a:pt x="1106817" y="17514"/>
                </a:cubicBezTo>
                <a:cubicBezTo>
                  <a:pt x="1106905" y="17653"/>
                  <a:pt x="1106949" y="17824"/>
                  <a:pt x="1106949" y="18026"/>
                </a:cubicBezTo>
                <a:lnTo>
                  <a:pt x="1106949" y="22542"/>
                </a:lnTo>
                <a:cubicBezTo>
                  <a:pt x="1108872" y="20391"/>
                  <a:pt x="1110738" y="18817"/>
                  <a:pt x="1112547" y="17817"/>
                </a:cubicBezTo>
                <a:cubicBezTo>
                  <a:pt x="1114356" y="16818"/>
                  <a:pt x="1116184" y="16318"/>
                  <a:pt x="1118031" y="16318"/>
                </a:cubicBezTo>
                <a:cubicBezTo>
                  <a:pt x="1119447" y="16318"/>
                  <a:pt x="1120719" y="16483"/>
                  <a:pt x="1121845" y="16812"/>
                </a:cubicBezTo>
                <a:cubicBezTo>
                  <a:pt x="1122970" y="17140"/>
                  <a:pt x="1123963" y="17602"/>
                  <a:pt x="1124824" y="18197"/>
                </a:cubicBezTo>
                <a:cubicBezTo>
                  <a:pt x="1125684" y="18791"/>
                  <a:pt x="1126417" y="19500"/>
                  <a:pt x="1127025" y="20322"/>
                </a:cubicBezTo>
                <a:cubicBezTo>
                  <a:pt x="1127632" y="21144"/>
                  <a:pt x="1128138" y="22061"/>
                  <a:pt x="1128543" y="23073"/>
                </a:cubicBezTo>
                <a:cubicBezTo>
                  <a:pt x="1129681" y="21833"/>
                  <a:pt x="1130763" y="20784"/>
                  <a:pt x="1131787" y="19923"/>
                </a:cubicBezTo>
                <a:cubicBezTo>
                  <a:pt x="1132812" y="19063"/>
                  <a:pt x="1133799" y="18367"/>
                  <a:pt x="1134747" y="17836"/>
                </a:cubicBezTo>
                <a:cubicBezTo>
                  <a:pt x="1135696" y="17305"/>
                  <a:pt x="1136619" y="16919"/>
                  <a:pt x="1137518" y="16679"/>
                </a:cubicBezTo>
                <a:cubicBezTo>
                  <a:pt x="1138416" y="16438"/>
                  <a:pt x="1139320" y="16318"/>
                  <a:pt x="1140231" y="16318"/>
                </a:cubicBezTo>
                <a:cubicBezTo>
                  <a:pt x="1142432" y="16318"/>
                  <a:pt x="1144279" y="16704"/>
                  <a:pt x="1145772" y="17476"/>
                </a:cubicBezTo>
                <a:cubicBezTo>
                  <a:pt x="1147264" y="18247"/>
                  <a:pt x="1148472" y="19278"/>
                  <a:pt x="1149396" y="20569"/>
                </a:cubicBezTo>
                <a:cubicBezTo>
                  <a:pt x="1150319" y="21859"/>
                  <a:pt x="1150977" y="23370"/>
                  <a:pt x="1151369" y="25103"/>
                </a:cubicBezTo>
                <a:cubicBezTo>
                  <a:pt x="1151761" y="26836"/>
                  <a:pt x="1151957" y="28664"/>
                  <a:pt x="1151957" y="30587"/>
                </a:cubicBezTo>
                <a:lnTo>
                  <a:pt x="1151957" y="52180"/>
                </a:lnTo>
                <a:close/>
                <a:moveTo>
                  <a:pt x="1195717" y="34591"/>
                </a:moveTo>
                <a:cubicBezTo>
                  <a:pt x="1195717" y="37578"/>
                  <a:pt x="1195394" y="40263"/>
                  <a:pt x="1194749" y="42643"/>
                </a:cubicBezTo>
                <a:cubicBezTo>
                  <a:pt x="1194104" y="45024"/>
                  <a:pt x="1193155" y="47044"/>
                  <a:pt x="1191903" y="48703"/>
                </a:cubicBezTo>
                <a:cubicBezTo>
                  <a:pt x="1190651" y="50362"/>
                  <a:pt x="1189101" y="51641"/>
                  <a:pt x="1187254" y="52540"/>
                </a:cubicBezTo>
                <a:cubicBezTo>
                  <a:pt x="1185407" y="53439"/>
                  <a:pt x="1183295" y="53888"/>
                  <a:pt x="1180917" y="53888"/>
                </a:cubicBezTo>
                <a:cubicBezTo>
                  <a:pt x="1179905" y="53888"/>
                  <a:pt x="1178969" y="53787"/>
                  <a:pt x="1178108" y="53584"/>
                </a:cubicBezTo>
                <a:cubicBezTo>
                  <a:pt x="1177248" y="53382"/>
                  <a:pt x="1176407" y="53066"/>
                  <a:pt x="1175585" y="52636"/>
                </a:cubicBezTo>
                <a:cubicBezTo>
                  <a:pt x="1174763" y="52205"/>
                  <a:pt x="1173947" y="51660"/>
                  <a:pt x="1173137" y="51001"/>
                </a:cubicBezTo>
                <a:cubicBezTo>
                  <a:pt x="1172327" y="50343"/>
                  <a:pt x="1171467" y="49570"/>
                  <a:pt x="1170556" y="48684"/>
                </a:cubicBezTo>
                <a:lnTo>
                  <a:pt x="1170556" y="65731"/>
                </a:lnTo>
                <a:cubicBezTo>
                  <a:pt x="1170556" y="65932"/>
                  <a:pt x="1170506" y="66109"/>
                  <a:pt x="1170405" y="66261"/>
                </a:cubicBezTo>
                <a:cubicBezTo>
                  <a:pt x="1170303" y="66412"/>
                  <a:pt x="1170139" y="66539"/>
                  <a:pt x="1169911" y="66639"/>
                </a:cubicBezTo>
                <a:cubicBezTo>
                  <a:pt x="1169684" y="66740"/>
                  <a:pt x="1169367" y="66816"/>
                  <a:pt x="1168963" y="66867"/>
                </a:cubicBezTo>
                <a:cubicBezTo>
                  <a:pt x="1168558" y="66917"/>
                  <a:pt x="1168039" y="66943"/>
                  <a:pt x="1167407" y="66943"/>
                </a:cubicBezTo>
                <a:cubicBezTo>
                  <a:pt x="1166800" y="66943"/>
                  <a:pt x="1166294" y="66917"/>
                  <a:pt x="1165889" y="66867"/>
                </a:cubicBezTo>
                <a:cubicBezTo>
                  <a:pt x="1165484" y="66816"/>
                  <a:pt x="1165161" y="66740"/>
                  <a:pt x="1164921" y="66639"/>
                </a:cubicBezTo>
                <a:cubicBezTo>
                  <a:pt x="1164681" y="66538"/>
                  <a:pt x="1164516" y="66411"/>
                  <a:pt x="1164428" y="66259"/>
                </a:cubicBezTo>
                <a:cubicBezTo>
                  <a:pt x="1164339" y="66108"/>
                  <a:pt x="1164295" y="65931"/>
                  <a:pt x="1164295" y="65728"/>
                </a:cubicBezTo>
                <a:lnTo>
                  <a:pt x="1164295" y="18026"/>
                </a:lnTo>
                <a:cubicBezTo>
                  <a:pt x="1164295" y="17798"/>
                  <a:pt x="1164333" y="17615"/>
                  <a:pt x="1164409" y="17476"/>
                </a:cubicBezTo>
                <a:cubicBezTo>
                  <a:pt x="1164485" y="17337"/>
                  <a:pt x="1164636" y="17216"/>
                  <a:pt x="1164864" y="17115"/>
                </a:cubicBezTo>
                <a:cubicBezTo>
                  <a:pt x="1165092" y="17014"/>
                  <a:pt x="1165383" y="16944"/>
                  <a:pt x="1165737" y="16906"/>
                </a:cubicBezTo>
                <a:cubicBezTo>
                  <a:pt x="1166091" y="16868"/>
                  <a:pt x="1166521" y="16849"/>
                  <a:pt x="1167027" y="16849"/>
                </a:cubicBezTo>
                <a:cubicBezTo>
                  <a:pt x="1167558" y="16849"/>
                  <a:pt x="1167995" y="16868"/>
                  <a:pt x="1168336" y="16906"/>
                </a:cubicBezTo>
                <a:cubicBezTo>
                  <a:pt x="1168678" y="16944"/>
                  <a:pt x="1168963" y="17014"/>
                  <a:pt x="1169190" y="17115"/>
                </a:cubicBezTo>
                <a:cubicBezTo>
                  <a:pt x="1169418" y="17216"/>
                  <a:pt x="1169576" y="17337"/>
                  <a:pt x="1169665" y="17477"/>
                </a:cubicBezTo>
                <a:cubicBezTo>
                  <a:pt x="1169753" y="17616"/>
                  <a:pt x="1169798" y="17799"/>
                  <a:pt x="1169798" y="18027"/>
                </a:cubicBezTo>
                <a:lnTo>
                  <a:pt x="1169798" y="22624"/>
                </a:lnTo>
                <a:cubicBezTo>
                  <a:pt x="1170835" y="21560"/>
                  <a:pt x="1171834" y="20636"/>
                  <a:pt x="1172795" y="19851"/>
                </a:cubicBezTo>
                <a:cubicBezTo>
                  <a:pt x="1173757" y="19066"/>
                  <a:pt x="1174725" y="18414"/>
                  <a:pt x="1175699" y="17895"/>
                </a:cubicBezTo>
                <a:cubicBezTo>
                  <a:pt x="1176673" y="17376"/>
                  <a:pt x="1177672" y="16983"/>
                  <a:pt x="1178697" y="16718"/>
                </a:cubicBezTo>
                <a:cubicBezTo>
                  <a:pt x="1179721" y="16451"/>
                  <a:pt x="1180803" y="16318"/>
                  <a:pt x="1181941" y="16318"/>
                </a:cubicBezTo>
                <a:cubicBezTo>
                  <a:pt x="1184421" y="16318"/>
                  <a:pt x="1186533" y="16799"/>
                  <a:pt x="1188279" y="17761"/>
                </a:cubicBezTo>
                <a:cubicBezTo>
                  <a:pt x="1190024" y="18724"/>
                  <a:pt x="1191448" y="20041"/>
                  <a:pt x="1192548" y="21713"/>
                </a:cubicBezTo>
                <a:cubicBezTo>
                  <a:pt x="1193649" y="23384"/>
                  <a:pt x="1194452" y="25328"/>
                  <a:pt x="1194958" y="27544"/>
                </a:cubicBezTo>
                <a:cubicBezTo>
                  <a:pt x="1195464" y="29759"/>
                  <a:pt x="1195717" y="32108"/>
                  <a:pt x="1195717" y="34591"/>
                </a:cubicBezTo>
                <a:moveTo>
                  <a:pt x="1189114" y="35312"/>
                </a:moveTo>
                <a:cubicBezTo>
                  <a:pt x="1189114" y="33564"/>
                  <a:pt x="1188981" y="31873"/>
                  <a:pt x="1188715" y="30238"/>
                </a:cubicBezTo>
                <a:cubicBezTo>
                  <a:pt x="1188450" y="28604"/>
                  <a:pt x="1187994" y="27154"/>
                  <a:pt x="1187349" y="25887"/>
                </a:cubicBezTo>
                <a:cubicBezTo>
                  <a:pt x="1186704" y="24621"/>
                  <a:pt x="1185837" y="23608"/>
                  <a:pt x="1184750" y="22848"/>
                </a:cubicBezTo>
                <a:cubicBezTo>
                  <a:pt x="1183662" y="22087"/>
                  <a:pt x="1182308" y="21707"/>
                  <a:pt x="1180689" y="21707"/>
                </a:cubicBezTo>
                <a:cubicBezTo>
                  <a:pt x="1179879" y="21707"/>
                  <a:pt x="1179082" y="21828"/>
                  <a:pt x="1178298" y="22069"/>
                </a:cubicBezTo>
                <a:cubicBezTo>
                  <a:pt x="1177514" y="22309"/>
                  <a:pt x="1176717" y="22689"/>
                  <a:pt x="1175907" y="23208"/>
                </a:cubicBezTo>
                <a:cubicBezTo>
                  <a:pt x="1175098" y="23728"/>
                  <a:pt x="1174250" y="24412"/>
                  <a:pt x="1173365" y="25261"/>
                </a:cubicBezTo>
                <a:cubicBezTo>
                  <a:pt x="1172479" y="26110"/>
                  <a:pt x="1171543" y="27156"/>
                  <a:pt x="1170556" y="28398"/>
                </a:cubicBezTo>
                <a:lnTo>
                  <a:pt x="1170556" y="41998"/>
                </a:lnTo>
                <a:cubicBezTo>
                  <a:pt x="1172277" y="44102"/>
                  <a:pt x="1173909" y="45712"/>
                  <a:pt x="1175452" y="46827"/>
                </a:cubicBezTo>
                <a:cubicBezTo>
                  <a:pt x="1176995" y="47942"/>
                  <a:pt x="1178614" y="48499"/>
                  <a:pt x="1180309" y="48499"/>
                </a:cubicBezTo>
                <a:cubicBezTo>
                  <a:pt x="1181878" y="48499"/>
                  <a:pt x="1183225" y="48119"/>
                  <a:pt x="1184351" y="47360"/>
                </a:cubicBezTo>
                <a:cubicBezTo>
                  <a:pt x="1185477" y="46599"/>
                  <a:pt x="1186388" y="45585"/>
                  <a:pt x="1187083" y="44319"/>
                </a:cubicBezTo>
                <a:cubicBezTo>
                  <a:pt x="1187779" y="43052"/>
                  <a:pt x="1188291" y="41634"/>
                  <a:pt x="1188620" y="40063"/>
                </a:cubicBezTo>
                <a:cubicBezTo>
                  <a:pt x="1188949" y="38492"/>
                  <a:pt x="1189114" y="36908"/>
                  <a:pt x="1189114" y="35312"/>
                </a:cubicBezTo>
                <a:close/>
                <a:moveTo>
                  <a:pt x="1237297" y="34743"/>
                </a:moveTo>
                <a:cubicBezTo>
                  <a:pt x="1237297" y="37528"/>
                  <a:pt x="1236930" y="40092"/>
                  <a:pt x="1236196" y="42434"/>
                </a:cubicBezTo>
                <a:cubicBezTo>
                  <a:pt x="1235463" y="44777"/>
                  <a:pt x="1234368" y="46797"/>
                  <a:pt x="1232914" y="48494"/>
                </a:cubicBezTo>
                <a:cubicBezTo>
                  <a:pt x="1231459" y="50191"/>
                  <a:pt x="1229637" y="51514"/>
                  <a:pt x="1227449" y="52464"/>
                </a:cubicBezTo>
                <a:cubicBezTo>
                  <a:pt x="1225261" y="53413"/>
                  <a:pt x="1222724" y="53888"/>
                  <a:pt x="1219840" y="53888"/>
                </a:cubicBezTo>
                <a:cubicBezTo>
                  <a:pt x="1217032" y="53888"/>
                  <a:pt x="1214584" y="53470"/>
                  <a:pt x="1212497" y="52634"/>
                </a:cubicBezTo>
                <a:cubicBezTo>
                  <a:pt x="1210410" y="51799"/>
                  <a:pt x="1208670" y="50583"/>
                  <a:pt x="1207279" y="48988"/>
                </a:cubicBezTo>
                <a:cubicBezTo>
                  <a:pt x="1205887" y="47392"/>
                  <a:pt x="1204850" y="45455"/>
                  <a:pt x="1204167" y="43176"/>
                </a:cubicBezTo>
                <a:cubicBezTo>
                  <a:pt x="1203484" y="40896"/>
                  <a:pt x="1203142" y="38313"/>
                  <a:pt x="1203142" y="35426"/>
                </a:cubicBezTo>
                <a:cubicBezTo>
                  <a:pt x="1203142" y="32640"/>
                  <a:pt x="1203503" y="30076"/>
                  <a:pt x="1204224" y="27734"/>
                </a:cubicBezTo>
                <a:cubicBezTo>
                  <a:pt x="1204945" y="25391"/>
                  <a:pt x="1206033" y="23372"/>
                  <a:pt x="1207488" y="21675"/>
                </a:cubicBezTo>
                <a:cubicBezTo>
                  <a:pt x="1208942" y="19978"/>
                  <a:pt x="1210758" y="18660"/>
                  <a:pt x="1212933" y="17724"/>
                </a:cubicBezTo>
                <a:cubicBezTo>
                  <a:pt x="1215109" y="16787"/>
                  <a:pt x="1217652" y="16318"/>
                  <a:pt x="1220561" y="16318"/>
                </a:cubicBezTo>
                <a:cubicBezTo>
                  <a:pt x="1223369" y="16318"/>
                  <a:pt x="1225817" y="16736"/>
                  <a:pt x="1227904" y="17572"/>
                </a:cubicBezTo>
                <a:cubicBezTo>
                  <a:pt x="1229992" y="18407"/>
                  <a:pt x="1231731" y="19623"/>
                  <a:pt x="1233122" y="21218"/>
                </a:cubicBezTo>
                <a:cubicBezTo>
                  <a:pt x="1234514" y="22814"/>
                  <a:pt x="1235557" y="24751"/>
                  <a:pt x="1236253" y="27031"/>
                </a:cubicBezTo>
                <a:cubicBezTo>
                  <a:pt x="1236949" y="29310"/>
                  <a:pt x="1237297" y="31881"/>
                  <a:pt x="1237297" y="34743"/>
                </a:cubicBezTo>
                <a:moveTo>
                  <a:pt x="1230694" y="35160"/>
                </a:moveTo>
                <a:cubicBezTo>
                  <a:pt x="1230694" y="33311"/>
                  <a:pt x="1230523" y="31563"/>
                  <a:pt x="1230181" y="29916"/>
                </a:cubicBezTo>
                <a:cubicBezTo>
                  <a:pt x="1229840" y="28269"/>
                  <a:pt x="1229277" y="26825"/>
                  <a:pt x="1228493" y="25584"/>
                </a:cubicBezTo>
                <a:cubicBezTo>
                  <a:pt x="1227708" y="24342"/>
                  <a:pt x="1226646" y="23361"/>
                  <a:pt x="1225305" y="22639"/>
                </a:cubicBezTo>
                <a:cubicBezTo>
                  <a:pt x="1223964" y="21917"/>
                  <a:pt x="1222294" y="21555"/>
                  <a:pt x="1220296" y="21555"/>
                </a:cubicBezTo>
                <a:cubicBezTo>
                  <a:pt x="1218449" y="21555"/>
                  <a:pt x="1216861" y="21884"/>
                  <a:pt x="1215533" y="22543"/>
                </a:cubicBezTo>
                <a:cubicBezTo>
                  <a:pt x="1214205" y="23202"/>
                  <a:pt x="1213110" y="24133"/>
                  <a:pt x="1212250" y="25337"/>
                </a:cubicBezTo>
                <a:cubicBezTo>
                  <a:pt x="1211390" y="26540"/>
                  <a:pt x="1210751" y="27965"/>
                  <a:pt x="1210334" y="29612"/>
                </a:cubicBezTo>
                <a:cubicBezTo>
                  <a:pt x="1209916" y="31258"/>
                  <a:pt x="1209708" y="33057"/>
                  <a:pt x="1209708" y="35008"/>
                </a:cubicBezTo>
                <a:cubicBezTo>
                  <a:pt x="1209708" y="36883"/>
                  <a:pt x="1209878" y="38643"/>
                  <a:pt x="1210220" y="40290"/>
                </a:cubicBezTo>
                <a:cubicBezTo>
                  <a:pt x="1210562" y="41937"/>
                  <a:pt x="1211131" y="43375"/>
                  <a:pt x="1211928" y="44603"/>
                </a:cubicBezTo>
                <a:cubicBezTo>
                  <a:pt x="1212725" y="45832"/>
                  <a:pt x="1213794" y="46808"/>
                  <a:pt x="1215134" y="47530"/>
                </a:cubicBezTo>
                <a:cubicBezTo>
                  <a:pt x="1216475" y="48252"/>
                  <a:pt x="1218145" y="48613"/>
                  <a:pt x="1220144" y="48613"/>
                </a:cubicBezTo>
                <a:cubicBezTo>
                  <a:pt x="1221965" y="48613"/>
                  <a:pt x="1223547" y="48284"/>
                  <a:pt x="1224887" y="47625"/>
                </a:cubicBezTo>
                <a:cubicBezTo>
                  <a:pt x="1226228" y="46967"/>
                  <a:pt x="1227329" y="46042"/>
                  <a:pt x="1228189" y="44851"/>
                </a:cubicBezTo>
                <a:cubicBezTo>
                  <a:pt x="1229049" y="43660"/>
                  <a:pt x="1229682" y="42241"/>
                  <a:pt x="1230086" y="40595"/>
                </a:cubicBezTo>
                <a:cubicBezTo>
                  <a:pt x="1230491" y="38948"/>
                  <a:pt x="1230694" y="37137"/>
                  <a:pt x="1230694" y="35160"/>
                </a:cubicBezTo>
                <a:close/>
                <a:moveTo>
                  <a:pt x="1266733" y="20265"/>
                </a:moveTo>
                <a:cubicBezTo>
                  <a:pt x="1266733" y="20822"/>
                  <a:pt x="1266720" y="21290"/>
                  <a:pt x="1266695" y="21669"/>
                </a:cubicBezTo>
                <a:cubicBezTo>
                  <a:pt x="1266670" y="22049"/>
                  <a:pt x="1266619" y="22346"/>
                  <a:pt x="1266543" y="22561"/>
                </a:cubicBezTo>
                <a:cubicBezTo>
                  <a:pt x="1266467" y="22776"/>
                  <a:pt x="1266372" y="22940"/>
                  <a:pt x="1266259" y="23054"/>
                </a:cubicBezTo>
                <a:cubicBezTo>
                  <a:pt x="1266145" y="23168"/>
                  <a:pt x="1265987" y="23225"/>
                  <a:pt x="1265784" y="23225"/>
                </a:cubicBezTo>
                <a:cubicBezTo>
                  <a:pt x="1265582" y="23225"/>
                  <a:pt x="1265335" y="23168"/>
                  <a:pt x="1265044" y="23054"/>
                </a:cubicBezTo>
                <a:cubicBezTo>
                  <a:pt x="1264753" y="22940"/>
                  <a:pt x="1264424" y="22826"/>
                  <a:pt x="1264057" y="22713"/>
                </a:cubicBezTo>
                <a:cubicBezTo>
                  <a:pt x="1263691" y="22599"/>
                  <a:pt x="1263280" y="22491"/>
                  <a:pt x="1262824" y="22390"/>
                </a:cubicBezTo>
                <a:cubicBezTo>
                  <a:pt x="1262369" y="22289"/>
                  <a:pt x="1261875" y="22238"/>
                  <a:pt x="1261344" y="22238"/>
                </a:cubicBezTo>
                <a:cubicBezTo>
                  <a:pt x="1260712" y="22238"/>
                  <a:pt x="1260092" y="22365"/>
                  <a:pt x="1259485" y="22618"/>
                </a:cubicBezTo>
                <a:cubicBezTo>
                  <a:pt x="1258877" y="22871"/>
                  <a:pt x="1258239" y="23288"/>
                  <a:pt x="1257568" y="23870"/>
                </a:cubicBezTo>
                <a:cubicBezTo>
                  <a:pt x="1256898" y="24452"/>
                  <a:pt x="1256196" y="25224"/>
                  <a:pt x="1255462" y="26185"/>
                </a:cubicBezTo>
                <a:cubicBezTo>
                  <a:pt x="1254728" y="27146"/>
                  <a:pt x="1253919" y="28323"/>
                  <a:pt x="1253033" y="29714"/>
                </a:cubicBezTo>
                <a:lnTo>
                  <a:pt x="1253033" y="52180"/>
                </a:lnTo>
                <a:cubicBezTo>
                  <a:pt x="1253033" y="52383"/>
                  <a:pt x="1252983" y="52553"/>
                  <a:pt x="1252881" y="52693"/>
                </a:cubicBezTo>
                <a:cubicBezTo>
                  <a:pt x="1252780" y="52832"/>
                  <a:pt x="1252616" y="52952"/>
                  <a:pt x="1252388" y="53053"/>
                </a:cubicBezTo>
                <a:cubicBezTo>
                  <a:pt x="1252160" y="53154"/>
                  <a:pt x="1251844" y="53230"/>
                  <a:pt x="1251439" y="53281"/>
                </a:cubicBezTo>
                <a:cubicBezTo>
                  <a:pt x="1251035" y="53331"/>
                  <a:pt x="1250516" y="53357"/>
                  <a:pt x="1249883" y="53357"/>
                </a:cubicBezTo>
                <a:cubicBezTo>
                  <a:pt x="1249276" y="53357"/>
                  <a:pt x="1248770" y="53331"/>
                  <a:pt x="1248365" y="53281"/>
                </a:cubicBezTo>
                <a:cubicBezTo>
                  <a:pt x="1247961" y="53230"/>
                  <a:pt x="1247638" y="53154"/>
                  <a:pt x="1247398" y="53053"/>
                </a:cubicBezTo>
                <a:cubicBezTo>
                  <a:pt x="1247157" y="52952"/>
                  <a:pt x="1246993" y="52832"/>
                  <a:pt x="1246904" y="52693"/>
                </a:cubicBezTo>
                <a:cubicBezTo>
                  <a:pt x="1246816" y="52553"/>
                  <a:pt x="1246772" y="52383"/>
                  <a:pt x="1246772" y="52180"/>
                </a:cubicBezTo>
                <a:lnTo>
                  <a:pt x="1246772" y="18026"/>
                </a:lnTo>
                <a:cubicBezTo>
                  <a:pt x="1246772" y="17824"/>
                  <a:pt x="1246810" y="17653"/>
                  <a:pt x="1246885" y="17514"/>
                </a:cubicBezTo>
                <a:cubicBezTo>
                  <a:pt x="1246961" y="17374"/>
                  <a:pt x="1247113" y="17248"/>
                  <a:pt x="1247341" y="17134"/>
                </a:cubicBezTo>
                <a:cubicBezTo>
                  <a:pt x="1247569" y="17020"/>
                  <a:pt x="1247859" y="16944"/>
                  <a:pt x="1248214" y="16906"/>
                </a:cubicBezTo>
                <a:cubicBezTo>
                  <a:pt x="1248568" y="16868"/>
                  <a:pt x="1249036" y="16849"/>
                  <a:pt x="1249618" y="16849"/>
                </a:cubicBezTo>
                <a:cubicBezTo>
                  <a:pt x="1250174" y="16849"/>
                  <a:pt x="1250636" y="16868"/>
                  <a:pt x="1251003" y="16906"/>
                </a:cubicBezTo>
                <a:cubicBezTo>
                  <a:pt x="1251370" y="16944"/>
                  <a:pt x="1251654" y="17020"/>
                  <a:pt x="1251857" y="17134"/>
                </a:cubicBezTo>
                <a:cubicBezTo>
                  <a:pt x="1252059" y="17248"/>
                  <a:pt x="1252205" y="17374"/>
                  <a:pt x="1252293" y="17514"/>
                </a:cubicBezTo>
                <a:cubicBezTo>
                  <a:pt x="1252382" y="17653"/>
                  <a:pt x="1252426" y="17824"/>
                  <a:pt x="1252426" y="18026"/>
                </a:cubicBezTo>
                <a:lnTo>
                  <a:pt x="1252426" y="22997"/>
                </a:lnTo>
                <a:cubicBezTo>
                  <a:pt x="1253362" y="21631"/>
                  <a:pt x="1254241" y="20518"/>
                  <a:pt x="1255064" y="19658"/>
                </a:cubicBezTo>
                <a:cubicBezTo>
                  <a:pt x="1255886" y="18798"/>
                  <a:pt x="1256664" y="18121"/>
                  <a:pt x="1257397" y="17627"/>
                </a:cubicBezTo>
                <a:cubicBezTo>
                  <a:pt x="1258131" y="17134"/>
                  <a:pt x="1258858" y="16793"/>
                  <a:pt x="1259579" y="16603"/>
                </a:cubicBezTo>
                <a:cubicBezTo>
                  <a:pt x="1260301" y="16413"/>
                  <a:pt x="1261028" y="16318"/>
                  <a:pt x="1261762" y="16318"/>
                </a:cubicBezTo>
                <a:cubicBezTo>
                  <a:pt x="1262090" y="16318"/>
                  <a:pt x="1262464" y="16337"/>
                  <a:pt x="1262881" y="16375"/>
                </a:cubicBezTo>
                <a:cubicBezTo>
                  <a:pt x="1263299" y="16413"/>
                  <a:pt x="1263735" y="16483"/>
                  <a:pt x="1264190" y="16584"/>
                </a:cubicBezTo>
                <a:cubicBezTo>
                  <a:pt x="1264646" y="16685"/>
                  <a:pt x="1265057" y="16799"/>
                  <a:pt x="1265424" y="16925"/>
                </a:cubicBezTo>
                <a:cubicBezTo>
                  <a:pt x="1265791" y="17052"/>
                  <a:pt x="1266050" y="17178"/>
                  <a:pt x="1266202" y="17305"/>
                </a:cubicBezTo>
                <a:cubicBezTo>
                  <a:pt x="1266353" y="17431"/>
                  <a:pt x="1266455" y="17552"/>
                  <a:pt x="1266505" y="17665"/>
                </a:cubicBezTo>
                <a:cubicBezTo>
                  <a:pt x="1266556" y="17779"/>
                  <a:pt x="1266600" y="17925"/>
                  <a:pt x="1266638" y="18102"/>
                </a:cubicBezTo>
                <a:cubicBezTo>
                  <a:pt x="1266676" y="18279"/>
                  <a:pt x="1266701" y="18538"/>
                  <a:pt x="1266714" y="18880"/>
                </a:cubicBezTo>
                <a:cubicBezTo>
                  <a:pt x="1266727" y="19221"/>
                  <a:pt x="1266733" y="19683"/>
                  <a:pt x="1266733" y="20265"/>
                </a:cubicBezTo>
                <a:close/>
                <a:moveTo>
                  <a:pt x="1291703" y="49714"/>
                </a:moveTo>
                <a:cubicBezTo>
                  <a:pt x="1291703" y="50447"/>
                  <a:pt x="1291652" y="51029"/>
                  <a:pt x="1291551" y="51459"/>
                </a:cubicBezTo>
                <a:cubicBezTo>
                  <a:pt x="1291450" y="51889"/>
                  <a:pt x="1291298" y="52206"/>
                  <a:pt x="1291096" y="52408"/>
                </a:cubicBezTo>
                <a:cubicBezTo>
                  <a:pt x="1290893" y="52610"/>
                  <a:pt x="1290590" y="52800"/>
                  <a:pt x="1290185" y="52977"/>
                </a:cubicBezTo>
                <a:cubicBezTo>
                  <a:pt x="1289780" y="53154"/>
                  <a:pt x="1289318" y="53300"/>
                  <a:pt x="1288800" y="53414"/>
                </a:cubicBezTo>
                <a:cubicBezTo>
                  <a:pt x="1288281" y="53527"/>
                  <a:pt x="1287731" y="53622"/>
                  <a:pt x="1287149" y="53698"/>
                </a:cubicBezTo>
                <a:cubicBezTo>
                  <a:pt x="1286567" y="53774"/>
                  <a:pt x="1285985" y="53812"/>
                  <a:pt x="1285403" y="53812"/>
                </a:cubicBezTo>
                <a:cubicBezTo>
                  <a:pt x="1283632" y="53812"/>
                  <a:pt x="1282114" y="53578"/>
                  <a:pt x="1280849" y="53109"/>
                </a:cubicBezTo>
                <a:cubicBezTo>
                  <a:pt x="1279584" y="52639"/>
                  <a:pt x="1278547" y="51929"/>
                  <a:pt x="1277737" y="50978"/>
                </a:cubicBezTo>
                <a:cubicBezTo>
                  <a:pt x="1276928" y="50027"/>
                  <a:pt x="1276340" y="48822"/>
                  <a:pt x="1275973" y="47364"/>
                </a:cubicBezTo>
                <a:cubicBezTo>
                  <a:pt x="1275606" y="45906"/>
                  <a:pt x="1275423" y="44188"/>
                  <a:pt x="1275423" y="42210"/>
                </a:cubicBezTo>
                <a:lnTo>
                  <a:pt x="1275423" y="22200"/>
                </a:lnTo>
                <a:lnTo>
                  <a:pt x="1270641" y="22200"/>
                </a:lnTo>
                <a:cubicBezTo>
                  <a:pt x="1270261" y="22200"/>
                  <a:pt x="1269958" y="21998"/>
                  <a:pt x="1269730" y="21593"/>
                </a:cubicBezTo>
                <a:cubicBezTo>
                  <a:pt x="1269502" y="21188"/>
                  <a:pt x="1269389" y="20531"/>
                  <a:pt x="1269389" y="19620"/>
                </a:cubicBezTo>
                <a:cubicBezTo>
                  <a:pt x="1269389" y="19139"/>
                  <a:pt x="1269420" y="18734"/>
                  <a:pt x="1269483" y="18405"/>
                </a:cubicBezTo>
                <a:cubicBezTo>
                  <a:pt x="1269547" y="18077"/>
                  <a:pt x="1269629" y="17805"/>
                  <a:pt x="1269730" y="17589"/>
                </a:cubicBezTo>
                <a:cubicBezTo>
                  <a:pt x="1269831" y="17374"/>
                  <a:pt x="1269964" y="17223"/>
                  <a:pt x="1270129" y="17134"/>
                </a:cubicBezTo>
                <a:cubicBezTo>
                  <a:pt x="1270293" y="17046"/>
                  <a:pt x="1270476" y="17001"/>
                  <a:pt x="1270679" y="17001"/>
                </a:cubicBezTo>
                <a:lnTo>
                  <a:pt x="1275423" y="17001"/>
                </a:lnTo>
                <a:lnTo>
                  <a:pt x="1275423" y="8880"/>
                </a:lnTo>
                <a:cubicBezTo>
                  <a:pt x="1275423" y="8703"/>
                  <a:pt x="1275467" y="8539"/>
                  <a:pt x="1275555" y="8387"/>
                </a:cubicBezTo>
                <a:cubicBezTo>
                  <a:pt x="1275644" y="8235"/>
                  <a:pt x="1275808" y="8102"/>
                  <a:pt x="1276049" y="7988"/>
                </a:cubicBezTo>
                <a:cubicBezTo>
                  <a:pt x="1276289" y="7874"/>
                  <a:pt x="1276612" y="7792"/>
                  <a:pt x="1277016" y="7742"/>
                </a:cubicBezTo>
                <a:cubicBezTo>
                  <a:pt x="1277421" y="7691"/>
                  <a:pt x="1277927" y="7666"/>
                  <a:pt x="1278534" y="7666"/>
                </a:cubicBezTo>
                <a:cubicBezTo>
                  <a:pt x="1279167" y="7666"/>
                  <a:pt x="1279685" y="7691"/>
                  <a:pt x="1280090" y="7742"/>
                </a:cubicBezTo>
                <a:cubicBezTo>
                  <a:pt x="1280495" y="7792"/>
                  <a:pt x="1280811" y="7874"/>
                  <a:pt x="1281039" y="7988"/>
                </a:cubicBezTo>
                <a:cubicBezTo>
                  <a:pt x="1281267" y="8102"/>
                  <a:pt x="1281431" y="8235"/>
                  <a:pt x="1281532" y="8387"/>
                </a:cubicBezTo>
                <a:cubicBezTo>
                  <a:pt x="1281634" y="8539"/>
                  <a:pt x="1281684" y="8703"/>
                  <a:pt x="1281684" y="8880"/>
                </a:cubicBezTo>
                <a:lnTo>
                  <a:pt x="1281684" y="17001"/>
                </a:lnTo>
                <a:lnTo>
                  <a:pt x="1290450" y="17001"/>
                </a:lnTo>
                <a:cubicBezTo>
                  <a:pt x="1290653" y="17001"/>
                  <a:pt x="1290830" y="17046"/>
                  <a:pt x="1290982" y="17134"/>
                </a:cubicBezTo>
                <a:cubicBezTo>
                  <a:pt x="1291134" y="17223"/>
                  <a:pt x="1291266" y="17374"/>
                  <a:pt x="1291380" y="17589"/>
                </a:cubicBezTo>
                <a:cubicBezTo>
                  <a:pt x="1291494" y="17805"/>
                  <a:pt x="1291576" y="18077"/>
                  <a:pt x="1291627" y="18405"/>
                </a:cubicBezTo>
                <a:cubicBezTo>
                  <a:pt x="1291677" y="18734"/>
                  <a:pt x="1291703" y="19139"/>
                  <a:pt x="1291703" y="19620"/>
                </a:cubicBezTo>
                <a:cubicBezTo>
                  <a:pt x="1291703" y="20531"/>
                  <a:pt x="1291589" y="21188"/>
                  <a:pt x="1291361" y="21593"/>
                </a:cubicBezTo>
                <a:cubicBezTo>
                  <a:pt x="1291134" y="21998"/>
                  <a:pt x="1290830" y="22200"/>
                  <a:pt x="1290450" y="22200"/>
                </a:cubicBezTo>
                <a:lnTo>
                  <a:pt x="1281684" y="22200"/>
                </a:lnTo>
                <a:lnTo>
                  <a:pt x="1281684" y="41307"/>
                </a:lnTo>
                <a:cubicBezTo>
                  <a:pt x="1281684" y="43666"/>
                  <a:pt x="1282032" y="45448"/>
                  <a:pt x="1282728" y="46654"/>
                </a:cubicBezTo>
                <a:cubicBezTo>
                  <a:pt x="1283424" y="47859"/>
                  <a:pt x="1284670" y="48461"/>
                  <a:pt x="1286466" y="48461"/>
                </a:cubicBezTo>
                <a:cubicBezTo>
                  <a:pt x="1287048" y="48461"/>
                  <a:pt x="1287566" y="48404"/>
                  <a:pt x="1288022" y="48290"/>
                </a:cubicBezTo>
                <a:cubicBezTo>
                  <a:pt x="1288477" y="48177"/>
                  <a:pt x="1288882" y="48056"/>
                  <a:pt x="1289236" y="47930"/>
                </a:cubicBezTo>
                <a:cubicBezTo>
                  <a:pt x="1289590" y="47803"/>
                  <a:pt x="1289894" y="47683"/>
                  <a:pt x="1290147" y="47569"/>
                </a:cubicBezTo>
                <a:cubicBezTo>
                  <a:pt x="1290400" y="47456"/>
                  <a:pt x="1290628" y="47399"/>
                  <a:pt x="1290830" y="47399"/>
                </a:cubicBezTo>
                <a:cubicBezTo>
                  <a:pt x="1290956" y="47399"/>
                  <a:pt x="1291077" y="47430"/>
                  <a:pt x="1291190" y="47494"/>
                </a:cubicBezTo>
                <a:cubicBezTo>
                  <a:pt x="1291304" y="47557"/>
                  <a:pt x="1291393" y="47677"/>
                  <a:pt x="1291456" y="47854"/>
                </a:cubicBezTo>
                <a:cubicBezTo>
                  <a:pt x="1291519" y="48031"/>
                  <a:pt x="1291576" y="48271"/>
                  <a:pt x="1291627" y="48575"/>
                </a:cubicBezTo>
                <a:cubicBezTo>
                  <a:pt x="1291677" y="48879"/>
                  <a:pt x="1291703" y="49258"/>
                  <a:pt x="1291703" y="497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separability_matrix">
            <a:extLst xmlns:a="http://schemas.openxmlformats.org/drawingml/2006/main">
              <a:ext uri="{FF2B5EF4-FFF2-40B4-BE49-F238E27FC236}">
                <a16:creationId xmlns:a16="http://schemas.microsoft.com/office/drawing/2014/main" id="{5757E814-DFB8-42FA-909D-4C3EFB3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69" y="1263160"/>
            <a:ext cx="609984" cy="66791"/>
          </a:xfrm>
          <a:custGeom xmlns:a="http://schemas.openxmlformats.org/drawingml/2006/main">
            <a:pathLst>
              <a:path w="609984" h="66791">
                <a:moveTo>
                  <a:pt x="24174" y="42682"/>
                </a:moveTo>
                <a:cubicBezTo>
                  <a:pt x="24174" y="44430"/>
                  <a:pt x="23851" y="45987"/>
                  <a:pt x="23206" y="47355"/>
                </a:cubicBezTo>
                <a:cubicBezTo>
                  <a:pt x="22561" y="48722"/>
                  <a:pt x="21644" y="49874"/>
                  <a:pt x="20455" y="50812"/>
                </a:cubicBezTo>
                <a:cubicBezTo>
                  <a:pt x="19266" y="51749"/>
                  <a:pt x="17849" y="52457"/>
                  <a:pt x="16204" y="52938"/>
                </a:cubicBezTo>
                <a:cubicBezTo>
                  <a:pt x="14560" y="53420"/>
                  <a:pt x="12751" y="53660"/>
                  <a:pt x="10778" y="53660"/>
                </a:cubicBezTo>
                <a:cubicBezTo>
                  <a:pt x="9563" y="53660"/>
                  <a:pt x="8406" y="53565"/>
                  <a:pt x="7305" y="53376"/>
                </a:cubicBezTo>
                <a:cubicBezTo>
                  <a:pt x="6205" y="53186"/>
                  <a:pt x="5218" y="52946"/>
                  <a:pt x="4345" y="52655"/>
                </a:cubicBezTo>
                <a:cubicBezTo>
                  <a:pt x="3472" y="52364"/>
                  <a:pt x="2732" y="52060"/>
                  <a:pt x="2125" y="51744"/>
                </a:cubicBezTo>
                <a:cubicBezTo>
                  <a:pt x="1518" y="51428"/>
                  <a:pt x="1075" y="51143"/>
                  <a:pt x="797" y="50890"/>
                </a:cubicBezTo>
                <a:cubicBezTo>
                  <a:pt x="519" y="50637"/>
                  <a:pt x="316" y="50283"/>
                  <a:pt x="190" y="49827"/>
                </a:cubicBezTo>
                <a:cubicBezTo>
                  <a:pt x="63" y="49372"/>
                  <a:pt x="0" y="48752"/>
                  <a:pt x="0" y="47968"/>
                </a:cubicBezTo>
                <a:cubicBezTo>
                  <a:pt x="0" y="47487"/>
                  <a:pt x="25" y="47082"/>
                  <a:pt x="76" y="46754"/>
                </a:cubicBezTo>
                <a:cubicBezTo>
                  <a:pt x="126" y="46425"/>
                  <a:pt x="190" y="46159"/>
                  <a:pt x="266" y="45957"/>
                </a:cubicBezTo>
                <a:cubicBezTo>
                  <a:pt x="342" y="45754"/>
                  <a:pt x="449" y="45609"/>
                  <a:pt x="588" y="45520"/>
                </a:cubicBezTo>
                <a:cubicBezTo>
                  <a:pt x="727" y="45432"/>
                  <a:pt x="885" y="45387"/>
                  <a:pt x="1063" y="45387"/>
                </a:cubicBezTo>
                <a:cubicBezTo>
                  <a:pt x="1341" y="45387"/>
                  <a:pt x="1752" y="45558"/>
                  <a:pt x="2296" y="45900"/>
                </a:cubicBezTo>
                <a:cubicBezTo>
                  <a:pt x="2840" y="46241"/>
                  <a:pt x="3510" y="46614"/>
                  <a:pt x="4307" y="47019"/>
                </a:cubicBezTo>
                <a:cubicBezTo>
                  <a:pt x="5104" y="47424"/>
                  <a:pt x="6047" y="47797"/>
                  <a:pt x="7134" y="48139"/>
                </a:cubicBezTo>
                <a:cubicBezTo>
                  <a:pt x="8222" y="48480"/>
                  <a:pt x="9475" y="48651"/>
                  <a:pt x="10891" y="48651"/>
                </a:cubicBezTo>
                <a:cubicBezTo>
                  <a:pt x="11954" y="48651"/>
                  <a:pt x="12915" y="48537"/>
                  <a:pt x="13776" y="48309"/>
                </a:cubicBezTo>
                <a:cubicBezTo>
                  <a:pt x="14636" y="48081"/>
                  <a:pt x="15382" y="47745"/>
                  <a:pt x="16015" y="47301"/>
                </a:cubicBezTo>
                <a:cubicBezTo>
                  <a:pt x="16647" y="46858"/>
                  <a:pt x="17134" y="46294"/>
                  <a:pt x="17476" y="45609"/>
                </a:cubicBezTo>
                <a:cubicBezTo>
                  <a:pt x="17817" y="44924"/>
                  <a:pt x="17988" y="44113"/>
                  <a:pt x="17988" y="43176"/>
                </a:cubicBezTo>
                <a:cubicBezTo>
                  <a:pt x="17988" y="42213"/>
                  <a:pt x="17741" y="41403"/>
                  <a:pt x="17248" y="40744"/>
                </a:cubicBezTo>
                <a:cubicBezTo>
                  <a:pt x="16755" y="40086"/>
                  <a:pt x="16103" y="39504"/>
                  <a:pt x="15294" y="38998"/>
                </a:cubicBezTo>
                <a:cubicBezTo>
                  <a:pt x="14484" y="38491"/>
                  <a:pt x="13573" y="38041"/>
                  <a:pt x="12561" y="37649"/>
                </a:cubicBezTo>
                <a:cubicBezTo>
                  <a:pt x="11549" y="37256"/>
                  <a:pt x="10506" y="36845"/>
                  <a:pt x="9430" y="36415"/>
                </a:cubicBezTo>
                <a:cubicBezTo>
                  <a:pt x="8355" y="35984"/>
                  <a:pt x="7305" y="35496"/>
                  <a:pt x="6281" y="34951"/>
                </a:cubicBezTo>
                <a:cubicBezTo>
                  <a:pt x="5256" y="34407"/>
                  <a:pt x="4339" y="33742"/>
                  <a:pt x="3529" y="32957"/>
                </a:cubicBezTo>
                <a:cubicBezTo>
                  <a:pt x="2720" y="32172"/>
                  <a:pt x="2068" y="31235"/>
                  <a:pt x="1575" y="30146"/>
                </a:cubicBezTo>
                <a:cubicBezTo>
                  <a:pt x="1082" y="29057"/>
                  <a:pt x="835" y="27753"/>
                  <a:pt x="835" y="26234"/>
                </a:cubicBezTo>
                <a:cubicBezTo>
                  <a:pt x="835" y="24891"/>
                  <a:pt x="1094" y="23606"/>
                  <a:pt x="1613" y="22378"/>
                </a:cubicBezTo>
                <a:cubicBezTo>
                  <a:pt x="2131" y="21150"/>
                  <a:pt x="2909" y="20073"/>
                  <a:pt x="3947" y="19149"/>
                </a:cubicBezTo>
                <a:cubicBezTo>
                  <a:pt x="4984" y="18224"/>
                  <a:pt x="6281" y="17483"/>
                  <a:pt x="7837" y="16927"/>
                </a:cubicBezTo>
                <a:cubicBezTo>
                  <a:pt x="9392" y="16369"/>
                  <a:pt x="11208" y="16091"/>
                  <a:pt x="13282" y="16091"/>
                </a:cubicBezTo>
                <a:cubicBezTo>
                  <a:pt x="14193" y="16091"/>
                  <a:pt x="15104" y="16168"/>
                  <a:pt x="16015" y="16322"/>
                </a:cubicBezTo>
                <a:cubicBezTo>
                  <a:pt x="16925" y="16476"/>
                  <a:pt x="17748" y="16668"/>
                  <a:pt x="18481" y="16899"/>
                </a:cubicBezTo>
                <a:cubicBezTo>
                  <a:pt x="19215" y="17130"/>
                  <a:pt x="19841" y="17380"/>
                  <a:pt x="20360" y="17650"/>
                </a:cubicBezTo>
                <a:cubicBezTo>
                  <a:pt x="20878" y="17920"/>
                  <a:pt x="21271" y="18157"/>
                  <a:pt x="21536" y="18363"/>
                </a:cubicBezTo>
                <a:cubicBezTo>
                  <a:pt x="21802" y="18568"/>
                  <a:pt x="21979" y="18747"/>
                  <a:pt x="22068" y="18899"/>
                </a:cubicBezTo>
                <a:cubicBezTo>
                  <a:pt x="22156" y="19051"/>
                  <a:pt x="22219" y="19221"/>
                  <a:pt x="22257" y="19411"/>
                </a:cubicBezTo>
                <a:cubicBezTo>
                  <a:pt x="22295" y="19601"/>
                  <a:pt x="22333" y="19835"/>
                  <a:pt x="22371" y="20113"/>
                </a:cubicBezTo>
                <a:cubicBezTo>
                  <a:pt x="22409" y="20391"/>
                  <a:pt x="22428" y="20733"/>
                  <a:pt x="22428" y="21138"/>
                </a:cubicBezTo>
                <a:cubicBezTo>
                  <a:pt x="22428" y="21568"/>
                  <a:pt x="22409" y="21941"/>
                  <a:pt x="22371" y="22257"/>
                </a:cubicBezTo>
                <a:cubicBezTo>
                  <a:pt x="22333" y="22574"/>
                  <a:pt x="22270" y="22833"/>
                  <a:pt x="22181" y="23035"/>
                </a:cubicBezTo>
                <a:cubicBezTo>
                  <a:pt x="22093" y="23238"/>
                  <a:pt x="21985" y="23383"/>
                  <a:pt x="21859" y="23472"/>
                </a:cubicBezTo>
                <a:cubicBezTo>
                  <a:pt x="21732" y="23560"/>
                  <a:pt x="21593" y="23604"/>
                  <a:pt x="21441" y="23604"/>
                </a:cubicBezTo>
                <a:cubicBezTo>
                  <a:pt x="21214" y="23604"/>
                  <a:pt x="20885" y="23463"/>
                  <a:pt x="20455" y="23181"/>
                </a:cubicBezTo>
                <a:cubicBezTo>
                  <a:pt x="20025" y="22899"/>
                  <a:pt x="19468" y="22597"/>
                  <a:pt x="18785" y="22276"/>
                </a:cubicBezTo>
                <a:cubicBezTo>
                  <a:pt x="18102" y="21955"/>
                  <a:pt x="17299" y="21654"/>
                  <a:pt x="16375" y="21371"/>
                </a:cubicBezTo>
                <a:cubicBezTo>
                  <a:pt x="15452" y="21089"/>
                  <a:pt x="14395" y="20948"/>
                  <a:pt x="13206" y="20948"/>
                </a:cubicBezTo>
                <a:cubicBezTo>
                  <a:pt x="12144" y="20948"/>
                  <a:pt x="11208" y="21069"/>
                  <a:pt x="10398" y="21310"/>
                </a:cubicBezTo>
                <a:cubicBezTo>
                  <a:pt x="9589" y="21550"/>
                  <a:pt x="8924" y="21892"/>
                  <a:pt x="8406" y="22336"/>
                </a:cubicBezTo>
                <a:cubicBezTo>
                  <a:pt x="7887" y="22779"/>
                  <a:pt x="7495" y="23305"/>
                  <a:pt x="7229" y="23914"/>
                </a:cubicBezTo>
                <a:cubicBezTo>
                  <a:pt x="6964" y="24522"/>
                  <a:pt x="6831" y="25181"/>
                  <a:pt x="6831" y="25891"/>
                </a:cubicBezTo>
                <a:cubicBezTo>
                  <a:pt x="6831" y="26878"/>
                  <a:pt x="7084" y="27708"/>
                  <a:pt x="7590" y="28379"/>
                </a:cubicBezTo>
                <a:cubicBezTo>
                  <a:pt x="8096" y="29050"/>
                  <a:pt x="8754" y="29639"/>
                  <a:pt x="9563" y="30146"/>
                </a:cubicBezTo>
                <a:cubicBezTo>
                  <a:pt x="10373" y="30652"/>
                  <a:pt x="11296" y="31108"/>
                  <a:pt x="12334" y="31513"/>
                </a:cubicBezTo>
                <a:cubicBezTo>
                  <a:pt x="13371" y="31918"/>
                  <a:pt x="14427" y="32336"/>
                  <a:pt x="15502" y="32767"/>
                </a:cubicBezTo>
                <a:cubicBezTo>
                  <a:pt x="16578" y="33197"/>
                  <a:pt x="17640" y="33678"/>
                  <a:pt x="18690" y="34210"/>
                </a:cubicBezTo>
                <a:cubicBezTo>
                  <a:pt x="19740" y="34742"/>
                  <a:pt x="20670" y="35388"/>
                  <a:pt x="21479" y="36148"/>
                </a:cubicBezTo>
                <a:cubicBezTo>
                  <a:pt x="22289" y="36908"/>
                  <a:pt x="22940" y="37820"/>
                  <a:pt x="23434" y="38884"/>
                </a:cubicBezTo>
                <a:cubicBezTo>
                  <a:pt x="23927" y="39947"/>
                  <a:pt x="24174" y="41213"/>
                  <a:pt x="24174" y="42682"/>
                </a:cubicBezTo>
                <a:close/>
                <a:moveTo>
                  <a:pt x="62289" y="33395"/>
                </a:moveTo>
                <a:cubicBezTo>
                  <a:pt x="62289" y="34382"/>
                  <a:pt x="62043" y="35084"/>
                  <a:pt x="61549" y="35502"/>
                </a:cubicBezTo>
                <a:cubicBezTo>
                  <a:pt x="61056" y="35919"/>
                  <a:pt x="60493" y="36128"/>
                  <a:pt x="59861" y="36128"/>
                </a:cubicBezTo>
                <a:lnTo>
                  <a:pt x="37470" y="36128"/>
                </a:lnTo>
                <a:cubicBezTo>
                  <a:pt x="37470" y="38031"/>
                  <a:pt x="37660" y="39744"/>
                  <a:pt x="38040" y="41266"/>
                </a:cubicBezTo>
                <a:cubicBezTo>
                  <a:pt x="38419" y="42789"/>
                  <a:pt x="39052" y="44096"/>
                  <a:pt x="39937" y="45187"/>
                </a:cubicBezTo>
                <a:cubicBezTo>
                  <a:pt x="40823" y="46278"/>
                  <a:pt x="41974" y="47116"/>
                  <a:pt x="43391" y="47700"/>
                </a:cubicBezTo>
                <a:cubicBezTo>
                  <a:pt x="44807" y="48283"/>
                  <a:pt x="46540" y="48575"/>
                  <a:pt x="48590" y="48575"/>
                </a:cubicBezTo>
                <a:cubicBezTo>
                  <a:pt x="50209" y="48575"/>
                  <a:pt x="51651" y="48442"/>
                  <a:pt x="52916" y="48177"/>
                </a:cubicBezTo>
                <a:cubicBezTo>
                  <a:pt x="54181" y="47911"/>
                  <a:pt x="55275" y="47614"/>
                  <a:pt x="56198" y="47285"/>
                </a:cubicBezTo>
                <a:cubicBezTo>
                  <a:pt x="57122" y="46956"/>
                  <a:pt x="57881" y="46659"/>
                  <a:pt x="58475" y="46393"/>
                </a:cubicBezTo>
                <a:cubicBezTo>
                  <a:pt x="59070" y="46127"/>
                  <a:pt x="59519" y="45995"/>
                  <a:pt x="59823" y="45995"/>
                </a:cubicBezTo>
                <a:cubicBezTo>
                  <a:pt x="60000" y="45995"/>
                  <a:pt x="60158" y="46039"/>
                  <a:pt x="60297" y="46127"/>
                </a:cubicBezTo>
                <a:cubicBezTo>
                  <a:pt x="60436" y="46216"/>
                  <a:pt x="60544" y="46349"/>
                  <a:pt x="60620" y="46526"/>
                </a:cubicBezTo>
                <a:cubicBezTo>
                  <a:pt x="60695" y="46703"/>
                  <a:pt x="60752" y="46950"/>
                  <a:pt x="60790" y="47266"/>
                </a:cubicBezTo>
                <a:cubicBezTo>
                  <a:pt x="60828" y="47582"/>
                  <a:pt x="60847" y="47968"/>
                  <a:pt x="60847" y="48423"/>
                </a:cubicBezTo>
                <a:cubicBezTo>
                  <a:pt x="60847" y="48752"/>
                  <a:pt x="60835" y="49037"/>
                  <a:pt x="60809" y="49277"/>
                </a:cubicBezTo>
                <a:cubicBezTo>
                  <a:pt x="60784" y="49517"/>
                  <a:pt x="60752" y="49733"/>
                  <a:pt x="60714" y="49922"/>
                </a:cubicBezTo>
                <a:cubicBezTo>
                  <a:pt x="60676" y="50112"/>
                  <a:pt x="60613" y="50283"/>
                  <a:pt x="60525" y="50435"/>
                </a:cubicBezTo>
                <a:cubicBezTo>
                  <a:pt x="60436" y="50586"/>
                  <a:pt x="60322" y="50732"/>
                  <a:pt x="60183" y="50871"/>
                </a:cubicBezTo>
                <a:cubicBezTo>
                  <a:pt x="60044" y="51010"/>
                  <a:pt x="59633" y="51238"/>
                  <a:pt x="58950" y="51554"/>
                </a:cubicBezTo>
                <a:cubicBezTo>
                  <a:pt x="58267" y="51870"/>
                  <a:pt x="57381" y="52180"/>
                  <a:pt x="56293" y="52484"/>
                </a:cubicBezTo>
                <a:cubicBezTo>
                  <a:pt x="55205" y="52787"/>
                  <a:pt x="53947" y="53059"/>
                  <a:pt x="52517" y="53300"/>
                </a:cubicBezTo>
                <a:cubicBezTo>
                  <a:pt x="51088" y="53540"/>
                  <a:pt x="49564" y="53660"/>
                  <a:pt x="47944" y="53660"/>
                </a:cubicBezTo>
                <a:cubicBezTo>
                  <a:pt x="45136" y="53660"/>
                  <a:pt x="42676" y="53268"/>
                  <a:pt x="40563" y="52483"/>
                </a:cubicBezTo>
                <a:cubicBezTo>
                  <a:pt x="38451" y="51698"/>
                  <a:pt x="36674" y="50533"/>
                  <a:pt x="35231" y="48988"/>
                </a:cubicBezTo>
                <a:cubicBezTo>
                  <a:pt x="33789" y="47443"/>
                  <a:pt x="32701" y="45506"/>
                  <a:pt x="31968" y="43176"/>
                </a:cubicBezTo>
                <a:cubicBezTo>
                  <a:pt x="31234" y="40846"/>
                  <a:pt x="30867" y="38136"/>
                  <a:pt x="30867" y="35046"/>
                </a:cubicBezTo>
                <a:cubicBezTo>
                  <a:pt x="30867" y="32108"/>
                  <a:pt x="31247" y="29468"/>
                  <a:pt x="32006" y="27125"/>
                </a:cubicBezTo>
                <a:cubicBezTo>
                  <a:pt x="32765" y="24783"/>
                  <a:pt x="33859" y="22795"/>
                  <a:pt x="35288" y="21161"/>
                </a:cubicBezTo>
                <a:cubicBezTo>
                  <a:pt x="36718" y="19528"/>
                  <a:pt x="38444" y="18275"/>
                  <a:pt x="40468" y="17401"/>
                </a:cubicBezTo>
                <a:cubicBezTo>
                  <a:pt x="42492" y="16527"/>
                  <a:pt x="44757" y="16091"/>
                  <a:pt x="47261" y="16091"/>
                </a:cubicBezTo>
                <a:cubicBezTo>
                  <a:pt x="49943" y="16091"/>
                  <a:pt x="52226" y="16521"/>
                  <a:pt x="54111" y="17381"/>
                </a:cubicBezTo>
                <a:cubicBezTo>
                  <a:pt x="55996" y="18241"/>
                  <a:pt x="57546" y="19398"/>
                  <a:pt x="58760" y="20853"/>
                </a:cubicBezTo>
                <a:cubicBezTo>
                  <a:pt x="59974" y="22308"/>
                  <a:pt x="60866" y="24016"/>
                  <a:pt x="61435" y="25976"/>
                </a:cubicBezTo>
                <a:cubicBezTo>
                  <a:pt x="62005" y="27937"/>
                  <a:pt x="62289" y="30031"/>
                  <a:pt x="62289" y="32257"/>
                </a:cubicBezTo>
                <a:lnTo>
                  <a:pt x="62289" y="33395"/>
                </a:lnTo>
                <a:moveTo>
                  <a:pt x="55990" y="31536"/>
                </a:moveTo>
                <a:cubicBezTo>
                  <a:pt x="56066" y="28247"/>
                  <a:pt x="55338" y="25666"/>
                  <a:pt x="53808" y="23794"/>
                </a:cubicBezTo>
                <a:cubicBezTo>
                  <a:pt x="52277" y="21922"/>
                  <a:pt x="50006" y="20986"/>
                  <a:pt x="46996" y="20986"/>
                </a:cubicBezTo>
                <a:cubicBezTo>
                  <a:pt x="45452" y="20986"/>
                  <a:pt x="44099" y="21277"/>
                  <a:pt x="42935" y="21859"/>
                </a:cubicBezTo>
                <a:cubicBezTo>
                  <a:pt x="41771" y="22441"/>
                  <a:pt x="40797" y="23212"/>
                  <a:pt x="40013" y="24174"/>
                </a:cubicBezTo>
                <a:cubicBezTo>
                  <a:pt x="39229" y="25135"/>
                  <a:pt x="38622" y="26255"/>
                  <a:pt x="38191" y="27532"/>
                </a:cubicBezTo>
                <a:cubicBezTo>
                  <a:pt x="37761" y="28810"/>
                  <a:pt x="37521" y="30144"/>
                  <a:pt x="37470" y="31536"/>
                </a:cubicBezTo>
                <a:lnTo>
                  <a:pt x="55990" y="31536"/>
                </a:lnTo>
                <a:close/>
                <a:moveTo>
                  <a:pt x="103683" y="34363"/>
                </a:moveTo>
                <a:cubicBezTo>
                  <a:pt x="103683" y="37351"/>
                  <a:pt x="103360" y="40035"/>
                  <a:pt x="102715" y="42415"/>
                </a:cubicBezTo>
                <a:cubicBezTo>
                  <a:pt x="102070" y="44796"/>
                  <a:pt x="101121" y="46816"/>
                  <a:pt x="99869" y="48475"/>
                </a:cubicBezTo>
                <a:cubicBezTo>
                  <a:pt x="98617" y="50134"/>
                  <a:pt x="97067" y="51413"/>
                  <a:pt x="95220" y="52312"/>
                </a:cubicBezTo>
                <a:cubicBezTo>
                  <a:pt x="93373" y="53211"/>
                  <a:pt x="91261" y="53660"/>
                  <a:pt x="88883" y="53660"/>
                </a:cubicBezTo>
                <a:cubicBezTo>
                  <a:pt x="87871" y="53660"/>
                  <a:pt x="86935" y="53559"/>
                  <a:pt x="86074" y="53357"/>
                </a:cubicBezTo>
                <a:cubicBezTo>
                  <a:pt x="85214" y="53154"/>
                  <a:pt x="84373" y="52838"/>
                  <a:pt x="83551" y="52408"/>
                </a:cubicBezTo>
                <a:cubicBezTo>
                  <a:pt x="82728" y="51977"/>
                  <a:pt x="81913" y="51432"/>
                  <a:pt x="81103" y="50774"/>
                </a:cubicBezTo>
                <a:cubicBezTo>
                  <a:pt x="80293" y="50115"/>
                  <a:pt x="79433" y="49343"/>
                  <a:pt x="78522" y="48456"/>
                </a:cubicBezTo>
                <a:lnTo>
                  <a:pt x="78522" y="65503"/>
                </a:lnTo>
                <a:cubicBezTo>
                  <a:pt x="78522" y="65704"/>
                  <a:pt x="78472" y="65881"/>
                  <a:pt x="78371" y="66033"/>
                </a:cubicBezTo>
                <a:cubicBezTo>
                  <a:pt x="78269" y="66185"/>
                  <a:pt x="78105" y="66311"/>
                  <a:pt x="77877" y="66411"/>
                </a:cubicBezTo>
                <a:cubicBezTo>
                  <a:pt x="77650" y="66512"/>
                  <a:pt x="77333" y="66588"/>
                  <a:pt x="76929" y="66639"/>
                </a:cubicBezTo>
                <a:cubicBezTo>
                  <a:pt x="76524" y="66690"/>
                  <a:pt x="76005" y="66715"/>
                  <a:pt x="75373" y="66715"/>
                </a:cubicBezTo>
                <a:cubicBezTo>
                  <a:pt x="74765" y="66715"/>
                  <a:pt x="74259" y="66690"/>
                  <a:pt x="73855" y="66639"/>
                </a:cubicBezTo>
                <a:cubicBezTo>
                  <a:pt x="73450" y="66588"/>
                  <a:pt x="73127" y="66512"/>
                  <a:pt x="72887" y="66411"/>
                </a:cubicBezTo>
                <a:cubicBezTo>
                  <a:pt x="72647" y="66310"/>
                  <a:pt x="72482" y="66184"/>
                  <a:pt x="72394" y="66032"/>
                </a:cubicBezTo>
                <a:cubicBezTo>
                  <a:pt x="72305" y="65880"/>
                  <a:pt x="72261" y="65703"/>
                  <a:pt x="72261" y="65500"/>
                </a:cubicBezTo>
                <a:lnTo>
                  <a:pt x="72261" y="17798"/>
                </a:lnTo>
                <a:cubicBezTo>
                  <a:pt x="72261" y="17571"/>
                  <a:pt x="72299" y="17387"/>
                  <a:pt x="72375" y="17248"/>
                </a:cubicBezTo>
                <a:cubicBezTo>
                  <a:pt x="72451" y="17109"/>
                  <a:pt x="72602" y="16989"/>
                  <a:pt x="72830" y="16887"/>
                </a:cubicBezTo>
                <a:cubicBezTo>
                  <a:pt x="73058" y="16786"/>
                  <a:pt x="73349" y="16717"/>
                  <a:pt x="73703" y="16679"/>
                </a:cubicBezTo>
                <a:cubicBezTo>
                  <a:pt x="74057" y="16641"/>
                  <a:pt x="74487" y="16622"/>
                  <a:pt x="74993" y="16622"/>
                </a:cubicBezTo>
                <a:cubicBezTo>
                  <a:pt x="75524" y="16622"/>
                  <a:pt x="75961" y="16641"/>
                  <a:pt x="76302" y="16679"/>
                </a:cubicBezTo>
                <a:cubicBezTo>
                  <a:pt x="76644" y="16717"/>
                  <a:pt x="76929" y="16786"/>
                  <a:pt x="77156" y="16887"/>
                </a:cubicBezTo>
                <a:cubicBezTo>
                  <a:pt x="77384" y="16989"/>
                  <a:pt x="77542" y="17109"/>
                  <a:pt x="77631" y="17249"/>
                </a:cubicBezTo>
                <a:cubicBezTo>
                  <a:pt x="77719" y="17388"/>
                  <a:pt x="77763" y="17572"/>
                  <a:pt x="77763" y="17799"/>
                </a:cubicBezTo>
                <a:lnTo>
                  <a:pt x="77763" y="22396"/>
                </a:lnTo>
                <a:cubicBezTo>
                  <a:pt x="78801" y="21333"/>
                  <a:pt x="79800" y="20408"/>
                  <a:pt x="80761" y="19623"/>
                </a:cubicBezTo>
                <a:cubicBezTo>
                  <a:pt x="81723" y="18838"/>
                  <a:pt x="82691" y="18186"/>
                  <a:pt x="83665" y="17668"/>
                </a:cubicBezTo>
                <a:cubicBezTo>
                  <a:pt x="84639" y="17148"/>
                  <a:pt x="85638" y="16756"/>
                  <a:pt x="86663" y="16490"/>
                </a:cubicBezTo>
                <a:cubicBezTo>
                  <a:pt x="87687" y="16224"/>
                  <a:pt x="88769" y="16091"/>
                  <a:pt x="89907" y="16091"/>
                </a:cubicBezTo>
                <a:cubicBezTo>
                  <a:pt x="92387" y="16091"/>
                  <a:pt x="94499" y="16572"/>
                  <a:pt x="96245" y="17534"/>
                </a:cubicBezTo>
                <a:cubicBezTo>
                  <a:pt x="97990" y="18496"/>
                  <a:pt x="99413" y="19813"/>
                  <a:pt x="100514" y="21485"/>
                </a:cubicBezTo>
                <a:cubicBezTo>
                  <a:pt x="101615" y="23157"/>
                  <a:pt x="102418" y="25100"/>
                  <a:pt x="102924" y="27316"/>
                </a:cubicBezTo>
                <a:cubicBezTo>
                  <a:pt x="103430" y="29532"/>
                  <a:pt x="103683" y="31881"/>
                  <a:pt x="103683" y="34363"/>
                </a:cubicBezTo>
                <a:moveTo>
                  <a:pt x="97080" y="35084"/>
                </a:moveTo>
                <a:cubicBezTo>
                  <a:pt x="97080" y="33336"/>
                  <a:pt x="96947" y="31645"/>
                  <a:pt x="96681" y="30011"/>
                </a:cubicBezTo>
                <a:cubicBezTo>
                  <a:pt x="96416" y="28377"/>
                  <a:pt x="95960" y="26926"/>
                  <a:pt x="95315" y="25660"/>
                </a:cubicBezTo>
                <a:cubicBezTo>
                  <a:pt x="94670" y="24393"/>
                  <a:pt x="93803" y="23380"/>
                  <a:pt x="92715" y="22620"/>
                </a:cubicBezTo>
                <a:cubicBezTo>
                  <a:pt x="91628" y="21860"/>
                  <a:pt x="90274" y="21479"/>
                  <a:pt x="88655" y="21479"/>
                </a:cubicBezTo>
                <a:cubicBezTo>
                  <a:pt x="87845" y="21479"/>
                  <a:pt x="87048" y="21600"/>
                  <a:pt x="86264" y="21841"/>
                </a:cubicBezTo>
                <a:cubicBezTo>
                  <a:pt x="85480" y="22081"/>
                  <a:pt x="84683" y="22461"/>
                  <a:pt x="83873" y="22981"/>
                </a:cubicBezTo>
                <a:cubicBezTo>
                  <a:pt x="83064" y="23500"/>
                  <a:pt x="82216" y="24184"/>
                  <a:pt x="81331" y="25033"/>
                </a:cubicBezTo>
                <a:cubicBezTo>
                  <a:pt x="80445" y="25883"/>
                  <a:pt x="79509" y="26928"/>
                  <a:pt x="78522" y="28170"/>
                </a:cubicBezTo>
                <a:lnTo>
                  <a:pt x="78522" y="41770"/>
                </a:lnTo>
                <a:cubicBezTo>
                  <a:pt x="80243" y="43874"/>
                  <a:pt x="81875" y="45484"/>
                  <a:pt x="83418" y="46599"/>
                </a:cubicBezTo>
                <a:cubicBezTo>
                  <a:pt x="84961" y="47714"/>
                  <a:pt x="86580" y="48271"/>
                  <a:pt x="88275" y="48271"/>
                </a:cubicBezTo>
                <a:cubicBezTo>
                  <a:pt x="89844" y="48271"/>
                  <a:pt x="91191" y="47892"/>
                  <a:pt x="92317" y="47132"/>
                </a:cubicBezTo>
                <a:cubicBezTo>
                  <a:pt x="93443" y="46371"/>
                  <a:pt x="94354" y="45358"/>
                  <a:pt x="95049" y="44091"/>
                </a:cubicBezTo>
                <a:cubicBezTo>
                  <a:pt x="95745" y="42825"/>
                  <a:pt x="96257" y="41406"/>
                  <a:pt x="96586" y="39835"/>
                </a:cubicBezTo>
                <a:cubicBezTo>
                  <a:pt x="96915" y="38264"/>
                  <a:pt x="97080" y="36680"/>
                  <a:pt x="97080" y="35084"/>
                </a:cubicBezTo>
                <a:close/>
                <a:moveTo>
                  <a:pt x="139283" y="51991"/>
                </a:moveTo>
                <a:cubicBezTo>
                  <a:pt x="139283" y="52294"/>
                  <a:pt x="139182" y="52522"/>
                  <a:pt x="138980" y="52674"/>
                </a:cubicBezTo>
                <a:cubicBezTo>
                  <a:pt x="138777" y="52825"/>
                  <a:pt x="138499" y="52939"/>
                  <a:pt x="138145" y="53015"/>
                </a:cubicBezTo>
                <a:cubicBezTo>
                  <a:pt x="137790" y="53091"/>
                  <a:pt x="137272" y="53129"/>
                  <a:pt x="136589" y="53129"/>
                </a:cubicBezTo>
                <a:cubicBezTo>
                  <a:pt x="135931" y="53129"/>
                  <a:pt x="135406" y="53091"/>
                  <a:pt x="135014" y="53015"/>
                </a:cubicBezTo>
                <a:cubicBezTo>
                  <a:pt x="134622" y="52939"/>
                  <a:pt x="134337" y="52825"/>
                  <a:pt x="134160" y="52674"/>
                </a:cubicBezTo>
                <a:cubicBezTo>
                  <a:pt x="133983" y="52522"/>
                  <a:pt x="133894" y="52294"/>
                  <a:pt x="133894" y="51991"/>
                </a:cubicBezTo>
                <a:lnTo>
                  <a:pt x="133894" y="48575"/>
                </a:lnTo>
                <a:cubicBezTo>
                  <a:pt x="132402" y="50169"/>
                  <a:pt x="130738" y="51415"/>
                  <a:pt x="128904" y="52313"/>
                </a:cubicBezTo>
                <a:cubicBezTo>
                  <a:pt x="127070" y="53211"/>
                  <a:pt x="125128" y="53660"/>
                  <a:pt x="123079" y="53660"/>
                </a:cubicBezTo>
                <a:cubicBezTo>
                  <a:pt x="121283" y="53660"/>
                  <a:pt x="119657" y="53425"/>
                  <a:pt x="118202" y="52956"/>
                </a:cubicBezTo>
                <a:cubicBezTo>
                  <a:pt x="116748" y="52486"/>
                  <a:pt x="115508" y="51807"/>
                  <a:pt x="114483" y="50918"/>
                </a:cubicBezTo>
                <a:cubicBezTo>
                  <a:pt x="113459" y="50030"/>
                  <a:pt x="112662" y="48938"/>
                  <a:pt x="112092" y="47644"/>
                </a:cubicBezTo>
                <a:cubicBezTo>
                  <a:pt x="111523" y="46349"/>
                  <a:pt x="111239" y="44876"/>
                  <a:pt x="111239" y="43225"/>
                </a:cubicBezTo>
                <a:cubicBezTo>
                  <a:pt x="111239" y="41296"/>
                  <a:pt x="111631" y="39621"/>
                  <a:pt x="112415" y="38200"/>
                </a:cubicBezTo>
                <a:cubicBezTo>
                  <a:pt x="113199" y="36777"/>
                  <a:pt x="114325" y="35596"/>
                  <a:pt x="115793" y="34657"/>
                </a:cubicBezTo>
                <a:cubicBezTo>
                  <a:pt x="117260" y="33718"/>
                  <a:pt x="119056" y="33014"/>
                  <a:pt x="121181" y="32544"/>
                </a:cubicBezTo>
                <a:cubicBezTo>
                  <a:pt x="123306" y="32074"/>
                  <a:pt x="125697" y="31839"/>
                  <a:pt x="128354" y="31839"/>
                </a:cubicBezTo>
                <a:lnTo>
                  <a:pt x="133059" y="31839"/>
                </a:lnTo>
                <a:lnTo>
                  <a:pt x="133059" y="29192"/>
                </a:lnTo>
                <a:cubicBezTo>
                  <a:pt x="133059" y="27882"/>
                  <a:pt x="132920" y="26722"/>
                  <a:pt x="132642" y="25714"/>
                </a:cubicBezTo>
                <a:cubicBezTo>
                  <a:pt x="132364" y="24705"/>
                  <a:pt x="131915" y="23867"/>
                  <a:pt x="131295" y="23199"/>
                </a:cubicBezTo>
                <a:cubicBezTo>
                  <a:pt x="130675" y="22531"/>
                  <a:pt x="129872" y="22027"/>
                  <a:pt x="128885" y="21687"/>
                </a:cubicBezTo>
                <a:cubicBezTo>
                  <a:pt x="127898" y="21346"/>
                  <a:pt x="126684" y="21176"/>
                  <a:pt x="125242" y="21176"/>
                </a:cubicBezTo>
                <a:cubicBezTo>
                  <a:pt x="123699" y="21176"/>
                  <a:pt x="122313" y="21357"/>
                  <a:pt x="121086" y="21720"/>
                </a:cubicBezTo>
                <a:cubicBezTo>
                  <a:pt x="119859" y="22083"/>
                  <a:pt x="118784" y="22483"/>
                  <a:pt x="117861" y="22921"/>
                </a:cubicBezTo>
                <a:cubicBezTo>
                  <a:pt x="116937" y="23359"/>
                  <a:pt x="116166" y="23760"/>
                  <a:pt x="115546" y="24123"/>
                </a:cubicBezTo>
                <a:cubicBezTo>
                  <a:pt x="114926" y="24486"/>
                  <a:pt x="114464" y="24667"/>
                  <a:pt x="114161" y="24667"/>
                </a:cubicBezTo>
                <a:cubicBezTo>
                  <a:pt x="113958" y="24667"/>
                  <a:pt x="113781" y="24616"/>
                  <a:pt x="113629" y="24515"/>
                </a:cubicBezTo>
                <a:cubicBezTo>
                  <a:pt x="113478" y="24414"/>
                  <a:pt x="113345" y="24262"/>
                  <a:pt x="113231" y="24060"/>
                </a:cubicBezTo>
                <a:cubicBezTo>
                  <a:pt x="113117" y="23857"/>
                  <a:pt x="113035" y="23598"/>
                  <a:pt x="112984" y="23282"/>
                </a:cubicBezTo>
                <a:cubicBezTo>
                  <a:pt x="112934" y="22966"/>
                  <a:pt x="112908" y="22618"/>
                  <a:pt x="112908" y="22238"/>
                </a:cubicBezTo>
                <a:cubicBezTo>
                  <a:pt x="112908" y="21606"/>
                  <a:pt x="112953" y="21106"/>
                  <a:pt x="113041" y="20739"/>
                </a:cubicBezTo>
                <a:cubicBezTo>
                  <a:pt x="113130" y="20372"/>
                  <a:pt x="113345" y="20025"/>
                  <a:pt x="113686" y="19696"/>
                </a:cubicBezTo>
                <a:cubicBezTo>
                  <a:pt x="114028" y="19367"/>
                  <a:pt x="114616" y="18984"/>
                  <a:pt x="115451" y="18547"/>
                </a:cubicBezTo>
                <a:cubicBezTo>
                  <a:pt x="116286" y="18109"/>
                  <a:pt x="117247" y="17708"/>
                  <a:pt x="118335" y="17346"/>
                </a:cubicBezTo>
                <a:cubicBezTo>
                  <a:pt x="119423" y="16984"/>
                  <a:pt x="120612" y="16685"/>
                  <a:pt x="121902" y="16447"/>
                </a:cubicBezTo>
                <a:cubicBezTo>
                  <a:pt x="123193" y="16209"/>
                  <a:pt x="124496" y="16091"/>
                  <a:pt x="125811" y="16091"/>
                </a:cubicBezTo>
                <a:cubicBezTo>
                  <a:pt x="128265" y="16091"/>
                  <a:pt x="130352" y="16369"/>
                  <a:pt x="132073" y="16925"/>
                </a:cubicBezTo>
                <a:cubicBezTo>
                  <a:pt x="133793" y="17482"/>
                  <a:pt x="135185" y="18298"/>
                  <a:pt x="136247" y="19373"/>
                </a:cubicBezTo>
                <a:cubicBezTo>
                  <a:pt x="137310" y="20448"/>
                  <a:pt x="138081" y="21783"/>
                  <a:pt x="138562" y="23377"/>
                </a:cubicBezTo>
                <a:cubicBezTo>
                  <a:pt x="139043" y="24971"/>
                  <a:pt x="139283" y="26830"/>
                  <a:pt x="139283" y="28955"/>
                </a:cubicBezTo>
                <a:lnTo>
                  <a:pt x="139283" y="51991"/>
                </a:lnTo>
                <a:moveTo>
                  <a:pt x="133059" y="36355"/>
                </a:moveTo>
                <a:lnTo>
                  <a:pt x="127709" y="36355"/>
                </a:lnTo>
                <a:cubicBezTo>
                  <a:pt x="125988" y="36355"/>
                  <a:pt x="124496" y="36502"/>
                  <a:pt x="123231" y="36795"/>
                </a:cubicBezTo>
                <a:cubicBezTo>
                  <a:pt x="121966" y="37088"/>
                  <a:pt x="120916" y="37520"/>
                  <a:pt x="120081" y="38093"/>
                </a:cubicBezTo>
                <a:cubicBezTo>
                  <a:pt x="119246" y="38665"/>
                  <a:pt x="118632" y="39353"/>
                  <a:pt x="118240" y="40155"/>
                </a:cubicBezTo>
                <a:cubicBezTo>
                  <a:pt x="117848" y="40957"/>
                  <a:pt x="117652" y="41879"/>
                  <a:pt x="117652" y="42923"/>
                </a:cubicBezTo>
                <a:cubicBezTo>
                  <a:pt x="117652" y="44705"/>
                  <a:pt x="118215" y="46124"/>
                  <a:pt x="119341" y="47180"/>
                </a:cubicBezTo>
                <a:cubicBezTo>
                  <a:pt x="120467" y="48237"/>
                  <a:pt x="122042" y="48765"/>
                  <a:pt x="124065" y="48765"/>
                </a:cubicBezTo>
                <a:cubicBezTo>
                  <a:pt x="125710" y="48765"/>
                  <a:pt x="127234" y="48345"/>
                  <a:pt x="128638" y="47505"/>
                </a:cubicBezTo>
                <a:cubicBezTo>
                  <a:pt x="130042" y="46665"/>
                  <a:pt x="131516" y="45379"/>
                  <a:pt x="133059" y="43649"/>
                </a:cubicBezTo>
                <a:lnTo>
                  <a:pt x="133059" y="36355"/>
                </a:lnTo>
                <a:close/>
                <a:moveTo>
                  <a:pt x="170455" y="20037"/>
                </a:moveTo>
                <a:cubicBezTo>
                  <a:pt x="170455" y="20594"/>
                  <a:pt x="170443" y="21062"/>
                  <a:pt x="170417" y="21441"/>
                </a:cubicBezTo>
                <a:cubicBezTo>
                  <a:pt x="170392" y="21821"/>
                  <a:pt x="170341" y="22118"/>
                  <a:pt x="170265" y="22333"/>
                </a:cubicBezTo>
                <a:cubicBezTo>
                  <a:pt x="170190" y="22548"/>
                  <a:pt x="170095" y="22713"/>
                  <a:pt x="169981" y="22826"/>
                </a:cubicBezTo>
                <a:cubicBezTo>
                  <a:pt x="169867" y="22940"/>
                  <a:pt x="169709" y="22997"/>
                  <a:pt x="169506" y="22997"/>
                </a:cubicBezTo>
                <a:cubicBezTo>
                  <a:pt x="169304" y="22997"/>
                  <a:pt x="169057" y="22940"/>
                  <a:pt x="168766" y="22826"/>
                </a:cubicBezTo>
                <a:cubicBezTo>
                  <a:pt x="168476" y="22713"/>
                  <a:pt x="168147" y="22599"/>
                  <a:pt x="167780" y="22485"/>
                </a:cubicBezTo>
                <a:cubicBezTo>
                  <a:pt x="167413" y="22371"/>
                  <a:pt x="167002" y="22264"/>
                  <a:pt x="166546" y="22162"/>
                </a:cubicBezTo>
                <a:cubicBezTo>
                  <a:pt x="166091" y="22061"/>
                  <a:pt x="165598" y="22011"/>
                  <a:pt x="165066" y="22011"/>
                </a:cubicBezTo>
                <a:cubicBezTo>
                  <a:pt x="164434" y="22011"/>
                  <a:pt x="163814" y="22137"/>
                  <a:pt x="163207" y="22390"/>
                </a:cubicBezTo>
                <a:cubicBezTo>
                  <a:pt x="162600" y="22643"/>
                  <a:pt x="161961" y="23061"/>
                  <a:pt x="161290" y="23642"/>
                </a:cubicBezTo>
                <a:cubicBezTo>
                  <a:pt x="160620" y="24224"/>
                  <a:pt x="159918" y="24996"/>
                  <a:pt x="159184" y="25957"/>
                </a:cubicBezTo>
                <a:cubicBezTo>
                  <a:pt x="158451" y="26919"/>
                  <a:pt x="157641" y="28095"/>
                  <a:pt x="156756" y="29487"/>
                </a:cubicBezTo>
                <a:lnTo>
                  <a:pt x="156756" y="51953"/>
                </a:lnTo>
                <a:cubicBezTo>
                  <a:pt x="156756" y="52155"/>
                  <a:pt x="156705" y="52326"/>
                  <a:pt x="156604" y="52465"/>
                </a:cubicBezTo>
                <a:cubicBezTo>
                  <a:pt x="156503" y="52604"/>
                  <a:pt x="156338" y="52724"/>
                  <a:pt x="156110" y="52825"/>
                </a:cubicBezTo>
                <a:cubicBezTo>
                  <a:pt x="155883" y="52927"/>
                  <a:pt x="155566" y="53003"/>
                  <a:pt x="155162" y="53053"/>
                </a:cubicBezTo>
                <a:cubicBezTo>
                  <a:pt x="154757" y="53104"/>
                  <a:pt x="154238" y="53129"/>
                  <a:pt x="153606" y="53129"/>
                </a:cubicBezTo>
                <a:cubicBezTo>
                  <a:pt x="152999" y="53129"/>
                  <a:pt x="152493" y="53104"/>
                  <a:pt x="152088" y="53053"/>
                </a:cubicBezTo>
                <a:cubicBezTo>
                  <a:pt x="151683" y="53003"/>
                  <a:pt x="151360" y="52927"/>
                  <a:pt x="151120" y="52825"/>
                </a:cubicBezTo>
                <a:cubicBezTo>
                  <a:pt x="150880" y="52724"/>
                  <a:pt x="150715" y="52604"/>
                  <a:pt x="150627" y="52465"/>
                </a:cubicBezTo>
                <a:cubicBezTo>
                  <a:pt x="150538" y="52326"/>
                  <a:pt x="150494" y="52155"/>
                  <a:pt x="150494" y="51953"/>
                </a:cubicBezTo>
                <a:lnTo>
                  <a:pt x="150494" y="17798"/>
                </a:lnTo>
                <a:cubicBezTo>
                  <a:pt x="150494" y="17596"/>
                  <a:pt x="150532" y="17425"/>
                  <a:pt x="150608" y="17286"/>
                </a:cubicBezTo>
                <a:cubicBezTo>
                  <a:pt x="150684" y="17147"/>
                  <a:pt x="150835" y="17020"/>
                  <a:pt x="151063" y="16906"/>
                </a:cubicBezTo>
                <a:cubicBezTo>
                  <a:pt x="151291" y="16793"/>
                  <a:pt x="151582" y="16717"/>
                  <a:pt x="151936" y="16679"/>
                </a:cubicBezTo>
                <a:cubicBezTo>
                  <a:pt x="152290" y="16641"/>
                  <a:pt x="152758" y="16622"/>
                  <a:pt x="153340" y="16622"/>
                </a:cubicBezTo>
                <a:cubicBezTo>
                  <a:pt x="153897" y="16622"/>
                  <a:pt x="154358" y="16641"/>
                  <a:pt x="154725" y="16679"/>
                </a:cubicBezTo>
                <a:cubicBezTo>
                  <a:pt x="155092" y="16717"/>
                  <a:pt x="155377" y="16793"/>
                  <a:pt x="155579" y="16906"/>
                </a:cubicBezTo>
                <a:cubicBezTo>
                  <a:pt x="155782" y="17020"/>
                  <a:pt x="155927" y="17147"/>
                  <a:pt x="156016" y="17286"/>
                </a:cubicBezTo>
                <a:cubicBezTo>
                  <a:pt x="156104" y="17425"/>
                  <a:pt x="156148" y="17596"/>
                  <a:pt x="156148" y="17798"/>
                </a:cubicBezTo>
                <a:lnTo>
                  <a:pt x="156148" y="22770"/>
                </a:lnTo>
                <a:cubicBezTo>
                  <a:pt x="157084" y="21403"/>
                  <a:pt x="157964" y="20290"/>
                  <a:pt x="158786" y="19430"/>
                </a:cubicBezTo>
                <a:cubicBezTo>
                  <a:pt x="159608" y="18570"/>
                  <a:pt x="160386" y="17893"/>
                  <a:pt x="161120" y="17400"/>
                </a:cubicBezTo>
                <a:cubicBezTo>
                  <a:pt x="161853" y="16906"/>
                  <a:pt x="162581" y="16565"/>
                  <a:pt x="163302" y="16375"/>
                </a:cubicBezTo>
                <a:cubicBezTo>
                  <a:pt x="164023" y="16185"/>
                  <a:pt x="164750" y="16091"/>
                  <a:pt x="165484" y="16091"/>
                </a:cubicBezTo>
                <a:cubicBezTo>
                  <a:pt x="165813" y="16091"/>
                  <a:pt x="166186" y="16109"/>
                  <a:pt x="166603" y="16147"/>
                </a:cubicBezTo>
                <a:cubicBezTo>
                  <a:pt x="167021" y="16185"/>
                  <a:pt x="167457" y="16255"/>
                  <a:pt x="167913" y="16356"/>
                </a:cubicBezTo>
                <a:cubicBezTo>
                  <a:pt x="168368" y="16457"/>
                  <a:pt x="168779" y="16571"/>
                  <a:pt x="169146" y="16698"/>
                </a:cubicBezTo>
                <a:cubicBezTo>
                  <a:pt x="169513" y="16824"/>
                  <a:pt x="169772" y="16951"/>
                  <a:pt x="169924" y="17077"/>
                </a:cubicBezTo>
                <a:cubicBezTo>
                  <a:pt x="170076" y="17204"/>
                  <a:pt x="170177" y="17324"/>
                  <a:pt x="170228" y="17438"/>
                </a:cubicBezTo>
                <a:cubicBezTo>
                  <a:pt x="170278" y="17552"/>
                  <a:pt x="170322" y="17697"/>
                  <a:pt x="170360" y="17874"/>
                </a:cubicBezTo>
                <a:cubicBezTo>
                  <a:pt x="170398" y="18051"/>
                  <a:pt x="170424" y="18311"/>
                  <a:pt x="170436" y="18652"/>
                </a:cubicBezTo>
                <a:cubicBezTo>
                  <a:pt x="170449" y="18994"/>
                  <a:pt x="170455" y="19455"/>
                  <a:pt x="170455" y="20037"/>
                </a:cubicBezTo>
                <a:close/>
                <a:moveTo>
                  <a:pt x="203371" y="51991"/>
                </a:moveTo>
                <a:cubicBezTo>
                  <a:pt x="203371" y="52294"/>
                  <a:pt x="203270" y="52522"/>
                  <a:pt x="203068" y="52674"/>
                </a:cubicBezTo>
                <a:cubicBezTo>
                  <a:pt x="202865" y="52825"/>
                  <a:pt x="202587" y="52939"/>
                  <a:pt x="202233" y="53015"/>
                </a:cubicBezTo>
                <a:cubicBezTo>
                  <a:pt x="201878" y="53091"/>
                  <a:pt x="201360" y="53129"/>
                  <a:pt x="200677" y="53129"/>
                </a:cubicBezTo>
                <a:cubicBezTo>
                  <a:pt x="200019" y="53129"/>
                  <a:pt x="199494" y="53091"/>
                  <a:pt x="199102" y="53015"/>
                </a:cubicBezTo>
                <a:cubicBezTo>
                  <a:pt x="198710" y="52939"/>
                  <a:pt x="198425" y="52825"/>
                  <a:pt x="198248" y="52674"/>
                </a:cubicBezTo>
                <a:cubicBezTo>
                  <a:pt x="198071" y="52522"/>
                  <a:pt x="197982" y="52294"/>
                  <a:pt x="197982" y="51991"/>
                </a:cubicBezTo>
                <a:lnTo>
                  <a:pt x="197982" y="48575"/>
                </a:lnTo>
                <a:cubicBezTo>
                  <a:pt x="196490" y="50169"/>
                  <a:pt x="194826" y="51415"/>
                  <a:pt x="192992" y="52313"/>
                </a:cubicBezTo>
                <a:cubicBezTo>
                  <a:pt x="191158" y="53211"/>
                  <a:pt x="189216" y="53660"/>
                  <a:pt x="187167" y="53660"/>
                </a:cubicBezTo>
                <a:cubicBezTo>
                  <a:pt x="185371" y="53660"/>
                  <a:pt x="183745" y="53425"/>
                  <a:pt x="182290" y="52956"/>
                </a:cubicBezTo>
                <a:cubicBezTo>
                  <a:pt x="180836" y="52486"/>
                  <a:pt x="179596" y="51807"/>
                  <a:pt x="178571" y="50918"/>
                </a:cubicBezTo>
                <a:cubicBezTo>
                  <a:pt x="177547" y="50030"/>
                  <a:pt x="176750" y="48938"/>
                  <a:pt x="176180" y="47644"/>
                </a:cubicBezTo>
                <a:cubicBezTo>
                  <a:pt x="175611" y="46349"/>
                  <a:pt x="175327" y="44876"/>
                  <a:pt x="175327" y="43225"/>
                </a:cubicBezTo>
                <a:cubicBezTo>
                  <a:pt x="175327" y="41296"/>
                  <a:pt x="175719" y="39621"/>
                  <a:pt x="176503" y="38200"/>
                </a:cubicBezTo>
                <a:cubicBezTo>
                  <a:pt x="177287" y="36777"/>
                  <a:pt x="178413" y="35596"/>
                  <a:pt x="179881" y="34657"/>
                </a:cubicBezTo>
                <a:cubicBezTo>
                  <a:pt x="181348" y="33718"/>
                  <a:pt x="183144" y="33014"/>
                  <a:pt x="185269" y="32544"/>
                </a:cubicBezTo>
                <a:cubicBezTo>
                  <a:pt x="187394" y="32074"/>
                  <a:pt x="189785" y="31839"/>
                  <a:pt x="192442" y="31839"/>
                </a:cubicBezTo>
                <a:lnTo>
                  <a:pt x="197147" y="31839"/>
                </a:lnTo>
                <a:lnTo>
                  <a:pt x="197147" y="29192"/>
                </a:lnTo>
                <a:cubicBezTo>
                  <a:pt x="197147" y="27882"/>
                  <a:pt x="197008" y="26722"/>
                  <a:pt x="196730" y="25714"/>
                </a:cubicBezTo>
                <a:cubicBezTo>
                  <a:pt x="196452" y="24705"/>
                  <a:pt x="196003" y="23867"/>
                  <a:pt x="195383" y="23199"/>
                </a:cubicBezTo>
                <a:cubicBezTo>
                  <a:pt x="194763" y="22531"/>
                  <a:pt x="193960" y="22027"/>
                  <a:pt x="192973" y="21687"/>
                </a:cubicBezTo>
                <a:cubicBezTo>
                  <a:pt x="191986" y="21346"/>
                  <a:pt x="190772" y="21176"/>
                  <a:pt x="189330" y="21176"/>
                </a:cubicBezTo>
                <a:cubicBezTo>
                  <a:pt x="187787" y="21176"/>
                  <a:pt x="186401" y="21357"/>
                  <a:pt x="185174" y="21720"/>
                </a:cubicBezTo>
                <a:cubicBezTo>
                  <a:pt x="183947" y="22083"/>
                  <a:pt x="182872" y="22483"/>
                  <a:pt x="181949" y="22921"/>
                </a:cubicBezTo>
                <a:cubicBezTo>
                  <a:pt x="181025" y="23359"/>
                  <a:pt x="180254" y="23760"/>
                  <a:pt x="179634" y="24123"/>
                </a:cubicBezTo>
                <a:cubicBezTo>
                  <a:pt x="179014" y="24486"/>
                  <a:pt x="178552" y="24667"/>
                  <a:pt x="178249" y="24667"/>
                </a:cubicBezTo>
                <a:cubicBezTo>
                  <a:pt x="178046" y="24667"/>
                  <a:pt x="177869" y="24616"/>
                  <a:pt x="177717" y="24515"/>
                </a:cubicBezTo>
                <a:cubicBezTo>
                  <a:pt x="177566" y="24414"/>
                  <a:pt x="177433" y="24262"/>
                  <a:pt x="177319" y="24060"/>
                </a:cubicBezTo>
                <a:cubicBezTo>
                  <a:pt x="177205" y="23857"/>
                  <a:pt x="177123" y="23598"/>
                  <a:pt x="177072" y="23282"/>
                </a:cubicBezTo>
                <a:cubicBezTo>
                  <a:pt x="177022" y="22966"/>
                  <a:pt x="176996" y="22618"/>
                  <a:pt x="176996" y="22238"/>
                </a:cubicBezTo>
                <a:cubicBezTo>
                  <a:pt x="176996" y="21606"/>
                  <a:pt x="177041" y="21106"/>
                  <a:pt x="177129" y="20739"/>
                </a:cubicBezTo>
                <a:cubicBezTo>
                  <a:pt x="177218" y="20372"/>
                  <a:pt x="177433" y="20025"/>
                  <a:pt x="177774" y="19696"/>
                </a:cubicBezTo>
                <a:cubicBezTo>
                  <a:pt x="178116" y="19367"/>
                  <a:pt x="178704" y="18984"/>
                  <a:pt x="179539" y="18547"/>
                </a:cubicBezTo>
                <a:cubicBezTo>
                  <a:pt x="180374" y="18109"/>
                  <a:pt x="181335" y="17708"/>
                  <a:pt x="182423" y="17346"/>
                </a:cubicBezTo>
                <a:cubicBezTo>
                  <a:pt x="183511" y="16984"/>
                  <a:pt x="184700" y="16685"/>
                  <a:pt x="185990" y="16447"/>
                </a:cubicBezTo>
                <a:cubicBezTo>
                  <a:pt x="187281" y="16209"/>
                  <a:pt x="188584" y="16091"/>
                  <a:pt x="189899" y="16091"/>
                </a:cubicBezTo>
                <a:cubicBezTo>
                  <a:pt x="192353" y="16091"/>
                  <a:pt x="194440" y="16369"/>
                  <a:pt x="196161" y="16925"/>
                </a:cubicBezTo>
                <a:cubicBezTo>
                  <a:pt x="197881" y="17482"/>
                  <a:pt x="199273" y="18298"/>
                  <a:pt x="200335" y="19373"/>
                </a:cubicBezTo>
                <a:cubicBezTo>
                  <a:pt x="201398" y="20448"/>
                  <a:pt x="202169" y="21783"/>
                  <a:pt x="202650" y="23377"/>
                </a:cubicBezTo>
                <a:cubicBezTo>
                  <a:pt x="203131" y="24971"/>
                  <a:pt x="203371" y="26830"/>
                  <a:pt x="203371" y="28955"/>
                </a:cubicBezTo>
                <a:lnTo>
                  <a:pt x="203371" y="51991"/>
                </a:lnTo>
                <a:moveTo>
                  <a:pt x="197147" y="36355"/>
                </a:moveTo>
                <a:lnTo>
                  <a:pt x="191797" y="36355"/>
                </a:lnTo>
                <a:cubicBezTo>
                  <a:pt x="190076" y="36355"/>
                  <a:pt x="188584" y="36502"/>
                  <a:pt x="187319" y="36795"/>
                </a:cubicBezTo>
                <a:cubicBezTo>
                  <a:pt x="186054" y="37088"/>
                  <a:pt x="185004" y="37520"/>
                  <a:pt x="184169" y="38093"/>
                </a:cubicBezTo>
                <a:cubicBezTo>
                  <a:pt x="183334" y="38665"/>
                  <a:pt x="182720" y="39353"/>
                  <a:pt x="182328" y="40155"/>
                </a:cubicBezTo>
                <a:cubicBezTo>
                  <a:pt x="181936" y="40957"/>
                  <a:pt x="181740" y="41879"/>
                  <a:pt x="181740" y="42923"/>
                </a:cubicBezTo>
                <a:cubicBezTo>
                  <a:pt x="181740" y="44705"/>
                  <a:pt x="182303" y="46124"/>
                  <a:pt x="183429" y="47180"/>
                </a:cubicBezTo>
                <a:cubicBezTo>
                  <a:pt x="184555" y="48237"/>
                  <a:pt x="186130" y="48765"/>
                  <a:pt x="188153" y="48765"/>
                </a:cubicBezTo>
                <a:cubicBezTo>
                  <a:pt x="189798" y="48765"/>
                  <a:pt x="191322" y="48345"/>
                  <a:pt x="192726" y="47505"/>
                </a:cubicBezTo>
                <a:cubicBezTo>
                  <a:pt x="194130" y="46665"/>
                  <a:pt x="195604" y="45379"/>
                  <a:pt x="197147" y="43649"/>
                </a:cubicBezTo>
                <a:lnTo>
                  <a:pt x="197147" y="36355"/>
                </a:lnTo>
                <a:close/>
                <a:moveTo>
                  <a:pt x="246004" y="34439"/>
                </a:moveTo>
                <a:cubicBezTo>
                  <a:pt x="246004" y="37401"/>
                  <a:pt x="245681" y="40067"/>
                  <a:pt x="245036" y="42434"/>
                </a:cubicBezTo>
                <a:cubicBezTo>
                  <a:pt x="244391" y="44802"/>
                  <a:pt x="243442" y="46822"/>
                  <a:pt x="242190" y="48494"/>
                </a:cubicBezTo>
                <a:cubicBezTo>
                  <a:pt x="240938" y="50166"/>
                  <a:pt x="239401" y="51445"/>
                  <a:pt x="237579" y="52331"/>
                </a:cubicBezTo>
                <a:cubicBezTo>
                  <a:pt x="235758" y="53217"/>
                  <a:pt x="233670" y="53660"/>
                  <a:pt x="231318" y="53660"/>
                </a:cubicBezTo>
                <a:cubicBezTo>
                  <a:pt x="230230" y="53660"/>
                  <a:pt x="229224" y="53552"/>
                  <a:pt x="228301" y="53337"/>
                </a:cubicBezTo>
                <a:cubicBezTo>
                  <a:pt x="227377" y="53121"/>
                  <a:pt x="226473" y="52774"/>
                  <a:pt x="225587" y="52293"/>
                </a:cubicBezTo>
                <a:cubicBezTo>
                  <a:pt x="224702" y="51811"/>
                  <a:pt x="223816" y="51203"/>
                  <a:pt x="222931" y="50469"/>
                </a:cubicBezTo>
                <a:cubicBezTo>
                  <a:pt x="222045" y="49735"/>
                  <a:pt x="221109" y="48848"/>
                  <a:pt x="220123" y="47810"/>
                </a:cubicBezTo>
                <a:lnTo>
                  <a:pt x="220123" y="51960"/>
                </a:lnTo>
                <a:cubicBezTo>
                  <a:pt x="220123" y="52161"/>
                  <a:pt x="220072" y="52336"/>
                  <a:pt x="219971" y="52487"/>
                </a:cubicBezTo>
                <a:cubicBezTo>
                  <a:pt x="219870" y="52638"/>
                  <a:pt x="219705" y="52758"/>
                  <a:pt x="219477" y="52847"/>
                </a:cubicBezTo>
                <a:cubicBezTo>
                  <a:pt x="219250" y="52935"/>
                  <a:pt x="218965" y="53003"/>
                  <a:pt x="218624" y="53053"/>
                </a:cubicBezTo>
                <a:cubicBezTo>
                  <a:pt x="218282" y="53104"/>
                  <a:pt x="217846" y="53129"/>
                  <a:pt x="217314" y="53129"/>
                </a:cubicBezTo>
                <a:cubicBezTo>
                  <a:pt x="216808" y="53129"/>
                  <a:pt x="216378" y="53104"/>
                  <a:pt x="216024" y="53053"/>
                </a:cubicBezTo>
                <a:cubicBezTo>
                  <a:pt x="215670" y="53003"/>
                  <a:pt x="215379" y="52933"/>
                  <a:pt x="215151" y="52844"/>
                </a:cubicBezTo>
                <a:cubicBezTo>
                  <a:pt x="214923" y="52756"/>
                  <a:pt x="214772" y="52636"/>
                  <a:pt x="214696" y="52484"/>
                </a:cubicBezTo>
                <a:cubicBezTo>
                  <a:pt x="214620" y="52331"/>
                  <a:pt x="214582" y="52154"/>
                  <a:pt x="214582" y="51951"/>
                </a:cubicBezTo>
                <a:lnTo>
                  <a:pt x="214582" y="1216"/>
                </a:lnTo>
                <a:cubicBezTo>
                  <a:pt x="214582" y="1013"/>
                  <a:pt x="214626" y="836"/>
                  <a:pt x="214715" y="684"/>
                </a:cubicBezTo>
                <a:cubicBezTo>
                  <a:pt x="214803" y="532"/>
                  <a:pt x="214968" y="405"/>
                  <a:pt x="215208" y="304"/>
                </a:cubicBezTo>
                <a:cubicBezTo>
                  <a:pt x="215448" y="202"/>
                  <a:pt x="215771" y="126"/>
                  <a:pt x="216176" y="76"/>
                </a:cubicBezTo>
                <a:cubicBezTo>
                  <a:pt x="216581" y="25"/>
                  <a:pt x="217087" y="0"/>
                  <a:pt x="217694" y="0"/>
                </a:cubicBezTo>
                <a:cubicBezTo>
                  <a:pt x="218326" y="0"/>
                  <a:pt x="218845" y="25"/>
                  <a:pt x="219250" y="76"/>
                </a:cubicBezTo>
                <a:cubicBezTo>
                  <a:pt x="219654" y="126"/>
                  <a:pt x="219971" y="203"/>
                  <a:pt x="220198" y="305"/>
                </a:cubicBezTo>
                <a:cubicBezTo>
                  <a:pt x="220426" y="406"/>
                  <a:pt x="220591" y="533"/>
                  <a:pt x="220692" y="685"/>
                </a:cubicBezTo>
                <a:cubicBezTo>
                  <a:pt x="220793" y="837"/>
                  <a:pt x="220844" y="1014"/>
                  <a:pt x="220844" y="1217"/>
                </a:cubicBezTo>
                <a:lnTo>
                  <a:pt x="220844" y="21713"/>
                </a:lnTo>
                <a:cubicBezTo>
                  <a:pt x="221856" y="20675"/>
                  <a:pt x="222836" y="19801"/>
                  <a:pt x="223785" y="19092"/>
                </a:cubicBezTo>
                <a:cubicBezTo>
                  <a:pt x="224733" y="18383"/>
                  <a:pt x="225663" y="17807"/>
                  <a:pt x="226574" y="17364"/>
                </a:cubicBezTo>
                <a:cubicBezTo>
                  <a:pt x="227485" y="16921"/>
                  <a:pt x="228395" y="16598"/>
                  <a:pt x="229306" y="16395"/>
                </a:cubicBezTo>
                <a:cubicBezTo>
                  <a:pt x="230217" y="16192"/>
                  <a:pt x="231178" y="16091"/>
                  <a:pt x="232190" y="16091"/>
                </a:cubicBezTo>
                <a:cubicBezTo>
                  <a:pt x="234670" y="16091"/>
                  <a:pt x="236789" y="16585"/>
                  <a:pt x="238547" y="17573"/>
                </a:cubicBezTo>
                <a:cubicBezTo>
                  <a:pt x="240305" y="18560"/>
                  <a:pt x="241735" y="19883"/>
                  <a:pt x="242835" y="21542"/>
                </a:cubicBezTo>
                <a:cubicBezTo>
                  <a:pt x="243936" y="23201"/>
                  <a:pt x="244739" y="25145"/>
                  <a:pt x="245245" y="27373"/>
                </a:cubicBezTo>
                <a:cubicBezTo>
                  <a:pt x="245751" y="29601"/>
                  <a:pt x="246004" y="31956"/>
                  <a:pt x="246004" y="34439"/>
                </a:cubicBezTo>
                <a:moveTo>
                  <a:pt x="239401" y="35160"/>
                </a:moveTo>
                <a:cubicBezTo>
                  <a:pt x="239401" y="33412"/>
                  <a:pt x="239268" y="31715"/>
                  <a:pt x="239002" y="30068"/>
                </a:cubicBezTo>
                <a:cubicBezTo>
                  <a:pt x="238737" y="28421"/>
                  <a:pt x="238275" y="26964"/>
                  <a:pt x="237617" y="25698"/>
                </a:cubicBezTo>
                <a:cubicBezTo>
                  <a:pt x="236959" y="24431"/>
                  <a:pt x="236087" y="23412"/>
                  <a:pt x="234999" y="22639"/>
                </a:cubicBezTo>
                <a:cubicBezTo>
                  <a:pt x="233911" y="21866"/>
                  <a:pt x="232557" y="21479"/>
                  <a:pt x="230938" y="21479"/>
                </a:cubicBezTo>
                <a:cubicBezTo>
                  <a:pt x="230128" y="21479"/>
                  <a:pt x="229332" y="21594"/>
                  <a:pt x="228547" y="21822"/>
                </a:cubicBezTo>
                <a:cubicBezTo>
                  <a:pt x="227763" y="22050"/>
                  <a:pt x="226966" y="22430"/>
                  <a:pt x="226156" y="22962"/>
                </a:cubicBezTo>
                <a:cubicBezTo>
                  <a:pt x="225347" y="23494"/>
                  <a:pt x="224506" y="24178"/>
                  <a:pt x="223633" y="25015"/>
                </a:cubicBezTo>
                <a:cubicBezTo>
                  <a:pt x="222760" y="25851"/>
                  <a:pt x="221830" y="26903"/>
                  <a:pt x="220844" y="28170"/>
                </a:cubicBezTo>
                <a:lnTo>
                  <a:pt x="220844" y="41808"/>
                </a:lnTo>
                <a:cubicBezTo>
                  <a:pt x="222564" y="43912"/>
                  <a:pt x="224208" y="45515"/>
                  <a:pt x="225777" y="46618"/>
                </a:cubicBezTo>
                <a:cubicBezTo>
                  <a:pt x="227346" y="47720"/>
                  <a:pt x="228977" y="48271"/>
                  <a:pt x="230672" y="48271"/>
                </a:cubicBezTo>
                <a:cubicBezTo>
                  <a:pt x="232241" y="48271"/>
                  <a:pt x="233582" y="47892"/>
                  <a:pt x="234695" y="47132"/>
                </a:cubicBezTo>
                <a:cubicBezTo>
                  <a:pt x="235808" y="46371"/>
                  <a:pt x="236713" y="45364"/>
                  <a:pt x="237408" y="44110"/>
                </a:cubicBezTo>
                <a:cubicBezTo>
                  <a:pt x="238104" y="42856"/>
                  <a:pt x="238610" y="41450"/>
                  <a:pt x="238926" y="39892"/>
                </a:cubicBezTo>
                <a:cubicBezTo>
                  <a:pt x="239243" y="38334"/>
                  <a:pt x="239401" y="36756"/>
                  <a:pt x="239401" y="35160"/>
                </a:cubicBezTo>
                <a:close/>
                <a:moveTo>
                  <a:pt x="262136" y="51953"/>
                </a:moveTo>
                <a:cubicBezTo>
                  <a:pt x="262136" y="52155"/>
                  <a:pt x="262086" y="52326"/>
                  <a:pt x="261985" y="52465"/>
                </a:cubicBezTo>
                <a:cubicBezTo>
                  <a:pt x="261883" y="52604"/>
                  <a:pt x="261719" y="52724"/>
                  <a:pt x="261491" y="52825"/>
                </a:cubicBezTo>
                <a:cubicBezTo>
                  <a:pt x="261264" y="52927"/>
                  <a:pt x="260947" y="53003"/>
                  <a:pt x="260542" y="53053"/>
                </a:cubicBezTo>
                <a:cubicBezTo>
                  <a:pt x="260138" y="53104"/>
                  <a:pt x="259619" y="53129"/>
                  <a:pt x="258987" y="53129"/>
                </a:cubicBezTo>
                <a:cubicBezTo>
                  <a:pt x="258379" y="53129"/>
                  <a:pt x="257873" y="53104"/>
                  <a:pt x="257469" y="53053"/>
                </a:cubicBezTo>
                <a:cubicBezTo>
                  <a:pt x="257064" y="53003"/>
                  <a:pt x="256741" y="52927"/>
                  <a:pt x="256501" y="52825"/>
                </a:cubicBezTo>
                <a:cubicBezTo>
                  <a:pt x="256261" y="52724"/>
                  <a:pt x="256096" y="52604"/>
                  <a:pt x="256008" y="52465"/>
                </a:cubicBezTo>
                <a:cubicBezTo>
                  <a:pt x="255919" y="52326"/>
                  <a:pt x="255875" y="52155"/>
                  <a:pt x="255875" y="51953"/>
                </a:cubicBezTo>
                <a:lnTo>
                  <a:pt x="255875" y="17798"/>
                </a:lnTo>
                <a:cubicBezTo>
                  <a:pt x="255875" y="17621"/>
                  <a:pt x="255919" y="17457"/>
                  <a:pt x="256008" y="17305"/>
                </a:cubicBezTo>
                <a:cubicBezTo>
                  <a:pt x="256096" y="17153"/>
                  <a:pt x="256261" y="17027"/>
                  <a:pt x="256501" y="16925"/>
                </a:cubicBezTo>
                <a:cubicBezTo>
                  <a:pt x="256741" y="16824"/>
                  <a:pt x="257064" y="16748"/>
                  <a:pt x="257469" y="16698"/>
                </a:cubicBezTo>
                <a:cubicBezTo>
                  <a:pt x="257873" y="16647"/>
                  <a:pt x="258379" y="16622"/>
                  <a:pt x="258987" y="16622"/>
                </a:cubicBezTo>
                <a:cubicBezTo>
                  <a:pt x="259619" y="16622"/>
                  <a:pt x="260138" y="16647"/>
                  <a:pt x="260542" y="16698"/>
                </a:cubicBezTo>
                <a:cubicBezTo>
                  <a:pt x="260947" y="16748"/>
                  <a:pt x="261264" y="16824"/>
                  <a:pt x="261491" y="16925"/>
                </a:cubicBezTo>
                <a:cubicBezTo>
                  <a:pt x="261719" y="17027"/>
                  <a:pt x="261883" y="17153"/>
                  <a:pt x="261985" y="17305"/>
                </a:cubicBezTo>
                <a:cubicBezTo>
                  <a:pt x="262086" y="17457"/>
                  <a:pt x="262136" y="17621"/>
                  <a:pt x="262136" y="17798"/>
                </a:cubicBezTo>
                <a:lnTo>
                  <a:pt x="262136" y="51953"/>
                </a:lnTo>
                <a:moveTo>
                  <a:pt x="262857" y="6224"/>
                </a:moveTo>
                <a:cubicBezTo>
                  <a:pt x="262857" y="7691"/>
                  <a:pt x="262579" y="8690"/>
                  <a:pt x="262022" y="9222"/>
                </a:cubicBezTo>
                <a:cubicBezTo>
                  <a:pt x="261466" y="9753"/>
                  <a:pt x="260441" y="10019"/>
                  <a:pt x="258949" y="10019"/>
                </a:cubicBezTo>
                <a:cubicBezTo>
                  <a:pt x="257481" y="10019"/>
                  <a:pt x="256476" y="9759"/>
                  <a:pt x="255932" y="9241"/>
                </a:cubicBezTo>
                <a:cubicBezTo>
                  <a:pt x="255388" y="8722"/>
                  <a:pt x="255116" y="7742"/>
                  <a:pt x="255116" y="6300"/>
                </a:cubicBezTo>
                <a:cubicBezTo>
                  <a:pt x="255116" y="4832"/>
                  <a:pt x="255394" y="3833"/>
                  <a:pt x="255951" y="3302"/>
                </a:cubicBezTo>
                <a:cubicBezTo>
                  <a:pt x="256507" y="2770"/>
                  <a:pt x="257532" y="2505"/>
                  <a:pt x="259024" y="2505"/>
                </a:cubicBezTo>
                <a:cubicBezTo>
                  <a:pt x="260492" y="2505"/>
                  <a:pt x="261498" y="2764"/>
                  <a:pt x="262041" y="3283"/>
                </a:cubicBezTo>
                <a:cubicBezTo>
                  <a:pt x="262585" y="3801"/>
                  <a:pt x="262857" y="4782"/>
                  <a:pt x="262857" y="6224"/>
                </a:cubicBezTo>
                <a:close/>
                <a:moveTo>
                  <a:pt x="280579" y="51951"/>
                </a:moveTo>
                <a:cubicBezTo>
                  <a:pt x="280579" y="52154"/>
                  <a:pt x="280529" y="52325"/>
                  <a:pt x="280427" y="52465"/>
                </a:cubicBezTo>
                <a:cubicBezTo>
                  <a:pt x="280326" y="52604"/>
                  <a:pt x="280162" y="52724"/>
                  <a:pt x="279934" y="52825"/>
                </a:cubicBezTo>
                <a:cubicBezTo>
                  <a:pt x="279706" y="52927"/>
                  <a:pt x="279390" y="53003"/>
                  <a:pt x="278985" y="53053"/>
                </a:cubicBezTo>
                <a:cubicBezTo>
                  <a:pt x="278581" y="53104"/>
                  <a:pt x="278062" y="53129"/>
                  <a:pt x="277430" y="53129"/>
                </a:cubicBezTo>
                <a:cubicBezTo>
                  <a:pt x="276822" y="53129"/>
                  <a:pt x="276316" y="53104"/>
                  <a:pt x="275912" y="53053"/>
                </a:cubicBezTo>
                <a:cubicBezTo>
                  <a:pt x="275507" y="53003"/>
                  <a:pt x="275184" y="52927"/>
                  <a:pt x="274944" y="52825"/>
                </a:cubicBezTo>
                <a:cubicBezTo>
                  <a:pt x="274703" y="52724"/>
                  <a:pt x="274539" y="52604"/>
                  <a:pt x="274450" y="52465"/>
                </a:cubicBezTo>
                <a:cubicBezTo>
                  <a:pt x="274362" y="52325"/>
                  <a:pt x="274318" y="52154"/>
                  <a:pt x="274318" y="51951"/>
                </a:cubicBezTo>
                <a:lnTo>
                  <a:pt x="274318" y="1216"/>
                </a:lnTo>
                <a:cubicBezTo>
                  <a:pt x="274318" y="1013"/>
                  <a:pt x="274362" y="836"/>
                  <a:pt x="274450" y="684"/>
                </a:cubicBezTo>
                <a:cubicBezTo>
                  <a:pt x="274539" y="532"/>
                  <a:pt x="274703" y="405"/>
                  <a:pt x="274944" y="304"/>
                </a:cubicBezTo>
                <a:cubicBezTo>
                  <a:pt x="275184" y="202"/>
                  <a:pt x="275507" y="126"/>
                  <a:pt x="275912" y="76"/>
                </a:cubicBezTo>
                <a:cubicBezTo>
                  <a:pt x="276316" y="25"/>
                  <a:pt x="276822" y="0"/>
                  <a:pt x="277430" y="0"/>
                </a:cubicBezTo>
                <a:cubicBezTo>
                  <a:pt x="278062" y="0"/>
                  <a:pt x="278581" y="25"/>
                  <a:pt x="278985" y="76"/>
                </a:cubicBezTo>
                <a:cubicBezTo>
                  <a:pt x="279390" y="126"/>
                  <a:pt x="279706" y="202"/>
                  <a:pt x="279934" y="304"/>
                </a:cubicBezTo>
                <a:cubicBezTo>
                  <a:pt x="280162" y="405"/>
                  <a:pt x="280326" y="532"/>
                  <a:pt x="280427" y="684"/>
                </a:cubicBezTo>
                <a:cubicBezTo>
                  <a:pt x="280529" y="836"/>
                  <a:pt x="280579" y="1013"/>
                  <a:pt x="280579" y="1216"/>
                </a:cubicBezTo>
                <a:lnTo>
                  <a:pt x="280579" y="51951"/>
                </a:lnTo>
                <a:close/>
                <a:moveTo>
                  <a:pt x="299022" y="51953"/>
                </a:moveTo>
                <a:cubicBezTo>
                  <a:pt x="299022" y="52155"/>
                  <a:pt x="298972" y="52326"/>
                  <a:pt x="298870" y="52465"/>
                </a:cubicBezTo>
                <a:cubicBezTo>
                  <a:pt x="298769" y="52604"/>
                  <a:pt x="298605" y="52724"/>
                  <a:pt x="298377" y="52825"/>
                </a:cubicBezTo>
                <a:cubicBezTo>
                  <a:pt x="298149" y="52927"/>
                  <a:pt x="297833" y="53003"/>
                  <a:pt x="297428" y="53053"/>
                </a:cubicBezTo>
                <a:cubicBezTo>
                  <a:pt x="297024" y="53104"/>
                  <a:pt x="296505" y="53129"/>
                  <a:pt x="295872" y="53129"/>
                </a:cubicBezTo>
                <a:cubicBezTo>
                  <a:pt x="295265" y="53129"/>
                  <a:pt x="294759" y="53104"/>
                  <a:pt x="294355" y="53053"/>
                </a:cubicBezTo>
                <a:cubicBezTo>
                  <a:pt x="293950" y="53003"/>
                  <a:pt x="293627" y="52927"/>
                  <a:pt x="293387" y="52825"/>
                </a:cubicBezTo>
                <a:cubicBezTo>
                  <a:pt x="293146" y="52724"/>
                  <a:pt x="292982" y="52604"/>
                  <a:pt x="292893" y="52465"/>
                </a:cubicBezTo>
                <a:cubicBezTo>
                  <a:pt x="292805" y="52326"/>
                  <a:pt x="292761" y="52155"/>
                  <a:pt x="292761" y="51953"/>
                </a:cubicBezTo>
                <a:lnTo>
                  <a:pt x="292761" y="17798"/>
                </a:lnTo>
                <a:cubicBezTo>
                  <a:pt x="292761" y="17621"/>
                  <a:pt x="292805" y="17457"/>
                  <a:pt x="292893" y="17305"/>
                </a:cubicBezTo>
                <a:cubicBezTo>
                  <a:pt x="292982" y="17153"/>
                  <a:pt x="293146" y="17027"/>
                  <a:pt x="293387" y="16925"/>
                </a:cubicBezTo>
                <a:cubicBezTo>
                  <a:pt x="293627" y="16824"/>
                  <a:pt x="293950" y="16748"/>
                  <a:pt x="294355" y="16698"/>
                </a:cubicBezTo>
                <a:cubicBezTo>
                  <a:pt x="294759" y="16647"/>
                  <a:pt x="295265" y="16622"/>
                  <a:pt x="295872" y="16622"/>
                </a:cubicBezTo>
                <a:cubicBezTo>
                  <a:pt x="296505" y="16622"/>
                  <a:pt x="297024" y="16647"/>
                  <a:pt x="297428" y="16698"/>
                </a:cubicBezTo>
                <a:cubicBezTo>
                  <a:pt x="297833" y="16748"/>
                  <a:pt x="298149" y="16824"/>
                  <a:pt x="298377" y="16925"/>
                </a:cubicBezTo>
                <a:cubicBezTo>
                  <a:pt x="298605" y="17027"/>
                  <a:pt x="298769" y="17153"/>
                  <a:pt x="298870" y="17305"/>
                </a:cubicBezTo>
                <a:cubicBezTo>
                  <a:pt x="298972" y="17457"/>
                  <a:pt x="299022" y="17621"/>
                  <a:pt x="299022" y="17798"/>
                </a:cubicBezTo>
                <a:lnTo>
                  <a:pt x="299022" y="51953"/>
                </a:lnTo>
                <a:moveTo>
                  <a:pt x="299743" y="6224"/>
                </a:moveTo>
                <a:cubicBezTo>
                  <a:pt x="299743" y="7691"/>
                  <a:pt x="299465" y="8690"/>
                  <a:pt x="298908" y="9222"/>
                </a:cubicBezTo>
                <a:cubicBezTo>
                  <a:pt x="298352" y="9753"/>
                  <a:pt x="297327" y="10019"/>
                  <a:pt x="295835" y="10019"/>
                </a:cubicBezTo>
                <a:cubicBezTo>
                  <a:pt x="294367" y="10019"/>
                  <a:pt x="293362" y="9759"/>
                  <a:pt x="292818" y="9241"/>
                </a:cubicBezTo>
                <a:cubicBezTo>
                  <a:pt x="292274" y="8722"/>
                  <a:pt x="292002" y="7742"/>
                  <a:pt x="292002" y="6300"/>
                </a:cubicBezTo>
                <a:cubicBezTo>
                  <a:pt x="292002" y="4832"/>
                  <a:pt x="292280" y="3833"/>
                  <a:pt x="292837" y="3302"/>
                </a:cubicBezTo>
                <a:cubicBezTo>
                  <a:pt x="293393" y="2770"/>
                  <a:pt x="294418" y="2505"/>
                  <a:pt x="295910" y="2505"/>
                </a:cubicBezTo>
                <a:cubicBezTo>
                  <a:pt x="297378" y="2505"/>
                  <a:pt x="298383" y="2764"/>
                  <a:pt x="298927" y="3283"/>
                </a:cubicBezTo>
                <a:cubicBezTo>
                  <a:pt x="299471" y="3801"/>
                  <a:pt x="299743" y="4782"/>
                  <a:pt x="299743" y="6224"/>
                </a:cubicBezTo>
                <a:close/>
                <a:moveTo>
                  <a:pt x="328964" y="49486"/>
                </a:moveTo>
                <a:cubicBezTo>
                  <a:pt x="328964" y="50220"/>
                  <a:pt x="328913" y="50801"/>
                  <a:pt x="328812" y="51232"/>
                </a:cubicBezTo>
                <a:cubicBezTo>
                  <a:pt x="328711" y="51662"/>
                  <a:pt x="328559" y="51978"/>
                  <a:pt x="328357" y="52180"/>
                </a:cubicBezTo>
                <a:cubicBezTo>
                  <a:pt x="328154" y="52383"/>
                  <a:pt x="327851" y="52572"/>
                  <a:pt x="327446" y="52750"/>
                </a:cubicBezTo>
                <a:cubicBezTo>
                  <a:pt x="327041" y="52927"/>
                  <a:pt x="326579" y="53072"/>
                  <a:pt x="326061" y="53186"/>
                </a:cubicBezTo>
                <a:cubicBezTo>
                  <a:pt x="325542" y="53300"/>
                  <a:pt x="324992" y="53395"/>
                  <a:pt x="324410" y="53471"/>
                </a:cubicBezTo>
                <a:cubicBezTo>
                  <a:pt x="323828" y="53546"/>
                  <a:pt x="323246" y="53584"/>
                  <a:pt x="322664" y="53584"/>
                </a:cubicBezTo>
                <a:cubicBezTo>
                  <a:pt x="320893" y="53584"/>
                  <a:pt x="319375" y="53350"/>
                  <a:pt x="318110" y="52881"/>
                </a:cubicBezTo>
                <a:cubicBezTo>
                  <a:pt x="316845" y="52412"/>
                  <a:pt x="315808" y="51701"/>
                  <a:pt x="314999" y="50750"/>
                </a:cubicBezTo>
                <a:cubicBezTo>
                  <a:pt x="314189" y="49799"/>
                  <a:pt x="313601" y="48594"/>
                  <a:pt x="313234" y="47137"/>
                </a:cubicBezTo>
                <a:cubicBezTo>
                  <a:pt x="312867" y="45679"/>
                  <a:pt x="312684" y="43961"/>
                  <a:pt x="312684" y="41983"/>
                </a:cubicBezTo>
                <a:lnTo>
                  <a:pt x="312684" y="21973"/>
                </a:lnTo>
                <a:lnTo>
                  <a:pt x="307902" y="21973"/>
                </a:lnTo>
                <a:cubicBezTo>
                  <a:pt x="307523" y="21973"/>
                  <a:pt x="307219" y="21770"/>
                  <a:pt x="306991" y="21365"/>
                </a:cubicBezTo>
                <a:cubicBezTo>
                  <a:pt x="306764" y="20961"/>
                  <a:pt x="306650" y="20303"/>
                  <a:pt x="306650" y="19392"/>
                </a:cubicBezTo>
                <a:cubicBezTo>
                  <a:pt x="306650" y="18911"/>
                  <a:pt x="306681" y="18507"/>
                  <a:pt x="306745" y="18178"/>
                </a:cubicBezTo>
                <a:cubicBezTo>
                  <a:pt x="306808" y="17849"/>
                  <a:pt x="306890" y="17577"/>
                  <a:pt x="306991" y="17362"/>
                </a:cubicBezTo>
                <a:cubicBezTo>
                  <a:pt x="307092" y="17147"/>
                  <a:pt x="307225" y="16995"/>
                  <a:pt x="307390" y="16906"/>
                </a:cubicBezTo>
                <a:cubicBezTo>
                  <a:pt x="307554" y="16818"/>
                  <a:pt x="307738" y="16774"/>
                  <a:pt x="307940" y="16774"/>
                </a:cubicBezTo>
                <a:lnTo>
                  <a:pt x="312684" y="16774"/>
                </a:lnTo>
                <a:lnTo>
                  <a:pt x="312684" y="8652"/>
                </a:lnTo>
                <a:cubicBezTo>
                  <a:pt x="312684" y="8475"/>
                  <a:pt x="312728" y="8311"/>
                  <a:pt x="312816" y="8159"/>
                </a:cubicBezTo>
                <a:cubicBezTo>
                  <a:pt x="312905" y="8007"/>
                  <a:pt x="313069" y="7874"/>
                  <a:pt x="313310" y="7761"/>
                </a:cubicBezTo>
                <a:cubicBezTo>
                  <a:pt x="313550" y="7647"/>
                  <a:pt x="313873" y="7565"/>
                  <a:pt x="314278" y="7514"/>
                </a:cubicBezTo>
                <a:cubicBezTo>
                  <a:pt x="314682" y="7463"/>
                  <a:pt x="315188" y="7438"/>
                  <a:pt x="315796" y="7438"/>
                </a:cubicBezTo>
                <a:cubicBezTo>
                  <a:pt x="316428" y="7438"/>
                  <a:pt x="316947" y="7463"/>
                  <a:pt x="317351" y="7514"/>
                </a:cubicBezTo>
                <a:cubicBezTo>
                  <a:pt x="317756" y="7565"/>
                  <a:pt x="318072" y="7647"/>
                  <a:pt x="318300" y="7761"/>
                </a:cubicBezTo>
                <a:cubicBezTo>
                  <a:pt x="318528" y="7874"/>
                  <a:pt x="318692" y="8007"/>
                  <a:pt x="318794" y="8159"/>
                </a:cubicBezTo>
                <a:cubicBezTo>
                  <a:pt x="318895" y="8311"/>
                  <a:pt x="318945" y="8475"/>
                  <a:pt x="318945" y="8652"/>
                </a:cubicBezTo>
                <a:lnTo>
                  <a:pt x="318945" y="16774"/>
                </a:lnTo>
                <a:lnTo>
                  <a:pt x="327712" y="16774"/>
                </a:lnTo>
                <a:cubicBezTo>
                  <a:pt x="327914" y="16774"/>
                  <a:pt x="328091" y="16818"/>
                  <a:pt x="328243" y="16906"/>
                </a:cubicBezTo>
                <a:cubicBezTo>
                  <a:pt x="328395" y="16995"/>
                  <a:pt x="328527" y="17147"/>
                  <a:pt x="328641" y="17362"/>
                </a:cubicBezTo>
                <a:cubicBezTo>
                  <a:pt x="328755" y="17577"/>
                  <a:pt x="328837" y="17849"/>
                  <a:pt x="328888" y="18178"/>
                </a:cubicBezTo>
                <a:cubicBezTo>
                  <a:pt x="328939" y="18507"/>
                  <a:pt x="328964" y="18911"/>
                  <a:pt x="328964" y="19392"/>
                </a:cubicBezTo>
                <a:cubicBezTo>
                  <a:pt x="328964" y="20303"/>
                  <a:pt x="328850" y="20961"/>
                  <a:pt x="328622" y="21365"/>
                </a:cubicBezTo>
                <a:cubicBezTo>
                  <a:pt x="328395" y="21770"/>
                  <a:pt x="328091" y="21973"/>
                  <a:pt x="327712" y="21973"/>
                </a:cubicBezTo>
                <a:lnTo>
                  <a:pt x="318945" y="21973"/>
                </a:lnTo>
                <a:lnTo>
                  <a:pt x="318945" y="41079"/>
                </a:lnTo>
                <a:cubicBezTo>
                  <a:pt x="318945" y="43438"/>
                  <a:pt x="319293" y="45221"/>
                  <a:pt x="319989" y="46426"/>
                </a:cubicBezTo>
                <a:cubicBezTo>
                  <a:pt x="320685" y="47631"/>
                  <a:pt x="321931" y="48234"/>
                  <a:pt x="323727" y="48234"/>
                </a:cubicBezTo>
                <a:cubicBezTo>
                  <a:pt x="324309" y="48234"/>
                  <a:pt x="324827" y="48177"/>
                  <a:pt x="325283" y="48063"/>
                </a:cubicBezTo>
                <a:cubicBezTo>
                  <a:pt x="325738" y="47949"/>
                  <a:pt x="326143" y="47829"/>
                  <a:pt x="326497" y="47702"/>
                </a:cubicBezTo>
                <a:cubicBezTo>
                  <a:pt x="326851" y="47576"/>
                  <a:pt x="327155" y="47456"/>
                  <a:pt x="327408" y="47342"/>
                </a:cubicBezTo>
                <a:cubicBezTo>
                  <a:pt x="327661" y="47228"/>
                  <a:pt x="327889" y="47171"/>
                  <a:pt x="328091" y="47171"/>
                </a:cubicBezTo>
                <a:cubicBezTo>
                  <a:pt x="328218" y="47171"/>
                  <a:pt x="328338" y="47203"/>
                  <a:pt x="328452" y="47266"/>
                </a:cubicBezTo>
                <a:cubicBezTo>
                  <a:pt x="328565" y="47329"/>
                  <a:pt x="328654" y="47449"/>
                  <a:pt x="328717" y="47626"/>
                </a:cubicBezTo>
                <a:cubicBezTo>
                  <a:pt x="328780" y="47803"/>
                  <a:pt x="328837" y="48044"/>
                  <a:pt x="328888" y="48347"/>
                </a:cubicBezTo>
                <a:cubicBezTo>
                  <a:pt x="328939" y="48651"/>
                  <a:pt x="328964" y="49030"/>
                  <a:pt x="328964" y="49486"/>
                </a:cubicBezTo>
                <a:close/>
                <a:moveTo>
                  <a:pt x="352822" y="52901"/>
                </a:moveTo>
                <a:lnTo>
                  <a:pt x="348269" y="65463"/>
                </a:lnTo>
                <a:cubicBezTo>
                  <a:pt x="348117" y="65867"/>
                  <a:pt x="347731" y="66177"/>
                  <a:pt x="347111" y="66392"/>
                </a:cubicBezTo>
                <a:cubicBezTo>
                  <a:pt x="346491" y="66607"/>
                  <a:pt x="345549" y="66715"/>
                  <a:pt x="344284" y="66715"/>
                </a:cubicBezTo>
                <a:cubicBezTo>
                  <a:pt x="343626" y="66715"/>
                  <a:pt x="343095" y="66683"/>
                  <a:pt x="342690" y="66620"/>
                </a:cubicBezTo>
                <a:cubicBezTo>
                  <a:pt x="342285" y="66557"/>
                  <a:pt x="341975" y="66449"/>
                  <a:pt x="341760" y="66297"/>
                </a:cubicBezTo>
                <a:cubicBezTo>
                  <a:pt x="341545" y="66146"/>
                  <a:pt x="341425" y="65943"/>
                  <a:pt x="341400" y="65690"/>
                </a:cubicBezTo>
                <a:cubicBezTo>
                  <a:pt x="341374" y="65437"/>
                  <a:pt x="341438" y="65134"/>
                  <a:pt x="341589" y="64779"/>
                </a:cubicBezTo>
                <a:lnTo>
                  <a:pt x="346295" y="52901"/>
                </a:lnTo>
                <a:cubicBezTo>
                  <a:pt x="346067" y="52800"/>
                  <a:pt x="345852" y="52636"/>
                  <a:pt x="345650" y="52408"/>
                </a:cubicBezTo>
                <a:cubicBezTo>
                  <a:pt x="345448" y="52180"/>
                  <a:pt x="345308" y="51940"/>
                  <a:pt x="345233" y="51687"/>
                </a:cubicBezTo>
                <a:lnTo>
                  <a:pt x="333051" y="19051"/>
                </a:lnTo>
                <a:cubicBezTo>
                  <a:pt x="332848" y="18519"/>
                  <a:pt x="332747" y="18102"/>
                  <a:pt x="332747" y="17798"/>
                </a:cubicBezTo>
                <a:cubicBezTo>
                  <a:pt x="332747" y="17495"/>
                  <a:pt x="332848" y="17254"/>
                  <a:pt x="333051" y="17077"/>
                </a:cubicBezTo>
                <a:cubicBezTo>
                  <a:pt x="333253" y="16900"/>
                  <a:pt x="333582" y="16780"/>
                  <a:pt x="334038" y="16717"/>
                </a:cubicBezTo>
                <a:cubicBezTo>
                  <a:pt x="334493" y="16653"/>
                  <a:pt x="335100" y="16622"/>
                  <a:pt x="335859" y="16622"/>
                </a:cubicBezTo>
                <a:cubicBezTo>
                  <a:pt x="336618" y="16622"/>
                  <a:pt x="337213" y="16641"/>
                  <a:pt x="337643" y="16679"/>
                </a:cubicBezTo>
                <a:cubicBezTo>
                  <a:pt x="338073" y="16717"/>
                  <a:pt x="338414" y="16786"/>
                  <a:pt x="338667" y="16887"/>
                </a:cubicBezTo>
                <a:cubicBezTo>
                  <a:pt x="338920" y="16989"/>
                  <a:pt x="339104" y="17134"/>
                  <a:pt x="339218" y="17324"/>
                </a:cubicBezTo>
                <a:cubicBezTo>
                  <a:pt x="339331" y="17514"/>
                  <a:pt x="339452" y="17773"/>
                  <a:pt x="339578" y="18102"/>
                </a:cubicBezTo>
                <a:lnTo>
                  <a:pt x="349331" y="45501"/>
                </a:lnTo>
                <a:lnTo>
                  <a:pt x="349445" y="45501"/>
                </a:lnTo>
                <a:lnTo>
                  <a:pt x="358856" y="17950"/>
                </a:lnTo>
                <a:cubicBezTo>
                  <a:pt x="359008" y="17469"/>
                  <a:pt x="359192" y="17159"/>
                  <a:pt x="359407" y="17020"/>
                </a:cubicBezTo>
                <a:cubicBezTo>
                  <a:pt x="359622" y="16881"/>
                  <a:pt x="359944" y="16780"/>
                  <a:pt x="360374" y="16717"/>
                </a:cubicBezTo>
                <a:cubicBezTo>
                  <a:pt x="360804" y="16653"/>
                  <a:pt x="361424" y="16622"/>
                  <a:pt x="362234" y="16622"/>
                </a:cubicBezTo>
                <a:cubicBezTo>
                  <a:pt x="362942" y="16622"/>
                  <a:pt x="363524" y="16653"/>
                  <a:pt x="363980" y="16717"/>
                </a:cubicBezTo>
                <a:cubicBezTo>
                  <a:pt x="364435" y="16780"/>
                  <a:pt x="364770" y="16900"/>
                  <a:pt x="364985" y="17077"/>
                </a:cubicBezTo>
                <a:cubicBezTo>
                  <a:pt x="365200" y="17254"/>
                  <a:pt x="365308" y="17495"/>
                  <a:pt x="365308" y="17798"/>
                </a:cubicBezTo>
                <a:cubicBezTo>
                  <a:pt x="365308" y="18102"/>
                  <a:pt x="365232" y="18481"/>
                  <a:pt x="365080" y="18937"/>
                </a:cubicBezTo>
                <a:lnTo>
                  <a:pt x="352822" y="52901"/>
                </a:lnTo>
                <a:close/>
                <a:moveTo>
                  <a:pt x="406169" y="64229"/>
                </a:moveTo>
                <a:cubicBezTo>
                  <a:pt x="406169" y="65121"/>
                  <a:pt x="406068" y="65771"/>
                  <a:pt x="405866" y="66179"/>
                </a:cubicBezTo>
                <a:cubicBezTo>
                  <a:pt x="405663" y="66587"/>
                  <a:pt x="405347" y="66791"/>
                  <a:pt x="404917" y="66791"/>
                </a:cubicBezTo>
                <a:lnTo>
                  <a:pt x="368372" y="66791"/>
                </a:lnTo>
                <a:cubicBezTo>
                  <a:pt x="367942" y="66791"/>
                  <a:pt x="367613" y="66599"/>
                  <a:pt x="367385" y="66217"/>
                </a:cubicBezTo>
                <a:cubicBezTo>
                  <a:pt x="367157" y="65835"/>
                  <a:pt x="367044" y="65198"/>
                  <a:pt x="367044" y="64305"/>
                </a:cubicBezTo>
                <a:cubicBezTo>
                  <a:pt x="367044" y="63439"/>
                  <a:pt x="367157" y="62789"/>
                  <a:pt x="367385" y="62355"/>
                </a:cubicBezTo>
                <a:cubicBezTo>
                  <a:pt x="367613" y="61922"/>
                  <a:pt x="367942" y="61706"/>
                  <a:pt x="368372" y="61706"/>
                </a:cubicBezTo>
                <a:lnTo>
                  <a:pt x="404917" y="61706"/>
                </a:lnTo>
                <a:cubicBezTo>
                  <a:pt x="405322" y="61706"/>
                  <a:pt x="405632" y="61910"/>
                  <a:pt x="405847" y="62317"/>
                </a:cubicBezTo>
                <a:cubicBezTo>
                  <a:pt x="406062" y="62725"/>
                  <a:pt x="406169" y="63363"/>
                  <a:pt x="406169" y="64229"/>
                </a:cubicBezTo>
                <a:close/>
                <a:moveTo>
                  <a:pt x="462894" y="51953"/>
                </a:moveTo>
                <a:cubicBezTo>
                  <a:pt x="462894" y="52155"/>
                  <a:pt x="462844" y="52326"/>
                  <a:pt x="462743" y="52465"/>
                </a:cubicBezTo>
                <a:cubicBezTo>
                  <a:pt x="462641" y="52604"/>
                  <a:pt x="462477" y="52724"/>
                  <a:pt x="462249" y="52825"/>
                </a:cubicBezTo>
                <a:cubicBezTo>
                  <a:pt x="462022" y="52927"/>
                  <a:pt x="461705" y="53003"/>
                  <a:pt x="461301" y="53053"/>
                </a:cubicBezTo>
                <a:cubicBezTo>
                  <a:pt x="460896" y="53104"/>
                  <a:pt x="460390" y="53129"/>
                  <a:pt x="459783" y="53129"/>
                </a:cubicBezTo>
                <a:cubicBezTo>
                  <a:pt x="459150" y="53129"/>
                  <a:pt x="458631" y="53104"/>
                  <a:pt x="458227" y="53053"/>
                </a:cubicBezTo>
                <a:cubicBezTo>
                  <a:pt x="457822" y="53003"/>
                  <a:pt x="457499" y="52927"/>
                  <a:pt x="457259" y="52825"/>
                </a:cubicBezTo>
                <a:cubicBezTo>
                  <a:pt x="457019" y="52724"/>
                  <a:pt x="456848" y="52604"/>
                  <a:pt x="456747" y="52465"/>
                </a:cubicBezTo>
                <a:cubicBezTo>
                  <a:pt x="456645" y="52326"/>
                  <a:pt x="456595" y="52155"/>
                  <a:pt x="456595" y="51953"/>
                </a:cubicBezTo>
                <a:lnTo>
                  <a:pt x="456595" y="31194"/>
                </a:lnTo>
                <a:cubicBezTo>
                  <a:pt x="456595" y="29752"/>
                  <a:pt x="456468" y="28437"/>
                  <a:pt x="456215" y="27248"/>
                </a:cubicBezTo>
                <a:cubicBezTo>
                  <a:pt x="455962" y="26059"/>
                  <a:pt x="455558" y="25034"/>
                  <a:pt x="455001" y="24174"/>
                </a:cubicBezTo>
                <a:cubicBezTo>
                  <a:pt x="454444" y="23314"/>
                  <a:pt x="453736" y="22656"/>
                  <a:pt x="452876" y="22200"/>
                </a:cubicBezTo>
                <a:cubicBezTo>
                  <a:pt x="452016" y="21745"/>
                  <a:pt x="451004" y="21517"/>
                  <a:pt x="449840" y="21517"/>
                </a:cubicBezTo>
                <a:cubicBezTo>
                  <a:pt x="448398" y="21517"/>
                  <a:pt x="446949" y="22074"/>
                  <a:pt x="445495" y="23187"/>
                </a:cubicBezTo>
                <a:cubicBezTo>
                  <a:pt x="444040" y="24300"/>
                  <a:pt x="442440" y="25932"/>
                  <a:pt x="440694" y="28082"/>
                </a:cubicBezTo>
                <a:lnTo>
                  <a:pt x="440694" y="51953"/>
                </a:lnTo>
                <a:cubicBezTo>
                  <a:pt x="440694" y="52155"/>
                  <a:pt x="440643" y="52326"/>
                  <a:pt x="440542" y="52465"/>
                </a:cubicBezTo>
                <a:cubicBezTo>
                  <a:pt x="440441" y="52604"/>
                  <a:pt x="440270" y="52724"/>
                  <a:pt x="440030" y="52825"/>
                </a:cubicBezTo>
                <a:cubicBezTo>
                  <a:pt x="439790" y="52927"/>
                  <a:pt x="439467" y="53003"/>
                  <a:pt x="439062" y="53053"/>
                </a:cubicBezTo>
                <a:cubicBezTo>
                  <a:pt x="438657" y="53104"/>
                  <a:pt x="438151" y="53129"/>
                  <a:pt x="437544" y="53129"/>
                </a:cubicBezTo>
                <a:cubicBezTo>
                  <a:pt x="436962" y="53129"/>
                  <a:pt x="436463" y="53104"/>
                  <a:pt x="436045" y="53053"/>
                </a:cubicBezTo>
                <a:cubicBezTo>
                  <a:pt x="435628" y="53003"/>
                  <a:pt x="435299" y="52927"/>
                  <a:pt x="435059" y="52825"/>
                </a:cubicBezTo>
                <a:cubicBezTo>
                  <a:pt x="434818" y="52724"/>
                  <a:pt x="434654" y="52604"/>
                  <a:pt x="434565" y="52465"/>
                </a:cubicBezTo>
                <a:cubicBezTo>
                  <a:pt x="434477" y="52326"/>
                  <a:pt x="434432" y="52155"/>
                  <a:pt x="434432" y="51953"/>
                </a:cubicBezTo>
                <a:lnTo>
                  <a:pt x="434432" y="31194"/>
                </a:lnTo>
                <a:cubicBezTo>
                  <a:pt x="434432" y="29752"/>
                  <a:pt x="434293" y="28437"/>
                  <a:pt x="434015" y="27248"/>
                </a:cubicBezTo>
                <a:cubicBezTo>
                  <a:pt x="433737" y="26059"/>
                  <a:pt x="433319" y="25034"/>
                  <a:pt x="432763" y="24174"/>
                </a:cubicBezTo>
                <a:cubicBezTo>
                  <a:pt x="432206" y="23314"/>
                  <a:pt x="431504" y="22656"/>
                  <a:pt x="430656" y="22200"/>
                </a:cubicBezTo>
                <a:cubicBezTo>
                  <a:pt x="429809" y="21745"/>
                  <a:pt x="428803" y="21517"/>
                  <a:pt x="427639" y="21517"/>
                </a:cubicBezTo>
                <a:cubicBezTo>
                  <a:pt x="426197" y="21517"/>
                  <a:pt x="424743" y="22074"/>
                  <a:pt x="423275" y="23187"/>
                </a:cubicBezTo>
                <a:cubicBezTo>
                  <a:pt x="421808" y="24300"/>
                  <a:pt x="420214" y="25932"/>
                  <a:pt x="418494" y="28082"/>
                </a:cubicBezTo>
                <a:lnTo>
                  <a:pt x="418494" y="51953"/>
                </a:lnTo>
                <a:cubicBezTo>
                  <a:pt x="418494" y="52155"/>
                  <a:pt x="418443" y="52326"/>
                  <a:pt x="418342" y="52465"/>
                </a:cubicBezTo>
                <a:cubicBezTo>
                  <a:pt x="418241" y="52604"/>
                  <a:pt x="418076" y="52724"/>
                  <a:pt x="417849" y="52825"/>
                </a:cubicBezTo>
                <a:cubicBezTo>
                  <a:pt x="417621" y="52927"/>
                  <a:pt x="417305" y="53003"/>
                  <a:pt x="416900" y="53053"/>
                </a:cubicBezTo>
                <a:cubicBezTo>
                  <a:pt x="416495" y="53104"/>
                  <a:pt x="415976" y="53129"/>
                  <a:pt x="415344" y="53129"/>
                </a:cubicBezTo>
                <a:cubicBezTo>
                  <a:pt x="414737" y="53129"/>
                  <a:pt x="414231" y="53104"/>
                  <a:pt x="413826" y="53053"/>
                </a:cubicBezTo>
                <a:cubicBezTo>
                  <a:pt x="413421" y="53003"/>
                  <a:pt x="413099" y="52927"/>
                  <a:pt x="412858" y="52825"/>
                </a:cubicBezTo>
                <a:cubicBezTo>
                  <a:pt x="412618" y="52724"/>
                  <a:pt x="412453" y="52604"/>
                  <a:pt x="412365" y="52465"/>
                </a:cubicBezTo>
                <a:cubicBezTo>
                  <a:pt x="412276" y="52326"/>
                  <a:pt x="412232" y="52155"/>
                  <a:pt x="412232" y="51953"/>
                </a:cubicBezTo>
                <a:lnTo>
                  <a:pt x="412232" y="17798"/>
                </a:lnTo>
                <a:cubicBezTo>
                  <a:pt x="412232" y="17596"/>
                  <a:pt x="412270" y="17425"/>
                  <a:pt x="412346" y="17286"/>
                </a:cubicBezTo>
                <a:cubicBezTo>
                  <a:pt x="412422" y="17147"/>
                  <a:pt x="412574" y="17020"/>
                  <a:pt x="412801" y="16906"/>
                </a:cubicBezTo>
                <a:cubicBezTo>
                  <a:pt x="413029" y="16793"/>
                  <a:pt x="413320" y="16717"/>
                  <a:pt x="413674" y="16679"/>
                </a:cubicBezTo>
                <a:cubicBezTo>
                  <a:pt x="414028" y="16641"/>
                  <a:pt x="414496" y="16622"/>
                  <a:pt x="415078" y="16622"/>
                </a:cubicBezTo>
                <a:cubicBezTo>
                  <a:pt x="415635" y="16622"/>
                  <a:pt x="416097" y="16641"/>
                  <a:pt x="416463" y="16679"/>
                </a:cubicBezTo>
                <a:cubicBezTo>
                  <a:pt x="416830" y="16717"/>
                  <a:pt x="417115" y="16793"/>
                  <a:pt x="417317" y="16906"/>
                </a:cubicBezTo>
                <a:cubicBezTo>
                  <a:pt x="417520" y="17020"/>
                  <a:pt x="417665" y="17147"/>
                  <a:pt x="417754" y="17286"/>
                </a:cubicBezTo>
                <a:cubicBezTo>
                  <a:pt x="417842" y="17425"/>
                  <a:pt x="417887" y="17596"/>
                  <a:pt x="417887" y="17798"/>
                </a:cubicBezTo>
                <a:lnTo>
                  <a:pt x="417887" y="22314"/>
                </a:lnTo>
                <a:cubicBezTo>
                  <a:pt x="419809" y="20164"/>
                  <a:pt x="421675" y="18589"/>
                  <a:pt x="423484" y="17589"/>
                </a:cubicBezTo>
                <a:cubicBezTo>
                  <a:pt x="425293" y="16590"/>
                  <a:pt x="427121" y="16091"/>
                  <a:pt x="428968" y="16091"/>
                </a:cubicBezTo>
                <a:cubicBezTo>
                  <a:pt x="430384" y="16091"/>
                  <a:pt x="431656" y="16255"/>
                  <a:pt x="432782" y="16584"/>
                </a:cubicBezTo>
                <a:cubicBezTo>
                  <a:pt x="433907" y="16913"/>
                  <a:pt x="434900" y="17374"/>
                  <a:pt x="435761" y="17969"/>
                </a:cubicBezTo>
                <a:cubicBezTo>
                  <a:pt x="436621" y="18564"/>
                  <a:pt x="437355" y="19272"/>
                  <a:pt x="437962" y="20094"/>
                </a:cubicBezTo>
                <a:cubicBezTo>
                  <a:pt x="438569" y="20916"/>
                  <a:pt x="439075" y="21833"/>
                  <a:pt x="439480" y="22845"/>
                </a:cubicBezTo>
                <a:cubicBezTo>
                  <a:pt x="440618" y="21606"/>
                  <a:pt x="441700" y="20556"/>
                  <a:pt x="442724" y="19696"/>
                </a:cubicBezTo>
                <a:cubicBezTo>
                  <a:pt x="443749" y="18835"/>
                  <a:pt x="444736" y="18140"/>
                  <a:pt x="445684" y="17608"/>
                </a:cubicBezTo>
                <a:cubicBezTo>
                  <a:pt x="446633" y="17077"/>
                  <a:pt x="447557" y="16691"/>
                  <a:pt x="448455" y="16451"/>
                </a:cubicBezTo>
                <a:cubicBezTo>
                  <a:pt x="449353" y="16211"/>
                  <a:pt x="450257" y="16091"/>
                  <a:pt x="451168" y="16091"/>
                </a:cubicBezTo>
                <a:cubicBezTo>
                  <a:pt x="453369" y="16091"/>
                  <a:pt x="455216" y="16476"/>
                  <a:pt x="456709" y="17248"/>
                </a:cubicBezTo>
                <a:cubicBezTo>
                  <a:pt x="458201" y="18020"/>
                  <a:pt x="459409" y="19051"/>
                  <a:pt x="460333" y="20341"/>
                </a:cubicBezTo>
                <a:cubicBezTo>
                  <a:pt x="461256" y="21631"/>
                  <a:pt x="461914" y="23143"/>
                  <a:pt x="462306" y="24876"/>
                </a:cubicBezTo>
                <a:cubicBezTo>
                  <a:pt x="462698" y="26609"/>
                  <a:pt x="462894" y="28437"/>
                  <a:pt x="462894" y="30359"/>
                </a:cubicBezTo>
                <a:lnTo>
                  <a:pt x="462894" y="51953"/>
                </a:lnTo>
                <a:close/>
                <a:moveTo>
                  <a:pt x="500938" y="51991"/>
                </a:moveTo>
                <a:cubicBezTo>
                  <a:pt x="500938" y="52294"/>
                  <a:pt x="500837" y="52522"/>
                  <a:pt x="500635" y="52674"/>
                </a:cubicBezTo>
                <a:cubicBezTo>
                  <a:pt x="500432" y="52825"/>
                  <a:pt x="500154" y="52939"/>
                  <a:pt x="499800" y="53015"/>
                </a:cubicBezTo>
                <a:cubicBezTo>
                  <a:pt x="499446" y="53091"/>
                  <a:pt x="498927" y="53129"/>
                  <a:pt x="498244" y="53129"/>
                </a:cubicBezTo>
                <a:cubicBezTo>
                  <a:pt x="497586" y="53129"/>
                  <a:pt x="497061" y="53091"/>
                  <a:pt x="496669" y="53015"/>
                </a:cubicBezTo>
                <a:cubicBezTo>
                  <a:pt x="496277" y="52939"/>
                  <a:pt x="495992" y="52825"/>
                  <a:pt x="495815" y="52674"/>
                </a:cubicBezTo>
                <a:cubicBezTo>
                  <a:pt x="495638" y="52522"/>
                  <a:pt x="495550" y="52294"/>
                  <a:pt x="495550" y="51991"/>
                </a:cubicBezTo>
                <a:lnTo>
                  <a:pt x="495550" y="48575"/>
                </a:lnTo>
                <a:cubicBezTo>
                  <a:pt x="494057" y="50169"/>
                  <a:pt x="492393" y="51415"/>
                  <a:pt x="490559" y="52313"/>
                </a:cubicBezTo>
                <a:cubicBezTo>
                  <a:pt x="488725" y="53211"/>
                  <a:pt x="486783" y="53660"/>
                  <a:pt x="484734" y="53660"/>
                </a:cubicBezTo>
                <a:cubicBezTo>
                  <a:pt x="482938" y="53660"/>
                  <a:pt x="481312" y="53425"/>
                  <a:pt x="479858" y="52956"/>
                </a:cubicBezTo>
                <a:cubicBezTo>
                  <a:pt x="478403" y="52486"/>
                  <a:pt x="477163" y="51807"/>
                  <a:pt x="476138" y="50918"/>
                </a:cubicBezTo>
                <a:cubicBezTo>
                  <a:pt x="475114" y="50030"/>
                  <a:pt x="474317" y="48938"/>
                  <a:pt x="473748" y="47644"/>
                </a:cubicBezTo>
                <a:cubicBezTo>
                  <a:pt x="473178" y="46349"/>
                  <a:pt x="472894" y="44876"/>
                  <a:pt x="472894" y="43225"/>
                </a:cubicBezTo>
                <a:cubicBezTo>
                  <a:pt x="472894" y="41296"/>
                  <a:pt x="473286" y="39621"/>
                  <a:pt x="474070" y="38200"/>
                </a:cubicBezTo>
                <a:cubicBezTo>
                  <a:pt x="474855" y="36777"/>
                  <a:pt x="475980" y="35596"/>
                  <a:pt x="477448" y="34657"/>
                </a:cubicBezTo>
                <a:cubicBezTo>
                  <a:pt x="478915" y="33718"/>
                  <a:pt x="480711" y="33014"/>
                  <a:pt x="482837" y="32544"/>
                </a:cubicBezTo>
                <a:cubicBezTo>
                  <a:pt x="484962" y="32074"/>
                  <a:pt x="487352" y="31839"/>
                  <a:pt x="490009" y="31839"/>
                </a:cubicBezTo>
                <a:lnTo>
                  <a:pt x="494715" y="31839"/>
                </a:lnTo>
                <a:lnTo>
                  <a:pt x="494715" y="29192"/>
                </a:lnTo>
                <a:cubicBezTo>
                  <a:pt x="494715" y="27882"/>
                  <a:pt x="494576" y="26722"/>
                  <a:pt x="494297" y="25714"/>
                </a:cubicBezTo>
                <a:cubicBezTo>
                  <a:pt x="494019" y="24705"/>
                  <a:pt x="493570" y="23867"/>
                  <a:pt x="492950" y="23199"/>
                </a:cubicBezTo>
                <a:cubicBezTo>
                  <a:pt x="492330" y="22531"/>
                  <a:pt x="491527" y="22027"/>
                  <a:pt x="490540" y="21687"/>
                </a:cubicBezTo>
                <a:cubicBezTo>
                  <a:pt x="489554" y="21346"/>
                  <a:pt x="488339" y="21176"/>
                  <a:pt x="486897" y="21176"/>
                </a:cubicBezTo>
                <a:cubicBezTo>
                  <a:pt x="485354" y="21176"/>
                  <a:pt x="483969" y="21357"/>
                  <a:pt x="482742" y="21720"/>
                </a:cubicBezTo>
                <a:cubicBezTo>
                  <a:pt x="481515" y="22083"/>
                  <a:pt x="480439" y="22483"/>
                  <a:pt x="479516" y="22921"/>
                </a:cubicBezTo>
                <a:cubicBezTo>
                  <a:pt x="478593" y="23359"/>
                  <a:pt x="477821" y="23760"/>
                  <a:pt x="477201" y="24123"/>
                </a:cubicBezTo>
                <a:cubicBezTo>
                  <a:pt x="476581" y="24486"/>
                  <a:pt x="476119" y="24667"/>
                  <a:pt x="475816" y="24667"/>
                </a:cubicBezTo>
                <a:cubicBezTo>
                  <a:pt x="475614" y="24667"/>
                  <a:pt x="475436" y="24616"/>
                  <a:pt x="475285" y="24515"/>
                </a:cubicBezTo>
                <a:cubicBezTo>
                  <a:pt x="475133" y="24414"/>
                  <a:pt x="475000" y="24262"/>
                  <a:pt x="474886" y="24060"/>
                </a:cubicBezTo>
                <a:cubicBezTo>
                  <a:pt x="474772" y="23857"/>
                  <a:pt x="474690" y="23598"/>
                  <a:pt x="474639" y="23282"/>
                </a:cubicBezTo>
                <a:cubicBezTo>
                  <a:pt x="474589" y="22966"/>
                  <a:pt x="474564" y="22618"/>
                  <a:pt x="474564" y="22238"/>
                </a:cubicBezTo>
                <a:cubicBezTo>
                  <a:pt x="474564" y="21606"/>
                  <a:pt x="474608" y="21106"/>
                  <a:pt x="474696" y="20739"/>
                </a:cubicBezTo>
                <a:cubicBezTo>
                  <a:pt x="474785" y="20372"/>
                  <a:pt x="475000" y="20025"/>
                  <a:pt x="475342" y="19696"/>
                </a:cubicBezTo>
                <a:cubicBezTo>
                  <a:pt x="475683" y="19367"/>
                  <a:pt x="476271" y="18984"/>
                  <a:pt x="477106" y="18547"/>
                </a:cubicBezTo>
                <a:cubicBezTo>
                  <a:pt x="477941" y="18109"/>
                  <a:pt x="478902" y="17708"/>
                  <a:pt x="479990" y="17346"/>
                </a:cubicBezTo>
                <a:cubicBezTo>
                  <a:pt x="481078" y="16984"/>
                  <a:pt x="482267" y="16685"/>
                  <a:pt x="483558" y="16447"/>
                </a:cubicBezTo>
                <a:cubicBezTo>
                  <a:pt x="484848" y="16209"/>
                  <a:pt x="486151" y="16091"/>
                  <a:pt x="487466" y="16091"/>
                </a:cubicBezTo>
                <a:cubicBezTo>
                  <a:pt x="489920" y="16091"/>
                  <a:pt x="492008" y="16369"/>
                  <a:pt x="493728" y="16925"/>
                </a:cubicBezTo>
                <a:cubicBezTo>
                  <a:pt x="495448" y="17482"/>
                  <a:pt x="496840" y="18298"/>
                  <a:pt x="497902" y="19373"/>
                </a:cubicBezTo>
                <a:cubicBezTo>
                  <a:pt x="498965" y="20448"/>
                  <a:pt x="499737" y="21783"/>
                  <a:pt x="500217" y="23377"/>
                </a:cubicBezTo>
                <a:cubicBezTo>
                  <a:pt x="500698" y="24971"/>
                  <a:pt x="500938" y="26830"/>
                  <a:pt x="500938" y="28955"/>
                </a:cubicBezTo>
                <a:lnTo>
                  <a:pt x="500938" y="51991"/>
                </a:lnTo>
                <a:moveTo>
                  <a:pt x="494715" y="36355"/>
                </a:moveTo>
                <a:lnTo>
                  <a:pt x="489364" y="36355"/>
                </a:lnTo>
                <a:cubicBezTo>
                  <a:pt x="487643" y="36355"/>
                  <a:pt x="486151" y="36502"/>
                  <a:pt x="484886" y="36795"/>
                </a:cubicBezTo>
                <a:cubicBezTo>
                  <a:pt x="483621" y="37088"/>
                  <a:pt x="482571" y="37520"/>
                  <a:pt x="481736" y="38093"/>
                </a:cubicBezTo>
                <a:cubicBezTo>
                  <a:pt x="480901" y="38665"/>
                  <a:pt x="480288" y="39353"/>
                  <a:pt x="479895" y="40155"/>
                </a:cubicBezTo>
                <a:cubicBezTo>
                  <a:pt x="479503" y="40957"/>
                  <a:pt x="479307" y="41879"/>
                  <a:pt x="479307" y="42923"/>
                </a:cubicBezTo>
                <a:cubicBezTo>
                  <a:pt x="479307" y="44705"/>
                  <a:pt x="479870" y="46124"/>
                  <a:pt x="480996" y="47180"/>
                </a:cubicBezTo>
                <a:cubicBezTo>
                  <a:pt x="482122" y="48237"/>
                  <a:pt x="483697" y="48765"/>
                  <a:pt x="485721" y="48765"/>
                </a:cubicBezTo>
                <a:cubicBezTo>
                  <a:pt x="487365" y="48765"/>
                  <a:pt x="488889" y="48345"/>
                  <a:pt x="490294" y="47505"/>
                </a:cubicBezTo>
                <a:cubicBezTo>
                  <a:pt x="491698" y="46665"/>
                  <a:pt x="493171" y="45379"/>
                  <a:pt x="494715" y="43649"/>
                </a:cubicBezTo>
                <a:lnTo>
                  <a:pt x="494715" y="36355"/>
                </a:lnTo>
                <a:close/>
                <a:moveTo>
                  <a:pt x="529909" y="49486"/>
                </a:moveTo>
                <a:cubicBezTo>
                  <a:pt x="529909" y="50220"/>
                  <a:pt x="529859" y="50801"/>
                  <a:pt x="529758" y="51232"/>
                </a:cubicBezTo>
                <a:cubicBezTo>
                  <a:pt x="529656" y="51662"/>
                  <a:pt x="529505" y="51978"/>
                  <a:pt x="529302" y="52180"/>
                </a:cubicBezTo>
                <a:cubicBezTo>
                  <a:pt x="529100" y="52383"/>
                  <a:pt x="528796" y="52572"/>
                  <a:pt x="528391" y="52750"/>
                </a:cubicBezTo>
                <a:cubicBezTo>
                  <a:pt x="527987" y="52927"/>
                  <a:pt x="527525" y="53072"/>
                  <a:pt x="527006" y="53186"/>
                </a:cubicBezTo>
                <a:cubicBezTo>
                  <a:pt x="526488" y="53300"/>
                  <a:pt x="525937" y="53395"/>
                  <a:pt x="525355" y="53471"/>
                </a:cubicBezTo>
                <a:cubicBezTo>
                  <a:pt x="524774" y="53546"/>
                  <a:pt x="524192" y="53584"/>
                  <a:pt x="523610" y="53584"/>
                </a:cubicBezTo>
                <a:cubicBezTo>
                  <a:pt x="521839" y="53584"/>
                  <a:pt x="520321" y="53350"/>
                  <a:pt x="519056" y="52881"/>
                </a:cubicBezTo>
                <a:cubicBezTo>
                  <a:pt x="517791" y="52412"/>
                  <a:pt x="516754" y="51701"/>
                  <a:pt x="515944" y="50750"/>
                </a:cubicBezTo>
                <a:cubicBezTo>
                  <a:pt x="515134" y="49799"/>
                  <a:pt x="514546" y="48594"/>
                  <a:pt x="514179" y="47137"/>
                </a:cubicBezTo>
                <a:cubicBezTo>
                  <a:pt x="513813" y="45679"/>
                  <a:pt x="513629" y="43961"/>
                  <a:pt x="513629" y="41983"/>
                </a:cubicBezTo>
                <a:lnTo>
                  <a:pt x="513629" y="21973"/>
                </a:lnTo>
                <a:lnTo>
                  <a:pt x="508847" y="21973"/>
                </a:lnTo>
                <a:cubicBezTo>
                  <a:pt x="508468" y="21973"/>
                  <a:pt x="508164" y="21770"/>
                  <a:pt x="507937" y="21365"/>
                </a:cubicBezTo>
                <a:cubicBezTo>
                  <a:pt x="507709" y="20961"/>
                  <a:pt x="507595" y="20303"/>
                  <a:pt x="507595" y="19392"/>
                </a:cubicBezTo>
                <a:cubicBezTo>
                  <a:pt x="507595" y="18911"/>
                  <a:pt x="507627" y="18507"/>
                  <a:pt x="507690" y="18178"/>
                </a:cubicBezTo>
                <a:cubicBezTo>
                  <a:pt x="507753" y="17849"/>
                  <a:pt x="507836" y="17577"/>
                  <a:pt x="507937" y="17362"/>
                </a:cubicBezTo>
                <a:cubicBezTo>
                  <a:pt x="508038" y="17147"/>
                  <a:pt x="508171" y="16995"/>
                  <a:pt x="508335" y="16906"/>
                </a:cubicBezTo>
                <a:cubicBezTo>
                  <a:pt x="508500" y="16818"/>
                  <a:pt x="508683" y="16774"/>
                  <a:pt x="508885" y="16774"/>
                </a:cubicBezTo>
                <a:lnTo>
                  <a:pt x="513629" y="16774"/>
                </a:lnTo>
                <a:lnTo>
                  <a:pt x="513629" y="8652"/>
                </a:lnTo>
                <a:cubicBezTo>
                  <a:pt x="513629" y="8475"/>
                  <a:pt x="513673" y="8311"/>
                  <a:pt x="513762" y="8159"/>
                </a:cubicBezTo>
                <a:cubicBezTo>
                  <a:pt x="513850" y="8007"/>
                  <a:pt x="514015" y="7874"/>
                  <a:pt x="514255" y="7761"/>
                </a:cubicBezTo>
                <a:cubicBezTo>
                  <a:pt x="514496" y="7647"/>
                  <a:pt x="514818" y="7565"/>
                  <a:pt x="515223" y="7514"/>
                </a:cubicBezTo>
                <a:cubicBezTo>
                  <a:pt x="515628" y="7463"/>
                  <a:pt x="516134" y="7438"/>
                  <a:pt x="516741" y="7438"/>
                </a:cubicBezTo>
                <a:cubicBezTo>
                  <a:pt x="517373" y="7438"/>
                  <a:pt x="517892" y="7463"/>
                  <a:pt x="518297" y="7514"/>
                </a:cubicBezTo>
                <a:cubicBezTo>
                  <a:pt x="518702" y="7565"/>
                  <a:pt x="519018" y="7647"/>
                  <a:pt x="519246" y="7761"/>
                </a:cubicBezTo>
                <a:cubicBezTo>
                  <a:pt x="519473" y="7874"/>
                  <a:pt x="519638" y="8007"/>
                  <a:pt x="519739" y="8159"/>
                </a:cubicBezTo>
                <a:cubicBezTo>
                  <a:pt x="519840" y="8311"/>
                  <a:pt x="519891" y="8475"/>
                  <a:pt x="519891" y="8652"/>
                </a:cubicBezTo>
                <a:lnTo>
                  <a:pt x="519891" y="16774"/>
                </a:lnTo>
                <a:lnTo>
                  <a:pt x="528657" y="16774"/>
                </a:lnTo>
                <a:cubicBezTo>
                  <a:pt x="528859" y="16774"/>
                  <a:pt x="529037" y="16818"/>
                  <a:pt x="529188" y="16906"/>
                </a:cubicBezTo>
                <a:cubicBezTo>
                  <a:pt x="529340" y="16995"/>
                  <a:pt x="529473" y="17147"/>
                  <a:pt x="529587" y="17362"/>
                </a:cubicBezTo>
                <a:cubicBezTo>
                  <a:pt x="529701" y="17577"/>
                  <a:pt x="529783" y="17849"/>
                  <a:pt x="529833" y="18178"/>
                </a:cubicBezTo>
                <a:cubicBezTo>
                  <a:pt x="529884" y="18507"/>
                  <a:pt x="529909" y="18911"/>
                  <a:pt x="529909" y="19392"/>
                </a:cubicBezTo>
                <a:cubicBezTo>
                  <a:pt x="529909" y="20303"/>
                  <a:pt x="529795" y="20961"/>
                  <a:pt x="529568" y="21365"/>
                </a:cubicBezTo>
                <a:cubicBezTo>
                  <a:pt x="529340" y="21770"/>
                  <a:pt x="529037" y="21973"/>
                  <a:pt x="528657" y="21973"/>
                </a:cubicBezTo>
                <a:lnTo>
                  <a:pt x="519891" y="21973"/>
                </a:lnTo>
                <a:lnTo>
                  <a:pt x="519891" y="41079"/>
                </a:lnTo>
                <a:cubicBezTo>
                  <a:pt x="519891" y="43438"/>
                  <a:pt x="520239" y="45221"/>
                  <a:pt x="520934" y="46426"/>
                </a:cubicBezTo>
                <a:cubicBezTo>
                  <a:pt x="521630" y="47631"/>
                  <a:pt x="522876" y="48234"/>
                  <a:pt x="524672" y="48234"/>
                </a:cubicBezTo>
                <a:cubicBezTo>
                  <a:pt x="525254" y="48234"/>
                  <a:pt x="525773" y="48177"/>
                  <a:pt x="526228" y="48063"/>
                </a:cubicBezTo>
                <a:cubicBezTo>
                  <a:pt x="526684" y="47949"/>
                  <a:pt x="527088" y="47829"/>
                  <a:pt x="527443" y="47702"/>
                </a:cubicBezTo>
                <a:cubicBezTo>
                  <a:pt x="527797" y="47576"/>
                  <a:pt x="528100" y="47456"/>
                  <a:pt x="528353" y="47342"/>
                </a:cubicBezTo>
                <a:cubicBezTo>
                  <a:pt x="528606" y="47228"/>
                  <a:pt x="528834" y="47171"/>
                  <a:pt x="529037" y="47171"/>
                </a:cubicBezTo>
                <a:cubicBezTo>
                  <a:pt x="529163" y="47171"/>
                  <a:pt x="529283" y="47203"/>
                  <a:pt x="529397" y="47266"/>
                </a:cubicBezTo>
                <a:cubicBezTo>
                  <a:pt x="529511" y="47329"/>
                  <a:pt x="529599" y="47449"/>
                  <a:pt x="529663" y="47626"/>
                </a:cubicBezTo>
                <a:cubicBezTo>
                  <a:pt x="529726" y="47803"/>
                  <a:pt x="529783" y="48044"/>
                  <a:pt x="529833" y="48347"/>
                </a:cubicBezTo>
                <a:cubicBezTo>
                  <a:pt x="529884" y="48651"/>
                  <a:pt x="529909" y="49030"/>
                  <a:pt x="529909" y="49486"/>
                </a:cubicBezTo>
                <a:close/>
                <a:moveTo>
                  <a:pt x="558170" y="20037"/>
                </a:moveTo>
                <a:cubicBezTo>
                  <a:pt x="558170" y="20594"/>
                  <a:pt x="558157" y="21062"/>
                  <a:pt x="558132" y="21441"/>
                </a:cubicBezTo>
                <a:cubicBezTo>
                  <a:pt x="558107" y="21821"/>
                  <a:pt x="558056" y="22118"/>
                  <a:pt x="557980" y="22333"/>
                </a:cubicBezTo>
                <a:cubicBezTo>
                  <a:pt x="557904" y="22548"/>
                  <a:pt x="557810" y="22713"/>
                  <a:pt x="557696" y="22826"/>
                </a:cubicBezTo>
                <a:cubicBezTo>
                  <a:pt x="557582" y="22940"/>
                  <a:pt x="557424" y="22997"/>
                  <a:pt x="557221" y="22997"/>
                </a:cubicBezTo>
                <a:cubicBezTo>
                  <a:pt x="557019" y="22997"/>
                  <a:pt x="556772" y="22940"/>
                  <a:pt x="556481" y="22826"/>
                </a:cubicBezTo>
                <a:cubicBezTo>
                  <a:pt x="556190" y="22713"/>
                  <a:pt x="555861" y="22599"/>
                  <a:pt x="555495" y="22485"/>
                </a:cubicBezTo>
                <a:cubicBezTo>
                  <a:pt x="555128" y="22371"/>
                  <a:pt x="554717" y="22264"/>
                  <a:pt x="554261" y="22162"/>
                </a:cubicBezTo>
                <a:cubicBezTo>
                  <a:pt x="553806" y="22061"/>
                  <a:pt x="553313" y="22011"/>
                  <a:pt x="552781" y="22011"/>
                </a:cubicBezTo>
                <a:cubicBezTo>
                  <a:pt x="552149" y="22011"/>
                  <a:pt x="551529" y="22137"/>
                  <a:pt x="550922" y="22390"/>
                </a:cubicBezTo>
                <a:cubicBezTo>
                  <a:pt x="550315" y="22643"/>
                  <a:pt x="549676" y="23061"/>
                  <a:pt x="549005" y="23642"/>
                </a:cubicBezTo>
                <a:cubicBezTo>
                  <a:pt x="548335" y="24224"/>
                  <a:pt x="547633" y="24996"/>
                  <a:pt x="546899" y="25957"/>
                </a:cubicBezTo>
                <a:cubicBezTo>
                  <a:pt x="546165" y="26919"/>
                  <a:pt x="545356" y="28095"/>
                  <a:pt x="544470" y="29487"/>
                </a:cubicBezTo>
                <a:lnTo>
                  <a:pt x="544470" y="51953"/>
                </a:lnTo>
                <a:cubicBezTo>
                  <a:pt x="544470" y="52155"/>
                  <a:pt x="544420" y="52326"/>
                  <a:pt x="544319" y="52465"/>
                </a:cubicBezTo>
                <a:cubicBezTo>
                  <a:pt x="544217" y="52604"/>
                  <a:pt x="544053" y="52724"/>
                  <a:pt x="543825" y="52825"/>
                </a:cubicBezTo>
                <a:cubicBezTo>
                  <a:pt x="543598" y="52927"/>
                  <a:pt x="543281" y="53003"/>
                  <a:pt x="542876" y="53053"/>
                </a:cubicBezTo>
                <a:cubicBezTo>
                  <a:pt x="542472" y="53104"/>
                  <a:pt x="541953" y="53129"/>
                  <a:pt x="541321" y="53129"/>
                </a:cubicBezTo>
                <a:cubicBezTo>
                  <a:pt x="540713" y="53129"/>
                  <a:pt x="540207" y="53104"/>
                  <a:pt x="539803" y="53053"/>
                </a:cubicBezTo>
                <a:cubicBezTo>
                  <a:pt x="539398" y="53003"/>
                  <a:pt x="539075" y="52927"/>
                  <a:pt x="538835" y="52825"/>
                </a:cubicBezTo>
                <a:cubicBezTo>
                  <a:pt x="538595" y="52724"/>
                  <a:pt x="538430" y="52604"/>
                  <a:pt x="538342" y="52465"/>
                </a:cubicBezTo>
                <a:cubicBezTo>
                  <a:pt x="538253" y="52326"/>
                  <a:pt x="538209" y="52155"/>
                  <a:pt x="538209" y="51953"/>
                </a:cubicBezTo>
                <a:lnTo>
                  <a:pt x="538209" y="17798"/>
                </a:lnTo>
                <a:cubicBezTo>
                  <a:pt x="538209" y="17596"/>
                  <a:pt x="538247" y="17425"/>
                  <a:pt x="538323" y="17286"/>
                </a:cubicBezTo>
                <a:cubicBezTo>
                  <a:pt x="538398" y="17147"/>
                  <a:pt x="538550" y="17020"/>
                  <a:pt x="538778" y="16906"/>
                </a:cubicBezTo>
                <a:cubicBezTo>
                  <a:pt x="539006" y="16793"/>
                  <a:pt x="539297" y="16717"/>
                  <a:pt x="539651" y="16679"/>
                </a:cubicBezTo>
                <a:cubicBezTo>
                  <a:pt x="540005" y="16641"/>
                  <a:pt x="540473" y="16622"/>
                  <a:pt x="541055" y="16622"/>
                </a:cubicBezTo>
                <a:cubicBezTo>
                  <a:pt x="541611" y="16622"/>
                  <a:pt x="542073" y="16641"/>
                  <a:pt x="542440" y="16679"/>
                </a:cubicBezTo>
                <a:cubicBezTo>
                  <a:pt x="542807" y="16717"/>
                  <a:pt x="543092" y="16793"/>
                  <a:pt x="543294" y="16906"/>
                </a:cubicBezTo>
                <a:cubicBezTo>
                  <a:pt x="543496" y="17020"/>
                  <a:pt x="543642" y="17147"/>
                  <a:pt x="543730" y="17286"/>
                </a:cubicBezTo>
                <a:cubicBezTo>
                  <a:pt x="543819" y="17425"/>
                  <a:pt x="543863" y="17596"/>
                  <a:pt x="543863" y="17798"/>
                </a:cubicBezTo>
                <a:lnTo>
                  <a:pt x="543863" y="22770"/>
                </a:lnTo>
                <a:cubicBezTo>
                  <a:pt x="544799" y="21403"/>
                  <a:pt x="545678" y="20290"/>
                  <a:pt x="546501" y="19430"/>
                </a:cubicBezTo>
                <a:cubicBezTo>
                  <a:pt x="547323" y="18570"/>
                  <a:pt x="548101" y="17893"/>
                  <a:pt x="548835" y="17400"/>
                </a:cubicBezTo>
                <a:cubicBezTo>
                  <a:pt x="549568" y="16906"/>
                  <a:pt x="550296" y="16565"/>
                  <a:pt x="551017" y="16375"/>
                </a:cubicBezTo>
                <a:cubicBezTo>
                  <a:pt x="551738" y="16185"/>
                  <a:pt x="552465" y="16091"/>
                  <a:pt x="553199" y="16091"/>
                </a:cubicBezTo>
                <a:cubicBezTo>
                  <a:pt x="553528" y="16091"/>
                  <a:pt x="553901" y="16109"/>
                  <a:pt x="554318" y="16147"/>
                </a:cubicBezTo>
                <a:cubicBezTo>
                  <a:pt x="554736" y="16185"/>
                  <a:pt x="555172" y="16255"/>
                  <a:pt x="555627" y="16356"/>
                </a:cubicBezTo>
                <a:cubicBezTo>
                  <a:pt x="556083" y="16457"/>
                  <a:pt x="556494" y="16571"/>
                  <a:pt x="556861" y="16698"/>
                </a:cubicBezTo>
                <a:cubicBezTo>
                  <a:pt x="557228" y="16824"/>
                  <a:pt x="557487" y="16951"/>
                  <a:pt x="557639" y="17077"/>
                </a:cubicBezTo>
                <a:cubicBezTo>
                  <a:pt x="557791" y="17204"/>
                  <a:pt x="557892" y="17324"/>
                  <a:pt x="557942" y="17438"/>
                </a:cubicBezTo>
                <a:cubicBezTo>
                  <a:pt x="557993" y="17552"/>
                  <a:pt x="558037" y="17697"/>
                  <a:pt x="558075" y="17874"/>
                </a:cubicBezTo>
                <a:cubicBezTo>
                  <a:pt x="558113" y="18051"/>
                  <a:pt x="558138" y="18311"/>
                  <a:pt x="558151" y="18652"/>
                </a:cubicBezTo>
                <a:cubicBezTo>
                  <a:pt x="558164" y="18994"/>
                  <a:pt x="558170" y="19455"/>
                  <a:pt x="558170" y="20037"/>
                </a:cubicBezTo>
                <a:close/>
                <a:moveTo>
                  <a:pt x="571618" y="51953"/>
                </a:moveTo>
                <a:cubicBezTo>
                  <a:pt x="571618" y="52155"/>
                  <a:pt x="571567" y="52326"/>
                  <a:pt x="571466" y="52465"/>
                </a:cubicBezTo>
                <a:cubicBezTo>
                  <a:pt x="571365" y="52604"/>
                  <a:pt x="571200" y="52724"/>
                  <a:pt x="570973" y="52825"/>
                </a:cubicBezTo>
                <a:cubicBezTo>
                  <a:pt x="570745" y="52927"/>
                  <a:pt x="570429" y="53003"/>
                  <a:pt x="570024" y="53053"/>
                </a:cubicBezTo>
                <a:cubicBezTo>
                  <a:pt x="569619" y="53104"/>
                  <a:pt x="569101" y="53129"/>
                  <a:pt x="568468" y="53129"/>
                </a:cubicBezTo>
                <a:cubicBezTo>
                  <a:pt x="567861" y="53129"/>
                  <a:pt x="567355" y="53104"/>
                  <a:pt x="566950" y="53053"/>
                </a:cubicBezTo>
                <a:cubicBezTo>
                  <a:pt x="566545" y="53003"/>
                  <a:pt x="566223" y="52927"/>
                  <a:pt x="565982" y="52825"/>
                </a:cubicBezTo>
                <a:cubicBezTo>
                  <a:pt x="565742" y="52724"/>
                  <a:pt x="565578" y="52604"/>
                  <a:pt x="565489" y="52465"/>
                </a:cubicBezTo>
                <a:cubicBezTo>
                  <a:pt x="565401" y="52326"/>
                  <a:pt x="565356" y="52155"/>
                  <a:pt x="565356" y="51953"/>
                </a:cubicBezTo>
                <a:lnTo>
                  <a:pt x="565356" y="17798"/>
                </a:lnTo>
                <a:cubicBezTo>
                  <a:pt x="565356" y="17621"/>
                  <a:pt x="565401" y="17457"/>
                  <a:pt x="565489" y="17305"/>
                </a:cubicBezTo>
                <a:cubicBezTo>
                  <a:pt x="565578" y="17153"/>
                  <a:pt x="565742" y="17027"/>
                  <a:pt x="565982" y="16925"/>
                </a:cubicBezTo>
                <a:cubicBezTo>
                  <a:pt x="566223" y="16824"/>
                  <a:pt x="566545" y="16748"/>
                  <a:pt x="566950" y="16698"/>
                </a:cubicBezTo>
                <a:cubicBezTo>
                  <a:pt x="567355" y="16647"/>
                  <a:pt x="567861" y="16622"/>
                  <a:pt x="568468" y="16622"/>
                </a:cubicBezTo>
                <a:cubicBezTo>
                  <a:pt x="569101" y="16622"/>
                  <a:pt x="569619" y="16647"/>
                  <a:pt x="570024" y="16698"/>
                </a:cubicBezTo>
                <a:cubicBezTo>
                  <a:pt x="570429" y="16748"/>
                  <a:pt x="570745" y="16824"/>
                  <a:pt x="570973" y="16925"/>
                </a:cubicBezTo>
                <a:cubicBezTo>
                  <a:pt x="571200" y="17027"/>
                  <a:pt x="571365" y="17153"/>
                  <a:pt x="571466" y="17305"/>
                </a:cubicBezTo>
                <a:cubicBezTo>
                  <a:pt x="571567" y="17457"/>
                  <a:pt x="571618" y="17621"/>
                  <a:pt x="571618" y="17798"/>
                </a:cubicBezTo>
                <a:lnTo>
                  <a:pt x="571618" y="51953"/>
                </a:lnTo>
                <a:moveTo>
                  <a:pt x="572339" y="6224"/>
                </a:moveTo>
                <a:cubicBezTo>
                  <a:pt x="572339" y="7691"/>
                  <a:pt x="572061" y="8690"/>
                  <a:pt x="571504" y="9222"/>
                </a:cubicBezTo>
                <a:cubicBezTo>
                  <a:pt x="570947" y="9753"/>
                  <a:pt x="569923" y="10019"/>
                  <a:pt x="568430" y="10019"/>
                </a:cubicBezTo>
                <a:cubicBezTo>
                  <a:pt x="566963" y="10019"/>
                  <a:pt x="565957" y="9759"/>
                  <a:pt x="565413" y="9241"/>
                </a:cubicBezTo>
                <a:cubicBezTo>
                  <a:pt x="564869" y="8722"/>
                  <a:pt x="564597" y="7742"/>
                  <a:pt x="564597" y="6300"/>
                </a:cubicBezTo>
                <a:cubicBezTo>
                  <a:pt x="564597" y="4832"/>
                  <a:pt x="564876" y="3833"/>
                  <a:pt x="565432" y="3302"/>
                </a:cubicBezTo>
                <a:cubicBezTo>
                  <a:pt x="565989" y="2770"/>
                  <a:pt x="567013" y="2505"/>
                  <a:pt x="568506" y="2505"/>
                </a:cubicBezTo>
                <a:cubicBezTo>
                  <a:pt x="569973" y="2505"/>
                  <a:pt x="570979" y="2764"/>
                  <a:pt x="571523" y="3283"/>
                </a:cubicBezTo>
                <a:cubicBezTo>
                  <a:pt x="572067" y="3801"/>
                  <a:pt x="572339" y="4782"/>
                  <a:pt x="572339" y="6224"/>
                </a:cubicBezTo>
                <a:close/>
                <a:moveTo>
                  <a:pt x="609681" y="51232"/>
                </a:moveTo>
                <a:cubicBezTo>
                  <a:pt x="609883" y="51586"/>
                  <a:pt x="609984" y="51883"/>
                  <a:pt x="609984" y="52123"/>
                </a:cubicBezTo>
                <a:cubicBezTo>
                  <a:pt x="609984" y="52364"/>
                  <a:pt x="609864" y="52560"/>
                  <a:pt x="609624" y="52712"/>
                </a:cubicBezTo>
                <a:cubicBezTo>
                  <a:pt x="609384" y="52863"/>
                  <a:pt x="609017" y="52971"/>
                  <a:pt x="608523" y="53034"/>
                </a:cubicBezTo>
                <a:cubicBezTo>
                  <a:pt x="608030" y="53097"/>
                  <a:pt x="607391" y="53129"/>
                  <a:pt x="606607" y="53129"/>
                </a:cubicBezTo>
                <a:cubicBezTo>
                  <a:pt x="605848" y="53129"/>
                  <a:pt x="605247" y="53110"/>
                  <a:pt x="604804" y="53072"/>
                </a:cubicBezTo>
                <a:cubicBezTo>
                  <a:pt x="604362" y="53034"/>
                  <a:pt x="604007" y="52971"/>
                  <a:pt x="603742" y="52882"/>
                </a:cubicBezTo>
                <a:cubicBezTo>
                  <a:pt x="603476" y="52794"/>
                  <a:pt x="603274" y="52680"/>
                  <a:pt x="603135" y="52541"/>
                </a:cubicBezTo>
                <a:cubicBezTo>
                  <a:pt x="602995" y="52402"/>
                  <a:pt x="602875" y="52244"/>
                  <a:pt x="602774" y="52066"/>
                </a:cubicBezTo>
                <a:lnTo>
                  <a:pt x="594577" y="38519"/>
                </a:lnTo>
                <a:lnTo>
                  <a:pt x="586418" y="52066"/>
                </a:lnTo>
                <a:cubicBezTo>
                  <a:pt x="586317" y="52244"/>
                  <a:pt x="586197" y="52402"/>
                  <a:pt x="586057" y="52541"/>
                </a:cubicBezTo>
                <a:cubicBezTo>
                  <a:pt x="585918" y="52680"/>
                  <a:pt x="585716" y="52794"/>
                  <a:pt x="585450" y="52882"/>
                </a:cubicBezTo>
                <a:cubicBezTo>
                  <a:pt x="585185" y="52971"/>
                  <a:pt x="584837" y="53034"/>
                  <a:pt x="584407" y="53072"/>
                </a:cubicBezTo>
                <a:cubicBezTo>
                  <a:pt x="583976" y="53110"/>
                  <a:pt x="583407" y="53129"/>
                  <a:pt x="582699" y="53129"/>
                </a:cubicBezTo>
                <a:cubicBezTo>
                  <a:pt x="581965" y="53129"/>
                  <a:pt x="581364" y="53097"/>
                  <a:pt x="580896" y="53034"/>
                </a:cubicBezTo>
                <a:cubicBezTo>
                  <a:pt x="580428" y="52971"/>
                  <a:pt x="580087" y="52863"/>
                  <a:pt x="579872" y="52712"/>
                </a:cubicBezTo>
                <a:cubicBezTo>
                  <a:pt x="579657" y="52560"/>
                  <a:pt x="579555" y="52364"/>
                  <a:pt x="579568" y="52123"/>
                </a:cubicBezTo>
                <a:cubicBezTo>
                  <a:pt x="579581" y="51883"/>
                  <a:pt x="579701" y="51586"/>
                  <a:pt x="579929" y="51232"/>
                </a:cubicBezTo>
                <a:lnTo>
                  <a:pt x="590554" y="34572"/>
                </a:lnTo>
                <a:lnTo>
                  <a:pt x="580498" y="18519"/>
                </a:lnTo>
                <a:cubicBezTo>
                  <a:pt x="580295" y="18165"/>
                  <a:pt x="580188" y="17868"/>
                  <a:pt x="580175" y="17627"/>
                </a:cubicBezTo>
                <a:cubicBezTo>
                  <a:pt x="580163" y="17387"/>
                  <a:pt x="580276" y="17185"/>
                  <a:pt x="580517" y="17020"/>
                </a:cubicBezTo>
                <a:cubicBezTo>
                  <a:pt x="580757" y="16856"/>
                  <a:pt x="581124" y="16748"/>
                  <a:pt x="581617" y="16698"/>
                </a:cubicBezTo>
                <a:cubicBezTo>
                  <a:pt x="582111" y="16647"/>
                  <a:pt x="582762" y="16622"/>
                  <a:pt x="583572" y="16622"/>
                </a:cubicBezTo>
                <a:cubicBezTo>
                  <a:pt x="584305" y="16622"/>
                  <a:pt x="584894" y="16641"/>
                  <a:pt x="585336" y="16679"/>
                </a:cubicBezTo>
                <a:cubicBezTo>
                  <a:pt x="585779" y="16717"/>
                  <a:pt x="586127" y="16774"/>
                  <a:pt x="586380" y="16849"/>
                </a:cubicBezTo>
                <a:cubicBezTo>
                  <a:pt x="586633" y="16925"/>
                  <a:pt x="586823" y="17027"/>
                  <a:pt x="586949" y="17153"/>
                </a:cubicBezTo>
                <a:cubicBezTo>
                  <a:pt x="587076" y="17280"/>
                  <a:pt x="587190" y="17431"/>
                  <a:pt x="587291" y="17608"/>
                </a:cubicBezTo>
                <a:lnTo>
                  <a:pt x="595070" y="30321"/>
                </a:lnTo>
                <a:lnTo>
                  <a:pt x="602964" y="17608"/>
                </a:lnTo>
                <a:cubicBezTo>
                  <a:pt x="603065" y="17457"/>
                  <a:pt x="603179" y="17318"/>
                  <a:pt x="603305" y="17191"/>
                </a:cubicBezTo>
                <a:cubicBezTo>
                  <a:pt x="603432" y="17065"/>
                  <a:pt x="603603" y="16957"/>
                  <a:pt x="603818" y="16868"/>
                </a:cubicBezTo>
                <a:cubicBezTo>
                  <a:pt x="604033" y="16780"/>
                  <a:pt x="604336" y="16717"/>
                  <a:pt x="604728" y="16679"/>
                </a:cubicBezTo>
                <a:cubicBezTo>
                  <a:pt x="605121" y="16641"/>
                  <a:pt x="605658" y="16622"/>
                  <a:pt x="606341" y="16622"/>
                </a:cubicBezTo>
                <a:cubicBezTo>
                  <a:pt x="607075" y="16622"/>
                  <a:pt x="607676" y="16647"/>
                  <a:pt x="608144" y="16698"/>
                </a:cubicBezTo>
                <a:cubicBezTo>
                  <a:pt x="608612" y="16748"/>
                  <a:pt x="608960" y="16843"/>
                  <a:pt x="609187" y="16982"/>
                </a:cubicBezTo>
                <a:cubicBezTo>
                  <a:pt x="609415" y="17121"/>
                  <a:pt x="609516" y="17318"/>
                  <a:pt x="609491" y="17571"/>
                </a:cubicBezTo>
                <a:cubicBezTo>
                  <a:pt x="609466" y="17824"/>
                  <a:pt x="609339" y="18140"/>
                  <a:pt x="609112" y="18519"/>
                </a:cubicBezTo>
                <a:lnTo>
                  <a:pt x="599131" y="34382"/>
                </a:lnTo>
                <a:lnTo>
                  <a:pt x="609681" y="512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cm=m.Linear1D(10)&amp;m.Linear1D(5)">
            <a:extLst xmlns:a="http://schemas.openxmlformats.org/drawingml/2006/main">
              <a:ext uri="{FF2B5EF4-FFF2-40B4-BE49-F238E27FC236}">
                <a16:creationId xmlns:a16="http://schemas.microsoft.com/office/drawing/2014/main" id="{66F9CE0E-CBC4-4B31-ABCA-733631D9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10" y="1356954"/>
            <a:ext cx="1191112" cy="67018"/>
          </a:xfrm>
          <a:custGeom xmlns:a="http://schemas.openxmlformats.org/drawingml/2006/main">
            <a:pathLst>
              <a:path w="1191112" h="67018">
                <a:moveTo>
                  <a:pt x="26944" y="47778"/>
                </a:moveTo>
                <a:cubicBezTo>
                  <a:pt x="26944" y="48208"/>
                  <a:pt x="26931" y="48581"/>
                  <a:pt x="26906" y="48898"/>
                </a:cubicBezTo>
                <a:cubicBezTo>
                  <a:pt x="26881" y="49214"/>
                  <a:pt x="26836" y="49480"/>
                  <a:pt x="26773" y="49695"/>
                </a:cubicBezTo>
                <a:cubicBezTo>
                  <a:pt x="26710" y="49910"/>
                  <a:pt x="26634" y="50099"/>
                  <a:pt x="26546" y="50264"/>
                </a:cubicBezTo>
                <a:cubicBezTo>
                  <a:pt x="26457" y="50428"/>
                  <a:pt x="26255" y="50669"/>
                  <a:pt x="25938" y="50985"/>
                </a:cubicBezTo>
                <a:cubicBezTo>
                  <a:pt x="25622" y="51301"/>
                  <a:pt x="25084" y="51693"/>
                  <a:pt x="24325" y="52161"/>
                </a:cubicBezTo>
                <a:cubicBezTo>
                  <a:pt x="23567" y="52629"/>
                  <a:pt x="22713" y="53047"/>
                  <a:pt x="21764" y="53414"/>
                </a:cubicBezTo>
                <a:cubicBezTo>
                  <a:pt x="20815" y="53780"/>
                  <a:pt x="19784" y="54078"/>
                  <a:pt x="18671" y="54305"/>
                </a:cubicBezTo>
                <a:cubicBezTo>
                  <a:pt x="17558" y="54533"/>
                  <a:pt x="16407" y="54647"/>
                  <a:pt x="15218" y="54647"/>
                </a:cubicBezTo>
                <a:cubicBezTo>
                  <a:pt x="12764" y="54647"/>
                  <a:pt x="10588" y="54241"/>
                  <a:pt x="8690" y="53430"/>
                </a:cubicBezTo>
                <a:cubicBezTo>
                  <a:pt x="6793" y="52619"/>
                  <a:pt x="5205" y="51434"/>
                  <a:pt x="3928" y="49875"/>
                </a:cubicBezTo>
                <a:cubicBezTo>
                  <a:pt x="2650" y="48316"/>
                  <a:pt x="1676" y="46402"/>
                  <a:pt x="1006" y="44133"/>
                </a:cubicBezTo>
                <a:cubicBezTo>
                  <a:pt x="335" y="41864"/>
                  <a:pt x="0" y="39246"/>
                  <a:pt x="0" y="36281"/>
                </a:cubicBezTo>
                <a:cubicBezTo>
                  <a:pt x="0" y="32909"/>
                  <a:pt x="411" y="30012"/>
                  <a:pt x="1233" y="27592"/>
                </a:cubicBezTo>
                <a:cubicBezTo>
                  <a:pt x="2056" y="25171"/>
                  <a:pt x="3181" y="23187"/>
                  <a:pt x="4611" y="21641"/>
                </a:cubicBezTo>
                <a:cubicBezTo>
                  <a:pt x="6040" y="20094"/>
                  <a:pt x="7723" y="18947"/>
                  <a:pt x="9658" y="18199"/>
                </a:cubicBezTo>
                <a:cubicBezTo>
                  <a:pt x="11594" y="17451"/>
                  <a:pt x="13687" y="17077"/>
                  <a:pt x="15939" y="17077"/>
                </a:cubicBezTo>
                <a:cubicBezTo>
                  <a:pt x="17027" y="17077"/>
                  <a:pt x="18083" y="17178"/>
                  <a:pt x="19107" y="17381"/>
                </a:cubicBezTo>
                <a:cubicBezTo>
                  <a:pt x="20132" y="17583"/>
                  <a:pt x="21075" y="17849"/>
                  <a:pt x="21935" y="18178"/>
                </a:cubicBezTo>
                <a:cubicBezTo>
                  <a:pt x="22795" y="18507"/>
                  <a:pt x="23560" y="18886"/>
                  <a:pt x="24231" y="19316"/>
                </a:cubicBezTo>
                <a:cubicBezTo>
                  <a:pt x="24901" y="19746"/>
                  <a:pt x="25388" y="20113"/>
                  <a:pt x="25692" y="20417"/>
                </a:cubicBezTo>
                <a:cubicBezTo>
                  <a:pt x="25995" y="20720"/>
                  <a:pt x="26204" y="20961"/>
                  <a:pt x="26318" y="21138"/>
                </a:cubicBezTo>
                <a:cubicBezTo>
                  <a:pt x="26432" y="21315"/>
                  <a:pt x="26527" y="21524"/>
                  <a:pt x="26602" y="21764"/>
                </a:cubicBezTo>
                <a:cubicBezTo>
                  <a:pt x="26678" y="22004"/>
                  <a:pt x="26729" y="22276"/>
                  <a:pt x="26754" y="22580"/>
                </a:cubicBezTo>
                <a:cubicBezTo>
                  <a:pt x="26780" y="22883"/>
                  <a:pt x="26792" y="23263"/>
                  <a:pt x="26792" y="23718"/>
                </a:cubicBezTo>
                <a:cubicBezTo>
                  <a:pt x="26792" y="24705"/>
                  <a:pt x="26678" y="25394"/>
                  <a:pt x="26451" y="25787"/>
                </a:cubicBezTo>
                <a:cubicBezTo>
                  <a:pt x="26223" y="26179"/>
                  <a:pt x="25945" y="26375"/>
                  <a:pt x="25616" y="26375"/>
                </a:cubicBezTo>
                <a:cubicBezTo>
                  <a:pt x="25236" y="26375"/>
                  <a:pt x="24800" y="26166"/>
                  <a:pt x="24307" y="25749"/>
                </a:cubicBezTo>
                <a:cubicBezTo>
                  <a:pt x="23813" y="25331"/>
                  <a:pt x="23187" y="24869"/>
                  <a:pt x="22428" y="24363"/>
                </a:cubicBezTo>
                <a:cubicBezTo>
                  <a:pt x="21669" y="23857"/>
                  <a:pt x="20752" y="23396"/>
                  <a:pt x="19677" y="22978"/>
                </a:cubicBezTo>
                <a:cubicBezTo>
                  <a:pt x="18601" y="22561"/>
                  <a:pt x="17330" y="22352"/>
                  <a:pt x="15863" y="22352"/>
                </a:cubicBezTo>
                <a:cubicBezTo>
                  <a:pt x="12852" y="22352"/>
                  <a:pt x="10544" y="23513"/>
                  <a:pt x="8937" y="25835"/>
                </a:cubicBezTo>
                <a:cubicBezTo>
                  <a:pt x="7331" y="28156"/>
                  <a:pt x="6527" y="31524"/>
                  <a:pt x="6527" y="35938"/>
                </a:cubicBezTo>
                <a:cubicBezTo>
                  <a:pt x="6527" y="38145"/>
                  <a:pt x="6736" y="40080"/>
                  <a:pt x="7153" y="41742"/>
                </a:cubicBezTo>
                <a:cubicBezTo>
                  <a:pt x="7571" y="43404"/>
                  <a:pt x="8184" y="44793"/>
                  <a:pt x="8994" y="45909"/>
                </a:cubicBezTo>
                <a:cubicBezTo>
                  <a:pt x="9804" y="47025"/>
                  <a:pt x="10797" y="47856"/>
                  <a:pt x="11973" y="48402"/>
                </a:cubicBezTo>
                <a:cubicBezTo>
                  <a:pt x="13149" y="48947"/>
                  <a:pt x="14497" y="49220"/>
                  <a:pt x="16015" y="49220"/>
                </a:cubicBezTo>
                <a:cubicBezTo>
                  <a:pt x="17457" y="49220"/>
                  <a:pt x="18722" y="48993"/>
                  <a:pt x="19810" y="48537"/>
                </a:cubicBezTo>
                <a:cubicBezTo>
                  <a:pt x="20897" y="48082"/>
                  <a:pt x="21840" y="47582"/>
                  <a:pt x="22637" y="47038"/>
                </a:cubicBezTo>
                <a:cubicBezTo>
                  <a:pt x="23434" y="46494"/>
                  <a:pt x="24104" y="46001"/>
                  <a:pt x="24648" y="45558"/>
                </a:cubicBezTo>
                <a:cubicBezTo>
                  <a:pt x="25192" y="45115"/>
                  <a:pt x="25616" y="44894"/>
                  <a:pt x="25919" y="44894"/>
                </a:cubicBezTo>
                <a:cubicBezTo>
                  <a:pt x="26096" y="44894"/>
                  <a:pt x="26248" y="44945"/>
                  <a:pt x="26375" y="45046"/>
                </a:cubicBezTo>
                <a:cubicBezTo>
                  <a:pt x="26501" y="45147"/>
                  <a:pt x="26609" y="45318"/>
                  <a:pt x="26697" y="45558"/>
                </a:cubicBezTo>
                <a:cubicBezTo>
                  <a:pt x="26786" y="45798"/>
                  <a:pt x="26849" y="46102"/>
                  <a:pt x="26887" y="46469"/>
                </a:cubicBezTo>
                <a:cubicBezTo>
                  <a:pt x="26925" y="46836"/>
                  <a:pt x="26944" y="47272"/>
                  <a:pt x="26944" y="47778"/>
                </a:cubicBezTo>
                <a:close/>
                <a:moveTo>
                  <a:pt x="85633" y="52939"/>
                </a:moveTo>
                <a:cubicBezTo>
                  <a:pt x="85633" y="53142"/>
                  <a:pt x="85583" y="53312"/>
                  <a:pt x="85482" y="53452"/>
                </a:cubicBezTo>
                <a:cubicBezTo>
                  <a:pt x="85380" y="53591"/>
                  <a:pt x="85216" y="53711"/>
                  <a:pt x="84988" y="53812"/>
                </a:cubicBezTo>
                <a:cubicBezTo>
                  <a:pt x="84761" y="53913"/>
                  <a:pt x="84444" y="53989"/>
                  <a:pt x="84040" y="54040"/>
                </a:cubicBezTo>
                <a:cubicBezTo>
                  <a:pt x="83635" y="54090"/>
                  <a:pt x="83129" y="54116"/>
                  <a:pt x="82522" y="54116"/>
                </a:cubicBezTo>
                <a:cubicBezTo>
                  <a:pt x="81889" y="54116"/>
                  <a:pt x="81370" y="54090"/>
                  <a:pt x="80966" y="54040"/>
                </a:cubicBezTo>
                <a:cubicBezTo>
                  <a:pt x="80561" y="53989"/>
                  <a:pt x="80238" y="53913"/>
                  <a:pt x="79998" y="53812"/>
                </a:cubicBezTo>
                <a:cubicBezTo>
                  <a:pt x="79758" y="53711"/>
                  <a:pt x="79587" y="53591"/>
                  <a:pt x="79486" y="53452"/>
                </a:cubicBezTo>
                <a:cubicBezTo>
                  <a:pt x="79384" y="53312"/>
                  <a:pt x="79334" y="53142"/>
                  <a:pt x="79334" y="52939"/>
                </a:cubicBezTo>
                <a:lnTo>
                  <a:pt x="79334" y="32181"/>
                </a:lnTo>
                <a:cubicBezTo>
                  <a:pt x="79334" y="30739"/>
                  <a:pt x="79207" y="29423"/>
                  <a:pt x="78954" y="28234"/>
                </a:cubicBezTo>
                <a:cubicBezTo>
                  <a:pt x="78701" y="27045"/>
                  <a:pt x="78297" y="26021"/>
                  <a:pt x="77740" y="25160"/>
                </a:cubicBezTo>
                <a:cubicBezTo>
                  <a:pt x="77183" y="24300"/>
                  <a:pt x="76475" y="23642"/>
                  <a:pt x="75615" y="23187"/>
                </a:cubicBezTo>
                <a:cubicBezTo>
                  <a:pt x="74755" y="22732"/>
                  <a:pt x="73743" y="22504"/>
                  <a:pt x="72579" y="22504"/>
                </a:cubicBezTo>
                <a:cubicBezTo>
                  <a:pt x="71137" y="22504"/>
                  <a:pt x="69688" y="23061"/>
                  <a:pt x="68234" y="24174"/>
                </a:cubicBezTo>
                <a:cubicBezTo>
                  <a:pt x="66779" y="25287"/>
                  <a:pt x="65179" y="26919"/>
                  <a:pt x="63433" y="29069"/>
                </a:cubicBezTo>
                <a:lnTo>
                  <a:pt x="63433" y="52939"/>
                </a:lnTo>
                <a:cubicBezTo>
                  <a:pt x="63433" y="53142"/>
                  <a:pt x="63382" y="53312"/>
                  <a:pt x="63281" y="53452"/>
                </a:cubicBezTo>
                <a:cubicBezTo>
                  <a:pt x="63180" y="53591"/>
                  <a:pt x="63009" y="53711"/>
                  <a:pt x="62769" y="53812"/>
                </a:cubicBezTo>
                <a:cubicBezTo>
                  <a:pt x="62529" y="53913"/>
                  <a:pt x="62206" y="53989"/>
                  <a:pt x="61801" y="54040"/>
                </a:cubicBezTo>
                <a:cubicBezTo>
                  <a:pt x="61396" y="54090"/>
                  <a:pt x="60890" y="54116"/>
                  <a:pt x="60283" y="54116"/>
                </a:cubicBezTo>
                <a:cubicBezTo>
                  <a:pt x="59701" y="54116"/>
                  <a:pt x="59202" y="54090"/>
                  <a:pt x="58784" y="54040"/>
                </a:cubicBezTo>
                <a:cubicBezTo>
                  <a:pt x="58367" y="53989"/>
                  <a:pt x="58038" y="53913"/>
                  <a:pt x="57798" y="53812"/>
                </a:cubicBezTo>
                <a:cubicBezTo>
                  <a:pt x="57557" y="53711"/>
                  <a:pt x="57393" y="53591"/>
                  <a:pt x="57304" y="53452"/>
                </a:cubicBezTo>
                <a:cubicBezTo>
                  <a:pt x="57216" y="53312"/>
                  <a:pt x="57171" y="53142"/>
                  <a:pt x="57171" y="52939"/>
                </a:cubicBezTo>
                <a:lnTo>
                  <a:pt x="57171" y="32181"/>
                </a:lnTo>
                <a:cubicBezTo>
                  <a:pt x="57171" y="30739"/>
                  <a:pt x="57032" y="29423"/>
                  <a:pt x="56754" y="28234"/>
                </a:cubicBezTo>
                <a:cubicBezTo>
                  <a:pt x="56476" y="27045"/>
                  <a:pt x="56058" y="26021"/>
                  <a:pt x="55502" y="25160"/>
                </a:cubicBezTo>
                <a:cubicBezTo>
                  <a:pt x="54945" y="24300"/>
                  <a:pt x="54243" y="23642"/>
                  <a:pt x="53395" y="23187"/>
                </a:cubicBezTo>
                <a:cubicBezTo>
                  <a:pt x="52548" y="22732"/>
                  <a:pt x="51542" y="22504"/>
                  <a:pt x="50378" y="22504"/>
                </a:cubicBezTo>
                <a:cubicBezTo>
                  <a:pt x="48936" y="22504"/>
                  <a:pt x="47482" y="23061"/>
                  <a:pt x="46014" y="24174"/>
                </a:cubicBezTo>
                <a:cubicBezTo>
                  <a:pt x="44547" y="25287"/>
                  <a:pt x="42953" y="26919"/>
                  <a:pt x="41233" y="29069"/>
                </a:cubicBezTo>
                <a:lnTo>
                  <a:pt x="41233" y="52939"/>
                </a:lnTo>
                <a:cubicBezTo>
                  <a:pt x="41233" y="53142"/>
                  <a:pt x="41182" y="53312"/>
                  <a:pt x="41081" y="53452"/>
                </a:cubicBezTo>
                <a:cubicBezTo>
                  <a:pt x="40980" y="53591"/>
                  <a:pt x="40815" y="53711"/>
                  <a:pt x="40588" y="53812"/>
                </a:cubicBezTo>
                <a:cubicBezTo>
                  <a:pt x="40360" y="53913"/>
                  <a:pt x="40044" y="53989"/>
                  <a:pt x="39639" y="54040"/>
                </a:cubicBezTo>
                <a:cubicBezTo>
                  <a:pt x="39234" y="54090"/>
                  <a:pt x="38715" y="54116"/>
                  <a:pt x="38083" y="54116"/>
                </a:cubicBezTo>
                <a:cubicBezTo>
                  <a:pt x="37476" y="54116"/>
                  <a:pt x="36970" y="54090"/>
                  <a:pt x="36565" y="54040"/>
                </a:cubicBezTo>
                <a:cubicBezTo>
                  <a:pt x="36160" y="53989"/>
                  <a:pt x="35838" y="53913"/>
                  <a:pt x="35597" y="53812"/>
                </a:cubicBezTo>
                <a:cubicBezTo>
                  <a:pt x="35357" y="53711"/>
                  <a:pt x="35192" y="53591"/>
                  <a:pt x="35104" y="53452"/>
                </a:cubicBezTo>
                <a:cubicBezTo>
                  <a:pt x="35015" y="53312"/>
                  <a:pt x="34971" y="53142"/>
                  <a:pt x="34971" y="52939"/>
                </a:cubicBezTo>
                <a:lnTo>
                  <a:pt x="34971" y="18785"/>
                </a:lnTo>
                <a:cubicBezTo>
                  <a:pt x="34971" y="18583"/>
                  <a:pt x="35009" y="18412"/>
                  <a:pt x="35085" y="18273"/>
                </a:cubicBezTo>
                <a:cubicBezTo>
                  <a:pt x="35161" y="18133"/>
                  <a:pt x="35313" y="18007"/>
                  <a:pt x="35540" y="17893"/>
                </a:cubicBezTo>
                <a:cubicBezTo>
                  <a:pt x="35768" y="17779"/>
                  <a:pt x="36059" y="17703"/>
                  <a:pt x="36413" y="17665"/>
                </a:cubicBezTo>
                <a:cubicBezTo>
                  <a:pt x="36767" y="17627"/>
                  <a:pt x="37235" y="17608"/>
                  <a:pt x="37817" y="17608"/>
                </a:cubicBezTo>
                <a:cubicBezTo>
                  <a:pt x="38374" y="17608"/>
                  <a:pt x="38836" y="17627"/>
                  <a:pt x="39202" y="17665"/>
                </a:cubicBezTo>
                <a:cubicBezTo>
                  <a:pt x="39569" y="17703"/>
                  <a:pt x="39854" y="17779"/>
                  <a:pt x="40056" y="17893"/>
                </a:cubicBezTo>
                <a:cubicBezTo>
                  <a:pt x="40259" y="18007"/>
                  <a:pt x="40404" y="18133"/>
                  <a:pt x="40493" y="18273"/>
                </a:cubicBezTo>
                <a:cubicBezTo>
                  <a:pt x="40581" y="18412"/>
                  <a:pt x="40626" y="18583"/>
                  <a:pt x="40626" y="18785"/>
                </a:cubicBezTo>
                <a:lnTo>
                  <a:pt x="40626" y="23301"/>
                </a:lnTo>
                <a:cubicBezTo>
                  <a:pt x="42548" y="21150"/>
                  <a:pt x="44414" y="19576"/>
                  <a:pt x="46223" y="18576"/>
                </a:cubicBezTo>
                <a:cubicBezTo>
                  <a:pt x="48032" y="17577"/>
                  <a:pt x="49860" y="17077"/>
                  <a:pt x="51707" y="17077"/>
                </a:cubicBezTo>
                <a:cubicBezTo>
                  <a:pt x="53123" y="17077"/>
                  <a:pt x="54395" y="17242"/>
                  <a:pt x="55521" y="17571"/>
                </a:cubicBezTo>
                <a:cubicBezTo>
                  <a:pt x="56646" y="17899"/>
                  <a:pt x="57639" y="18361"/>
                  <a:pt x="58500" y="18956"/>
                </a:cubicBezTo>
                <a:cubicBezTo>
                  <a:pt x="59360" y="19550"/>
                  <a:pt x="60094" y="20259"/>
                  <a:pt x="60701" y="21081"/>
                </a:cubicBezTo>
                <a:cubicBezTo>
                  <a:pt x="61308" y="21903"/>
                  <a:pt x="61814" y="22820"/>
                  <a:pt x="62219" y="23832"/>
                </a:cubicBezTo>
                <a:cubicBezTo>
                  <a:pt x="63357" y="22592"/>
                  <a:pt x="64439" y="21543"/>
                  <a:pt x="65463" y="20682"/>
                </a:cubicBezTo>
                <a:cubicBezTo>
                  <a:pt x="66488" y="19822"/>
                  <a:pt x="67475" y="19126"/>
                  <a:pt x="68423" y="18595"/>
                </a:cubicBezTo>
                <a:cubicBezTo>
                  <a:pt x="69372" y="18064"/>
                  <a:pt x="70296" y="17678"/>
                  <a:pt x="71194" y="17438"/>
                </a:cubicBezTo>
                <a:cubicBezTo>
                  <a:pt x="72092" y="17197"/>
                  <a:pt x="72996" y="17077"/>
                  <a:pt x="73907" y="17077"/>
                </a:cubicBezTo>
                <a:cubicBezTo>
                  <a:pt x="76108" y="17077"/>
                  <a:pt x="77955" y="17463"/>
                  <a:pt x="79448" y="18235"/>
                </a:cubicBezTo>
                <a:cubicBezTo>
                  <a:pt x="80940" y="19006"/>
                  <a:pt x="82148" y="20037"/>
                  <a:pt x="83072" y="21328"/>
                </a:cubicBezTo>
                <a:cubicBezTo>
                  <a:pt x="83995" y="22618"/>
                  <a:pt x="84653" y="24129"/>
                  <a:pt x="85045" y="25862"/>
                </a:cubicBezTo>
                <a:cubicBezTo>
                  <a:pt x="85437" y="27595"/>
                  <a:pt x="85633" y="29423"/>
                  <a:pt x="85633" y="31346"/>
                </a:cubicBezTo>
                <a:lnTo>
                  <a:pt x="85633" y="52939"/>
                </a:lnTo>
                <a:close/>
                <a:moveTo>
                  <a:pt x="144584" y="24553"/>
                </a:moveTo>
                <a:cubicBezTo>
                  <a:pt x="144584" y="25565"/>
                  <a:pt x="144438" y="26267"/>
                  <a:pt x="144148" y="26659"/>
                </a:cubicBezTo>
                <a:cubicBezTo>
                  <a:pt x="143857" y="27052"/>
                  <a:pt x="143521" y="27248"/>
                  <a:pt x="143142" y="27248"/>
                </a:cubicBezTo>
                <a:lnTo>
                  <a:pt x="114452" y="27248"/>
                </a:lnTo>
                <a:cubicBezTo>
                  <a:pt x="114073" y="27248"/>
                  <a:pt x="113744" y="27052"/>
                  <a:pt x="113466" y="26659"/>
                </a:cubicBezTo>
                <a:cubicBezTo>
                  <a:pt x="113187" y="26267"/>
                  <a:pt x="113048" y="25565"/>
                  <a:pt x="113048" y="24553"/>
                </a:cubicBezTo>
                <a:cubicBezTo>
                  <a:pt x="113048" y="23642"/>
                  <a:pt x="113175" y="22972"/>
                  <a:pt x="113428" y="22542"/>
                </a:cubicBezTo>
                <a:cubicBezTo>
                  <a:pt x="113681" y="22112"/>
                  <a:pt x="114022" y="21897"/>
                  <a:pt x="114452" y="21897"/>
                </a:cubicBezTo>
                <a:lnTo>
                  <a:pt x="143142" y="21897"/>
                </a:lnTo>
                <a:cubicBezTo>
                  <a:pt x="143597" y="21897"/>
                  <a:pt x="143951" y="22112"/>
                  <a:pt x="144204" y="22542"/>
                </a:cubicBezTo>
                <a:cubicBezTo>
                  <a:pt x="144457" y="22972"/>
                  <a:pt x="144584" y="23642"/>
                  <a:pt x="144584" y="24553"/>
                </a:cubicBezTo>
                <a:moveTo>
                  <a:pt x="144584" y="39353"/>
                </a:moveTo>
                <a:cubicBezTo>
                  <a:pt x="144584" y="40365"/>
                  <a:pt x="144438" y="41061"/>
                  <a:pt x="144148" y="41441"/>
                </a:cubicBezTo>
                <a:cubicBezTo>
                  <a:pt x="143857" y="41820"/>
                  <a:pt x="143521" y="42010"/>
                  <a:pt x="143142" y="42010"/>
                </a:cubicBezTo>
                <a:lnTo>
                  <a:pt x="114452" y="42010"/>
                </a:lnTo>
                <a:cubicBezTo>
                  <a:pt x="114073" y="42010"/>
                  <a:pt x="113744" y="41820"/>
                  <a:pt x="113466" y="41441"/>
                </a:cubicBezTo>
                <a:cubicBezTo>
                  <a:pt x="113187" y="41061"/>
                  <a:pt x="113048" y="40365"/>
                  <a:pt x="113048" y="39353"/>
                </a:cubicBezTo>
                <a:cubicBezTo>
                  <a:pt x="113048" y="38417"/>
                  <a:pt x="113175" y="37734"/>
                  <a:pt x="113428" y="37304"/>
                </a:cubicBezTo>
                <a:cubicBezTo>
                  <a:pt x="113681" y="36874"/>
                  <a:pt x="114022" y="36659"/>
                  <a:pt x="114452" y="36659"/>
                </a:cubicBezTo>
                <a:lnTo>
                  <a:pt x="143142" y="36659"/>
                </a:lnTo>
                <a:cubicBezTo>
                  <a:pt x="143597" y="36659"/>
                  <a:pt x="143951" y="36874"/>
                  <a:pt x="144204" y="37304"/>
                </a:cubicBezTo>
                <a:cubicBezTo>
                  <a:pt x="144457" y="37734"/>
                  <a:pt x="144584" y="38417"/>
                  <a:pt x="144584" y="39353"/>
                </a:cubicBezTo>
                <a:close/>
                <a:moveTo>
                  <a:pt x="222405" y="52939"/>
                </a:moveTo>
                <a:cubicBezTo>
                  <a:pt x="222405" y="53142"/>
                  <a:pt x="222355" y="53312"/>
                  <a:pt x="222254" y="53452"/>
                </a:cubicBezTo>
                <a:cubicBezTo>
                  <a:pt x="222152" y="53591"/>
                  <a:pt x="221988" y="53711"/>
                  <a:pt x="221760" y="53812"/>
                </a:cubicBezTo>
                <a:cubicBezTo>
                  <a:pt x="221532" y="53913"/>
                  <a:pt x="221216" y="53989"/>
                  <a:pt x="220811" y="54040"/>
                </a:cubicBezTo>
                <a:cubicBezTo>
                  <a:pt x="220407" y="54090"/>
                  <a:pt x="219901" y="54116"/>
                  <a:pt x="219293" y="54116"/>
                </a:cubicBezTo>
                <a:cubicBezTo>
                  <a:pt x="218661" y="54116"/>
                  <a:pt x="218142" y="54090"/>
                  <a:pt x="217738" y="54040"/>
                </a:cubicBezTo>
                <a:cubicBezTo>
                  <a:pt x="217333" y="53989"/>
                  <a:pt x="217010" y="53913"/>
                  <a:pt x="216770" y="53812"/>
                </a:cubicBezTo>
                <a:cubicBezTo>
                  <a:pt x="216530" y="53711"/>
                  <a:pt x="216359" y="53591"/>
                  <a:pt x="216258" y="53452"/>
                </a:cubicBezTo>
                <a:cubicBezTo>
                  <a:pt x="216156" y="53312"/>
                  <a:pt x="216106" y="53142"/>
                  <a:pt x="216106" y="52939"/>
                </a:cubicBezTo>
                <a:lnTo>
                  <a:pt x="216106" y="32181"/>
                </a:lnTo>
                <a:cubicBezTo>
                  <a:pt x="216106" y="30739"/>
                  <a:pt x="215979" y="29423"/>
                  <a:pt x="215726" y="28234"/>
                </a:cubicBezTo>
                <a:cubicBezTo>
                  <a:pt x="215473" y="27045"/>
                  <a:pt x="215068" y="26021"/>
                  <a:pt x="214512" y="25160"/>
                </a:cubicBezTo>
                <a:cubicBezTo>
                  <a:pt x="213955" y="24300"/>
                  <a:pt x="213247" y="23642"/>
                  <a:pt x="212387" y="23187"/>
                </a:cubicBezTo>
                <a:cubicBezTo>
                  <a:pt x="211527" y="22732"/>
                  <a:pt x="210515" y="22504"/>
                  <a:pt x="209351" y="22504"/>
                </a:cubicBezTo>
                <a:cubicBezTo>
                  <a:pt x="207909" y="22504"/>
                  <a:pt x="206460" y="23061"/>
                  <a:pt x="205006" y="24174"/>
                </a:cubicBezTo>
                <a:cubicBezTo>
                  <a:pt x="203551" y="25287"/>
                  <a:pt x="201951" y="26919"/>
                  <a:pt x="200205" y="29069"/>
                </a:cubicBezTo>
                <a:lnTo>
                  <a:pt x="200205" y="52939"/>
                </a:lnTo>
                <a:cubicBezTo>
                  <a:pt x="200205" y="53142"/>
                  <a:pt x="200154" y="53312"/>
                  <a:pt x="200053" y="53452"/>
                </a:cubicBezTo>
                <a:cubicBezTo>
                  <a:pt x="199952" y="53591"/>
                  <a:pt x="199781" y="53711"/>
                  <a:pt x="199541" y="53812"/>
                </a:cubicBezTo>
                <a:cubicBezTo>
                  <a:pt x="199301" y="53913"/>
                  <a:pt x="198978" y="53989"/>
                  <a:pt x="198573" y="54040"/>
                </a:cubicBezTo>
                <a:cubicBezTo>
                  <a:pt x="198168" y="54090"/>
                  <a:pt x="197662" y="54116"/>
                  <a:pt x="197055" y="54116"/>
                </a:cubicBezTo>
                <a:cubicBezTo>
                  <a:pt x="196473" y="54116"/>
                  <a:pt x="195974" y="54090"/>
                  <a:pt x="195556" y="54040"/>
                </a:cubicBezTo>
                <a:cubicBezTo>
                  <a:pt x="195139" y="53989"/>
                  <a:pt x="194810" y="53913"/>
                  <a:pt x="194570" y="53812"/>
                </a:cubicBezTo>
                <a:cubicBezTo>
                  <a:pt x="194329" y="53711"/>
                  <a:pt x="194165" y="53591"/>
                  <a:pt x="194076" y="53452"/>
                </a:cubicBezTo>
                <a:cubicBezTo>
                  <a:pt x="193988" y="53312"/>
                  <a:pt x="193943" y="53142"/>
                  <a:pt x="193943" y="52939"/>
                </a:cubicBezTo>
                <a:lnTo>
                  <a:pt x="193943" y="32181"/>
                </a:lnTo>
                <a:cubicBezTo>
                  <a:pt x="193943" y="30739"/>
                  <a:pt x="193804" y="29423"/>
                  <a:pt x="193526" y="28234"/>
                </a:cubicBezTo>
                <a:cubicBezTo>
                  <a:pt x="193248" y="27045"/>
                  <a:pt x="192830" y="26021"/>
                  <a:pt x="192274" y="25160"/>
                </a:cubicBezTo>
                <a:cubicBezTo>
                  <a:pt x="191717" y="24300"/>
                  <a:pt x="191015" y="23642"/>
                  <a:pt x="190167" y="23187"/>
                </a:cubicBezTo>
                <a:cubicBezTo>
                  <a:pt x="189320" y="22732"/>
                  <a:pt x="188314" y="22504"/>
                  <a:pt x="187150" y="22504"/>
                </a:cubicBezTo>
                <a:cubicBezTo>
                  <a:pt x="185708" y="22504"/>
                  <a:pt x="184254" y="23061"/>
                  <a:pt x="182786" y="24174"/>
                </a:cubicBezTo>
                <a:cubicBezTo>
                  <a:pt x="181319" y="25287"/>
                  <a:pt x="179725" y="26919"/>
                  <a:pt x="178005" y="29069"/>
                </a:cubicBezTo>
                <a:lnTo>
                  <a:pt x="178005" y="52939"/>
                </a:lnTo>
                <a:cubicBezTo>
                  <a:pt x="178005" y="53142"/>
                  <a:pt x="177954" y="53312"/>
                  <a:pt x="177853" y="53452"/>
                </a:cubicBezTo>
                <a:cubicBezTo>
                  <a:pt x="177752" y="53591"/>
                  <a:pt x="177587" y="53711"/>
                  <a:pt x="177360" y="53812"/>
                </a:cubicBezTo>
                <a:cubicBezTo>
                  <a:pt x="177132" y="53913"/>
                  <a:pt x="176816" y="53989"/>
                  <a:pt x="176411" y="54040"/>
                </a:cubicBezTo>
                <a:cubicBezTo>
                  <a:pt x="176006" y="54090"/>
                  <a:pt x="175487" y="54116"/>
                  <a:pt x="174855" y="54116"/>
                </a:cubicBezTo>
                <a:cubicBezTo>
                  <a:pt x="174248" y="54116"/>
                  <a:pt x="173742" y="54090"/>
                  <a:pt x="173337" y="54040"/>
                </a:cubicBezTo>
                <a:cubicBezTo>
                  <a:pt x="172932" y="53989"/>
                  <a:pt x="172610" y="53913"/>
                  <a:pt x="172369" y="53812"/>
                </a:cubicBezTo>
                <a:cubicBezTo>
                  <a:pt x="172129" y="53711"/>
                  <a:pt x="171964" y="53591"/>
                  <a:pt x="171876" y="53452"/>
                </a:cubicBezTo>
                <a:cubicBezTo>
                  <a:pt x="171787" y="53312"/>
                  <a:pt x="171743" y="53142"/>
                  <a:pt x="171743" y="52939"/>
                </a:cubicBezTo>
                <a:lnTo>
                  <a:pt x="171743" y="18785"/>
                </a:lnTo>
                <a:cubicBezTo>
                  <a:pt x="171743" y="18583"/>
                  <a:pt x="171781" y="18412"/>
                  <a:pt x="171857" y="18273"/>
                </a:cubicBezTo>
                <a:cubicBezTo>
                  <a:pt x="171933" y="18133"/>
                  <a:pt x="172085" y="18007"/>
                  <a:pt x="172312" y="17893"/>
                </a:cubicBezTo>
                <a:cubicBezTo>
                  <a:pt x="172540" y="17779"/>
                  <a:pt x="172831" y="17703"/>
                  <a:pt x="173185" y="17665"/>
                </a:cubicBezTo>
                <a:cubicBezTo>
                  <a:pt x="173539" y="17627"/>
                  <a:pt x="174007" y="17608"/>
                  <a:pt x="174589" y="17608"/>
                </a:cubicBezTo>
                <a:cubicBezTo>
                  <a:pt x="175146" y="17608"/>
                  <a:pt x="175608" y="17627"/>
                  <a:pt x="175974" y="17665"/>
                </a:cubicBezTo>
                <a:cubicBezTo>
                  <a:pt x="176341" y="17703"/>
                  <a:pt x="176626" y="17779"/>
                  <a:pt x="176828" y="17893"/>
                </a:cubicBezTo>
                <a:cubicBezTo>
                  <a:pt x="177031" y="18007"/>
                  <a:pt x="177176" y="18133"/>
                  <a:pt x="177265" y="18273"/>
                </a:cubicBezTo>
                <a:cubicBezTo>
                  <a:pt x="177353" y="18412"/>
                  <a:pt x="177397" y="18583"/>
                  <a:pt x="177397" y="18785"/>
                </a:cubicBezTo>
                <a:lnTo>
                  <a:pt x="177397" y="23301"/>
                </a:lnTo>
                <a:cubicBezTo>
                  <a:pt x="179320" y="21150"/>
                  <a:pt x="181186" y="19576"/>
                  <a:pt x="182995" y="18576"/>
                </a:cubicBezTo>
                <a:cubicBezTo>
                  <a:pt x="184804" y="17577"/>
                  <a:pt x="186632" y="17077"/>
                  <a:pt x="188479" y="17077"/>
                </a:cubicBezTo>
                <a:cubicBezTo>
                  <a:pt x="189895" y="17077"/>
                  <a:pt x="191167" y="17242"/>
                  <a:pt x="192293" y="17571"/>
                </a:cubicBezTo>
                <a:cubicBezTo>
                  <a:pt x="193418" y="17899"/>
                  <a:pt x="194411" y="18361"/>
                  <a:pt x="195272" y="18956"/>
                </a:cubicBezTo>
                <a:cubicBezTo>
                  <a:pt x="196132" y="19550"/>
                  <a:pt x="196865" y="20259"/>
                  <a:pt x="197473" y="21081"/>
                </a:cubicBezTo>
                <a:cubicBezTo>
                  <a:pt x="198080" y="21903"/>
                  <a:pt x="198586" y="22820"/>
                  <a:pt x="198991" y="23832"/>
                </a:cubicBezTo>
                <a:cubicBezTo>
                  <a:pt x="200129" y="22592"/>
                  <a:pt x="201211" y="21543"/>
                  <a:pt x="202235" y="20682"/>
                </a:cubicBezTo>
                <a:cubicBezTo>
                  <a:pt x="203260" y="19822"/>
                  <a:pt x="204247" y="19126"/>
                  <a:pt x="205195" y="18595"/>
                </a:cubicBezTo>
                <a:cubicBezTo>
                  <a:pt x="206144" y="18064"/>
                  <a:pt x="207067" y="17678"/>
                  <a:pt x="207966" y="17438"/>
                </a:cubicBezTo>
                <a:cubicBezTo>
                  <a:pt x="208864" y="17197"/>
                  <a:pt x="209768" y="17077"/>
                  <a:pt x="210679" y="17077"/>
                </a:cubicBezTo>
                <a:cubicBezTo>
                  <a:pt x="212880" y="17077"/>
                  <a:pt x="214727" y="17463"/>
                  <a:pt x="216220" y="18235"/>
                </a:cubicBezTo>
                <a:cubicBezTo>
                  <a:pt x="217712" y="19006"/>
                  <a:pt x="218920" y="20037"/>
                  <a:pt x="219844" y="21328"/>
                </a:cubicBezTo>
                <a:cubicBezTo>
                  <a:pt x="220767" y="22618"/>
                  <a:pt x="221425" y="24129"/>
                  <a:pt x="221817" y="25862"/>
                </a:cubicBezTo>
                <a:cubicBezTo>
                  <a:pt x="222209" y="27595"/>
                  <a:pt x="222405" y="29423"/>
                  <a:pt x="222405" y="31346"/>
                </a:cubicBezTo>
                <a:lnTo>
                  <a:pt x="222405" y="52939"/>
                </a:lnTo>
                <a:close/>
                <a:moveTo>
                  <a:pt x="242795" y="49770"/>
                </a:moveTo>
                <a:cubicBezTo>
                  <a:pt x="242795" y="51575"/>
                  <a:pt x="242498" y="52775"/>
                  <a:pt x="241903" y="53372"/>
                </a:cubicBezTo>
                <a:cubicBezTo>
                  <a:pt x="241309" y="53969"/>
                  <a:pt x="240227" y="54267"/>
                  <a:pt x="238659" y="54267"/>
                </a:cubicBezTo>
                <a:cubicBezTo>
                  <a:pt x="237141" y="54267"/>
                  <a:pt x="236091" y="53975"/>
                  <a:pt x="235509" y="53391"/>
                </a:cubicBezTo>
                <a:cubicBezTo>
                  <a:pt x="234927" y="52807"/>
                  <a:pt x="234636" y="51638"/>
                  <a:pt x="234636" y="49884"/>
                </a:cubicBezTo>
                <a:cubicBezTo>
                  <a:pt x="234636" y="48080"/>
                  <a:pt x="234933" y="46880"/>
                  <a:pt x="235528" y="46283"/>
                </a:cubicBezTo>
                <a:cubicBezTo>
                  <a:pt x="236122" y="45686"/>
                  <a:pt x="237204" y="45387"/>
                  <a:pt x="238772" y="45387"/>
                </a:cubicBezTo>
                <a:cubicBezTo>
                  <a:pt x="240290" y="45387"/>
                  <a:pt x="241340" y="45679"/>
                  <a:pt x="241922" y="46264"/>
                </a:cubicBezTo>
                <a:cubicBezTo>
                  <a:pt x="242504" y="46848"/>
                  <a:pt x="242795" y="48017"/>
                  <a:pt x="242795" y="49770"/>
                </a:cubicBezTo>
                <a:close/>
                <a:moveTo>
                  <a:pt x="280420" y="51042"/>
                </a:moveTo>
                <a:cubicBezTo>
                  <a:pt x="280420" y="51548"/>
                  <a:pt x="280395" y="51972"/>
                  <a:pt x="280344" y="52313"/>
                </a:cubicBezTo>
                <a:cubicBezTo>
                  <a:pt x="280294" y="52655"/>
                  <a:pt x="280211" y="52946"/>
                  <a:pt x="280098" y="53186"/>
                </a:cubicBezTo>
                <a:cubicBezTo>
                  <a:pt x="279984" y="53426"/>
                  <a:pt x="279845" y="53603"/>
                  <a:pt x="279680" y="53717"/>
                </a:cubicBezTo>
                <a:cubicBezTo>
                  <a:pt x="279516" y="53831"/>
                  <a:pt x="279320" y="53888"/>
                  <a:pt x="279092" y="53888"/>
                </a:cubicBezTo>
                <a:lnTo>
                  <a:pt x="257385" y="53888"/>
                </a:lnTo>
                <a:cubicBezTo>
                  <a:pt x="256803" y="53888"/>
                  <a:pt x="256253" y="53692"/>
                  <a:pt x="255734" y="53300"/>
                </a:cubicBezTo>
                <a:cubicBezTo>
                  <a:pt x="255216" y="52908"/>
                  <a:pt x="254956" y="52218"/>
                  <a:pt x="254956" y="51232"/>
                </a:cubicBezTo>
                <a:lnTo>
                  <a:pt x="254956" y="5768"/>
                </a:lnTo>
                <a:cubicBezTo>
                  <a:pt x="254956" y="5566"/>
                  <a:pt x="255007" y="5389"/>
                  <a:pt x="255108" y="5237"/>
                </a:cubicBezTo>
                <a:cubicBezTo>
                  <a:pt x="255209" y="5085"/>
                  <a:pt x="255386" y="4965"/>
                  <a:pt x="255639" y="4876"/>
                </a:cubicBezTo>
                <a:cubicBezTo>
                  <a:pt x="255892" y="4788"/>
                  <a:pt x="256234" y="4712"/>
                  <a:pt x="256664" y="4649"/>
                </a:cubicBezTo>
                <a:cubicBezTo>
                  <a:pt x="257094" y="4586"/>
                  <a:pt x="257613" y="4554"/>
                  <a:pt x="258220" y="4554"/>
                </a:cubicBezTo>
                <a:cubicBezTo>
                  <a:pt x="258852" y="4554"/>
                  <a:pt x="259377" y="4586"/>
                  <a:pt x="259795" y="4649"/>
                </a:cubicBezTo>
                <a:cubicBezTo>
                  <a:pt x="260212" y="4712"/>
                  <a:pt x="260547" y="4788"/>
                  <a:pt x="260800" y="4876"/>
                </a:cubicBezTo>
                <a:cubicBezTo>
                  <a:pt x="261053" y="4965"/>
                  <a:pt x="261231" y="5085"/>
                  <a:pt x="261332" y="5237"/>
                </a:cubicBezTo>
                <a:cubicBezTo>
                  <a:pt x="261433" y="5389"/>
                  <a:pt x="261484" y="5566"/>
                  <a:pt x="261484" y="5768"/>
                </a:cubicBezTo>
                <a:lnTo>
                  <a:pt x="261484" y="48234"/>
                </a:lnTo>
                <a:lnTo>
                  <a:pt x="279092" y="48234"/>
                </a:lnTo>
                <a:cubicBezTo>
                  <a:pt x="279320" y="48234"/>
                  <a:pt x="279516" y="48290"/>
                  <a:pt x="279680" y="48404"/>
                </a:cubicBezTo>
                <a:cubicBezTo>
                  <a:pt x="279845" y="48518"/>
                  <a:pt x="279984" y="48683"/>
                  <a:pt x="280098" y="48898"/>
                </a:cubicBezTo>
                <a:cubicBezTo>
                  <a:pt x="280211" y="49113"/>
                  <a:pt x="280294" y="49397"/>
                  <a:pt x="280344" y="49752"/>
                </a:cubicBezTo>
                <a:cubicBezTo>
                  <a:pt x="280395" y="50106"/>
                  <a:pt x="280420" y="50536"/>
                  <a:pt x="280420" y="51042"/>
                </a:cubicBezTo>
                <a:close/>
                <a:moveTo>
                  <a:pt x="293077" y="52939"/>
                </a:moveTo>
                <a:cubicBezTo>
                  <a:pt x="293077" y="53142"/>
                  <a:pt x="293027" y="53312"/>
                  <a:pt x="292925" y="53452"/>
                </a:cubicBezTo>
                <a:cubicBezTo>
                  <a:pt x="292824" y="53591"/>
                  <a:pt x="292660" y="53711"/>
                  <a:pt x="292432" y="53812"/>
                </a:cubicBezTo>
                <a:cubicBezTo>
                  <a:pt x="292204" y="53913"/>
                  <a:pt x="291888" y="53989"/>
                  <a:pt x="291483" y="54040"/>
                </a:cubicBezTo>
                <a:cubicBezTo>
                  <a:pt x="291078" y="54090"/>
                  <a:pt x="290560" y="54116"/>
                  <a:pt x="289927" y="54116"/>
                </a:cubicBezTo>
                <a:cubicBezTo>
                  <a:pt x="289320" y="54116"/>
                  <a:pt x="288814" y="54090"/>
                  <a:pt x="288409" y="54040"/>
                </a:cubicBezTo>
                <a:cubicBezTo>
                  <a:pt x="288005" y="53989"/>
                  <a:pt x="287682" y="53913"/>
                  <a:pt x="287442" y="53812"/>
                </a:cubicBezTo>
                <a:cubicBezTo>
                  <a:pt x="287201" y="53711"/>
                  <a:pt x="287037" y="53591"/>
                  <a:pt x="286948" y="53452"/>
                </a:cubicBezTo>
                <a:cubicBezTo>
                  <a:pt x="286860" y="53312"/>
                  <a:pt x="286815" y="53142"/>
                  <a:pt x="286815" y="52939"/>
                </a:cubicBezTo>
                <a:lnTo>
                  <a:pt x="286815" y="18785"/>
                </a:lnTo>
                <a:cubicBezTo>
                  <a:pt x="286815" y="18608"/>
                  <a:pt x="286860" y="18443"/>
                  <a:pt x="286948" y="18292"/>
                </a:cubicBezTo>
                <a:cubicBezTo>
                  <a:pt x="287037" y="18140"/>
                  <a:pt x="287201" y="18013"/>
                  <a:pt x="287442" y="17912"/>
                </a:cubicBezTo>
                <a:cubicBezTo>
                  <a:pt x="287682" y="17811"/>
                  <a:pt x="288005" y="17735"/>
                  <a:pt x="288409" y="17684"/>
                </a:cubicBezTo>
                <a:cubicBezTo>
                  <a:pt x="288814" y="17634"/>
                  <a:pt x="289320" y="17608"/>
                  <a:pt x="289927" y="17608"/>
                </a:cubicBezTo>
                <a:cubicBezTo>
                  <a:pt x="290560" y="17608"/>
                  <a:pt x="291078" y="17634"/>
                  <a:pt x="291483" y="17684"/>
                </a:cubicBezTo>
                <a:cubicBezTo>
                  <a:pt x="291888" y="17735"/>
                  <a:pt x="292204" y="17811"/>
                  <a:pt x="292432" y="17912"/>
                </a:cubicBezTo>
                <a:cubicBezTo>
                  <a:pt x="292660" y="18013"/>
                  <a:pt x="292824" y="18140"/>
                  <a:pt x="292925" y="18292"/>
                </a:cubicBezTo>
                <a:cubicBezTo>
                  <a:pt x="293027" y="18443"/>
                  <a:pt x="293077" y="18608"/>
                  <a:pt x="293077" y="18785"/>
                </a:cubicBezTo>
                <a:lnTo>
                  <a:pt x="293077" y="52939"/>
                </a:lnTo>
                <a:moveTo>
                  <a:pt x="293798" y="7210"/>
                </a:moveTo>
                <a:cubicBezTo>
                  <a:pt x="293798" y="8678"/>
                  <a:pt x="293520" y="9677"/>
                  <a:pt x="292963" y="10208"/>
                </a:cubicBezTo>
                <a:cubicBezTo>
                  <a:pt x="292407" y="10740"/>
                  <a:pt x="291382" y="11005"/>
                  <a:pt x="289889" y="11005"/>
                </a:cubicBezTo>
                <a:cubicBezTo>
                  <a:pt x="288422" y="11005"/>
                  <a:pt x="287416" y="10746"/>
                  <a:pt x="286872" y="10227"/>
                </a:cubicBezTo>
                <a:cubicBezTo>
                  <a:pt x="286328" y="9709"/>
                  <a:pt x="286057" y="8728"/>
                  <a:pt x="286057" y="7286"/>
                </a:cubicBezTo>
                <a:cubicBezTo>
                  <a:pt x="286057" y="5819"/>
                  <a:pt x="286335" y="4820"/>
                  <a:pt x="286891" y="4288"/>
                </a:cubicBezTo>
                <a:cubicBezTo>
                  <a:pt x="287448" y="3757"/>
                  <a:pt x="288473" y="3491"/>
                  <a:pt x="289965" y="3491"/>
                </a:cubicBezTo>
                <a:cubicBezTo>
                  <a:pt x="291433" y="3491"/>
                  <a:pt x="292438" y="3751"/>
                  <a:pt x="292982" y="4269"/>
                </a:cubicBezTo>
                <a:cubicBezTo>
                  <a:pt x="293526" y="4788"/>
                  <a:pt x="293798" y="5768"/>
                  <a:pt x="293798" y="7210"/>
                </a:cubicBezTo>
                <a:close/>
                <a:moveTo>
                  <a:pt x="334661" y="52939"/>
                </a:moveTo>
                <a:cubicBezTo>
                  <a:pt x="334661" y="53142"/>
                  <a:pt x="334611" y="53312"/>
                  <a:pt x="334510" y="53452"/>
                </a:cubicBezTo>
                <a:cubicBezTo>
                  <a:pt x="334408" y="53591"/>
                  <a:pt x="334244" y="53711"/>
                  <a:pt x="334016" y="53812"/>
                </a:cubicBezTo>
                <a:cubicBezTo>
                  <a:pt x="333789" y="53913"/>
                  <a:pt x="333472" y="53989"/>
                  <a:pt x="333068" y="54040"/>
                </a:cubicBezTo>
                <a:cubicBezTo>
                  <a:pt x="332663" y="54090"/>
                  <a:pt x="332157" y="54116"/>
                  <a:pt x="331550" y="54116"/>
                </a:cubicBezTo>
                <a:cubicBezTo>
                  <a:pt x="330917" y="54116"/>
                  <a:pt x="330398" y="54090"/>
                  <a:pt x="329994" y="54040"/>
                </a:cubicBezTo>
                <a:cubicBezTo>
                  <a:pt x="329589" y="53989"/>
                  <a:pt x="329273" y="53913"/>
                  <a:pt x="329045" y="53812"/>
                </a:cubicBezTo>
                <a:cubicBezTo>
                  <a:pt x="328817" y="53711"/>
                  <a:pt x="328653" y="53591"/>
                  <a:pt x="328552" y="53452"/>
                </a:cubicBezTo>
                <a:cubicBezTo>
                  <a:pt x="328450" y="53312"/>
                  <a:pt x="328400" y="53142"/>
                  <a:pt x="328400" y="52939"/>
                </a:cubicBezTo>
                <a:lnTo>
                  <a:pt x="328400" y="32940"/>
                </a:lnTo>
                <a:cubicBezTo>
                  <a:pt x="328400" y="30992"/>
                  <a:pt x="328248" y="29423"/>
                  <a:pt x="327944" y="28234"/>
                </a:cubicBezTo>
                <a:cubicBezTo>
                  <a:pt x="327641" y="27045"/>
                  <a:pt x="327198" y="26021"/>
                  <a:pt x="326616" y="25160"/>
                </a:cubicBezTo>
                <a:cubicBezTo>
                  <a:pt x="326034" y="24300"/>
                  <a:pt x="325282" y="23642"/>
                  <a:pt x="324358" y="23187"/>
                </a:cubicBezTo>
                <a:cubicBezTo>
                  <a:pt x="323435" y="22732"/>
                  <a:pt x="322366" y="22504"/>
                  <a:pt x="321151" y="22504"/>
                </a:cubicBezTo>
                <a:cubicBezTo>
                  <a:pt x="319583" y="22504"/>
                  <a:pt x="318014" y="23061"/>
                  <a:pt x="316446" y="24174"/>
                </a:cubicBezTo>
                <a:cubicBezTo>
                  <a:pt x="314877" y="25287"/>
                  <a:pt x="313233" y="26919"/>
                  <a:pt x="311512" y="29069"/>
                </a:cubicBezTo>
                <a:lnTo>
                  <a:pt x="311512" y="52939"/>
                </a:lnTo>
                <a:cubicBezTo>
                  <a:pt x="311512" y="53142"/>
                  <a:pt x="311462" y="53312"/>
                  <a:pt x="311361" y="53452"/>
                </a:cubicBezTo>
                <a:cubicBezTo>
                  <a:pt x="311259" y="53591"/>
                  <a:pt x="311095" y="53711"/>
                  <a:pt x="310867" y="53812"/>
                </a:cubicBezTo>
                <a:cubicBezTo>
                  <a:pt x="310640" y="53913"/>
                  <a:pt x="310323" y="53989"/>
                  <a:pt x="309918" y="54040"/>
                </a:cubicBezTo>
                <a:cubicBezTo>
                  <a:pt x="309514" y="54090"/>
                  <a:pt x="308995" y="54116"/>
                  <a:pt x="308363" y="54116"/>
                </a:cubicBezTo>
                <a:cubicBezTo>
                  <a:pt x="307755" y="54116"/>
                  <a:pt x="307249" y="54090"/>
                  <a:pt x="306845" y="54040"/>
                </a:cubicBezTo>
                <a:cubicBezTo>
                  <a:pt x="306440" y="53989"/>
                  <a:pt x="306117" y="53913"/>
                  <a:pt x="305877" y="53812"/>
                </a:cubicBezTo>
                <a:cubicBezTo>
                  <a:pt x="305637" y="53711"/>
                  <a:pt x="305472" y="53591"/>
                  <a:pt x="305384" y="53452"/>
                </a:cubicBezTo>
                <a:cubicBezTo>
                  <a:pt x="305295" y="53312"/>
                  <a:pt x="305251" y="53142"/>
                  <a:pt x="305251" y="52939"/>
                </a:cubicBezTo>
                <a:lnTo>
                  <a:pt x="305251" y="18785"/>
                </a:lnTo>
                <a:cubicBezTo>
                  <a:pt x="305251" y="18583"/>
                  <a:pt x="305289" y="18412"/>
                  <a:pt x="305365" y="18273"/>
                </a:cubicBezTo>
                <a:cubicBezTo>
                  <a:pt x="305440" y="18133"/>
                  <a:pt x="305592" y="18007"/>
                  <a:pt x="305820" y="17893"/>
                </a:cubicBezTo>
                <a:cubicBezTo>
                  <a:pt x="306048" y="17779"/>
                  <a:pt x="306339" y="17703"/>
                  <a:pt x="306693" y="17665"/>
                </a:cubicBezTo>
                <a:cubicBezTo>
                  <a:pt x="307047" y="17627"/>
                  <a:pt x="307515" y="17608"/>
                  <a:pt x="308097" y="17608"/>
                </a:cubicBezTo>
                <a:cubicBezTo>
                  <a:pt x="308654" y="17608"/>
                  <a:pt x="309115" y="17627"/>
                  <a:pt x="309482" y="17665"/>
                </a:cubicBezTo>
                <a:cubicBezTo>
                  <a:pt x="309849" y="17703"/>
                  <a:pt x="310134" y="17779"/>
                  <a:pt x="310336" y="17893"/>
                </a:cubicBezTo>
                <a:cubicBezTo>
                  <a:pt x="310538" y="18007"/>
                  <a:pt x="310684" y="18133"/>
                  <a:pt x="310772" y="18273"/>
                </a:cubicBezTo>
                <a:cubicBezTo>
                  <a:pt x="310861" y="18412"/>
                  <a:pt x="310905" y="18583"/>
                  <a:pt x="310905" y="18785"/>
                </a:cubicBezTo>
                <a:lnTo>
                  <a:pt x="310905" y="23301"/>
                </a:lnTo>
                <a:cubicBezTo>
                  <a:pt x="312828" y="21150"/>
                  <a:pt x="314744" y="19576"/>
                  <a:pt x="316654" y="18576"/>
                </a:cubicBezTo>
                <a:cubicBezTo>
                  <a:pt x="318565" y="17577"/>
                  <a:pt x="320494" y="17077"/>
                  <a:pt x="322442" y="17077"/>
                </a:cubicBezTo>
                <a:cubicBezTo>
                  <a:pt x="324719" y="17077"/>
                  <a:pt x="326635" y="17463"/>
                  <a:pt x="328191" y="18235"/>
                </a:cubicBezTo>
                <a:cubicBezTo>
                  <a:pt x="329747" y="19006"/>
                  <a:pt x="331006" y="20037"/>
                  <a:pt x="331967" y="21328"/>
                </a:cubicBezTo>
                <a:cubicBezTo>
                  <a:pt x="332928" y="22618"/>
                  <a:pt x="333618" y="24129"/>
                  <a:pt x="334035" y="25862"/>
                </a:cubicBezTo>
                <a:cubicBezTo>
                  <a:pt x="334453" y="27595"/>
                  <a:pt x="334661" y="29676"/>
                  <a:pt x="334661" y="32105"/>
                </a:cubicBezTo>
                <a:lnTo>
                  <a:pt x="334661" y="52939"/>
                </a:lnTo>
                <a:close/>
                <a:moveTo>
                  <a:pt x="375681" y="34382"/>
                </a:moveTo>
                <a:cubicBezTo>
                  <a:pt x="375681" y="35369"/>
                  <a:pt x="375434" y="36071"/>
                  <a:pt x="374941" y="36488"/>
                </a:cubicBezTo>
                <a:cubicBezTo>
                  <a:pt x="374447" y="36906"/>
                  <a:pt x="373884" y="37114"/>
                  <a:pt x="373252" y="37114"/>
                </a:cubicBezTo>
                <a:lnTo>
                  <a:pt x="350862" y="37114"/>
                </a:lnTo>
                <a:cubicBezTo>
                  <a:pt x="350862" y="39017"/>
                  <a:pt x="351052" y="40730"/>
                  <a:pt x="351431" y="42253"/>
                </a:cubicBezTo>
                <a:cubicBezTo>
                  <a:pt x="351811" y="43776"/>
                  <a:pt x="352443" y="45083"/>
                  <a:pt x="353329" y="46174"/>
                </a:cubicBezTo>
                <a:cubicBezTo>
                  <a:pt x="354214" y="47265"/>
                  <a:pt x="355365" y="48102"/>
                  <a:pt x="356782" y="48687"/>
                </a:cubicBezTo>
                <a:cubicBezTo>
                  <a:pt x="358199" y="49270"/>
                  <a:pt x="359932" y="49562"/>
                  <a:pt x="361981" y="49562"/>
                </a:cubicBezTo>
                <a:cubicBezTo>
                  <a:pt x="363600" y="49562"/>
                  <a:pt x="365042" y="49429"/>
                  <a:pt x="366307" y="49163"/>
                </a:cubicBezTo>
                <a:cubicBezTo>
                  <a:pt x="367572" y="48898"/>
                  <a:pt x="368666" y="48600"/>
                  <a:pt x="369590" y="48271"/>
                </a:cubicBezTo>
                <a:cubicBezTo>
                  <a:pt x="370513" y="47943"/>
                  <a:pt x="371272" y="47645"/>
                  <a:pt x="371867" y="47380"/>
                </a:cubicBezTo>
                <a:cubicBezTo>
                  <a:pt x="372461" y="47114"/>
                  <a:pt x="372910" y="46981"/>
                  <a:pt x="373214" y="46981"/>
                </a:cubicBezTo>
                <a:cubicBezTo>
                  <a:pt x="373391" y="46981"/>
                  <a:pt x="373549" y="47025"/>
                  <a:pt x="373688" y="47114"/>
                </a:cubicBezTo>
                <a:cubicBezTo>
                  <a:pt x="373828" y="47203"/>
                  <a:pt x="373935" y="47335"/>
                  <a:pt x="374011" y="47513"/>
                </a:cubicBezTo>
                <a:cubicBezTo>
                  <a:pt x="374087" y="47690"/>
                  <a:pt x="374144" y="47936"/>
                  <a:pt x="374182" y="48253"/>
                </a:cubicBezTo>
                <a:cubicBezTo>
                  <a:pt x="374220" y="48569"/>
                  <a:pt x="374239" y="48955"/>
                  <a:pt x="374239" y="49410"/>
                </a:cubicBezTo>
                <a:cubicBezTo>
                  <a:pt x="374239" y="49739"/>
                  <a:pt x="374226" y="50023"/>
                  <a:pt x="374201" y="50264"/>
                </a:cubicBezTo>
                <a:cubicBezTo>
                  <a:pt x="374175" y="50504"/>
                  <a:pt x="374144" y="50719"/>
                  <a:pt x="374106" y="50909"/>
                </a:cubicBezTo>
                <a:cubicBezTo>
                  <a:pt x="374068" y="51099"/>
                  <a:pt x="374005" y="51269"/>
                  <a:pt x="373916" y="51421"/>
                </a:cubicBezTo>
                <a:cubicBezTo>
                  <a:pt x="373828" y="51573"/>
                  <a:pt x="373714" y="51719"/>
                  <a:pt x="373575" y="51858"/>
                </a:cubicBezTo>
                <a:cubicBezTo>
                  <a:pt x="373435" y="51997"/>
                  <a:pt x="373024" y="52225"/>
                  <a:pt x="372341" y="52541"/>
                </a:cubicBezTo>
                <a:cubicBezTo>
                  <a:pt x="371658" y="52857"/>
                  <a:pt x="370773" y="53167"/>
                  <a:pt x="369685" y="53471"/>
                </a:cubicBezTo>
                <a:cubicBezTo>
                  <a:pt x="368597" y="53774"/>
                  <a:pt x="367338" y="54046"/>
                  <a:pt x="365909" y="54286"/>
                </a:cubicBezTo>
                <a:cubicBezTo>
                  <a:pt x="364479" y="54527"/>
                  <a:pt x="362955" y="54647"/>
                  <a:pt x="361336" y="54647"/>
                </a:cubicBezTo>
                <a:cubicBezTo>
                  <a:pt x="358528" y="54647"/>
                  <a:pt x="356067" y="54254"/>
                  <a:pt x="353955" y="53469"/>
                </a:cubicBezTo>
                <a:cubicBezTo>
                  <a:pt x="351842" y="52684"/>
                  <a:pt x="350065" y="51519"/>
                  <a:pt x="348623" y="49974"/>
                </a:cubicBezTo>
                <a:cubicBezTo>
                  <a:pt x="347181" y="48430"/>
                  <a:pt x="346093" y="46492"/>
                  <a:pt x="345359" y="44162"/>
                </a:cubicBezTo>
                <a:cubicBezTo>
                  <a:pt x="344626" y="41832"/>
                  <a:pt x="344259" y="39123"/>
                  <a:pt x="344259" y="36033"/>
                </a:cubicBezTo>
                <a:cubicBezTo>
                  <a:pt x="344259" y="33095"/>
                  <a:pt x="344638" y="30455"/>
                  <a:pt x="345397" y="28112"/>
                </a:cubicBezTo>
                <a:cubicBezTo>
                  <a:pt x="346156" y="25770"/>
                  <a:pt x="347250" y="23782"/>
                  <a:pt x="348680" y="22148"/>
                </a:cubicBezTo>
                <a:cubicBezTo>
                  <a:pt x="350109" y="20515"/>
                  <a:pt x="351836" y="19261"/>
                  <a:pt x="353860" y="18388"/>
                </a:cubicBezTo>
                <a:cubicBezTo>
                  <a:pt x="355884" y="17514"/>
                  <a:pt x="358148" y="17077"/>
                  <a:pt x="360653" y="17077"/>
                </a:cubicBezTo>
                <a:cubicBezTo>
                  <a:pt x="363335" y="17077"/>
                  <a:pt x="365618" y="17507"/>
                  <a:pt x="367503" y="18367"/>
                </a:cubicBezTo>
                <a:cubicBezTo>
                  <a:pt x="369387" y="19228"/>
                  <a:pt x="370937" y="20385"/>
                  <a:pt x="372151" y="21840"/>
                </a:cubicBezTo>
                <a:cubicBezTo>
                  <a:pt x="373366" y="23295"/>
                  <a:pt x="374258" y="25002"/>
                  <a:pt x="374827" y="26963"/>
                </a:cubicBezTo>
                <a:cubicBezTo>
                  <a:pt x="375396" y="28924"/>
                  <a:pt x="375681" y="31017"/>
                  <a:pt x="375681" y="33244"/>
                </a:cubicBezTo>
                <a:lnTo>
                  <a:pt x="375681" y="34382"/>
                </a:lnTo>
                <a:moveTo>
                  <a:pt x="369381" y="32523"/>
                </a:moveTo>
                <a:cubicBezTo>
                  <a:pt x="369457" y="29234"/>
                  <a:pt x="368730" y="26653"/>
                  <a:pt x="367199" y="24781"/>
                </a:cubicBezTo>
                <a:cubicBezTo>
                  <a:pt x="365668" y="22909"/>
                  <a:pt x="363398" y="21973"/>
                  <a:pt x="360387" y="21973"/>
                </a:cubicBezTo>
                <a:cubicBezTo>
                  <a:pt x="358844" y="21973"/>
                  <a:pt x="357490" y="22264"/>
                  <a:pt x="356327" y="22845"/>
                </a:cubicBezTo>
                <a:cubicBezTo>
                  <a:pt x="355163" y="23427"/>
                  <a:pt x="354189" y="24199"/>
                  <a:pt x="353404" y="25160"/>
                </a:cubicBezTo>
                <a:cubicBezTo>
                  <a:pt x="352620" y="26122"/>
                  <a:pt x="352013" y="27241"/>
                  <a:pt x="351583" y="28519"/>
                </a:cubicBezTo>
                <a:cubicBezTo>
                  <a:pt x="351153" y="29797"/>
                  <a:pt x="350912" y="31131"/>
                  <a:pt x="350862" y="32523"/>
                </a:cubicBezTo>
                <a:lnTo>
                  <a:pt x="369381" y="32523"/>
                </a:lnTo>
                <a:close/>
                <a:moveTo>
                  <a:pt x="411374" y="52977"/>
                </a:moveTo>
                <a:cubicBezTo>
                  <a:pt x="411374" y="53281"/>
                  <a:pt x="411273" y="53508"/>
                  <a:pt x="411071" y="53660"/>
                </a:cubicBezTo>
                <a:cubicBezTo>
                  <a:pt x="410868" y="53812"/>
                  <a:pt x="410590" y="53926"/>
                  <a:pt x="410236" y="54002"/>
                </a:cubicBezTo>
                <a:cubicBezTo>
                  <a:pt x="409881" y="54078"/>
                  <a:pt x="409363" y="54116"/>
                  <a:pt x="408680" y="54116"/>
                </a:cubicBezTo>
                <a:cubicBezTo>
                  <a:pt x="408022" y="54116"/>
                  <a:pt x="407497" y="54078"/>
                  <a:pt x="407105" y="54002"/>
                </a:cubicBezTo>
                <a:cubicBezTo>
                  <a:pt x="406713" y="53926"/>
                  <a:pt x="406428" y="53812"/>
                  <a:pt x="406251" y="53660"/>
                </a:cubicBezTo>
                <a:cubicBezTo>
                  <a:pt x="406074" y="53508"/>
                  <a:pt x="405985" y="53281"/>
                  <a:pt x="405985" y="52977"/>
                </a:cubicBezTo>
                <a:lnTo>
                  <a:pt x="405985" y="49562"/>
                </a:lnTo>
                <a:cubicBezTo>
                  <a:pt x="404493" y="51156"/>
                  <a:pt x="402829" y="52402"/>
                  <a:pt x="400995" y="53300"/>
                </a:cubicBezTo>
                <a:cubicBezTo>
                  <a:pt x="399161" y="54198"/>
                  <a:pt x="397219" y="54647"/>
                  <a:pt x="395170" y="54647"/>
                </a:cubicBezTo>
                <a:cubicBezTo>
                  <a:pt x="393373" y="54647"/>
                  <a:pt x="391748" y="54412"/>
                  <a:pt x="390293" y="53943"/>
                </a:cubicBezTo>
                <a:cubicBezTo>
                  <a:pt x="388839" y="53473"/>
                  <a:pt x="387599" y="52794"/>
                  <a:pt x="386574" y="51905"/>
                </a:cubicBezTo>
                <a:cubicBezTo>
                  <a:pt x="385550" y="51016"/>
                  <a:pt x="384753" y="49925"/>
                  <a:pt x="384183" y="48631"/>
                </a:cubicBezTo>
                <a:cubicBezTo>
                  <a:pt x="383614" y="47336"/>
                  <a:pt x="383330" y="45863"/>
                  <a:pt x="383330" y="44212"/>
                </a:cubicBezTo>
                <a:cubicBezTo>
                  <a:pt x="383330" y="42283"/>
                  <a:pt x="383722" y="40608"/>
                  <a:pt x="384506" y="39186"/>
                </a:cubicBezTo>
                <a:cubicBezTo>
                  <a:pt x="385290" y="37764"/>
                  <a:pt x="386416" y="36583"/>
                  <a:pt x="387883" y="35644"/>
                </a:cubicBezTo>
                <a:cubicBezTo>
                  <a:pt x="389351" y="34705"/>
                  <a:pt x="391147" y="34000"/>
                  <a:pt x="393272" y="33531"/>
                </a:cubicBezTo>
                <a:cubicBezTo>
                  <a:pt x="395397" y="33061"/>
                  <a:pt x="397788" y="32826"/>
                  <a:pt x="400445" y="32826"/>
                </a:cubicBezTo>
                <a:lnTo>
                  <a:pt x="405150" y="32826"/>
                </a:lnTo>
                <a:lnTo>
                  <a:pt x="405150" y="30179"/>
                </a:lnTo>
                <a:cubicBezTo>
                  <a:pt x="405150" y="28868"/>
                  <a:pt x="405011" y="27709"/>
                  <a:pt x="404733" y="26701"/>
                </a:cubicBezTo>
                <a:cubicBezTo>
                  <a:pt x="404455" y="25692"/>
                  <a:pt x="404006" y="24854"/>
                  <a:pt x="403386" y="24186"/>
                </a:cubicBezTo>
                <a:cubicBezTo>
                  <a:pt x="402766" y="23517"/>
                  <a:pt x="401963" y="23013"/>
                  <a:pt x="400976" y="22674"/>
                </a:cubicBezTo>
                <a:cubicBezTo>
                  <a:pt x="399989" y="22333"/>
                  <a:pt x="398775" y="22162"/>
                  <a:pt x="397333" y="22162"/>
                </a:cubicBezTo>
                <a:cubicBezTo>
                  <a:pt x="395790" y="22162"/>
                  <a:pt x="394404" y="22344"/>
                  <a:pt x="393177" y="22707"/>
                </a:cubicBezTo>
                <a:cubicBezTo>
                  <a:pt x="391950" y="23070"/>
                  <a:pt x="390875" y="23470"/>
                  <a:pt x="389952" y="23908"/>
                </a:cubicBezTo>
                <a:cubicBezTo>
                  <a:pt x="389028" y="24346"/>
                  <a:pt x="388257" y="24746"/>
                  <a:pt x="387637" y="25109"/>
                </a:cubicBezTo>
                <a:cubicBezTo>
                  <a:pt x="387017" y="25472"/>
                  <a:pt x="386555" y="25654"/>
                  <a:pt x="386252" y="25654"/>
                </a:cubicBezTo>
                <a:cubicBezTo>
                  <a:pt x="386049" y="25654"/>
                  <a:pt x="385872" y="25603"/>
                  <a:pt x="385720" y="25502"/>
                </a:cubicBezTo>
                <a:cubicBezTo>
                  <a:pt x="385569" y="25401"/>
                  <a:pt x="385436" y="25249"/>
                  <a:pt x="385322" y="25047"/>
                </a:cubicBezTo>
                <a:cubicBezTo>
                  <a:pt x="385208" y="24844"/>
                  <a:pt x="385126" y="24585"/>
                  <a:pt x="385075" y="24269"/>
                </a:cubicBezTo>
                <a:cubicBezTo>
                  <a:pt x="385025" y="23952"/>
                  <a:pt x="384999" y="23604"/>
                  <a:pt x="384999" y="23225"/>
                </a:cubicBezTo>
                <a:cubicBezTo>
                  <a:pt x="384999" y="22592"/>
                  <a:pt x="385044" y="22093"/>
                  <a:pt x="385132" y="21726"/>
                </a:cubicBezTo>
                <a:cubicBezTo>
                  <a:pt x="385221" y="21359"/>
                  <a:pt x="385436" y="21011"/>
                  <a:pt x="385777" y="20682"/>
                </a:cubicBezTo>
                <a:cubicBezTo>
                  <a:pt x="386119" y="20353"/>
                  <a:pt x="386707" y="19970"/>
                  <a:pt x="387542" y="19533"/>
                </a:cubicBezTo>
                <a:cubicBezTo>
                  <a:pt x="388377" y="19095"/>
                  <a:pt x="389338" y="18695"/>
                  <a:pt x="390426" y="18333"/>
                </a:cubicBezTo>
                <a:cubicBezTo>
                  <a:pt x="391514" y="17971"/>
                  <a:pt x="392703" y="17671"/>
                  <a:pt x="393993" y="17434"/>
                </a:cubicBezTo>
                <a:cubicBezTo>
                  <a:pt x="395284" y="17196"/>
                  <a:pt x="396587" y="17077"/>
                  <a:pt x="397902" y="17077"/>
                </a:cubicBezTo>
                <a:cubicBezTo>
                  <a:pt x="400356" y="17077"/>
                  <a:pt x="402443" y="17355"/>
                  <a:pt x="404164" y="17912"/>
                </a:cubicBezTo>
                <a:cubicBezTo>
                  <a:pt x="405884" y="18469"/>
                  <a:pt x="407276" y="19285"/>
                  <a:pt x="408338" y="20360"/>
                </a:cubicBezTo>
                <a:cubicBezTo>
                  <a:pt x="409401" y="21435"/>
                  <a:pt x="410172" y="22770"/>
                  <a:pt x="410653" y="24363"/>
                </a:cubicBezTo>
                <a:cubicBezTo>
                  <a:pt x="411134" y="25957"/>
                  <a:pt x="411374" y="27817"/>
                  <a:pt x="411374" y="29942"/>
                </a:cubicBezTo>
                <a:lnTo>
                  <a:pt x="411374" y="52977"/>
                </a:lnTo>
                <a:moveTo>
                  <a:pt x="405150" y="37342"/>
                </a:moveTo>
                <a:lnTo>
                  <a:pt x="399800" y="37342"/>
                </a:lnTo>
                <a:cubicBezTo>
                  <a:pt x="398079" y="37342"/>
                  <a:pt x="396587" y="37489"/>
                  <a:pt x="395322" y="37782"/>
                </a:cubicBezTo>
                <a:cubicBezTo>
                  <a:pt x="394057" y="38075"/>
                  <a:pt x="393007" y="38507"/>
                  <a:pt x="392172" y="39079"/>
                </a:cubicBezTo>
                <a:cubicBezTo>
                  <a:pt x="391337" y="39652"/>
                  <a:pt x="390723" y="40339"/>
                  <a:pt x="390331" y="41142"/>
                </a:cubicBezTo>
                <a:cubicBezTo>
                  <a:pt x="389939" y="41943"/>
                  <a:pt x="389743" y="42866"/>
                  <a:pt x="389743" y="43910"/>
                </a:cubicBezTo>
                <a:cubicBezTo>
                  <a:pt x="389743" y="45692"/>
                  <a:pt x="390306" y="47111"/>
                  <a:pt x="391432" y="48167"/>
                </a:cubicBezTo>
                <a:cubicBezTo>
                  <a:pt x="392558" y="49223"/>
                  <a:pt x="394132" y="49752"/>
                  <a:pt x="396156" y="49752"/>
                </a:cubicBezTo>
                <a:cubicBezTo>
                  <a:pt x="397801" y="49752"/>
                  <a:pt x="399325" y="49332"/>
                  <a:pt x="400729" y="48492"/>
                </a:cubicBezTo>
                <a:cubicBezTo>
                  <a:pt x="402133" y="47652"/>
                  <a:pt x="403607" y="46366"/>
                  <a:pt x="405150" y="44635"/>
                </a:cubicBezTo>
                <a:lnTo>
                  <a:pt x="405150" y="37342"/>
                </a:lnTo>
                <a:close/>
                <a:moveTo>
                  <a:pt x="442538" y="21024"/>
                </a:moveTo>
                <a:cubicBezTo>
                  <a:pt x="442538" y="21580"/>
                  <a:pt x="442526" y="22049"/>
                  <a:pt x="442500" y="22428"/>
                </a:cubicBezTo>
                <a:cubicBezTo>
                  <a:pt x="442475" y="22808"/>
                  <a:pt x="442425" y="23105"/>
                  <a:pt x="442349" y="23320"/>
                </a:cubicBezTo>
                <a:cubicBezTo>
                  <a:pt x="442273" y="23535"/>
                  <a:pt x="442178" y="23699"/>
                  <a:pt x="442064" y="23813"/>
                </a:cubicBezTo>
                <a:cubicBezTo>
                  <a:pt x="441950" y="23927"/>
                  <a:pt x="441792" y="23984"/>
                  <a:pt x="441590" y="23984"/>
                </a:cubicBezTo>
                <a:cubicBezTo>
                  <a:pt x="441387" y="23984"/>
                  <a:pt x="441141" y="23927"/>
                  <a:pt x="440850" y="23813"/>
                </a:cubicBezTo>
                <a:cubicBezTo>
                  <a:pt x="440559" y="23699"/>
                  <a:pt x="440230" y="23585"/>
                  <a:pt x="439863" y="23472"/>
                </a:cubicBezTo>
                <a:cubicBezTo>
                  <a:pt x="439496" y="23358"/>
                  <a:pt x="439085" y="23250"/>
                  <a:pt x="438630" y="23149"/>
                </a:cubicBezTo>
                <a:cubicBezTo>
                  <a:pt x="438174" y="23048"/>
                  <a:pt x="437681" y="22997"/>
                  <a:pt x="437150" y="22997"/>
                </a:cubicBezTo>
                <a:cubicBezTo>
                  <a:pt x="436517" y="22997"/>
                  <a:pt x="435897" y="23124"/>
                  <a:pt x="435290" y="23377"/>
                </a:cubicBezTo>
                <a:cubicBezTo>
                  <a:pt x="434683" y="23630"/>
                  <a:pt x="434044" y="24047"/>
                  <a:pt x="433374" y="24629"/>
                </a:cubicBezTo>
                <a:cubicBezTo>
                  <a:pt x="432703" y="25211"/>
                  <a:pt x="432001" y="25983"/>
                  <a:pt x="431267" y="26944"/>
                </a:cubicBezTo>
                <a:cubicBezTo>
                  <a:pt x="430534" y="27905"/>
                  <a:pt x="429724" y="29082"/>
                  <a:pt x="428839" y="30473"/>
                </a:cubicBezTo>
                <a:lnTo>
                  <a:pt x="428839" y="52939"/>
                </a:lnTo>
                <a:cubicBezTo>
                  <a:pt x="428839" y="53142"/>
                  <a:pt x="428788" y="53312"/>
                  <a:pt x="428687" y="53452"/>
                </a:cubicBezTo>
                <a:cubicBezTo>
                  <a:pt x="428586" y="53591"/>
                  <a:pt x="428421" y="53711"/>
                  <a:pt x="428194" y="53812"/>
                </a:cubicBezTo>
                <a:cubicBezTo>
                  <a:pt x="427966" y="53913"/>
                  <a:pt x="427650" y="53989"/>
                  <a:pt x="427245" y="54040"/>
                </a:cubicBezTo>
                <a:cubicBezTo>
                  <a:pt x="426840" y="54090"/>
                  <a:pt x="426321" y="54116"/>
                  <a:pt x="425689" y="54116"/>
                </a:cubicBezTo>
                <a:cubicBezTo>
                  <a:pt x="425082" y="54116"/>
                  <a:pt x="424576" y="54090"/>
                  <a:pt x="424171" y="54040"/>
                </a:cubicBezTo>
                <a:cubicBezTo>
                  <a:pt x="423766" y="53989"/>
                  <a:pt x="423444" y="53913"/>
                  <a:pt x="423203" y="53812"/>
                </a:cubicBezTo>
                <a:cubicBezTo>
                  <a:pt x="422963" y="53711"/>
                  <a:pt x="422798" y="53591"/>
                  <a:pt x="422710" y="53452"/>
                </a:cubicBezTo>
                <a:cubicBezTo>
                  <a:pt x="422621" y="53312"/>
                  <a:pt x="422577" y="53142"/>
                  <a:pt x="422577" y="52939"/>
                </a:cubicBezTo>
                <a:lnTo>
                  <a:pt x="422577" y="18785"/>
                </a:lnTo>
                <a:cubicBezTo>
                  <a:pt x="422577" y="18583"/>
                  <a:pt x="422615" y="18412"/>
                  <a:pt x="422691" y="18273"/>
                </a:cubicBezTo>
                <a:cubicBezTo>
                  <a:pt x="422767" y="18133"/>
                  <a:pt x="422919" y="18007"/>
                  <a:pt x="423146" y="17893"/>
                </a:cubicBezTo>
                <a:cubicBezTo>
                  <a:pt x="423374" y="17779"/>
                  <a:pt x="423665" y="17703"/>
                  <a:pt x="424019" y="17665"/>
                </a:cubicBezTo>
                <a:cubicBezTo>
                  <a:pt x="424373" y="17627"/>
                  <a:pt x="424841" y="17608"/>
                  <a:pt x="425423" y="17608"/>
                </a:cubicBezTo>
                <a:cubicBezTo>
                  <a:pt x="425980" y="17608"/>
                  <a:pt x="426442" y="17627"/>
                  <a:pt x="426808" y="17665"/>
                </a:cubicBezTo>
                <a:cubicBezTo>
                  <a:pt x="427175" y="17703"/>
                  <a:pt x="427460" y="17779"/>
                  <a:pt x="427662" y="17893"/>
                </a:cubicBezTo>
                <a:cubicBezTo>
                  <a:pt x="427865" y="18007"/>
                  <a:pt x="428010" y="18133"/>
                  <a:pt x="428099" y="18273"/>
                </a:cubicBezTo>
                <a:cubicBezTo>
                  <a:pt x="428187" y="18412"/>
                  <a:pt x="428232" y="18583"/>
                  <a:pt x="428232" y="18785"/>
                </a:cubicBezTo>
                <a:lnTo>
                  <a:pt x="428232" y="23756"/>
                </a:lnTo>
                <a:cubicBezTo>
                  <a:pt x="429168" y="22390"/>
                  <a:pt x="430047" y="21277"/>
                  <a:pt x="430869" y="20417"/>
                </a:cubicBezTo>
                <a:cubicBezTo>
                  <a:pt x="431691" y="19557"/>
                  <a:pt x="432469" y="18880"/>
                  <a:pt x="433203" y="18386"/>
                </a:cubicBezTo>
                <a:cubicBezTo>
                  <a:pt x="433937" y="17893"/>
                  <a:pt x="434664" y="17552"/>
                  <a:pt x="435385" y="17362"/>
                </a:cubicBezTo>
                <a:cubicBezTo>
                  <a:pt x="436106" y="17172"/>
                  <a:pt x="436833" y="17077"/>
                  <a:pt x="437567" y="17077"/>
                </a:cubicBezTo>
                <a:cubicBezTo>
                  <a:pt x="437896" y="17077"/>
                  <a:pt x="438269" y="17096"/>
                  <a:pt x="438687" y="17134"/>
                </a:cubicBezTo>
                <a:cubicBezTo>
                  <a:pt x="439104" y="17172"/>
                  <a:pt x="439540" y="17242"/>
                  <a:pt x="439996" y="17343"/>
                </a:cubicBezTo>
                <a:cubicBezTo>
                  <a:pt x="440451" y="17444"/>
                  <a:pt x="440862" y="17558"/>
                  <a:pt x="441229" y="17684"/>
                </a:cubicBezTo>
                <a:cubicBezTo>
                  <a:pt x="441596" y="17811"/>
                  <a:pt x="441855" y="17937"/>
                  <a:pt x="442007" y="18064"/>
                </a:cubicBezTo>
                <a:cubicBezTo>
                  <a:pt x="442159" y="18190"/>
                  <a:pt x="442260" y="18311"/>
                  <a:pt x="442311" y="18424"/>
                </a:cubicBezTo>
                <a:cubicBezTo>
                  <a:pt x="442361" y="18538"/>
                  <a:pt x="442406" y="18684"/>
                  <a:pt x="442444" y="18861"/>
                </a:cubicBezTo>
                <a:cubicBezTo>
                  <a:pt x="442481" y="19038"/>
                  <a:pt x="442507" y="19297"/>
                  <a:pt x="442519" y="19639"/>
                </a:cubicBezTo>
                <a:cubicBezTo>
                  <a:pt x="442532" y="19980"/>
                  <a:pt x="442538" y="20442"/>
                  <a:pt x="442538" y="21024"/>
                </a:cubicBezTo>
                <a:close/>
                <a:moveTo>
                  <a:pt x="479090" y="51307"/>
                </a:moveTo>
                <a:cubicBezTo>
                  <a:pt x="479090" y="51788"/>
                  <a:pt x="479052" y="52193"/>
                  <a:pt x="478976" y="52522"/>
                </a:cubicBezTo>
                <a:cubicBezTo>
                  <a:pt x="478900" y="52851"/>
                  <a:pt x="478799" y="53116"/>
                  <a:pt x="478672" y="53319"/>
                </a:cubicBezTo>
                <a:cubicBezTo>
                  <a:pt x="478546" y="53521"/>
                  <a:pt x="478400" y="53667"/>
                  <a:pt x="478236" y="53755"/>
                </a:cubicBezTo>
                <a:cubicBezTo>
                  <a:pt x="478071" y="53844"/>
                  <a:pt x="477901" y="53888"/>
                  <a:pt x="477724" y="53888"/>
                </a:cubicBezTo>
                <a:lnTo>
                  <a:pt x="452070" y="53888"/>
                </a:lnTo>
                <a:cubicBezTo>
                  <a:pt x="451893" y="53888"/>
                  <a:pt x="451728" y="53844"/>
                  <a:pt x="451577" y="53755"/>
                </a:cubicBezTo>
                <a:cubicBezTo>
                  <a:pt x="451425" y="53667"/>
                  <a:pt x="451279" y="53521"/>
                  <a:pt x="451140" y="53319"/>
                </a:cubicBezTo>
                <a:cubicBezTo>
                  <a:pt x="451001" y="53116"/>
                  <a:pt x="450893" y="52851"/>
                  <a:pt x="450818" y="52522"/>
                </a:cubicBezTo>
                <a:cubicBezTo>
                  <a:pt x="450742" y="52193"/>
                  <a:pt x="450704" y="51788"/>
                  <a:pt x="450704" y="51307"/>
                </a:cubicBezTo>
                <a:cubicBezTo>
                  <a:pt x="450704" y="50852"/>
                  <a:pt x="450742" y="50460"/>
                  <a:pt x="450818" y="50131"/>
                </a:cubicBezTo>
                <a:cubicBezTo>
                  <a:pt x="450893" y="49802"/>
                  <a:pt x="450988" y="49530"/>
                  <a:pt x="451102" y="49315"/>
                </a:cubicBezTo>
                <a:cubicBezTo>
                  <a:pt x="451216" y="49100"/>
                  <a:pt x="451355" y="48936"/>
                  <a:pt x="451520" y="48822"/>
                </a:cubicBezTo>
                <a:cubicBezTo>
                  <a:pt x="451684" y="48708"/>
                  <a:pt x="451867" y="48651"/>
                  <a:pt x="452070" y="48651"/>
                </a:cubicBezTo>
                <a:lnTo>
                  <a:pt x="462316" y="48651"/>
                </a:lnTo>
                <a:lnTo>
                  <a:pt x="462316" y="11271"/>
                </a:lnTo>
                <a:lnTo>
                  <a:pt x="452829" y="16963"/>
                </a:lnTo>
                <a:cubicBezTo>
                  <a:pt x="452348" y="17216"/>
                  <a:pt x="451962" y="17368"/>
                  <a:pt x="451671" y="17419"/>
                </a:cubicBezTo>
                <a:cubicBezTo>
                  <a:pt x="451380" y="17469"/>
                  <a:pt x="451146" y="17412"/>
                  <a:pt x="450969" y="17248"/>
                </a:cubicBezTo>
                <a:cubicBezTo>
                  <a:pt x="450792" y="17084"/>
                  <a:pt x="450672" y="16811"/>
                  <a:pt x="450609" y="16431"/>
                </a:cubicBezTo>
                <a:cubicBezTo>
                  <a:pt x="450546" y="16050"/>
                  <a:pt x="450514" y="15568"/>
                  <a:pt x="450514" y="14984"/>
                </a:cubicBezTo>
                <a:cubicBezTo>
                  <a:pt x="450514" y="14552"/>
                  <a:pt x="450533" y="14184"/>
                  <a:pt x="450571" y="13880"/>
                </a:cubicBezTo>
                <a:cubicBezTo>
                  <a:pt x="450609" y="13576"/>
                  <a:pt x="450666" y="13322"/>
                  <a:pt x="450742" y="13119"/>
                </a:cubicBezTo>
                <a:cubicBezTo>
                  <a:pt x="450818" y="12915"/>
                  <a:pt x="450925" y="12738"/>
                  <a:pt x="451064" y="12586"/>
                </a:cubicBezTo>
                <a:cubicBezTo>
                  <a:pt x="451203" y="12434"/>
                  <a:pt x="451387" y="12281"/>
                  <a:pt x="451614" y="12130"/>
                </a:cubicBezTo>
                <a:lnTo>
                  <a:pt x="462923" y="4859"/>
                </a:lnTo>
                <a:cubicBezTo>
                  <a:pt x="463025" y="4783"/>
                  <a:pt x="463151" y="4720"/>
                  <a:pt x="463303" y="4669"/>
                </a:cubicBezTo>
                <a:cubicBezTo>
                  <a:pt x="463455" y="4618"/>
                  <a:pt x="463644" y="4567"/>
                  <a:pt x="463872" y="4516"/>
                </a:cubicBezTo>
                <a:cubicBezTo>
                  <a:pt x="464100" y="4465"/>
                  <a:pt x="464365" y="4434"/>
                  <a:pt x="464669" y="4421"/>
                </a:cubicBezTo>
                <a:cubicBezTo>
                  <a:pt x="464973" y="4408"/>
                  <a:pt x="465352" y="4402"/>
                  <a:pt x="465807" y="4402"/>
                </a:cubicBezTo>
                <a:cubicBezTo>
                  <a:pt x="466415" y="4402"/>
                  <a:pt x="466921" y="4427"/>
                  <a:pt x="467325" y="4478"/>
                </a:cubicBezTo>
                <a:cubicBezTo>
                  <a:pt x="467730" y="4529"/>
                  <a:pt x="468047" y="4598"/>
                  <a:pt x="468274" y="4687"/>
                </a:cubicBezTo>
                <a:cubicBezTo>
                  <a:pt x="468502" y="4775"/>
                  <a:pt x="468654" y="4890"/>
                  <a:pt x="468730" y="5029"/>
                </a:cubicBezTo>
                <a:cubicBezTo>
                  <a:pt x="468805" y="5169"/>
                  <a:pt x="468843" y="5314"/>
                  <a:pt x="468843" y="5466"/>
                </a:cubicBezTo>
                <a:lnTo>
                  <a:pt x="468843" y="48651"/>
                </a:lnTo>
                <a:lnTo>
                  <a:pt x="477724" y="48651"/>
                </a:lnTo>
                <a:cubicBezTo>
                  <a:pt x="477926" y="48651"/>
                  <a:pt x="478116" y="48708"/>
                  <a:pt x="478293" y="48822"/>
                </a:cubicBezTo>
                <a:cubicBezTo>
                  <a:pt x="478470" y="48936"/>
                  <a:pt x="478615" y="49100"/>
                  <a:pt x="478729" y="49315"/>
                </a:cubicBezTo>
                <a:cubicBezTo>
                  <a:pt x="478843" y="49530"/>
                  <a:pt x="478932" y="49802"/>
                  <a:pt x="478995" y="50131"/>
                </a:cubicBezTo>
                <a:cubicBezTo>
                  <a:pt x="479058" y="50460"/>
                  <a:pt x="479090" y="50852"/>
                  <a:pt x="479090" y="51307"/>
                </a:cubicBezTo>
                <a:close/>
                <a:moveTo>
                  <a:pt x="527306" y="28614"/>
                </a:moveTo>
                <a:cubicBezTo>
                  <a:pt x="527306" y="32864"/>
                  <a:pt x="526762" y="36577"/>
                  <a:pt x="525674" y="39752"/>
                </a:cubicBezTo>
                <a:cubicBezTo>
                  <a:pt x="524587" y="42927"/>
                  <a:pt x="522999" y="45558"/>
                  <a:pt x="520912" y="47645"/>
                </a:cubicBezTo>
                <a:cubicBezTo>
                  <a:pt x="518825" y="49733"/>
                  <a:pt x="516263" y="51295"/>
                  <a:pt x="513227" y="52332"/>
                </a:cubicBezTo>
                <a:cubicBezTo>
                  <a:pt x="510191" y="53369"/>
                  <a:pt x="506573" y="53888"/>
                  <a:pt x="502374" y="53888"/>
                </a:cubicBezTo>
                <a:lnTo>
                  <a:pt x="491975" y="53888"/>
                </a:lnTo>
                <a:cubicBezTo>
                  <a:pt x="491394" y="53888"/>
                  <a:pt x="490843" y="53692"/>
                  <a:pt x="490325" y="53300"/>
                </a:cubicBezTo>
                <a:cubicBezTo>
                  <a:pt x="489806" y="52908"/>
                  <a:pt x="489547" y="52218"/>
                  <a:pt x="489547" y="51232"/>
                </a:cubicBezTo>
                <a:lnTo>
                  <a:pt x="489547" y="7438"/>
                </a:lnTo>
                <a:cubicBezTo>
                  <a:pt x="489547" y="6451"/>
                  <a:pt x="489806" y="5762"/>
                  <a:pt x="490325" y="5370"/>
                </a:cubicBezTo>
                <a:cubicBezTo>
                  <a:pt x="490843" y="4978"/>
                  <a:pt x="491394" y="4782"/>
                  <a:pt x="491975" y="4782"/>
                </a:cubicBezTo>
                <a:lnTo>
                  <a:pt x="503095" y="4782"/>
                </a:lnTo>
                <a:cubicBezTo>
                  <a:pt x="507345" y="4782"/>
                  <a:pt x="510937" y="5332"/>
                  <a:pt x="513872" y="6432"/>
                </a:cubicBezTo>
                <a:cubicBezTo>
                  <a:pt x="516807" y="7533"/>
                  <a:pt x="519267" y="9114"/>
                  <a:pt x="521253" y="11176"/>
                </a:cubicBezTo>
                <a:cubicBezTo>
                  <a:pt x="523239" y="13238"/>
                  <a:pt x="524745" y="15736"/>
                  <a:pt x="525769" y="18671"/>
                </a:cubicBezTo>
                <a:cubicBezTo>
                  <a:pt x="526794" y="21606"/>
                  <a:pt x="527306" y="24920"/>
                  <a:pt x="527306" y="28614"/>
                </a:cubicBezTo>
                <a:moveTo>
                  <a:pt x="520437" y="28879"/>
                </a:moveTo>
                <a:cubicBezTo>
                  <a:pt x="520437" y="26223"/>
                  <a:pt x="520109" y="23750"/>
                  <a:pt x="519451" y="21460"/>
                </a:cubicBezTo>
                <a:cubicBezTo>
                  <a:pt x="518793" y="19171"/>
                  <a:pt x="517762" y="17191"/>
                  <a:pt x="516358" y="15521"/>
                </a:cubicBezTo>
                <a:cubicBezTo>
                  <a:pt x="514954" y="13851"/>
                  <a:pt x="513176" y="12549"/>
                  <a:pt x="511026" y="11612"/>
                </a:cubicBezTo>
                <a:cubicBezTo>
                  <a:pt x="508876" y="10676"/>
                  <a:pt x="506105" y="10208"/>
                  <a:pt x="502715" y="10208"/>
                </a:cubicBezTo>
                <a:lnTo>
                  <a:pt x="496074" y="10208"/>
                </a:lnTo>
                <a:lnTo>
                  <a:pt x="496074" y="48423"/>
                </a:lnTo>
                <a:lnTo>
                  <a:pt x="502791" y="48423"/>
                </a:lnTo>
                <a:cubicBezTo>
                  <a:pt x="505928" y="48423"/>
                  <a:pt x="508572" y="48031"/>
                  <a:pt x="510722" y="47247"/>
                </a:cubicBezTo>
                <a:cubicBezTo>
                  <a:pt x="512873" y="46463"/>
                  <a:pt x="514669" y="45261"/>
                  <a:pt x="516111" y="43642"/>
                </a:cubicBezTo>
                <a:cubicBezTo>
                  <a:pt x="517553" y="42023"/>
                  <a:pt x="518635" y="39992"/>
                  <a:pt x="519356" y="37551"/>
                </a:cubicBezTo>
                <a:cubicBezTo>
                  <a:pt x="520077" y="35109"/>
                  <a:pt x="520437" y="32219"/>
                  <a:pt x="520437" y="28879"/>
                </a:cubicBezTo>
                <a:close/>
                <a:moveTo>
                  <a:pt x="549618" y="1557"/>
                </a:moveTo>
                <a:cubicBezTo>
                  <a:pt x="547214" y="6649"/>
                  <a:pt x="545424" y="11873"/>
                  <a:pt x="544248" y="17230"/>
                </a:cubicBezTo>
                <a:cubicBezTo>
                  <a:pt x="543072" y="22587"/>
                  <a:pt x="542483" y="27975"/>
                  <a:pt x="542483" y="33395"/>
                </a:cubicBezTo>
                <a:cubicBezTo>
                  <a:pt x="542483" y="38841"/>
                  <a:pt x="543084" y="44236"/>
                  <a:pt x="544286" y="49581"/>
                </a:cubicBezTo>
                <a:cubicBezTo>
                  <a:pt x="545488" y="54924"/>
                  <a:pt x="547240" y="60167"/>
                  <a:pt x="549542" y="65308"/>
                </a:cubicBezTo>
                <a:cubicBezTo>
                  <a:pt x="549668" y="65613"/>
                  <a:pt x="549738" y="65872"/>
                  <a:pt x="549751" y="66088"/>
                </a:cubicBezTo>
                <a:cubicBezTo>
                  <a:pt x="549763" y="66303"/>
                  <a:pt x="549681" y="66480"/>
                  <a:pt x="549504" y="66619"/>
                </a:cubicBezTo>
                <a:cubicBezTo>
                  <a:pt x="549327" y="66759"/>
                  <a:pt x="549055" y="66860"/>
                  <a:pt x="548688" y="66924"/>
                </a:cubicBezTo>
                <a:cubicBezTo>
                  <a:pt x="548321" y="66987"/>
                  <a:pt x="547822" y="67018"/>
                  <a:pt x="547189" y="67018"/>
                </a:cubicBezTo>
                <a:cubicBezTo>
                  <a:pt x="546734" y="67018"/>
                  <a:pt x="546342" y="67006"/>
                  <a:pt x="546013" y="66980"/>
                </a:cubicBezTo>
                <a:cubicBezTo>
                  <a:pt x="545684" y="66955"/>
                  <a:pt x="545399" y="66905"/>
                  <a:pt x="545159" y="66829"/>
                </a:cubicBezTo>
                <a:cubicBezTo>
                  <a:pt x="544918" y="66753"/>
                  <a:pt x="544722" y="66664"/>
                  <a:pt x="544571" y="66562"/>
                </a:cubicBezTo>
                <a:cubicBezTo>
                  <a:pt x="544419" y="66461"/>
                  <a:pt x="544305" y="66347"/>
                  <a:pt x="544229" y="66220"/>
                </a:cubicBezTo>
                <a:cubicBezTo>
                  <a:pt x="542863" y="63637"/>
                  <a:pt x="541661" y="61022"/>
                  <a:pt x="540624" y="58375"/>
                </a:cubicBezTo>
                <a:cubicBezTo>
                  <a:pt x="539587" y="55729"/>
                  <a:pt x="538714" y="53037"/>
                  <a:pt x="538005" y="50302"/>
                </a:cubicBezTo>
                <a:cubicBezTo>
                  <a:pt x="537297" y="47566"/>
                  <a:pt x="536766" y="44799"/>
                  <a:pt x="536412" y="42000"/>
                </a:cubicBezTo>
                <a:cubicBezTo>
                  <a:pt x="536057" y="39202"/>
                  <a:pt x="535880" y="36371"/>
                  <a:pt x="535880" y="33509"/>
                </a:cubicBezTo>
                <a:cubicBezTo>
                  <a:pt x="535880" y="30647"/>
                  <a:pt x="536076" y="27823"/>
                  <a:pt x="536468" y="25037"/>
                </a:cubicBezTo>
                <a:cubicBezTo>
                  <a:pt x="536861" y="22251"/>
                  <a:pt x="537417" y="19484"/>
                  <a:pt x="538138" y="16736"/>
                </a:cubicBezTo>
                <a:cubicBezTo>
                  <a:pt x="538859" y="13987"/>
                  <a:pt x="539738" y="11284"/>
                  <a:pt x="540776" y="8624"/>
                </a:cubicBezTo>
                <a:cubicBezTo>
                  <a:pt x="541813" y="5964"/>
                  <a:pt x="542977" y="3330"/>
                  <a:pt x="544267" y="722"/>
                </a:cubicBezTo>
                <a:cubicBezTo>
                  <a:pt x="544292" y="621"/>
                  <a:pt x="544362" y="532"/>
                  <a:pt x="544476" y="457"/>
                </a:cubicBezTo>
                <a:cubicBezTo>
                  <a:pt x="544590" y="380"/>
                  <a:pt x="544748" y="304"/>
                  <a:pt x="544950" y="228"/>
                </a:cubicBezTo>
                <a:cubicBezTo>
                  <a:pt x="545152" y="152"/>
                  <a:pt x="545431" y="95"/>
                  <a:pt x="545785" y="57"/>
                </a:cubicBezTo>
                <a:cubicBezTo>
                  <a:pt x="546139" y="19"/>
                  <a:pt x="546595" y="0"/>
                  <a:pt x="547151" y="0"/>
                </a:cubicBezTo>
                <a:cubicBezTo>
                  <a:pt x="547733" y="0"/>
                  <a:pt x="548201" y="38"/>
                  <a:pt x="548555" y="114"/>
                </a:cubicBezTo>
                <a:cubicBezTo>
                  <a:pt x="548909" y="190"/>
                  <a:pt x="549188" y="291"/>
                  <a:pt x="549390" y="419"/>
                </a:cubicBezTo>
                <a:cubicBezTo>
                  <a:pt x="549593" y="545"/>
                  <a:pt x="549706" y="710"/>
                  <a:pt x="549732" y="912"/>
                </a:cubicBezTo>
                <a:cubicBezTo>
                  <a:pt x="549757" y="1114"/>
                  <a:pt x="549719" y="1329"/>
                  <a:pt x="549618" y="1557"/>
                </a:cubicBezTo>
                <a:close/>
                <a:moveTo>
                  <a:pt x="589888" y="51307"/>
                </a:moveTo>
                <a:cubicBezTo>
                  <a:pt x="589888" y="51788"/>
                  <a:pt x="589850" y="52193"/>
                  <a:pt x="589774" y="52522"/>
                </a:cubicBezTo>
                <a:cubicBezTo>
                  <a:pt x="589698" y="52851"/>
                  <a:pt x="589597" y="53116"/>
                  <a:pt x="589470" y="53319"/>
                </a:cubicBezTo>
                <a:cubicBezTo>
                  <a:pt x="589344" y="53521"/>
                  <a:pt x="589198" y="53667"/>
                  <a:pt x="589034" y="53755"/>
                </a:cubicBezTo>
                <a:cubicBezTo>
                  <a:pt x="588869" y="53844"/>
                  <a:pt x="588699" y="53888"/>
                  <a:pt x="588521" y="53888"/>
                </a:cubicBezTo>
                <a:lnTo>
                  <a:pt x="562868" y="53888"/>
                </a:lnTo>
                <a:cubicBezTo>
                  <a:pt x="562691" y="53888"/>
                  <a:pt x="562526" y="53844"/>
                  <a:pt x="562374" y="53755"/>
                </a:cubicBezTo>
                <a:cubicBezTo>
                  <a:pt x="562223" y="53667"/>
                  <a:pt x="562077" y="53521"/>
                  <a:pt x="561938" y="53319"/>
                </a:cubicBezTo>
                <a:cubicBezTo>
                  <a:pt x="561799" y="53116"/>
                  <a:pt x="561691" y="52851"/>
                  <a:pt x="561615" y="52522"/>
                </a:cubicBezTo>
                <a:cubicBezTo>
                  <a:pt x="561540" y="52193"/>
                  <a:pt x="561502" y="51788"/>
                  <a:pt x="561502" y="51307"/>
                </a:cubicBezTo>
                <a:cubicBezTo>
                  <a:pt x="561502" y="50852"/>
                  <a:pt x="561540" y="50460"/>
                  <a:pt x="561615" y="50131"/>
                </a:cubicBezTo>
                <a:cubicBezTo>
                  <a:pt x="561691" y="49802"/>
                  <a:pt x="561786" y="49530"/>
                  <a:pt x="561900" y="49315"/>
                </a:cubicBezTo>
                <a:cubicBezTo>
                  <a:pt x="562014" y="49100"/>
                  <a:pt x="562153" y="48936"/>
                  <a:pt x="562317" y="48822"/>
                </a:cubicBezTo>
                <a:cubicBezTo>
                  <a:pt x="562482" y="48708"/>
                  <a:pt x="562665" y="48651"/>
                  <a:pt x="562868" y="48651"/>
                </a:cubicBezTo>
                <a:lnTo>
                  <a:pt x="573114" y="48651"/>
                </a:lnTo>
                <a:lnTo>
                  <a:pt x="573114" y="11271"/>
                </a:lnTo>
                <a:lnTo>
                  <a:pt x="563627" y="16963"/>
                </a:lnTo>
                <a:cubicBezTo>
                  <a:pt x="563146" y="17216"/>
                  <a:pt x="562760" y="17368"/>
                  <a:pt x="562469" y="17419"/>
                </a:cubicBezTo>
                <a:cubicBezTo>
                  <a:pt x="562178" y="17469"/>
                  <a:pt x="561944" y="17412"/>
                  <a:pt x="561767" y="17248"/>
                </a:cubicBezTo>
                <a:cubicBezTo>
                  <a:pt x="561590" y="17084"/>
                  <a:pt x="561470" y="16811"/>
                  <a:pt x="561407" y="16431"/>
                </a:cubicBezTo>
                <a:cubicBezTo>
                  <a:pt x="561343" y="16050"/>
                  <a:pt x="561312" y="15568"/>
                  <a:pt x="561312" y="14984"/>
                </a:cubicBezTo>
                <a:cubicBezTo>
                  <a:pt x="561312" y="14552"/>
                  <a:pt x="561331" y="14184"/>
                  <a:pt x="561369" y="13880"/>
                </a:cubicBezTo>
                <a:cubicBezTo>
                  <a:pt x="561407" y="13576"/>
                  <a:pt x="561464" y="13322"/>
                  <a:pt x="561540" y="13119"/>
                </a:cubicBezTo>
                <a:cubicBezTo>
                  <a:pt x="561615" y="12915"/>
                  <a:pt x="561723" y="12738"/>
                  <a:pt x="561862" y="12586"/>
                </a:cubicBezTo>
                <a:cubicBezTo>
                  <a:pt x="562001" y="12434"/>
                  <a:pt x="562185" y="12281"/>
                  <a:pt x="562412" y="12130"/>
                </a:cubicBezTo>
                <a:lnTo>
                  <a:pt x="573721" y="4859"/>
                </a:lnTo>
                <a:cubicBezTo>
                  <a:pt x="573822" y="4783"/>
                  <a:pt x="573949" y="4720"/>
                  <a:pt x="574101" y="4669"/>
                </a:cubicBezTo>
                <a:cubicBezTo>
                  <a:pt x="574253" y="4618"/>
                  <a:pt x="574442" y="4567"/>
                  <a:pt x="574670" y="4516"/>
                </a:cubicBezTo>
                <a:cubicBezTo>
                  <a:pt x="574898" y="4465"/>
                  <a:pt x="575163" y="4434"/>
                  <a:pt x="575467" y="4421"/>
                </a:cubicBezTo>
                <a:cubicBezTo>
                  <a:pt x="575771" y="4408"/>
                  <a:pt x="576150" y="4402"/>
                  <a:pt x="576605" y="4402"/>
                </a:cubicBezTo>
                <a:cubicBezTo>
                  <a:pt x="577213" y="4402"/>
                  <a:pt x="577719" y="4427"/>
                  <a:pt x="578123" y="4478"/>
                </a:cubicBezTo>
                <a:cubicBezTo>
                  <a:pt x="578528" y="4529"/>
                  <a:pt x="578844" y="4598"/>
                  <a:pt x="579072" y="4687"/>
                </a:cubicBezTo>
                <a:cubicBezTo>
                  <a:pt x="579300" y="4775"/>
                  <a:pt x="579452" y="4890"/>
                  <a:pt x="579527" y="5029"/>
                </a:cubicBezTo>
                <a:cubicBezTo>
                  <a:pt x="579603" y="5169"/>
                  <a:pt x="579641" y="5314"/>
                  <a:pt x="579641" y="5466"/>
                </a:cubicBezTo>
                <a:lnTo>
                  <a:pt x="579641" y="48651"/>
                </a:lnTo>
                <a:lnTo>
                  <a:pt x="588521" y="48651"/>
                </a:lnTo>
                <a:cubicBezTo>
                  <a:pt x="588724" y="48651"/>
                  <a:pt x="588914" y="48708"/>
                  <a:pt x="589091" y="48822"/>
                </a:cubicBezTo>
                <a:cubicBezTo>
                  <a:pt x="589268" y="48936"/>
                  <a:pt x="589413" y="49100"/>
                  <a:pt x="589527" y="49315"/>
                </a:cubicBezTo>
                <a:cubicBezTo>
                  <a:pt x="589641" y="49530"/>
                  <a:pt x="589730" y="49802"/>
                  <a:pt x="589793" y="50131"/>
                </a:cubicBezTo>
                <a:cubicBezTo>
                  <a:pt x="589856" y="50460"/>
                  <a:pt x="589888" y="50852"/>
                  <a:pt x="589888" y="51307"/>
                </a:cubicBezTo>
                <a:close/>
                <a:moveTo>
                  <a:pt x="630514" y="29221"/>
                </a:moveTo>
                <a:cubicBezTo>
                  <a:pt x="630514" y="32996"/>
                  <a:pt x="630217" y="36442"/>
                  <a:pt x="629623" y="39559"/>
                </a:cubicBezTo>
                <a:cubicBezTo>
                  <a:pt x="629028" y="42675"/>
                  <a:pt x="628041" y="45355"/>
                  <a:pt x="626662" y="47597"/>
                </a:cubicBezTo>
                <a:cubicBezTo>
                  <a:pt x="625284" y="49839"/>
                  <a:pt x="623481" y="51575"/>
                  <a:pt x="621255" y="52804"/>
                </a:cubicBezTo>
                <a:cubicBezTo>
                  <a:pt x="619028" y="54033"/>
                  <a:pt x="616283" y="54647"/>
                  <a:pt x="613020" y="54647"/>
                </a:cubicBezTo>
                <a:cubicBezTo>
                  <a:pt x="609933" y="54647"/>
                  <a:pt x="607334" y="54096"/>
                  <a:pt x="605221" y="52994"/>
                </a:cubicBezTo>
                <a:cubicBezTo>
                  <a:pt x="603109" y="51892"/>
                  <a:pt x="601407" y="50270"/>
                  <a:pt x="600117" y="48129"/>
                </a:cubicBezTo>
                <a:cubicBezTo>
                  <a:pt x="598827" y="45988"/>
                  <a:pt x="597910" y="43353"/>
                  <a:pt x="597366" y="40224"/>
                </a:cubicBezTo>
                <a:cubicBezTo>
                  <a:pt x="596822" y="37095"/>
                  <a:pt x="596550" y="33503"/>
                  <a:pt x="596550" y="29449"/>
                </a:cubicBezTo>
                <a:cubicBezTo>
                  <a:pt x="596550" y="25699"/>
                  <a:pt x="596853" y="22259"/>
                  <a:pt x="597460" y="19130"/>
                </a:cubicBezTo>
                <a:cubicBezTo>
                  <a:pt x="598068" y="16001"/>
                  <a:pt x="599054" y="13315"/>
                  <a:pt x="600421" y="11073"/>
                </a:cubicBezTo>
                <a:cubicBezTo>
                  <a:pt x="601787" y="8831"/>
                  <a:pt x="603583" y="7095"/>
                  <a:pt x="605809" y="5867"/>
                </a:cubicBezTo>
                <a:cubicBezTo>
                  <a:pt x="608036" y="4637"/>
                  <a:pt x="610768" y="4023"/>
                  <a:pt x="614006" y="4023"/>
                </a:cubicBezTo>
                <a:cubicBezTo>
                  <a:pt x="617118" y="4023"/>
                  <a:pt x="619730" y="4574"/>
                  <a:pt x="621843" y="5676"/>
                </a:cubicBezTo>
                <a:cubicBezTo>
                  <a:pt x="623955" y="6778"/>
                  <a:pt x="625657" y="8399"/>
                  <a:pt x="626947" y="10540"/>
                </a:cubicBezTo>
                <a:cubicBezTo>
                  <a:pt x="628237" y="12681"/>
                  <a:pt x="629154" y="15316"/>
                  <a:pt x="629698" y="18446"/>
                </a:cubicBezTo>
                <a:cubicBezTo>
                  <a:pt x="630242" y="21575"/>
                  <a:pt x="630514" y="25167"/>
                  <a:pt x="630514" y="29221"/>
                </a:cubicBezTo>
                <a:moveTo>
                  <a:pt x="623835" y="29678"/>
                </a:moveTo>
                <a:cubicBezTo>
                  <a:pt x="623835" y="27219"/>
                  <a:pt x="623747" y="25013"/>
                  <a:pt x="623570" y="23061"/>
                </a:cubicBezTo>
                <a:cubicBezTo>
                  <a:pt x="623392" y="21109"/>
                  <a:pt x="623133" y="19386"/>
                  <a:pt x="622792" y="17891"/>
                </a:cubicBezTo>
                <a:cubicBezTo>
                  <a:pt x="622450" y="16395"/>
                  <a:pt x="622007" y="15109"/>
                  <a:pt x="621463" y="14032"/>
                </a:cubicBezTo>
                <a:cubicBezTo>
                  <a:pt x="620919" y="12954"/>
                  <a:pt x="620268" y="12067"/>
                  <a:pt x="619509" y="11371"/>
                </a:cubicBezTo>
                <a:cubicBezTo>
                  <a:pt x="618750" y="10673"/>
                  <a:pt x="617884" y="10166"/>
                  <a:pt x="616909" y="9849"/>
                </a:cubicBezTo>
                <a:cubicBezTo>
                  <a:pt x="615935" y="9532"/>
                  <a:pt x="614841" y="9373"/>
                  <a:pt x="613627" y="9373"/>
                </a:cubicBezTo>
                <a:cubicBezTo>
                  <a:pt x="611476" y="9373"/>
                  <a:pt x="609731" y="9881"/>
                  <a:pt x="608390" y="10895"/>
                </a:cubicBezTo>
                <a:cubicBezTo>
                  <a:pt x="607049" y="11909"/>
                  <a:pt x="605993" y="13302"/>
                  <a:pt x="605221" y="15077"/>
                </a:cubicBezTo>
                <a:cubicBezTo>
                  <a:pt x="604449" y="16851"/>
                  <a:pt x="603925" y="18929"/>
                  <a:pt x="603646" y="21312"/>
                </a:cubicBezTo>
                <a:cubicBezTo>
                  <a:pt x="603368" y="23695"/>
                  <a:pt x="603229" y="26255"/>
                  <a:pt x="603229" y="28992"/>
                </a:cubicBezTo>
                <a:cubicBezTo>
                  <a:pt x="603229" y="32668"/>
                  <a:pt x="603419" y="35792"/>
                  <a:pt x="603798" y="38366"/>
                </a:cubicBezTo>
                <a:cubicBezTo>
                  <a:pt x="604178" y="40938"/>
                  <a:pt x="604778" y="43036"/>
                  <a:pt x="605601" y="44658"/>
                </a:cubicBezTo>
                <a:cubicBezTo>
                  <a:pt x="606423" y="46280"/>
                  <a:pt x="607473" y="47458"/>
                  <a:pt x="608750" y="48193"/>
                </a:cubicBezTo>
                <a:cubicBezTo>
                  <a:pt x="610028" y="48928"/>
                  <a:pt x="611578" y="49296"/>
                  <a:pt x="613399" y="49296"/>
                </a:cubicBezTo>
                <a:cubicBezTo>
                  <a:pt x="614816" y="49296"/>
                  <a:pt x="616062" y="49068"/>
                  <a:pt x="617137" y="48612"/>
                </a:cubicBezTo>
                <a:cubicBezTo>
                  <a:pt x="618212" y="48156"/>
                  <a:pt x="619136" y="47503"/>
                  <a:pt x="619907" y="46654"/>
                </a:cubicBezTo>
                <a:cubicBezTo>
                  <a:pt x="620679" y="45805"/>
                  <a:pt x="621318" y="44785"/>
                  <a:pt x="621824" y="43593"/>
                </a:cubicBezTo>
                <a:cubicBezTo>
                  <a:pt x="622330" y="42402"/>
                  <a:pt x="622735" y="41084"/>
                  <a:pt x="623038" y="39639"/>
                </a:cubicBezTo>
                <a:cubicBezTo>
                  <a:pt x="623342" y="38194"/>
                  <a:pt x="623551" y="36629"/>
                  <a:pt x="623664" y="34943"/>
                </a:cubicBezTo>
                <a:cubicBezTo>
                  <a:pt x="623778" y="33257"/>
                  <a:pt x="623835" y="31502"/>
                  <a:pt x="623835" y="29678"/>
                </a:cubicBezTo>
                <a:close/>
                <a:moveTo>
                  <a:pt x="651407" y="33509"/>
                </a:moveTo>
                <a:cubicBezTo>
                  <a:pt x="651407" y="36371"/>
                  <a:pt x="651230" y="39202"/>
                  <a:pt x="650876" y="42000"/>
                </a:cubicBezTo>
                <a:cubicBezTo>
                  <a:pt x="650522" y="44799"/>
                  <a:pt x="649991" y="47566"/>
                  <a:pt x="649282" y="50302"/>
                </a:cubicBezTo>
                <a:cubicBezTo>
                  <a:pt x="648574" y="53037"/>
                  <a:pt x="647707" y="55729"/>
                  <a:pt x="646683" y="58375"/>
                </a:cubicBezTo>
                <a:cubicBezTo>
                  <a:pt x="645658" y="61022"/>
                  <a:pt x="644463" y="63637"/>
                  <a:pt x="643097" y="66220"/>
                </a:cubicBezTo>
                <a:cubicBezTo>
                  <a:pt x="643021" y="66347"/>
                  <a:pt x="642907" y="66461"/>
                  <a:pt x="642755" y="66562"/>
                </a:cubicBezTo>
                <a:cubicBezTo>
                  <a:pt x="642603" y="66664"/>
                  <a:pt x="642407" y="66753"/>
                  <a:pt x="642167" y="66829"/>
                </a:cubicBezTo>
                <a:cubicBezTo>
                  <a:pt x="641926" y="66905"/>
                  <a:pt x="641642" y="66955"/>
                  <a:pt x="641313" y="66980"/>
                </a:cubicBezTo>
                <a:cubicBezTo>
                  <a:pt x="640984" y="67006"/>
                  <a:pt x="640592" y="67018"/>
                  <a:pt x="640137" y="67018"/>
                </a:cubicBezTo>
                <a:cubicBezTo>
                  <a:pt x="639479" y="67018"/>
                  <a:pt x="638966" y="66987"/>
                  <a:pt x="638600" y="66924"/>
                </a:cubicBezTo>
                <a:cubicBezTo>
                  <a:pt x="638233" y="66860"/>
                  <a:pt x="637967" y="66759"/>
                  <a:pt x="637803" y="66619"/>
                </a:cubicBezTo>
                <a:cubicBezTo>
                  <a:pt x="637638" y="66480"/>
                  <a:pt x="637562" y="66303"/>
                  <a:pt x="637575" y="66088"/>
                </a:cubicBezTo>
                <a:cubicBezTo>
                  <a:pt x="637588" y="65872"/>
                  <a:pt x="637657" y="65613"/>
                  <a:pt x="637784" y="65308"/>
                </a:cubicBezTo>
                <a:cubicBezTo>
                  <a:pt x="640111" y="60192"/>
                  <a:pt x="641870" y="54956"/>
                  <a:pt x="643059" y="49600"/>
                </a:cubicBezTo>
                <a:cubicBezTo>
                  <a:pt x="644248" y="44243"/>
                  <a:pt x="644842" y="38841"/>
                  <a:pt x="644842" y="33395"/>
                </a:cubicBezTo>
                <a:cubicBezTo>
                  <a:pt x="644842" y="27975"/>
                  <a:pt x="644248" y="22587"/>
                  <a:pt x="643059" y="17230"/>
                </a:cubicBezTo>
                <a:cubicBezTo>
                  <a:pt x="641870" y="11873"/>
                  <a:pt x="640086" y="6649"/>
                  <a:pt x="637708" y="1557"/>
                </a:cubicBezTo>
                <a:cubicBezTo>
                  <a:pt x="637607" y="1329"/>
                  <a:pt x="637569" y="1114"/>
                  <a:pt x="637594" y="912"/>
                </a:cubicBezTo>
                <a:cubicBezTo>
                  <a:pt x="637619" y="710"/>
                  <a:pt x="637733" y="545"/>
                  <a:pt x="637935" y="419"/>
                </a:cubicBezTo>
                <a:cubicBezTo>
                  <a:pt x="638138" y="291"/>
                  <a:pt x="638416" y="190"/>
                  <a:pt x="638770" y="114"/>
                </a:cubicBezTo>
                <a:cubicBezTo>
                  <a:pt x="639125" y="38"/>
                  <a:pt x="639593" y="0"/>
                  <a:pt x="640174" y="0"/>
                </a:cubicBezTo>
                <a:cubicBezTo>
                  <a:pt x="640706" y="0"/>
                  <a:pt x="641148" y="19"/>
                  <a:pt x="641503" y="57"/>
                </a:cubicBezTo>
                <a:cubicBezTo>
                  <a:pt x="641857" y="95"/>
                  <a:pt x="642142" y="152"/>
                  <a:pt x="642357" y="228"/>
                </a:cubicBezTo>
                <a:cubicBezTo>
                  <a:pt x="642572" y="304"/>
                  <a:pt x="642730" y="380"/>
                  <a:pt x="642831" y="457"/>
                </a:cubicBezTo>
                <a:cubicBezTo>
                  <a:pt x="642932" y="532"/>
                  <a:pt x="643008" y="621"/>
                  <a:pt x="643059" y="722"/>
                </a:cubicBezTo>
                <a:cubicBezTo>
                  <a:pt x="645664" y="5914"/>
                  <a:pt x="647707" y="11252"/>
                  <a:pt x="649187" y="16736"/>
                </a:cubicBezTo>
                <a:cubicBezTo>
                  <a:pt x="650667" y="22219"/>
                  <a:pt x="651407" y="27811"/>
                  <a:pt x="651407" y="33509"/>
                </a:cubicBezTo>
                <a:close/>
                <a:moveTo>
                  <a:pt x="678247" y="40947"/>
                </a:moveTo>
                <a:cubicBezTo>
                  <a:pt x="678247" y="39556"/>
                  <a:pt x="678437" y="38234"/>
                  <a:pt x="678817" y="36982"/>
                </a:cubicBezTo>
                <a:cubicBezTo>
                  <a:pt x="679196" y="35729"/>
                  <a:pt x="679791" y="34515"/>
                  <a:pt x="680600" y="33338"/>
                </a:cubicBezTo>
                <a:cubicBezTo>
                  <a:pt x="681410" y="32162"/>
                  <a:pt x="682466" y="31024"/>
                  <a:pt x="683769" y="29923"/>
                </a:cubicBezTo>
                <a:cubicBezTo>
                  <a:pt x="685072" y="28822"/>
                  <a:pt x="686647" y="27716"/>
                  <a:pt x="688494" y="26602"/>
                </a:cubicBezTo>
                <a:cubicBezTo>
                  <a:pt x="687482" y="25236"/>
                  <a:pt x="686615" y="23997"/>
                  <a:pt x="685894" y="22883"/>
                </a:cubicBezTo>
                <a:cubicBezTo>
                  <a:pt x="685173" y="21770"/>
                  <a:pt x="684579" y="20733"/>
                  <a:pt x="684111" y="19772"/>
                </a:cubicBezTo>
                <a:cubicBezTo>
                  <a:pt x="683643" y="18810"/>
                  <a:pt x="683307" y="17893"/>
                  <a:pt x="683105" y="17020"/>
                </a:cubicBezTo>
                <a:cubicBezTo>
                  <a:pt x="682903" y="16147"/>
                  <a:pt x="682801" y="15268"/>
                  <a:pt x="682801" y="14383"/>
                </a:cubicBezTo>
                <a:cubicBezTo>
                  <a:pt x="682801" y="12814"/>
                  <a:pt x="683067" y="11315"/>
                  <a:pt x="683598" y="9886"/>
                </a:cubicBezTo>
                <a:cubicBezTo>
                  <a:pt x="684130" y="8456"/>
                  <a:pt x="684983" y="7191"/>
                  <a:pt x="686160" y="6091"/>
                </a:cubicBezTo>
                <a:cubicBezTo>
                  <a:pt x="687336" y="4990"/>
                  <a:pt x="688848" y="4117"/>
                  <a:pt x="690695" y="3472"/>
                </a:cubicBezTo>
                <a:cubicBezTo>
                  <a:pt x="692542" y="2827"/>
                  <a:pt x="694781" y="2505"/>
                  <a:pt x="697412" y="2505"/>
                </a:cubicBezTo>
                <a:cubicBezTo>
                  <a:pt x="699638" y="2505"/>
                  <a:pt x="701567" y="2745"/>
                  <a:pt x="703199" y="3226"/>
                </a:cubicBezTo>
                <a:cubicBezTo>
                  <a:pt x="704831" y="3706"/>
                  <a:pt x="706184" y="4389"/>
                  <a:pt x="707260" y="5275"/>
                </a:cubicBezTo>
                <a:cubicBezTo>
                  <a:pt x="708335" y="6160"/>
                  <a:pt x="709144" y="7229"/>
                  <a:pt x="709688" y="8482"/>
                </a:cubicBezTo>
                <a:cubicBezTo>
                  <a:pt x="710232" y="9734"/>
                  <a:pt x="710504" y="11132"/>
                  <a:pt x="710504" y="12675"/>
                </a:cubicBezTo>
                <a:cubicBezTo>
                  <a:pt x="710504" y="14168"/>
                  <a:pt x="710264" y="15534"/>
                  <a:pt x="709783" y="16774"/>
                </a:cubicBezTo>
                <a:cubicBezTo>
                  <a:pt x="709303" y="18013"/>
                  <a:pt x="708531" y="19215"/>
                  <a:pt x="707468" y="20379"/>
                </a:cubicBezTo>
                <a:cubicBezTo>
                  <a:pt x="706406" y="21543"/>
                  <a:pt x="705046" y="22700"/>
                  <a:pt x="703389" y="23851"/>
                </a:cubicBezTo>
                <a:cubicBezTo>
                  <a:pt x="701732" y="25002"/>
                  <a:pt x="699727" y="26210"/>
                  <a:pt x="697374" y="27475"/>
                </a:cubicBezTo>
                <a:cubicBezTo>
                  <a:pt x="698234" y="28513"/>
                  <a:pt x="699170" y="29594"/>
                  <a:pt x="700182" y="30720"/>
                </a:cubicBezTo>
                <a:cubicBezTo>
                  <a:pt x="701194" y="31846"/>
                  <a:pt x="702250" y="32978"/>
                  <a:pt x="703351" y="34116"/>
                </a:cubicBezTo>
                <a:cubicBezTo>
                  <a:pt x="704451" y="35255"/>
                  <a:pt x="705577" y="36374"/>
                  <a:pt x="706728" y="37475"/>
                </a:cubicBezTo>
                <a:cubicBezTo>
                  <a:pt x="707879" y="38575"/>
                  <a:pt x="709012" y="39632"/>
                  <a:pt x="710125" y="40644"/>
                </a:cubicBezTo>
                <a:cubicBezTo>
                  <a:pt x="710631" y="39962"/>
                  <a:pt x="711086" y="39186"/>
                  <a:pt x="711491" y="38316"/>
                </a:cubicBezTo>
                <a:cubicBezTo>
                  <a:pt x="711896" y="37445"/>
                  <a:pt x="712250" y="36525"/>
                  <a:pt x="712554" y="35554"/>
                </a:cubicBezTo>
                <a:cubicBezTo>
                  <a:pt x="712857" y="34582"/>
                  <a:pt x="713085" y="33592"/>
                  <a:pt x="713237" y="32583"/>
                </a:cubicBezTo>
                <a:cubicBezTo>
                  <a:pt x="713388" y="31573"/>
                  <a:pt x="713464" y="30552"/>
                  <a:pt x="713464" y="29517"/>
                </a:cubicBezTo>
                <a:lnTo>
                  <a:pt x="713464" y="28155"/>
                </a:lnTo>
                <a:cubicBezTo>
                  <a:pt x="713464" y="27903"/>
                  <a:pt x="713509" y="27695"/>
                  <a:pt x="713597" y="27531"/>
                </a:cubicBezTo>
                <a:cubicBezTo>
                  <a:pt x="713686" y="27367"/>
                  <a:pt x="713831" y="27228"/>
                  <a:pt x="714034" y="27115"/>
                </a:cubicBezTo>
                <a:cubicBezTo>
                  <a:pt x="714236" y="27001"/>
                  <a:pt x="714533" y="26919"/>
                  <a:pt x="714925" y="26868"/>
                </a:cubicBezTo>
                <a:cubicBezTo>
                  <a:pt x="715318" y="26817"/>
                  <a:pt x="715830" y="26792"/>
                  <a:pt x="716462" y="26792"/>
                </a:cubicBezTo>
                <a:cubicBezTo>
                  <a:pt x="717019" y="26792"/>
                  <a:pt x="717493" y="26805"/>
                  <a:pt x="717885" y="26830"/>
                </a:cubicBezTo>
                <a:cubicBezTo>
                  <a:pt x="718278" y="26855"/>
                  <a:pt x="718600" y="26912"/>
                  <a:pt x="718853" y="27001"/>
                </a:cubicBezTo>
                <a:cubicBezTo>
                  <a:pt x="719106" y="27089"/>
                  <a:pt x="719290" y="27227"/>
                  <a:pt x="719403" y="27417"/>
                </a:cubicBezTo>
                <a:cubicBezTo>
                  <a:pt x="719517" y="27606"/>
                  <a:pt x="719574" y="27865"/>
                  <a:pt x="719574" y="28193"/>
                </a:cubicBezTo>
                <a:lnTo>
                  <a:pt x="719574" y="29140"/>
                </a:lnTo>
                <a:cubicBezTo>
                  <a:pt x="719574" y="30554"/>
                  <a:pt x="719454" y="31942"/>
                  <a:pt x="719214" y="33305"/>
                </a:cubicBezTo>
                <a:cubicBezTo>
                  <a:pt x="718973" y="34668"/>
                  <a:pt x="718644" y="36000"/>
                  <a:pt x="718227" y="37301"/>
                </a:cubicBezTo>
                <a:cubicBezTo>
                  <a:pt x="717810" y="38600"/>
                  <a:pt x="717291" y="39844"/>
                  <a:pt x="716671" y="41030"/>
                </a:cubicBezTo>
                <a:cubicBezTo>
                  <a:pt x="716051" y="42217"/>
                  <a:pt x="715362" y="43315"/>
                  <a:pt x="714603" y="44325"/>
                </a:cubicBezTo>
                <a:cubicBezTo>
                  <a:pt x="715741" y="45243"/>
                  <a:pt x="716734" y="46008"/>
                  <a:pt x="717582" y="46620"/>
                </a:cubicBezTo>
                <a:cubicBezTo>
                  <a:pt x="718429" y="47231"/>
                  <a:pt x="719150" y="47729"/>
                  <a:pt x="719745" y="48111"/>
                </a:cubicBezTo>
                <a:cubicBezTo>
                  <a:pt x="720339" y="48494"/>
                  <a:pt x="720833" y="48762"/>
                  <a:pt x="721225" y="48915"/>
                </a:cubicBezTo>
                <a:cubicBezTo>
                  <a:pt x="721617" y="49068"/>
                  <a:pt x="721940" y="49144"/>
                  <a:pt x="722193" y="49144"/>
                </a:cubicBezTo>
                <a:cubicBezTo>
                  <a:pt x="722446" y="49144"/>
                  <a:pt x="722686" y="49132"/>
                  <a:pt x="722914" y="49106"/>
                </a:cubicBezTo>
                <a:cubicBezTo>
                  <a:pt x="723141" y="49081"/>
                  <a:pt x="723325" y="49119"/>
                  <a:pt x="723464" y="49220"/>
                </a:cubicBezTo>
                <a:cubicBezTo>
                  <a:pt x="723603" y="49321"/>
                  <a:pt x="723711" y="49524"/>
                  <a:pt x="723787" y="49827"/>
                </a:cubicBezTo>
                <a:cubicBezTo>
                  <a:pt x="723862" y="50131"/>
                  <a:pt x="723900" y="50599"/>
                  <a:pt x="723900" y="51232"/>
                </a:cubicBezTo>
                <a:cubicBezTo>
                  <a:pt x="723900" y="51864"/>
                  <a:pt x="723888" y="52370"/>
                  <a:pt x="723862" y="52750"/>
                </a:cubicBezTo>
                <a:cubicBezTo>
                  <a:pt x="723837" y="53129"/>
                  <a:pt x="723793" y="53414"/>
                  <a:pt x="723730" y="53603"/>
                </a:cubicBezTo>
                <a:cubicBezTo>
                  <a:pt x="723666" y="53793"/>
                  <a:pt x="723559" y="53951"/>
                  <a:pt x="723407" y="54078"/>
                </a:cubicBezTo>
                <a:cubicBezTo>
                  <a:pt x="723255" y="54204"/>
                  <a:pt x="722977" y="54318"/>
                  <a:pt x="722572" y="54419"/>
                </a:cubicBezTo>
                <a:cubicBezTo>
                  <a:pt x="722167" y="54520"/>
                  <a:pt x="721636" y="54571"/>
                  <a:pt x="720978" y="54571"/>
                </a:cubicBezTo>
                <a:cubicBezTo>
                  <a:pt x="720472" y="54571"/>
                  <a:pt x="719916" y="54482"/>
                  <a:pt x="719309" y="54303"/>
                </a:cubicBezTo>
                <a:cubicBezTo>
                  <a:pt x="718701" y="54125"/>
                  <a:pt x="717993" y="53814"/>
                  <a:pt x="717183" y="53369"/>
                </a:cubicBezTo>
                <a:cubicBezTo>
                  <a:pt x="716374" y="52923"/>
                  <a:pt x="715431" y="52318"/>
                  <a:pt x="714356" y="51554"/>
                </a:cubicBezTo>
                <a:cubicBezTo>
                  <a:pt x="713281" y="50790"/>
                  <a:pt x="712022" y="49822"/>
                  <a:pt x="710580" y="48651"/>
                </a:cubicBezTo>
                <a:cubicBezTo>
                  <a:pt x="709518" y="49511"/>
                  <a:pt x="708398" y="50308"/>
                  <a:pt x="707222" y="51042"/>
                </a:cubicBezTo>
                <a:cubicBezTo>
                  <a:pt x="706045" y="51775"/>
                  <a:pt x="704793" y="52402"/>
                  <a:pt x="703465" y="52920"/>
                </a:cubicBezTo>
                <a:cubicBezTo>
                  <a:pt x="702136" y="53439"/>
                  <a:pt x="700745" y="53844"/>
                  <a:pt x="699290" y="54135"/>
                </a:cubicBezTo>
                <a:cubicBezTo>
                  <a:pt x="697836" y="54426"/>
                  <a:pt x="696261" y="54571"/>
                  <a:pt x="694566" y="54571"/>
                </a:cubicBezTo>
                <a:cubicBezTo>
                  <a:pt x="692972" y="54571"/>
                  <a:pt x="691460" y="54432"/>
                  <a:pt x="690031" y="54154"/>
                </a:cubicBezTo>
                <a:cubicBezTo>
                  <a:pt x="688601" y="53875"/>
                  <a:pt x="687279" y="53477"/>
                  <a:pt x="686065" y="52958"/>
                </a:cubicBezTo>
                <a:cubicBezTo>
                  <a:pt x="684851" y="52440"/>
                  <a:pt x="683763" y="51788"/>
                  <a:pt x="682801" y="51004"/>
                </a:cubicBezTo>
                <a:cubicBezTo>
                  <a:pt x="681840" y="50220"/>
                  <a:pt x="681024" y="49328"/>
                  <a:pt x="680354" y="48328"/>
                </a:cubicBezTo>
                <a:cubicBezTo>
                  <a:pt x="679683" y="47329"/>
                  <a:pt x="679165" y="46210"/>
                  <a:pt x="678798" y="44970"/>
                </a:cubicBezTo>
                <a:cubicBezTo>
                  <a:pt x="678431" y="43730"/>
                  <a:pt x="678247" y="42389"/>
                  <a:pt x="678247" y="40947"/>
                </a:cubicBezTo>
                <a:moveTo>
                  <a:pt x="689442" y="13889"/>
                </a:moveTo>
                <a:cubicBezTo>
                  <a:pt x="689442" y="14573"/>
                  <a:pt x="689537" y="15268"/>
                  <a:pt x="689727" y="15977"/>
                </a:cubicBezTo>
                <a:cubicBezTo>
                  <a:pt x="689917" y="16685"/>
                  <a:pt x="690208" y="17425"/>
                  <a:pt x="690600" y="18197"/>
                </a:cubicBezTo>
                <a:cubicBezTo>
                  <a:pt x="690992" y="18968"/>
                  <a:pt x="691473" y="19797"/>
                  <a:pt x="692042" y="20682"/>
                </a:cubicBezTo>
                <a:cubicBezTo>
                  <a:pt x="692611" y="21568"/>
                  <a:pt x="693288" y="22555"/>
                  <a:pt x="694072" y="23642"/>
                </a:cubicBezTo>
                <a:cubicBezTo>
                  <a:pt x="695919" y="22605"/>
                  <a:pt x="697469" y="21650"/>
                  <a:pt x="698721" y="20777"/>
                </a:cubicBezTo>
                <a:cubicBezTo>
                  <a:pt x="699973" y="19904"/>
                  <a:pt x="700979" y="19063"/>
                  <a:pt x="701738" y="18254"/>
                </a:cubicBezTo>
                <a:cubicBezTo>
                  <a:pt x="702497" y="17444"/>
                  <a:pt x="703047" y="16634"/>
                  <a:pt x="703389" y="15825"/>
                </a:cubicBezTo>
                <a:cubicBezTo>
                  <a:pt x="703730" y="15015"/>
                  <a:pt x="703901" y="14155"/>
                  <a:pt x="703901" y="13244"/>
                </a:cubicBezTo>
                <a:cubicBezTo>
                  <a:pt x="703901" y="12511"/>
                  <a:pt x="703768" y="11809"/>
                  <a:pt x="703503" y="11138"/>
                </a:cubicBezTo>
                <a:cubicBezTo>
                  <a:pt x="703237" y="10468"/>
                  <a:pt x="702813" y="9873"/>
                  <a:pt x="702231" y="9354"/>
                </a:cubicBezTo>
                <a:cubicBezTo>
                  <a:pt x="701649" y="8836"/>
                  <a:pt x="700916" y="8425"/>
                  <a:pt x="700030" y="8121"/>
                </a:cubicBezTo>
                <a:cubicBezTo>
                  <a:pt x="699145" y="7818"/>
                  <a:pt x="698082" y="7666"/>
                  <a:pt x="696843" y="7666"/>
                </a:cubicBezTo>
                <a:cubicBezTo>
                  <a:pt x="695502" y="7666"/>
                  <a:pt x="694370" y="7837"/>
                  <a:pt x="693446" y="8178"/>
                </a:cubicBezTo>
                <a:cubicBezTo>
                  <a:pt x="692523" y="8520"/>
                  <a:pt x="691764" y="8975"/>
                  <a:pt x="691169" y="9544"/>
                </a:cubicBezTo>
                <a:cubicBezTo>
                  <a:pt x="690575" y="10113"/>
                  <a:pt x="690138" y="10778"/>
                  <a:pt x="689860" y="11537"/>
                </a:cubicBezTo>
                <a:cubicBezTo>
                  <a:pt x="689582" y="12296"/>
                  <a:pt x="689442" y="13080"/>
                  <a:pt x="689442" y="13889"/>
                </a:cubicBezTo>
                <a:moveTo>
                  <a:pt x="685040" y="40302"/>
                </a:moveTo>
                <a:cubicBezTo>
                  <a:pt x="685040" y="41618"/>
                  <a:pt x="685262" y="42819"/>
                  <a:pt x="685704" y="43907"/>
                </a:cubicBezTo>
                <a:cubicBezTo>
                  <a:pt x="686147" y="44995"/>
                  <a:pt x="686799" y="45938"/>
                  <a:pt x="687659" y="46735"/>
                </a:cubicBezTo>
                <a:cubicBezTo>
                  <a:pt x="688519" y="47531"/>
                  <a:pt x="689594" y="48151"/>
                  <a:pt x="690885" y="48594"/>
                </a:cubicBezTo>
                <a:cubicBezTo>
                  <a:pt x="692175" y="49037"/>
                  <a:pt x="693667" y="49258"/>
                  <a:pt x="695363" y="49258"/>
                </a:cubicBezTo>
                <a:cubicBezTo>
                  <a:pt x="696400" y="49258"/>
                  <a:pt x="697412" y="49151"/>
                  <a:pt x="698398" y="48936"/>
                </a:cubicBezTo>
                <a:cubicBezTo>
                  <a:pt x="699385" y="48721"/>
                  <a:pt x="700328" y="48430"/>
                  <a:pt x="701226" y="48063"/>
                </a:cubicBezTo>
                <a:cubicBezTo>
                  <a:pt x="702124" y="47696"/>
                  <a:pt x="702978" y="47253"/>
                  <a:pt x="703787" y="46735"/>
                </a:cubicBezTo>
                <a:cubicBezTo>
                  <a:pt x="704597" y="46216"/>
                  <a:pt x="705343" y="45666"/>
                  <a:pt x="706026" y="45084"/>
                </a:cubicBezTo>
                <a:cubicBezTo>
                  <a:pt x="704711" y="43945"/>
                  <a:pt x="703401" y="42763"/>
                  <a:pt x="702099" y="41535"/>
                </a:cubicBezTo>
                <a:cubicBezTo>
                  <a:pt x="700796" y="40308"/>
                  <a:pt x="699537" y="39075"/>
                  <a:pt x="698323" y="37835"/>
                </a:cubicBezTo>
                <a:cubicBezTo>
                  <a:pt x="697108" y="36596"/>
                  <a:pt x="695938" y="35362"/>
                  <a:pt x="694812" y="34135"/>
                </a:cubicBezTo>
                <a:cubicBezTo>
                  <a:pt x="693686" y="32908"/>
                  <a:pt x="692655" y="31713"/>
                  <a:pt x="691719" y="30549"/>
                </a:cubicBezTo>
                <a:cubicBezTo>
                  <a:pt x="690454" y="31359"/>
                  <a:pt x="689398" y="32162"/>
                  <a:pt x="688551" y="32959"/>
                </a:cubicBezTo>
                <a:cubicBezTo>
                  <a:pt x="687703" y="33756"/>
                  <a:pt x="687020" y="34553"/>
                  <a:pt x="686501" y="35350"/>
                </a:cubicBezTo>
                <a:cubicBezTo>
                  <a:pt x="685983" y="36147"/>
                  <a:pt x="685610" y="36950"/>
                  <a:pt x="685382" y="37760"/>
                </a:cubicBezTo>
                <a:cubicBezTo>
                  <a:pt x="685154" y="38569"/>
                  <a:pt x="685040" y="39417"/>
                  <a:pt x="685040" y="40302"/>
                </a:cubicBezTo>
                <a:moveTo>
                  <a:pt x="674149" y="4782"/>
                </a:moveTo>
                <a:lnTo>
                  <a:pt x="674149" y="4782"/>
                </a:lnTo>
                <a:close/>
                <a:moveTo>
                  <a:pt x="801218" y="52939"/>
                </a:moveTo>
                <a:cubicBezTo>
                  <a:pt x="801218" y="53142"/>
                  <a:pt x="801168" y="53312"/>
                  <a:pt x="801067" y="53452"/>
                </a:cubicBezTo>
                <a:cubicBezTo>
                  <a:pt x="800965" y="53591"/>
                  <a:pt x="800801" y="53711"/>
                  <a:pt x="800573" y="53812"/>
                </a:cubicBezTo>
                <a:cubicBezTo>
                  <a:pt x="800346" y="53913"/>
                  <a:pt x="800029" y="53989"/>
                  <a:pt x="799625" y="54040"/>
                </a:cubicBezTo>
                <a:cubicBezTo>
                  <a:pt x="799220" y="54090"/>
                  <a:pt x="798714" y="54116"/>
                  <a:pt x="798107" y="54116"/>
                </a:cubicBezTo>
                <a:cubicBezTo>
                  <a:pt x="797474" y="54116"/>
                  <a:pt x="796955" y="54090"/>
                  <a:pt x="796551" y="54040"/>
                </a:cubicBezTo>
                <a:cubicBezTo>
                  <a:pt x="796146" y="53989"/>
                  <a:pt x="795823" y="53913"/>
                  <a:pt x="795583" y="53812"/>
                </a:cubicBezTo>
                <a:cubicBezTo>
                  <a:pt x="795343" y="53711"/>
                  <a:pt x="795172" y="53591"/>
                  <a:pt x="795071" y="53452"/>
                </a:cubicBezTo>
                <a:cubicBezTo>
                  <a:pt x="794969" y="53312"/>
                  <a:pt x="794919" y="53142"/>
                  <a:pt x="794919" y="52939"/>
                </a:cubicBezTo>
                <a:lnTo>
                  <a:pt x="794919" y="32181"/>
                </a:lnTo>
                <a:cubicBezTo>
                  <a:pt x="794919" y="30739"/>
                  <a:pt x="794792" y="29423"/>
                  <a:pt x="794539" y="28234"/>
                </a:cubicBezTo>
                <a:cubicBezTo>
                  <a:pt x="794286" y="27045"/>
                  <a:pt x="793882" y="26021"/>
                  <a:pt x="793325" y="25160"/>
                </a:cubicBezTo>
                <a:cubicBezTo>
                  <a:pt x="792768" y="24300"/>
                  <a:pt x="792060" y="23642"/>
                  <a:pt x="791200" y="23187"/>
                </a:cubicBezTo>
                <a:cubicBezTo>
                  <a:pt x="790340" y="22732"/>
                  <a:pt x="789328" y="22504"/>
                  <a:pt x="788164" y="22504"/>
                </a:cubicBezTo>
                <a:cubicBezTo>
                  <a:pt x="786722" y="22504"/>
                  <a:pt x="785273" y="23061"/>
                  <a:pt x="783819" y="24174"/>
                </a:cubicBezTo>
                <a:cubicBezTo>
                  <a:pt x="782364" y="25287"/>
                  <a:pt x="780764" y="26919"/>
                  <a:pt x="779018" y="29069"/>
                </a:cubicBezTo>
                <a:lnTo>
                  <a:pt x="779018" y="52939"/>
                </a:lnTo>
                <a:cubicBezTo>
                  <a:pt x="779018" y="53142"/>
                  <a:pt x="778967" y="53312"/>
                  <a:pt x="778866" y="53452"/>
                </a:cubicBezTo>
                <a:cubicBezTo>
                  <a:pt x="778765" y="53591"/>
                  <a:pt x="778594" y="53711"/>
                  <a:pt x="778354" y="53812"/>
                </a:cubicBezTo>
                <a:cubicBezTo>
                  <a:pt x="778114" y="53913"/>
                  <a:pt x="777791" y="53989"/>
                  <a:pt x="777386" y="54040"/>
                </a:cubicBezTo>
                <a:cubicBezTo>
                  <a:pt x="776981" y="54090"/>
                  <a:pt x="776475" y="54116"/>
                  <a:pt x="775868" y="54116"/>
                </a:cubicBezTo>
                <a:cubicBezTo>
                  <a:pt x="775286" y="54116"/>
                  <a:pt x="774787" y="54090"/>
                  <a:pt x="774369" y="54040"/>
                </a:cubicBezTo>
                <a:cubicBezTo>
                  <a:pt x="773952" y="53989"/>
                  <a:pt x="773623" y="53913"/>
                  <a:pt x="773383" y="53812"/>
                </a:cubicBezTo>
                <a:cubicBezTo>
                  <a:pt x="773142" y="53711"/>
                  <a:pt x="772978" y="53591"/>
                  <a:pt x="772889" y="53452"/>
                </a:cubicBezTo>
                <a:cubicBezTo>
                  <a:pt x="772801" y="53312"/>
                  <a:pt x="772756" y="53142"/>
                  <a:pt x="772756" y="52939"/>
                </a:cubicBezTo>
                <a:lnTo>
                  <a:pt x="772756" y="32181"/>
                </a:lnTo>
                <a:cubicBezTo>
                  <a:pt x="772756" y="30739"/>
                  <a:pt x="772617" y="29423"/>
                  <a:pt x="772339" y="28234"/>
                </a:cubicBezTo>
                <a:cubicBezTo>
                  <a:pt x="772061" y="27045"/>
                  <a:pt x="771643" y="26021"/>
                  <a:pt x="771087" y="25160"/>
                </a:cubicBezTo>
                <a:cubicBezTo>
                  <a:pt x="770530" y="24300"/>
                  <a:pt x="769828" y="23642"/>
                  <a:pt x="768980" y="23187"/>
                </a:cubicBezTo>
                <a:cubicBezTo>
                  <a:pt x="768133" y="22732"/>
                  <a:pt x="767127" y="22504"/>
                  <a:pt x="765963" y="22504"/>
                </a:cubicBezTo>
                <a:cubicBezTo>
                  <a:pt x="764521" y="22504"/>
                  <a:pt x="763067" y="23061"/>
                  <a:pt x="761599" y="24174"/>
                </a:cubicBezTo>
                <a:cubicBezTo>
                  <a:pt x="760132" y="25287"/>
                  <a:pt x="758538" y="26919"/>
                  <a:pt x="756818" y="29069"/>
                </a:cubicBezTo>
                <a:lnTo>
                  <a:pt x="756818" y="52939"/>
                </a:lnTo>
                <a:cubicBezTo>
                  <a:pt x="756818" y="53142"/>
                  <a:pt x="756767" y="53312"/>
                  <a:pt x="756666" y="53452"/>
                </a:cubicBezTo>
                <a:cubicBezTo>
                  <a:pt x="756565" y="53591"/>
                  <a:pt x="756400" y="53711"/>
                  <a:pt x="756173" y="53812"/>
                </a:cubicBezTo>
                <a:cubicBezTo>
                  <a:pt x="755945" y="53913"/>
                  <a:pt x="755629" y="53989"/>
                  <a:pt x="755224" y="54040"/>
                </a:cubicBezTo>
                <a:cubicBezTo>
                  <a:pt x="754819" y="54090"/>
                  <a:pt x="754300" y="54116"/>
                  <a:pt x="753668" y="54116"/>
                </a:cubicBezTo>
                <a:cubicBezTo>
                  <a:pt x="753061" y="54116"/>
                  <a:pt x="752555" y="54090"/>
                  <a:pt x="752150" y="54040"/>
                </a:cubicBezTo>
                <a:cubicBezTo>
                  <a:pt x="751745" y="53989"/>
                  <a:pt x="751423" y="53913"/>
                  <a:pt x="751182" y="53812"/>
                </a:cubicBezTo>
                <a:cubicBezTo>
                  <a:pt x="750942" y="53711"/>
                  <a:pt x="750777" y="53591"/>
                  <a:pt x="750689" y="53452"/>
                </a:cubicBezTo>
                <a:cubicBezTo>
                  <a:pt x="750600" y="53312"/>
                  <a:pt x="750556" y="53142"/>
                  <a:pt x="750556" y="52939"/>
                </a:cubicBezTo>
                <a:lnTo>
                  <a:pt x="750556" y="18785"/>
                </a:lnTo>
                <a:cubicBezTo>
                  <a:pt x="750556" y="18583"/>
                  <a:pt x="750594" y="18412"/>
                  <a:pt x="750670" y="18273"/>
                </a:cubicBezTo>
                <a:cubicBezTo>
                  <a:pt x="750746" y="18133"/>
                  <a:pt x="750898" y="18007"/>
                  <a:pt x="751125" y="17893"/>
                </a:cubicBezTo>
                <a:cubicBezTo>
                  <a:pt x="751353" y="17779"/>
                  <a:pt x="751644" y="17703"/>
                  <a:pt x="751998" y="17665"/>
                </a:cubicBezTo>
                <a:cubicBezTo>
                  <a:pt x="752352" y="17627"/>
                  <a:pt x="752820" y="17608"/>
                  <a:pt x="753402" y="17608"/>
                </a:cubicBezTo>
                <a:cubicBezTo>
                  <a:pt x="753959" y="17608"/>
                  <a:pt x="754421" y="17627"/>
                  <a:pt x="754787" y="17665"/>
                </a:cubicBezTo>
                <a:cubicBezTo>
                  <a:pt x="755154" y="17703"/>
                  <a:pt x="755439" y="17779"/>
                  <a:pt x="755641" y="17893"/>
                </a:cubicBezTo>
                <a:cubicBezTo>
                  <a:pt x="755844" y="18007"/>
                  <a:pt x="755989" y="18133"/>
                  <a:pt x="756078" y="18273"/>
                </a:cubicBezTo>
                <a:cubicBezTo>
                  <a:pt x="756166" y="18412"/>
                  <a:pt x="756211" y="18583"/>
                  <a:pt x="756211" y="18785"/>
                </a:cubicBezTo>
                <a:lnTo>
                  <a:pt x="756211" y="23301"/>
                </a:lnTo>
                <a:cubicBezTo>
                  <a:pt x="758133" y="21150"/>
                  <a:pt x="759999" y="19576"/>
                  <a:pt x="761808" y="18576"/>
                </a:cubicBezTo>
                <a:cubicBezTo>
                  <a:pt x="763617" y="17577"/>
                  <a:pt x="765445" y="17077"/>
                  <a:pt x="767292" y="17077"/>
                </a:cubicBezTo>
                <a:cubicBezTo>
                  <a:pt x="768708" y="17077"/>
                  <a:pt x="769980" y="17242"/>
                  <a:pt x="771106" y="17571"/>
                </a:cubicBezTo>
                <a:cubicBezTo>
                  <a:pt x="772231" y="17899"/>
                  <a:pt x="773224" y="18361"/>
                  <a:pt x="774085" y="18956"/>
                </a:cubicBezTo>
                <a:cubicBezTo>
                  <a:pt x="774945" y="19550"/>
                  <a:pt x="775679" y="20259"/>
                  <a:pt x="776286" y="21081"/>
                </a:cubicBezTo>
                <a:cubicBezTo>
                  <a:pt x="776893" y="21903"/>
                  <a:pt x="777399" y="22820"/>
                  <a:pt x="777804" y="23832"/>
                </a:cubicBezTo>
                <a:cubicBezTo>
                  <a:pt x="778942" y="22592"/>
                  <a:pt x="780024" y="21543"/>
                  <a:pt x="781048" y="20682"/>
                </a:cubicBezTo>
                <a:cubicBezTo>
                  <a:pt x="782073" y="19822"/>
                  <a:pt x="783060" y="19126"/>
                  <a:pt x="784008" y="18595"/>
                </a:cubicBezTo>
                <a:cubicBezTo>
                  <a:pt x="784957" y="18064"/>
                  <a:pt x="785881" y="17678"/>
                  <a:pt x="786779" y="17438"/>
                </a:cubicBezTo>
                <a:cubicBezTo>
                  <a:pt x="787677" y="17197"/>
                  <a:pt x="788581" y="17077"/>
                  <a:pt x="789492" y="17077"/>
                </a:cubicBezTo>
                <a:cubicBezTo>
                  <a:pt x="791693" y="17077"/>
                  <a:pt x="793540" y="17463"/>
                  <a:pt x="795033" y="18235"/>
                </a:cubicBezTo>
                <a:cubicBezTo>
                  <a:pt x="796525" y="19006"/>
                  <a:pt x="797733" y="20037"/>
                  <a:pt x="798657" y="21328"/>
                </a:cubicBezTo>
                <a:cubicBezTo>
                  <a:pt x="799580" y="22618"/>
                  <a:pt x="800238" y="24129"/>
                  <a:pt x="800630" y="25862"/>
                </a:cubicBezTo>
                <a:cubicBezTo>
                  <a:pt x="801022" y="27595"/>
                  <a:pt x="801218" y="29423"/>
                  <a:pt x="801218" y="31346"/>
                </a:cubicBezTo>
                <a:lnTo>
                  <a:pt x="801218" y="52939"/>
                </a:lnTo>
                <a:close/>
                <a:moveTo>
                  <a:pt x="821608" y="49770"/>
                </a:moveTo>
                <a:cubicBezTo>
                  <a:pt x="821608" y="51575"/>
                  <a:pt x="821311" y="52775"/>
                  <a:pt x="820716" y="53372"/>
                </a:cubicBezTo>
                <a:cubicBezTo>
                  <a:pt x="820122" y="53969"/>
                  <a:pt x="819040" y="54267"/>
                  <a:pt x="817472" y="54267"/>
                </a:cubicBezTo>
                <a:cubicBezTo>
                  <a:pt x="815954" y="54267"/>
                  <a:pt x="814904" y="53975"/>
                  <a:pt x="814322" y="53391"/>
                </a:cubicBezTo>
                <a:cubicBezTo>
                  <a:pt x="813740" y="52807"/>
                  <a:pt x="813449" y="51638"/>
                  <a:pt x="813449" y="49884"/>
                </a:cubicBezTo>
                <a:cubicBezTo>
                  <a:pt x="813449" y="48080"/>
                  <a:pt x="813746" y="46880"/>
                  <a:pt x="814341" y="46283"/>
                </a:cubicBezTo>
                <a:cubicBezTo>
                  <a:pt x="814935" y="45686"/>
                  <a:pt x="816017" y="45387"/>
                  <a:pt x="817586" y="45387"/>
                </a:cubicBezTo>
                <a:cubicBezTo>
                  <a:pt x="819104" y="45387"/>
                  <a:pt x="820153" y="45679"/>
                  <a:pt x="820735" y="46264"/>
                </a:cubicBezTo>
                <a:cubicBezTo>
                  <a:pt x="821317" y="46848"/>
                  <a:pt x="821608" y="48017"/>
                  <a:pt x="821608" y="49770"/>
                </a:cubicBezTo>
                <a:close/>
                <a:moveTo>
                  <a:pt x="859233" y="51042"/>
                </a:moveTo>
                <a:cubicBezTo>
                  <a:pt x="859233" y="51548"/>
                  <a:pt x="859208" y="51972"/>
                  <a:pt x="859157" y="52313"/>
                </a:cubicBezTo>
                <a:cubicBezTo>
                  <a:pt x="859107" y="52655"/>
                  <a:pt x="859025" y="52946"/>
                  <a:pt x="858911" y="53186"/>
                </a:cubicBezTo>
                <a:cubicBezTo>
                  <a:pt x="858797" y="53426"/>
                  <a:pt x="858658" y="53603"/>
                  <a:pt x="858493" y="53717"/>
                </a:cubicBezTo>
                <a:cubicBezTo>
                  <a:pt x="858329" y="53831"/>
                  <a:pt x="858133" y="53888"/>
                  <a:pt x="857905" y="53888"/>
                </a:cubicBezTo>
                <a:lnTo>
                  <a:pt x="836198" y="53888"/>
                </a:lnTo>
                <a:cubicBezTo>
                  <a:pt x="835616" y="53888"/>
                  <a:pt x="835066" y="53692"/>
                  <a:pt x="834547" y="53300"/>
                </a:cubicBezTo>
                <a:cubicBezTo>
                  <a:pt x="834029" y="52908"/>
                  <a:pt x="833769" y="52218"/>
                  <a:pt x="833769" y="51232"/>
                </a:cubicBezTo>
                <a:lnTo>
                  <a:pt x="833769" y="5768"/>
                </a:lnTo>
                <a:cubicBezTo>
                  <a:pt x="833769" y="5566"/>
                  <a:pt x="833820" y="5389"/>
                  <a:pt x="833921" y="5237"/>
                </a:cubicBezTo>
                <a:cubicBezTo>
                  <a:pt x="834022" y="5085"/>
                  <a:pt x="834199" y="4965"/>
                  <a:pt x="834452" y="4876"/>
                </a:cubicBezTo>
                <a:cubicBezTo>
                  <a:pt x="834705" y="4788"/>
                  <a:pt x="835047" y="4712"/>
                  <a:pt x="835477" y="4649"/>
                </a:cubicBezTo>
                <a:cubicBezTo>
                  <a:pt x="835907" y="4586"/>
                  <a:pt x="836426" y="4554"/>
                  <a:pt x="837033" y="4554"/>
                </a:cubicBezTo>
                <a:cubicBezTo>
                  <a:pt x="837665" y="4554"/>
                  <a:pt x="838190" y="4586"/>
                  <a:pt x="838608" y="4649"/>
                </a:cubicBezTo>
                <a:cubicBezTo>
                  <a:pt x="839025" y="4712"/>
                  <a:pt x="839361" y="4788"/>
                  <a:pt x="839614" y="4876"/>
                </a:cubicBezTo>
                <a:cubicBezTo>
                  <a:pt x="839867" y="4965"/>
                  <a:pt x="840044" y="5085"/>
                  <a:pt x="840145" y="5237"/>
                </a:cubicBezTo>
                <a:cubicBezTo>
                  <a:pt x="840246" y="5389"/>
                  <a:pt x="840297" y="5566"/>
                  <a:pt x="840297" y="5768"/>
                </a:cubicBezTo>
                <a:lnTo>
                  <a:pt x="840297" y="48234"/>
                </a:lnTo>
                <a:lnTo>
                  <a:pt x="857905" y="48234"/>
                </a:lnTo>
                <a:cubicBezTo>
                  <a:pt x="858133" y="48234"/>
                  <a:pt x="858329" y="48290"/>
                  <a:pt x="858493" y="48404"/>
                </a:cubicBezTo>
                <a:cubicBezTo>
                  <a:pt x="858658" y="48518"/>
                  <a:pt x="858797" y="48683"/>
                  <a:pt x="858911" y="48898"/>
                </a:cubicBezTo>
                <a:cubicBezTo>
                  <a:pt x="859025" y="49113"/>
                  <a:pt x="859107" y="49397"/>
                  <a:pt x="859157" y="49752"/>
                </a:cubicBezTo>
                <a:cubicBezTo>
                  <a:pt x="859208" y="50106"/>
                  <a:pt x="859233" y="50536"/>
                  <a:pt x="859233" y="51042"/>
                </a:cubicBezTo>
                <a:close/>
                <a:moveTo>
                  <a:pt x="871890" y="52939"/>
                </a:moveTo>
                <a:cubicBezTo>
                  <a:pt x="871890" y="53142"/>
                  <a:pt x="871840" y="53312"/>
                  <a:pt x="871738" y="53452"/>
                </a:cubicBezTo>
                <a:cubicBezTo>
                  <a:pt x="871637" y="53591"/>
                  <a:pt x="871473" y="53711"/>
                  <a:pt x="871245" y="53812"/>
                </a:cubicBezTo>
                <a:cubicBezTo>
                  <a:pt x="871017" y="53913"/>
                  <a:pt x="870701" y="53989"/>
                  <a:pt x="870296" y="54040"/>
                </a:cubicBezTo>
                <a:cubicBezTo>
                  <a:pt x="869892" y="54090"/>
                  <a:pt x="869373" y="54116"/>
                  <a:pt x="868740" y="54116"/>
                </a:cubicBezTo>
                <a:cubicBezTo>
                  <a:pt x="868133" y="54116"/>
                  <a:pt x="867627" y="54090"/>
                  <a:pt x="867222" y="54040"/>
                </a:cubicBezTo>
                <a:cubicBezTo>
                  <a:pt x="866818" y="53989"/>
                  <a:pt x="866495" y="53913"/>
                  <a:pt x="866255" y="53812"/>
                </a:cubicBezTo>
                <a:cubicBezTo>
                  <a:pt x="866014" y="53711"/>
                  <a:pt x="865850" y="53591"/>
                  <a:pt x="865761" y="53452"/>
                </a:cubicBezTo>
                <a:cubicBezTo>
                  <a:pt x="865673" y="53312"/>
                  <a:pt x="865629" y="53142"/>
                  <a:pt x="865629" y="52939"/>
                </a:cubicBezTo>
                <a:lnTo>
                  <a:pt x="865629" y="18785"/>
                </a:lnTo>
                <a:cubicBezTo>
                  <a:pt x="865629" y="18608"/>
                  <a:pt x="865673" y="18443"/>
                  <a:pt x="865761" y="18292"/>
                </a:cubicBezTo>
                <a:cubicBezTo>
                  <a:pt x="865850" y="18140"/>
                  <a:pt x="866014" y="18013"/>
                  <a:pt x="866255" y="17912"/>
                </a:cubicBezTo>
                <a:cubicBezTo>
                  <a:pt x="866495" y="17811"/>
                  <a:pt x="866818" y="17735"/>
                  <a:pt x="867222" y="17684"/>
                </a:cubicBezTo>
                <a:cubicBezTo>
                  <a:pt x="867627" y="17634"/>
                  <a:pt x="868133" y="17608"/>
                  <a:pt x="868740" y="17608"/>
                </a:cubicBezTo>
                <a:cubicBezTo>
                  <a:pt x="869373" y="17608"/>
                  <a:pt x="869892" y="17634"/>
                  <a:pt x="870296" y="17684"/>
                </a:cubicBezTo>
                <a:cubicBezTo>
                  <a:pt x="870701" y="17735"/>
                  <a:pt x="871017" y="17811"/>
                  <a:pt x="871245" y="17912"/>
                </a:cubicBezTo>
                <a:cubicBezTo>
                  <a:pt x="871473" y="18013"/>
                  <a:pt x="871637" y="18140"/>
                  <a:pt x="871738" y="18292"/>
                </a:cubicBezTo>
                <a:cubicBezTo>
                  <a:pt x="871840" y="18443"/>
                  <a:pt x="871890" y="18608"/>
                  <a:pt x="871890" y="18785"/>
                </a:cubicBezTo>
                <a:lnTo>
                  <a:pt x="871890" y="52939"/>
                </a:lnTo>
                <a:moveTo>
                  <a:pt x="872611" y="7210"/>
                </a:moveTo>
                <a:cubicBezTo>
                  <a:pt x="872611" y="8678"/>
                  <a:pt x="872333" y="9677"/>
                  <a:pt x="871776" y="10208"/>
                </a:cubicBezTo>
                <a:cubicBezTo>
                  <a:pt x="871220" y="10740"/>
                  <a:pt x="870195" y="11005"/>
                  <a:pt x="868702" y="11005"/>
                </a:cubicBezTo>
                <a:cubicBezTo>
                  <a:pt x="867235" y="11005"/>
                  <a:pt x="866229" y="10746"/>
                  <a:pt x="865685" y="10227"/>
                </a:cubicBezTo>
                <a:cubicBezTo>
                  <a:pt x="865142" y="9709"/>
                  <a:pt x="864870" y="8728"/>
                  <a:pt x="864870" y="7286"/>
                </a:cubicBezTo>
                <a:cubicBezTo>
                  <a:pt x="864870" y="5819"/>
                  <a:pt x="865148" y="4820"/>
                  <a:pt x="865704" y="4288"/>
                </a:cubicBezTo>
                <a:cubicBezTo>
                  <a:pt x="866261" y="3757"/>
                  <a:pt x="867286" y="3491"/>
                  <a:pt x="868778" y="3491"/>
                </a:cubicBezTo>
                <a:cubicBezTo>
                  <a:pt x="870246" y="3491"/>
                  <a:pt x="871251" y="3751"/>
                  <a:pt x="871795" y="4269"/>
                </a:cubicBezTo>
                <a:cubicBezTo>
                  <a:pt x="872339" y="4788"/>
                  <a:pt x="872611" y="5768"/>
                  <a:pt x="872611" y="7210"/>
                </a:cubicBezTo>
                <a:close/>
                <a:moveTo>
                  <a:pt x="913474" y="52939"/>
                </a:moveTo>
                <a:cubicBezTo>
                  <a:pt x="913474" y="53142"/>
                  <a:pt x="913424" y="53312"/>
                  <a:pt x="913323" y="53452"/>
                </a:cubicBezTo>
                <a:cubicBezTo>
                  <a:pt x="913222" y="53591"/>
                  <a:pt x="913057" y="53711"/>
                  <a:pt x="912829" y="53812"/>
                </a:cubicBezTo>
                <a:cubicBezTo>
                  <a:pt x="912602" y="53913"/>
                  <a:pt x="912285" y="53989"/>
                  <a:pt x="911881" y="54040"/>
                </a:cubicBezTo>
                <a:cubicBezTo>
                  <a:pt x="911476" y="54090"/>
                  <a:pt x="910970" y="54116"/>
                  <a:pt x="910363" y="54116"/>
                </a:cubicBezTo>
                <a:cubicBezTo>
                  <a:pt x="909730" y="54116"/>
                  <a:pt x="909212" y="54090"/>
                  <a:pt x="908807" y="54040"/>
                </a:cubicBezTo>
                <a:cubicBezTo>
                  <a:pt x="908402" y="53989"/>
                  <a:pt x="908086" y="53913"/>
                  <a:pt x="907858" y="53812"/>
                </a:cubicBezTo>
                <a:cubicBezTo>
                  <a:pt x="907630" y="53711"/>
                  <a:pt x="907466" y="53591"/>
                  <a:pt x="907365" y="53452"/>
                </a:cubicBezTo>
                <a:cubicBezTo>
                  <a:pt x="907263" y="53312"/>
                  <a:pt x="907213" y="53142"/>
                  <a:pt x="907213" y="52939"/>
                </a:cubicBezTo>
                <a:lnTo>
                  <a:pt x="907213" y="32940"/>
                </a:lnTo>
                <a:cubicBezTo>
                  <a:pt x="907213" y="30992"/>
                  <a:pt x="907061" y="29423"/>
                  <a:pt x="906757" y="28234"/>
                </a:cubicBezTo>
                <a:cubicBezTo>
                  <a:pt x="906454" y="27045"/>
                  <a:pt x="906011" y="26021"/>
                  <a:pt x="905429" y="25160"/>
                </a:cubicBezTo>
                <a:cubicBezTo>
                  <a:pt x="904847" y="24300"/>
                  <a:pt x="904095" y="23642"/>
                  <a:pt x="903171" y="23187"/>
                </a:cubicBezTo>
                <a:cubicBezTo>
                  <a:pt x="902248" y="22732"/>
                  <a:pt x="901179" y="22504"/>
                  <a:pt x="899965" y="22504"/>
                </a:cubicBezTo>
                <a:cubicBezTo>
                  <a:pt x="898396" y="22504"/>
                  <a:pt x="896827" y="23061"/>
                  <a:pt x="895259" y="24174"/>
                </a:cubicBezTo>
                <a:cubicBezTo>
                  <a:pt x="893690" y="25287"/>
                  <a:pt x="892046" y="26919"/>
                  <a:pt x="890325" y="29069"/>
                </a:cubicBezTo>
                <a:lnTo>
                  <a:pt x="890325" y="52939"/>
                </a:lnTo>
                <a:cubicBezTo>
                  <a:pt x="890325" y="53142"/>
                  <a:pt x="890275" y="53312"/>
                  <a:pt x="890174" y="53452"/>
                </a:cubicBezTo>
                <a:cubicBezTo>
                  <a:pt x="890072" y="53591"/>
                  <a:pt x="889908" y="53711"/>
                  <a:pt x="889680" y="53812"/>
                </a:cubicBezTo>
                <a:cubicBezTo>
                  <a:pt x="889453" y="53913"/>
                  <a:pt x="889136" y="53989"/>
                  <a:pt x="888732" y="54040"/>
                </a:cubicBezTo>
                <a:cubicBezTo>
                  <a:pt x="888327" y="54090"/>
                  <a:pt x="887808" y="54116"/>
                  <a:pt x="887176" y="54116"/>
                </a:cubicBezTo>
                <a:cubicBezTo>
                  <a:pt x="886568" y="54116"/>
                  <a:pt x="886062" y="54090"/>
                  <a:pt x="885658" y="54040"/>
                </a:cubicBezTo>
                <a:cubicBezTo>
                  <a:pt x="885253" y="53989"/>
                  <a:pt x="884930" y="53913"/>
                  <a:pt x="884690" y="53812"/>
                </a:cubicBezTo>
                <a:cubicBezTo>
                  <a:pt x="884450" y="53711"/>
                  <a:pt x="884285" y="53591"/>
                  <a:pt x="884197" y="53452"/>
                </a:cubicBezTo>
                <a:cubicBezTo>
                  <a:pt x="884108" y="53312"/>
                  <a:pt x="884064" y="53142"/>
                  <a:pt x="884064" y="52939"/>
                </a:cubicBezTo>
                <a:lnTo>
                  <a:pt x="884064" y="18785"/>
                </a:lnTo>
                <a:cubicBezTo>
                  <a:pt x="884064" y="18583"/>
                  <a:pt x="884102" y="18412"/>
                  <a:pt x="884178" y="18273"/>
                </a:cubicBezTo>
                <a:cubicBezTo>
                  <a:pt x="884254" y="18133"/>
                  <a:pt x="884405" y="18007"/>
                  <a:pt x="884633" y="17893"/>
                </a:cubicBezTo>
                <a:cubicBezTo>
                  <a:pt x="884861" y="17779"/>
                  <a:pt x="885152" y="17703"/>
                  <a:pt x="885506" y="17665"/>
                </a:cubicBezTo>
                <a:cubicBezTo>
                  <a:pt x="885860" y="17627"/>
                  <a:pt x="886328" y="17608"/>
                  <a:pt x="886910" y="17608"/>
                </a:cubicBezTo>
                <a:cubicBezTo>
                  <a:pt x="887467" y="17608"/>
                  <a:pt x="887928" y="17627"/>
                  <a:pt x="888295" y="17665"/>
                </a:cubicBezTo>
                <a:cubicBezTo>
                  <a:pt x="888662" y="17703"/>
                  <a:pt x="888947" y="17779"/>
                  <a:pt x="889149" y="17893"/>
                </a:cubicBezTo>
                <a:cubicBezTo>
                  <a:pt x="889351" y="18007"/>
                  <a:pt x="889497" y="18133"/>
                  <a:pt x="889585" y="18273"/>
                </a:cubicBezTo>
                <a:cubicBezTo>
                  <a:pt x="889674" y="18412"/>
                  <a:pt x="889718" y="18583"/>
                  <a:pt x="889718" y="18785"/>
                </a:cubicBezTo>
                <a:lnTo>
                  <a:pt x="889718" y="23301"/>
                </a:lnTo>
                <a:cubicBezTo>
                  <a:pt x="891641" y="21150"/>
                  <a:pt x="893557" y="19576"/>
                  <a:pt x="895468" y="18576"/>
                </a:cubicBezTo>
                <a:cubicBezTo>
                  <a:pt x="897378" y="17577"/>
                  <a:pt x="899307" y="17077"/>
                  <a:pt x="901255" y="17077"/>
                </a:cubicBezTo>
                <a:cubicBezTo>
                  <a:pt x="903532" y="17077"/>
                  <a:pt x="905448" y="17463"/>
                  <a:pt x="907004" y="18235"/>
                </a:cubicBezTo>
                <a:cubicBezTo>
                  <a:pt x="908560" y="19006"/>
                  <a:pt x="909819" y="20037"/>
                  <a:pt x="910780" y="21328"/>
                </a:cubicBezTo>
                <a:cubicBezTo>
                  <a:pt x="911741" y="22618"/>
                  <a:pt x="912431" y="24129"/>
                  <a:pt x="912848" y="25862"/>
                </a:cubicBezTo>
                <a:cubicBezTo>
                  <a:pt x="913266" y="27595"/>
                  <a:pt x="913474" y="29676"/>
                  <a:pt x="913474" y="32105"/>
                </a:cubicBezTo>
                <a:lnTo>
                  <a:pt x="913474" y="52939"/>
                </a:lnTo>
                <a:close/>
                <a:moveTo>
                  <a:pt x="954494" y="34382"/>
                </a:moveTo>
                <a:cubicBezTo>
                  <a:pt x="954494" y="35369"/>
                  <a:pt x="954247" y="36071"/>
                  <a:pt x="953754" y="36488"/>
                </a:cubicBezTo>
                <a:cubicBezTo>
                  <a:pt x="953260" y="36906"/>
                  <a:pt x="952697" y="37114"/>
                  <a:pt x="952065" y="37114"/>
                </a:cubicBezTo>
                <a:lnTo>
                  <a:pt x="929675" y="37114"/>
                </a:lnTo>
                <a:cubicBezTo>
                  <a:pt x="929675" y="39017"/>
                  <a:pt x="929865" y="40730"/>
                  <a:pt x="930244" y="42253"/>
                </a:cubicBezTo>
                <a:cubicBezTo>
                  <a:pt x="930624" y="43776"/>
                  <a:pt x="931256" y="45083"/>
                  <a:pt x="932142" y="46174"/>
                </a:cubicBezTo>
                <a:cubicBezTo>
                  <a:pt x="933027" y="47265"/>
                  <a:pt x="934178" y="48102"/>
                  <a:pt x="935595" y="48687"/>
                </a:cubicBezTo>
                <a:cubicBezTo>
                  <a:pt x="937012" y="49270"/>
                  <a:pt x="938745" y="49562"/>
                  <a:pt x="940794" y="49562"/>
                </a:cubicBezTo>
                <a:cubicBezTo>
                  <a:pt x="942413" y="49562"/>
                  <a:pt x="943855" y="49429"/>
                  <a:pt x="945120" y="49163"/>
                </a:cubicBezTo>
                <a:cubicBezTo>
                  <a:pt x="946385" y="48898"/>
                  <a:pt x="947479" y="48600"/>
                  <a:pt x="948403" y="48271"/>
                </a:cubicBezTo>
                <a:cubicBezTo>
                  <a:pt x="949326" y="47943"/>
                  <a:pt x="950085" y="47645"/>
                  <a:pt x="950680" y="47380"/>
                </a:cubicBezTo>
                <a:cubicBezTo>
                  <a:pt x="951274" y="47114"/>
                  <a:pt x="951723" y="46981"/>
                  <a:pt x="952027" y="46981"/>
                </a:cubicBezTo>
                <a:cubicBezTo>
                  <a:pt x="952204" y="46981"/>
                  <a:pt x="952362" y="47025"/>
                  <a:pt x="952501" y="47114"/>
                </a:cubicBezTo>
                <a:cubicBezTo>
                  <a:pt x="952641" y="47203"/>
                  <a:pt x="952748" y="47335"/>
                  <a:pt x="952824" y="47513"/>
                </a:cubicBezTo>
                <a:cubicBezTo>
                  <a:pt x="952900" y="47690"/>
                  <a:pt x="952957" y="47936"/>
                  <a:pt x="952995" y="48253"/>
                </a:cubicBezTo>
                <a:cubicBezTo>
                  <a:pt x="953033" y="48569"/>
                  <a:pt x="953052" y="48955"/>
                  <a:pt x="953052" y="49410"/>
                </a:cubicBezTo>
                <a:cubicBezTo>
                  <a:pt x="953052" y="49739"/>
                  <a:pt x="953039" y="50023"/>
                  <a:pt x="953014" y="50264"/>
                </a:cubicBezTo>
                <a:cubicBezTo>
                  <a:pt x="952988" y="50504"/>
                  <a:pt x="952957" y="50719"/>
                  <a:pt x="952919" y="50909"/>
                </a:cubicBezTo>
                <a:cubicBezTo>
                  <a:pt x="952881" y="51099"/>
                  <a:pt x="952818" y="51269"/>
                  <a:pt x="952729" y="51421"/>
                </a:cubicBezTo>
                <a:cubicBezTo>
                  <a:pt x="952641" y="51573"/>
                  <a:pt x="952527" y="51719"/>
                  <a:pt x="952388" y="51858"/>
                </a:cubicBezTo>
                <a:cubicBezTo>
                  <a:pt x="952248" y="51997"/>
                  <a:pt x="951837" y="52225"/>
                  <a:pt x="951154" y="52541"/>
                </a:cubicBezTo>
                <a:cubicBezTo>
                  <a:pt x="950471" y="52857"/>
                  <a:pt x="949586" y="53167"/>
                  <a:pt x="948498" y="53471"/>
                </a:cubicBezTo>
                <a:cubicBezTo>
                  <a:pt x="947410" y="53774"/>
                  <a:pt x="946151" y="54046"/>
                  <a:pt x="944722" y="54286"/>
                </a:cubicBezTo>
                <a:cubicBezTo>
                  <a:pt x="943292" y="54527"/>
                  <a:pt x="941768" y="54647"/>
                  <a:pt x="940149" y="54647"/>
                </a:cubicBezTo>
                <a:cubicBezTo>
                  <a:pt x="937341" y="54647"/>
                  <a:pt x="934880" y="54254"/>
                  <a:pt x="932768" y="53469"/>
                </a:cubicBezTo>
                <a:cubicBezTo>
                  <a:pt x="930655" y="52684"/>
                  <a:pt x="928878" y="51519"/>
                  <a:pt x="927436" y="49974"/>
                </a:cubicBezTo>
                <a:cubicBezTo>
                  <a:pt x="925994" y="48430"/>
                  <a:pt x="924906" y="46492"/>
                  <a:pt x="924172" y="44162"/>
                </a:cubicBezTo>
                <a:cubicBezTo>
                  <a:pt x="923439" y="41832"/>
                  <a:pt x="923072" y="39123"/>
                  <a:pt x="923072" y="36033"/>
                </a:cubicBezTo>
                <a:cubicBezTo>
                  <a:pt x="923072" y="33095"/>
                  <a:pt x="923451" y="30455"/>
                  <a:pt x="924210" y="28112"/>
                </a:cubicBezTo>
                <a:cubicBezTo>
                  <a:pt x="924969" y="25770"/>
                  <a:pt x="926063" y="23782"/>
                  <a:pt x="927493" y="22148"/>
                </a:cubicBezTo>
                <a:cubicBezTo>
                  <a:pt x="928922" y="20515"/>
                  <a:pt x="930649" y="19261"/>
                  <a:pt x="932673" y="18388"/>
                </a:cubicBezTo>
                <a:cubicBezTo>
                  <a:pt x="934697" y="17514"/>
                  <a:pt x="936961" y="17077"/>
                  <a:pt x="939466" y="17077"/>
                </a:cubicBezTo>
                <a:cubicBezTo>
                  <a:pt x="942148" y="17077"/>
                  <a:pt x="944431" y="17507"/>
                  <a:pt x="946316" y="18367"/>
                </a:cubicBezTo>
                <a:cubicBezTo>
                  <a:pt x="948200" y="19228"/>
                  <a:pt x="949750" y="20385"/>
                  <a:pt x="950964" y="21840"/>
                </a:cubicBezTo>
                <a:cubicBezTo>
                  <a:pt x="952179" y="23295"/>
                  <a:pt x="953071" y="25002"/>
                  <a:pt x="953640" y="26963"/>
                </a:cubicBezTo>
                <a:cubicBezTo>
                  <a:pt x="954209" y="28924"/>
                  <a:pt x="954494" y="31017"/>
                  <a:pt x="954494" y="33244"/>
                </a:cubicBezTo>
                <a:lnTo>
                  <a:pt x="954494" y="34382"/>
                </a:lnTo>
                <a:moveTo>
                  <a:pt x="948194" y="32523"/>
                </a:moveTo>
                <a:cubicBezTo>
                  <a:pt x="948270" y="29234"/>
                  <a:pt x="947543" y="26653"/>
                  <a:pt x="946012" y="24781"/>
                </a:cubicBezTo>
                <a:cubicBezTo>
                  <a:pt x="944481" y="22909"/>
                  <a:pt x="942211" y="21973"/>
                  <a:pt x="939200" y="21973"/>
                </a:cubicBezTo>
                <a:cubicBezTo>
                  <a:pt x="937657" y="21973"/>
                  <a:pt x="936303" y="22264"/>
                  <a:pt x="935140" y="22845"/>
                </a:cubicBezTo>
                <a:cubicBezTo>
                  <a:pt x="933976" y="23427"/>
                  <a:pt x="933002" y="24199"/>
                  <a:pt x="932217" y="25160"/>
                </a:cubicBezTo>
                <a:cubicBezTo>
                  <a:pt x="931433" y="26122"/>
                  <a:pt x="930826" y="27241"/>
                  <a:pt x="930396" y="28519"/>
                </a:cubicBezTo>
                <a:cubicBezTo>
                  <a:pt x="929966" y="29797"/>
                  <a:pt x="929725" y="31131"/>
                  <a:pt x="929675" y="32523"/>
                </a:cubicBezTo>
                <a:lnTo>
                  <a:pt x="948194" y="32523"/>
                </a:lnTo>
                <a:close/>
                <a:moveTo>
                  <a:pt x="990187" y="52977"/>
                </a:moveTo>
                <a:cubicBezTo>
                  <a:pt x="990187" y="53281"/>
                  <a:pt x="990086" y="53508"/>
                  <a:pt x="989884" y="53660"/>
                </a:cubicBezTo>
                <a:cubicBezTo>
                  <a:pt x="989681" y="53812"/>
                  <a:pt x="989403" y="53926"/>
                  <a:pt x="989049" y="54002"/>
                </a:cubicBezTo>
                <a:cubicBezTo>
                  <a:pt x="988694" y="54078"/>
                  <a:pt x="988176" y="54116"/>
                  <a:pt x="987493" y="54116"/>
                </a:cubicBezTo>
                <a:cubicBezTo>
                  <a:pt x="986835" y="54116"/>
                  <a:pt x="986310" y="54078"/>
                  <a:pt x="985918" y="54002"/>
                </a:cubicBezTo>
                <a:cubicBezTo>
                  <a:pt x="985526" y="53926"/>
                  <a:pt x="985241" y="53812"/>
                  <a:pt x="985064" y="53660"/>
                </a:cubicBezTo>
                <a:cubicBezTo>
                  <a:pt x="984887" y="53508"/>
                  <a:pt x="984798" y="53281"/>
                  <a:pt x="984798" y="52977"/>
                </a:cubicBezTo>
                <a:lnTo>
                  <a:pt x="984798" y="49562"/>
                </a:lnTo>
                <a:cubicBezTo>
                  <a:pt x="983306" y="51156"/>
                  <a:pt x="981642" y="52402"/>
                  <a:pt x="979808" y="53300"/>
                </a:cubicBezTo>
                <a:cubicBezTo>
                  <a:pt x="977974" y="54198"/>
                  <a:pt x="976032" y="54647"/>
                  <a:pt x="973983" y="54647"/>
                </a:cubicBezTo>
                <a:cubicBezTo>
                  <a:pt x="972186" y="54647"/>
                  <a:pt x="970561" y="54412"/>
                  <a:pt x="969106" y="53943"/>
                </a:cubicBezTo>
                <a:cubicBezTo>
                  <a:pt x="967652" y="53473"/>
                  <a:pt x="966412" y="52794"/>
                  <a:pt x="965387" y="51905"/>
                </a:cubicBezTo>
                <a:cubicBezTo>
                  <a:pt x="964363" y="51016"/>
                  <a:pt x="963566" y="49925"/>
                  <a:pt x="962996" y="48631"/>
                </a:cubicBezTo>
                <a:cubicBezTo>
                  <a:pt x="962427" y="47336"/>
                  <a:pt x="962143" y="45863"/>
                  <a:pt x="962143" y="44212"/>
                </a:cubicBezTo>
                <a:cubicBezTo>
                  <a:pt x="962143" y="42283"/>
                  <a:pt x="962535" y="40608"/>
                  <a:pt x="963319" y="39186"/>
                </a:cubicBezTo>
                <a:cubicBezTo>
                  <a:pt x="964103" y="37764"/>
                  <a:pt x="965229" y="36583"/>
                  <a:pt x="966696" y="35644"/>
                </a:cubicBezTo>
                <a:cubicBezTo>
                  <a:pt x="968164" y="34705"/>
                  <a:pt x="969960" y="34000"/>
                  <a:pt x="972085" y="33531"/>
                </a:cubicBezTo>
                <a:cubicBezTo>
                  <a:pt x="974210" y="33061"/>
                  <a:pt x="976601" y="32826"/>
                  <a:pt x="979258" y="32826"/>
                </a:cubicBezTo>
                <a:lnTo>
                  <a:pt x="983963" y="32826"/>
                </a:lnTo>
                <a:lnTo>
                  <a:pt x="983963" y="30179"/>
                </a:lnTo>
                <a:cubicBezTo>
                  <a:pt x="983963" y="28868"/>
                  <a:pt x="983824" y="27709"/>
                  <a:pt x="983546" y="26701"/>
                </a:cubicBezTo>
                <a:cubicBezTo>
                  <a:pt x="983268" y="25692"/>
                  <a:pt x="982819" y="24854"/>
                  <a:pt x="982199" y="24186"/>
                </a:cubicBezTo>
                <a:cubicBezTo>
                  <a:pt x="981579" y="23517"/>
                  <a:pt x="980776" y="23013"/>
                  <a:pt x="979789" y="22674"/>
                </a:cubicBezTo>
                <a:cubicBezTo>
                  <a:pt x="978802" y="22333"/>
                  <a:pt x="977588" y="22162"/>
                  <a:pt x="976146" y="22162"/>
                </a:cubicBezTo>
                <a:cubicBezTo>
                  <a:pt x="974603" y="22162"/>
                  <a:pt x="973217" y="22344"/>
                  <a:pt x="971990" y="22707"/>
                </a:cubicBezTo>
                <a:cubicBezTo>
                  <a:pt x="970763" y="23070"/>
                  <a:pt x="969688" y="23470"/>
                  <a:pt x="968765" y="23908"/>
                </a:cubicBezTo>
                <a:cubicBezTo>
                  <a:pt x="967841" y="24346"/>
                  <a:pt x="967070" y="24746"/>
                  <a:pt x="966450" y="25109"/>
                </a:cubicBezTo>
                <a:cubicBezTo>
                  <a:pt x="965830" y="25472"/>
                  <a:pt x="965368" y="25654"/>
                  <a:pt x="965065" y="25654"/>
                </a:cubicBezTo>
                <a:cubicBezTo>
                  <a:pt x="964862" y="25654"/>
                  <a:pt x="964685" y="25603"/>
                  <a:pt x="964533" y="25502"/>
                </a:cubicBezTo>
                <a:cubicBezTo>
                  <a:pt x="964382" y="25401"/>
                  <a:pt x="964249" y="25249"/>
                  <a:pt x="964135" y="25047"/>
                </a:cubicBezTo>
                <a:cubicBezTo>
                  <a:pt x="964021" y="24844"/>
                  <a:pt x="963939" y="24585"/>
                  <a:pt x="963888" y="24269"/>
                </a:cubicBezTo>
                <a:cubicBezTo>
                  <a:pt x="963838" y="23952"/>
                  <a:pt x="963812" y="23604"/>
                  <a:pt x="963812" y="23225"/>
                </a:cubicBezTo>
                <a:cubicBezTo>
                  <a:pt x="963812" y="22592"/>
                  <a:pt x="963857" y="22093"/>
                  <a:pt x="963945" y="21726"/>
                </a:cubicBezTo>
                <a:cubicBezTo>
                  <a:pt x="964034" y="21359"/>
                  <a:pt x="964249" y="21011"/>
                  <a:pt x="964590" y="20682"/>
                </a:cubicBezTo>
                <a:cubicBezTo>
                  <a:pt x="964932" y="20353"/>
                  <a:pt x="965520" y="19970"/>
                  <a:pt x="966355" y="19533"/>
                </a:cubicBezTo>
                <a:cubicBezTo>
                  <a:pt x="967190" y="19095"/>
                  <a:pt x="968151" y="18695"/>
                  <a:pt x="969239" y="18333"/>
                </a:cubicBezTo>
                <a:cubicBezTo>
                  <a:pt x="970327" y="17971"/>
                  <a:pt x="971516" y="17671"/>
                  <a:pt x="972806" y="17434"/>
                </a:cubicBezTo>
                <a:cubicBezTo>
                  <a:pt x="974097" y="17196"/>
                  <a:pt x="975400" y="17077"/>
                  <a:pt x="976715" y="17077"/>
                </a:cubicBezTo>
                <a:cubicBezTo>
                  <a:pt x="979169" y="17077"/>
                  <a:pt x="981256" y="17355"/>
                  <a:pt x="982977" y="17912"/>
                </a:cubicBezTo>
                <a:cubicBezTo>
                  <a:pt x="984697" y="18469"/>
                  <a:pt x="986089" y="19285"/>
                  <a:pt x="987151" y="20360"/>
                </a:cubicBezTo>
                <a:cubicBezTo>
                  <a:pt x="988214" y="21435"/>
                  <a:pt x="988985" y="22770"/>
                  <a:pt x="989466" y="24363"/>
                </a:cubicBezTo>
                <a:cubicBezTo>
                  <a:pt x="989947" y="25957"/>
                  <a:pt x="990187" y="27817"/>
                  <a:pt x="990187" y="29942"/>
                </a:cubicBezTo>
                <a:lnTo>
                  <a:pt x="990187" y="52977"/>
                </a:lnTo>
                <a:moveTo>
                  <a:pt x="983963" y="37342"/>
                </a:moveTo>
                <a:lnTo>
                  <a:pt x="978613" y="37342"/>
                </a:lnTo>
                <a:cubicBezTo>
                  <a:pt x="976892" y="37342"/>
                  <a:pt x="975400" y="37489"/>
                  <a:pt x="974135" y="37782"/>
                </a:cubicBezTo>
                <a:cubicBezTo>
                  <a:pt x="972870" y="38075"/>
                  <a:pt x="971820" y="38507"/>
                  <a:pt x="970985" y="39079"/>
                </a:cubicBezTo>
                <a:cubicBezTo>
                  <a:pt x="970150" y="39652"/>
                  <a:pt x="969536" y="40339"/>
                  <a:pt x="969144" y="41142"/>
                </a:cubicBezTo>
                <a:cubicBezTo>
                  <a:pt x="968752" y="41943"/>
                  <a:pt x="968556" y="42866"/>
                  <a:pt x="968556" y="43910"/>
                </a:cubicBezTo>
                <a:cubicBezTo>
                  <a:pt x="968556" y="45692"/>
                  <a:pt x="969119" y="47111"/>
                  <a:pt x="970245" y="48167"/>
                </a:cubicBezTo>
                <a:cubicBezTo>
                  <a:pt x="971371" y="49223"/>
                  <a:pt x="972945" y="49752"/>
                  <a:pt x="974969" y="49752"/>
                </a:cubicBezTo>
                <a:cubicBezTo>
                  <a:pt x="976614" y="49752"/>
                  <a:pt x="978138" y="49332"/>
                  <a:pt x="979542" y="48492"/>
                </a:cubicBezTo>
                <a:cubicBezTo>
                  <a:pt x="980946" y="47652"/>
                  <a:pt x="982420" y="46366"/>
                  <a:pt x="983963" y="44635"/>
                </a:cubicBezTo>
                <a:lnTo>
                  <a:pt x="983963" y="37342"/>
                </a:lnTo>
                <a:close/>
                <a:moveTo>
                  <a:pt x="1021351" y="21024"/>
                </a:moveTo>
                <a:cubicBezTo>
                  <a:pt x="1021351" y="21580"/>
                  <a:pt x="1021339" y="22049"/>
                  <a:pt x="1021313" y="22428"/>
                </a:cubicBezTo>
                <a:cubicBezTo>
                  <a:pt x="1021288" y="22808"/>
                  <a:pt x="1021238" y="23105"/>
                  <a:pt x="1021162" y="23320"/>
                </a:cubicBezTo>
                <a:cubicBezTo>
                  <a:pt x="1021086" y="23535"/>
                  <a:pt x="1020991" y="23699"/>
                  <a:pt x="1020877" y="23813"/>
                </a:cubicBezTo>
                <a:cubicBezTo>
                  <a:pt x="1020763" y="23927"/>
                  <a:pt x="1020605" y="23984"/>
                  <a:pt x="1020403" y="23984"/>
                </a:cubicBezTo>
                <a:cubicBezTo>
                  <a:pt x="1020200" y="23984"/>
                  <a:pt x="1019954" y="23927"/>
                  <a:pt x="1019663" y="23813"/>
                </a:cubicBezTo>
                <a:cubicBezTo>
                  <a:pt x="1019372" y="23699"/>
                  <a:pt x="1019043" y="23585"/>
                  <a:pt x="1018676" y="23472"/>
                </a:cubicBezTo>
                <a:cubicBezTo>
                  <a:pt x="1018309" y="23358"/>
                  <a:pt x="1017898" y="23250"/>
                  <a:pt x="1017443" y="23149"/>
                </a:cubicBezTo>
                <a:cubicBezTo>
                  <a:pt x="1016987" y="23048"/>
                  <a:pt x="1016494" y="22997"/>
                  <a:pt x="1015963" y="22997"/>
                </a:cubicBezTo>
                <a:cubicBezTo>
                  <a:pt x="1015330" y="22997"/>
                  <a:pt x="1014710" y="23124"/>
                  <a:pt x="1014103" y="23377"/>
                </a:cubicBezTo>
                <a:cubicBezTo>
                  <a:pt x="1013496" y="23630"/>
                  <a:pt x="1012857" y="24047"/>
                  <a:pt x="1012187" y="24629"/>
                </a:cubicBezTo>
                <a:cubicBezTo>
                  <a:pt x="1011516" y="25211"/>
                  <a:pt x="1010814" y="25983"/>
                  <a:pt x="1010081" y="26944"/>
                </a:cubicBezTo>
                <a:cubicBezTo>
                  <a:pt x="1009347" y="27905"/>
                  <a:pt x="1008537" y="29082"/>
                  <a:pt x="1007652" y="30473"/>
                </a:cubicBezTo>
                <a:lnTo>
                  <a:pt x="1007652" y="52939"/>
                </a:lnTo>
                <a:cubicBezTo>
                  <a:pt x="1007652" y="53142"/>
                  <a:pt x="1007601" y="53312"/>
                  <a:pt x="1007500" y="53452"/>
                </a:cubicBezTo>
                <a:cubicBezTo>
                  <a:pt x="1007399" y="53591"/>
                  <a:pt x="1007234" y="53711"/>
                  <a:pt x="1007007" y="53812"/>
                </a:cubicBezTo>
                <a:cubicBezTo>
                  <a:pt x="1006779" y="53913"/>
                  <a:pt x="1006463" y="53989"/>
                  <a:pt x="1006058" y="54040"/>
                </a:cubicBezTo>
                <a:cubicBezTo>
                  <a:pt x="1005653" y="54090"/>
                  <a:pt x="1005134" y="54116"/>
                  <a:pt x="1004502" y="54116"/>
                </a:cubicBezTo>
                <a:cubicBezTo>
                  <a:pt x="1003895" y="54116"/>
                  <a:pt x="1003389" y="54090"/>
                  <a:pt x="1002984" y="54040"/>
                </a:cubicBezTo>
                <a:cubicBezTo>
                  <a:pt x="1002579" y="53989"/>
                  <a:pt x="1002257" y="53913"/>
                  <a:pt x="1002016" y="53812"/>
                </a:cubicBezTo>
                <a:cubicBezTo>
                  <a:pt x="1001776" y="53711"/>
                  <a:pt x="1001611" y="53591"/>
                  <a:pt x="1001523" y="53452"/>
                </a:cubicBezTo>
                <a:cubicBezTo>
                  <a:pt x="1001434" y="53312"/>
                  <a:pt x="1001390" y="53142"/>
                  <a:pt x="1001390" y="52939"/>
                </a:cubicBezTo>
                <a:lnTo>
                  <a:pt x="1001390" y="18785"/>
                </a:lnTo>
                <a:cubicBezTo>
                  <a:pt x="1001390" y="18583"/>
                  <a:pt x="1001428" y="18412"/>
                  <a:pt x="1001504" y="18273"/>
                </a:cubicBezTo>
                <a:cubicBezTo>
                  <a:pt x="1001580" y="18133"/>
                  <a:pt x="1001732" y="18007"/>
                  <a:pt x="1001959" y="17893"/>
                </a:cubicBezTo>
                <a:cubicBezTo>
                  <a:pt x="1002187" y="17779"/>
                  <a:pt x="1002478" y="17703"/>
                  <a:pt x="1002832" y="17665"/>
                </a:cubicBezTo>
                <a:cubicBezTo>
                  <a:pt x="1003186" y="17627"/>
                  <a:pt x="1003654" y="17608"/>
                  <a:pt x="1004236" y="17608"/>
                </a:cubicBezTo>
                <a:cubicBezTo>
                  <a:pt x="1004793" y="17608"/>
                  <a:pt x="1005255" y="17627"/>
                  <a:pt x="1005621" y="17665"/>
                </a:cubicBezTo>
                <a:cubicBezTo>
                  <a:pt x="1005988" y="17703"/>
                  <a:pt x="1006273" y="17779"/>
                  <a:pt x="1006475" y="17893"/>
                </a:cubicBezTo>
                <a:cubicBezTo>
                  <a:pt x="1006678" y="18007"/>
                  <a:pt x="1006823" y="18133"/>
                  <a:pt x="1006912" y="18273"/>
                </a:cubicBezTo>
                <a:cubicBezTo>
                  <a:pt x="1007000" y="18412"/>
                  <a:pt x="1007045" y="18583"/>
                  <a:pt x="1007045" y="18785"/>
                </a:cubicBezTo>
                <a:lnTo>
                  <a:pt x="1007045" y="23756"/>
                </a:lnTo>
                <a:cubicBezTo>
                  <a:pt x="1007981" y="22390"/>
                  <a:pt x="1008860" y="21277"/>
                  <a:pt x="1009682" y="20417"/>
                </a:cubicBezTo>
                <a:cubicBezTo>
                  <a:pt x="1010504" y="19557"/>
                  <a:pt x="1011282" y="18880"/>
                  <a:pt x="1012016" y="18386"/>
                </a:cubicBezTo>
                <a:cubicBezTo>
                  <a:pt x="1012750" y="17893"/>
                  <a:pt x="1013477" y="17552"/>
                  <a:pt x="1014198" y="17362"/>
                </a:cubicBezTo>
                <a:cubicBezTo>
                  <a:pt x="1014919" y="17172"/>
                  <a:pt x="1015646" y="17077"/>
                  <a:pt x="1016380" y="17077"/>
                </a:cubicBezTo>
                <a:cubicBezTo>
                  <a:pt x="1016709" y="17077"/>
                  <a:pt x="1017082" y="17096"/>
                  <a:pt x="1017500" y="17134"/>
                </a:cubicBezTo>
                <a:cubicBezTo>
                  <a:pt x="1017917" y="17172"/>
                  <a:pt x="1018353" y="17242"/>
                  <a:pt x="1018809" y="17343"/>
                </a:cubicBezTo>
                <a:cubicBezTo>
                  <a:pt x="1019264" y="17444"/>
                  <a:pt x="1019675" y="17558"/>
                  <a:pt x="1020042" y="17684"/>
                </a:cubicBezTo>
                <a:cubicBezTo>
                  <a:pt x="1020409" y="17811"/>
                  <a:pt x="1020668" y="17937"/>
                  <a:pt x="1020820" y="18064"/>
                </a:cubicBezTo>
                <a:cubicBezTo>
                  <a:pt x="1020972" y="18190"/>
                  <a:pt x="1021073" y="18311"/>
                  <a:pt x="1021124" y="18424"/>
                </a:cubicBezTo>
                <a:cubicBezTo>
                  <a:pt x="1021174" y="18538"/>
                  <a:pt x="1021219" y="18684"/>
                  <a:pt x="1021257" y="18861"/>
                </a:cubicBezTo>
                <a:cubicBezTo>
                  <a:pt x="1021295" y="19038"/>
                  <a:pt x="1021320" y="19297"/>
                  <a:pt x="1021332" y="19639"/>
                </a:cubicBezTo>
                <a:cubicBezTo>
                  <a:pt x="1021345" y="19980"/>
                  <a:pt x="1021351" y="20442"/>
                  <a:pt x="1021351" y="21024"/>
                </a:cubicBezTo>
                <a:close/>
                <a:moveTo>
                  <a:pt x="1057903" y="51307"/>
                </a:moveTo>
                <a:cubicBezTo>
                  <a:pt x="1057903" y="51788"/>
                  <a:pt x="1057865" y="52193"/>
                  <a:pt x="1057789" y="52522"/>
                </a:cubicBezTo>
                <a:cubicBezTo>
                  <a:pt x="1057713" y="52851"/>
                  <a:pt x="1057612" y="53116"/>
                  <a:pt x="1057485" y="53319"/>
                </a:cubicBezTo>
                <a:cubicBezTo>
                  <a:pt x="1057359" y="53521"/>
                  <a:pt x="1057213" y="53667"/>
                  <a:pt x="1057049" y="53755"/>
                </a:cubicBezTo>
                <a:cubicBezTo>
                  <a:pt x="1056885" y="53844"/>
                  <a:pt x="1056714" y="53888"/>
                  <a:pt x="1056537" y="53888"/>
                </a:cubicBezTo>
                <a:lnTo>
                  <a:pt x="1030883" y="53888"/>
                </a:lnTo>
                <a:cubicBezTo>
                  <a:pt x="1030706" y="53888"/>
                  <a:pt x="1030541" y="53844"/>
                  <a:pt x="1030390" y="53755"/>
                </a:cubicBezTo>
                <a:cubicBezTo>
                  <a:pt x="1030238" y="53667"/>
                  <a:pt x="1030092" y="53521"/>
                  <a:pt x="1029953" y="53319"/>
                </a:cubicBezTo>
                <a:cubicBezTo>
                  <a:pt x="1029814" y="53116"/>
                  <a:pt x="1029706" y="52851"/>
                  <a:pt x="1029631" y="52522"/>
                </a:cubicBezTo>
                <a:cubicBezTo>
                  <a:pt x="1029555" y="52193"/>
                  <a:pt x="1029517" y="51788"/>
                  <a:pt x="1029517" y="51307"/>
                </a:cubicBezTo>
                <a:cubicBezTo>
                  <a:pt x="1029517" y="50852"/>
                  <a:pt x="1029555" y="50460"/>
                  <a:pt x="1029631" y="50131"/>
                </a:cubicBezTo>
                <a:cubicBezTo>
                  <a:pt x="1029706" y="49802"/>
                  <a:pt x="1029801" y="49530"/>
                  <a:pt x="1029915" y="49315"/>
                </a:cubicBezTo>
                <a:cubicBezTo>
                  <a:pt x="1030029" y="49100"/>
                  <a:pt x="1030168" y="48936"/>
                  <a:pt x="1030333" y="48822"/>
                </a:cubicBezTo>
                <a:cubicBezTo>
                  <a:pt x="1030497" y="48708"/>
                  <a:pt x="1030681" y="48651"/>
                  <a:pt x="1030883" y="48651"/>
                </a:cubicBezTo>
                <a:lnTo>
                  <a:pt x="1041129" y="48651"/>
                </a:lnTo>
                <a:lnTo>
                  <a:pt x="1041129" y="11271"/>
                </a:lnTo>
                <a:lnTo>
                  <a:pt x="1031642" y="16963"/>
                </a:lnTo>
                <a:cubicBezTo>
                  <a:pt x="1031161" y="17216"/>
                  <a:pt x="1030775" y="17368"/>
                  <a:pt x="1030484" y="17419"/>
                </a:cubicBezTo>
                <a:cubicBezTo>
                  <a:pt x="1030193" y="17469"/>
                  <a:pt x="1029959" y="17412"/>
                  <a:pt x="1029782" y="17248"/>
                </a:cubicBezTo>
                <a:cubicBezTo>
                  <a:pt x="1029605" y="17084"/>
                  <a:pt x="1029485" y="16811"/>
                  <a:pt x="1029422" y="16431"/>
                </a:cubicBezTo>
                <a:cubicBezTo>
                  <a:pt x="1029359" y="16050"/>
                  <a:pt x="1029327" y="15568"/>
                  <a:pt x="1029327" y="14984"/>
                </a:cubicBezTo>
                <a:cubicBezTo>
                  <a:pt x="1029327" y="14552"/>
                  <a:pt x="1029346" y="14184"/>
                  <a:pt x="1029384" y="13880"/>
                </a:cubicBezTo>
                <a:cubicBezTo>
                  <a:pt x="1029422" y="13576"/>
                  <a:pt x="1029479" y="13322"/>
                  <a:pt x="1029555" y="13119"/>
                </a:cubicBezTo>
                <a:cubicBezTo>
                  <a:pt x="1029631" y="12915"/>
                  <a:pt x="1029738" y="12738"/>
                  <a:pt x="1029877" y="12586"/>
                </a:cubicBezTo>
                <a:cubicBezTo>
                  <a:pt x="1030016" y="12434"/>
                  <a:pt x="1030200" y="12281"/>
                  <a:pt x="1030428" y="12130"/>
                </a:cubicBezTo>
                <a:lnTo>
                  <a:pt x="1041736" y="4859"/>
                </a:lnTo>
                <a:cubicBezTo>
                  <a:pt x="1041838" y="4783"/>
                  <a:pt x="1041964" y="4720"/>
                  <a:pt x="1042116" y="4669"/>
                </a:cubicBezTo>
                <a:cubicBezTo>
                  <a:pt x="1042268" y="4618"/>
                  <a:pt x="1042457" y="4567"/>
                  <a:pt x="1042685" y="4516"/>
                </a:cubicBezTo>
                <a:cubicBezTo>
                  <a:pt x="1042913" y="4465"/>
                  <a:pt x="1043178" y="4434"/>
                  <a:pt x="1043482" y="4421"/>
                </a:cubicBezTo>
                <a:cubicBezTo>
                  <a:pt x="1043786" y="4408"/>
                  <a:pt x="1044165" y="4402"/>
                  <a:pt x="1044621" y="4402"/>
                </a:cubicBezTo>
                <a:cubicBezTo>
                  <a:pt x="1045228" y="4402"/>
                  <a:pt x="1045734" y="4427"/>
                  <a:pt x="1046139" y="4478"/>
                </a:cubicBezTo>
                <a:cubicBezTo>
                  <a:pt x="1046543" y="4529"/>
                  <a:pt x="1046860" y="4598"/>
                  <a:pt x="1047087" y="4687"/>
                </a:cubicBezTo>
                <a:cubicBezTo>
                  <a:pt x="1047315" y="4775"/>
                  <a:pt x="1047467" y="4890"/>
                  <a:pt x="1047543" y="5029"/>
                </a:cubicBezTo>
                <a:cubicBezTo>
                  <a:pt x="1047619" y="5169"/>
                  <a:pt x="1047656" y="5314"/>
                  <a:pt x="1047656" y="5466"/>
                </a:cubicBezTo>
                <a:lnTo>
                  <a:pt x="1047656" y="48651"/>
                </a:lnTo>
                <a:lnTo>
                  <a:pt x="1056537" y="48651"/>
                </a:lnTo>
                <a:cubicBezTo>
                  <a:pt x="1056739" y="48651"/>
                  <a:pt x="1056929" y="48708"/>
                  <a:pt x="1057106" y="48822"/>
                </a:cubicBezTo>
                <a:cubicBezTo>
                  <a:pt x="1057283" y="48936"/>
                  <a:pt x="1057428" y="49100"/>
                  <a:pt x="1057542" y="49315"/>
                </a:cubicBezTo>
                <a:cubicBezTo>
                  <a:pt x="1057656" y="49530"/>
                  <a:pt x="1057745" y="49802"/>
                  <a:pt x="1057808" y="50131"/>
                </a:cubicBezTo>
                <a:cubicBezTo>
                  <a:pt x="1057871" y="50460"/>
                  <a:pt x="1057903" y="50852"/>
                  <a:pt x="1057903" y="51307"/>
                </a:cubicBezTo>
                <a:close/>
                <a:moveTo>
                  <a:pt x="1106119" y="28614"/>
                </a:moveTo>
                <a:cubicBezTo>
                  <a:pt x="1106119" y="32864"/>
                  <a:pt x="1105575" y="36577"/>
                  <a:pt x="1104488" y="39752"/>
                </a:cubicBezTo>
                <a:cubicBezTo>
                  <a:pt x="1103400" y="42927"/>
                  <a:pt x="1101812" y="45558"/>
                  <a:pt x="1099725" y="47645"/>
                </a:cubicBezTo>
                <a:cubicBezTo>
                  <a:pt x="1097638" y="49733"/>
                  <a:pt x="1095076" y="51295"/>
                  <a:pt x="1092040" y="52332"/>
                </a:cubicBezTo>
                <a:cubicBezTo>
                  <a:pt x="1089004" y="53369"/>
                  <a:pt x="1085386" y="53888"/>
                  <a:pt x="1081187" y="53888"/>
                </a:cubicBezTo>
                <a:lnTo>
                  <a:pt x="1070789" y="53888"/>
                </a:lnTo>
                <a:cubicBezTo>
                  <a:pt x="1070207" y="53888"/>
                  <a:pt x="1069656" y="53692"/>
                  <a:pt x="1069138" y="53300"/>
                </a:cubicBezTo>
                <a:cubicBezTo>
                  <a:pt x="1068619" y="52908"/>
                  <a:pt x="1068360" y="52218"/>
                  <a:pt x="1068360" y="51232"/>
                </a:cubicBezTo>
                <a:lnTo>
                  <a:pt x="1068360" y="7438"/>
                </a:lnTo>
                <a:cubicBezTo>
                  <a:pt x="1068360" y="6451"/>
                  <a:pt x="1068619" y="5762"/>
                  <a:pt x="1069138" y="5370"/>
                </a:cubicBezTo>
                <a:cubicBezTo>
                  <a:pt x="1069656" y="4978"/>
                  <a:pt x="1070207" y="4782"/>
                  <a:pt x="1070789" y="4782"/>
                </a:cubicBezTo>
                <a:lnTo>
                  <a:pt x="1081908" y="4782"/>
                </a:lnTo>
                <a:cubicBezTo>
                  <a:pt x="1086158" y="4782"/>
                  <a:pt x="1089751" y="5332"/>
                  <a:pt x="1092685" y="6432"/>
                </a:cubicBezTo>
                <a:cubicBezTo>
                  <a:pt x="1095620" y="7533"/>
                  <a:pt x="1098081" y="9114"/>
                  <a:pt x="1100067" y="11176"/>
                </a:cubicBezTo>
                <a:cubicBezTo>
                  <a:pt x="1102053" y="13238"/>
                  <a:pt x="1103558" y="15736"/>
                  <a:pt x="1104582" y="18671"/>
                </a:cubicBezTo>
                <a:cubicBezTo>
                  <a:pt x="1105607" y="21606"/>
                  <a:pt x="1106119" y="24920"/>
                  <a:pt x="1106119" y="28614"/>
                </a:cubicBezTo>
                <a:moveTo>
                  <a:pt x="1099251" y="28879"/>
                </a:moveTo>
                <a:cubicBezTo>
                  <a:pt x="1099251" y="26223"/>
                  <a:pt x="1098922" y="23750"/>
                  <a:pt x="1098264" y="21460"/>
                </a:cubicBezTo>
                <a:cubicBezTo>
                  <a:pt x="1097606" y="19171"/>
                  <a:pt x="1096575" y="17191"/>
                  <a:pt x="1095171" y="15521"/>
                </a:cubicBezTo>
                <a:cubicBezTo>
                  <a:pt x="1093767" y="13851"/>
                  <a:pt x="1091990" y="12549"/>
                  <a:pt x="1089839" y="11612"/>
                </a:cubicBezTo>
                <a:cubicBezTo>
                  <a:pt x="1087689" y="10676"/>
                  <a:pt x="1084918" y="10208"/>
                  <a:pt x="1081528" y="10208"/>
                </a:cubicBezTo>
                <a:lnTo>
                  <a:pt x="1074887" y="10208"/>
                </a:lnTo>
                <a:lnTo>
                  <a:pt x="1074887" y="48423"/>
                </a:lnTo>
                <a:lnTo>
                  <a:pt x="1081604" y="48423"/>
                </a:lnTo>
                <a:cubicBezTo>
                  <a:pt x="1084741" y="48423"/>
                  <a:pt x="1087385" y="48031"/>
                  <a:pt x="1089536" y="47247"/>
                </a:cubicBezTo>
                <a:cubicBezTo>
                  <a:pt x="1091686" y="46463"/>
                  <a:pt x="1093482" y="45261"/>
                  <a:pt x="1094924" y="43642"/>
                </a:cubicBezTo>
                <a:cubicBezTo>
                  <a:pt x="1096366" y="42023"/>
                  <a:pt x="1097448" y="39992"/>
                  <a:pt x="1098169" y="37551"/>
                </a:cubicBezTo>
                <a:cubicBezTo>
                  <a:pt x="1098890" y="35109"/>
                  <a:pt x="1099251" y="32219"/>
                  <a:pt x="1099251" y="28879"/>
                </a:cubicBezTo>
                <a:close/>
                <a:moveTo>
                  <a:pt x="1128431" y="1557"/>
                </a:moveTo>
                <a:cubicBezTo>
                  <a:pt x="1126027" y="6649"/>
                  <a:pt x="1124238" y="11873"/>
                  <a:pt x="1123061" y="17230"/>
                </a:cubicBezTo>
                <a:cubicBezTo>
                  <a:pt x="1121885" y="22587"/>
                  <a:pt x="1121296" y="27975"/>
                  <a:pt x="1121296" y="33395"/>
                </a:cubicBezTo>
                <a:cubicBezTo>
                  <a:pt x="1121296" y="38841"/>
                  <a:pt x="1121897" y="44236"/>
                  <a:pt x="1123099" y="49581"/>
                </a:cubicBezTo>
                <a:cubicBezTo>
                  <a:pt x="1124301" y="54924"/>
                  <a:pt x="1126053" y="60167"/>
                  <a:pt x="1128355" y="65308"/>
                </a:cubicBezTo>
                <a:cubicBezTo>
                  <a:pt x="1128482" y="65613"/>
                  <a:pt x="1128551" y="65872"/>
                  <a:pt x="1128564" y="66088"/>
                </a:cubicBezTo>
                <a:cubicBezTo>
                  <a:pt x="1128576" y="66303"/>
                  <a:pt x="1128494" y="66480"/>
                  <a:pt x="1128317" y="66619"/>
                </a:cubicBezTo>
                <a:cubicBezTo>
                  <a:pt x="1128140" y="66759"/>
                  <a:pt x="1127868" y="66860"/>
                  <a:pt x="1127501" y="66924"/>
                </a:cubicBezTo>
                <a:cubicBezTo>
                  <a:pt x="1127134" y="66987"/>
                  <a:pt x="1126635" y="67018"/>
                  <a:pt x="1126002" y="67018"/>
                </a:cubicBezTo>
                <a:cubicBezTo>
                  <a:pt x="1125547" y="67018"/>
                  <a:pt x="1125155" y="67006"/>
                  <a:pt x="1124826" y="66980"/>
                </a:cubicBezTo>
                <a:cubicBezTo>
                  <a:pt x="1124497" y="66955"/>
                  <a:pt x="1124212" y="66905"/>
                  <a:pt x="1123972" y="66829"/>
                </a:cubicBezTo>
                <a:cubicBezTo>
                  <a:pt x="1123732" y="66753"/>
                  <a:pt x="1123535" y="66664"/>
                  <a:pt x="1123384" y="66562"/>
                </a:cubicBezTo>
                <a:cubicBezTo>
                  <a:pt x="1123232" y="66461"/>
                  <a:pt x="1123118" y="66347"/>
                  <a:pt x="1123042" y="66220"/>
                </a:cubicBezTo>
                <a:cubicBezTo>
                  <a:pt x="1121676" y="63637"/>
                  <a:pt x="1120474" y="61022"/>
                  <a:pt x="1119437" y="58375"/>
                </a:cubicBezTo>
                <a:cubicBezTo>
                  <a:pt x="1118400" y="55729"/>
                  <a:pt x="1117527" y="53037"/>
                  <a:pt x="1116818" y="50302"/>
                </a:cubicBezTo>
                <a:cubicBezTo>
                  <a:pt x="1116110" y="47566"/>
                  <a:pt x="1115579" y="44799"/>
                  <a:pt x="1115225" y="42000"/>
                </a:cubicBezTo>
                <a:cubicBezTo>
                  <a:pt x="1114870" y="39202"/>
                  <a:pt x="1114693" y="36371"/>
                  <a:pt x="1114693" y="33509"/>
                </a:cubicBezTo>
                <a:cubicBezTo>
                  <a:pt x="1114693" y="30647"/>
                  <a:pt x="1114889" y="27823"/>
                  <a:pt x="1115281" y="25037"/>
                </a:cubicBezTo>
                <a:cubicBezTo>
                  <a:pt x="1115674" y="22251"/>
                  <a:pt x="1116230" y="19484"/>
                  <a:pt x="1116951" y="16736"/>
                </a:cubicBezTo>
                <a:cubicBezTo>
                  <a:pt x="1117672" y="13987"/>
                  <a:pt x="1118551" y="11284"/>
                  <a:pt x="1119589" y="8624"/>
                </a:cubicBezTo>
                <a:cubicBezTo>
                  <a:pt x="1120626" y="5964"/>
                  <a:pt x="1121790" y="3330"/>
                  <a:pt x="1123080" y="722"/>
                </a:cubicBezTo>
                <a:cubicBezTo>
                  <a:pt x="1123105" y="621"/>
                  <a:pt x="1123175" y="532"/>
                  <a:pt x="1123289" y="457"/>
                </a:cubicBezTo>
                <a:cubicBezTo>
                  <a:pt x="1123403" y="380"/>
                  <a:pt x="1123561" y="304"/>
                  <a:pt x="1123763" y="228"/>
                </a:cubicBezTo>
                <a:cubicBezTo>
                  <a:pt x="1123966" y="152"/>
                  <a:pt x="1124244" y="95"/>
                  <a:pt x="1124598" y="57"/>
                </a:cubicBezTo>
                <a:cubicBezTo>
                  <a:pt x="1124952" y="19"/>
                  <a:pt x="1125408" y="0"/>
                  <a:pt x="1125964" y="0"/>
                </a:cubicBezTo>
                <a:cubicBezTo>
                  <a:pt x="1126546" y="0"/>
                  <a:pt x="1127014" y="38"/>
                  <a:pt x="1127368" y="114"/>
                </a:cubicBezTo>
                <a:cubicBezTo>
                  <a:pt x="1127723" y="190"/>
                  <a:pt x="1128001" y="291"/>
                  <a:pt x="1128203" y="419"/>
                </a:cubicBezTo>
                <a:cubicBezTo>
                  <a:pt x="1128406" y="545"/>
                  <a:pt x="1128519" y="710"/>
                  <a:pt x="1128545" y="912"/>
                </a:cubicBezTo>
                <a:cubicBezTo>
                  <a:pt x="1128570" y="1114"/>
                  <a:pt x="1128532" y="1329"/>
                  <a:pt x="1128431" y="1557"/>
                </a:cubicBezTo>
                <a:close/>
                <a:moveTo>
                  <a:pt x="1168359" y="38139"/>
                </a:moveTo>
                <a:cubicBezTo>
                  <a:pt x="1168359" y="40770"/>
                  <a:pt x="1167916" y="43110"/>
                  <a:pt x="1167031" y="45160"/>
                </a:cubicBezTo>
                <a:cubicBezTo>
                  <a:pt x="1166145" y="47209"/>
                  <a:pt x="1164893" y="48936"/>
                  <a:pt x="1163274" y="50340"/>
                </a:cubicBezTo>
                <a:cubicBezTo>
                  <a:pt x="1161655" y="51744"/>
                  <a:pt x="1159726" y="52813"/>
                  <a:pt x="1157487" y="53546"/>
                </a:cubicBezTo>
                <a:cubicBezTo>
                  <a:pt x="1155248" y="54280"/>
                  <a:pt x="1152762" y="54647"/>
                  <a:pt x="1150030" y="54647"/>
                </a:cubicBezTo>
                <a:cubicBezTo>
                  <a:pt x="1148512" y="54647"/>
                  <a:pt x="1147070" y="54539"/>
                  <a:pt x="1145703" y="54324"/>
                </a:cubicBezTo>
                <a:cubicBezTo>
                  <a:pt x="1144337" y="54109"/>
                  <a:pt x="1143123" y="53844"/>
                  <a:pt x="1142060" y="53527"/>
                </a:cubicBezTo>
                <a:cubicBezTo>
                  <a:pt x="1140998" y="53211"/>
                  <a:pt x="1140125" y="52901"/>
                  <a:pt x="1139442" y="52598"/>
                </a:cubicBezTo>
                <a:cubicBezTo>
                  <a:pt x="1138759" y="52294"/>
                  <a:pt x="1138322" y="52054"/>
                  <a:pt x="1138133" y="51877"/>
                </a:cubicBezTo>
                <a:cubicBezTo>
                  <a:pt x="1137943" y="51700"/>
                  <a:pt x="1137810" y="51535"/>
                  <a:pt x="1137734" y="51383"/>
                </a:cubicBezTo>
                <a:cubicBezTo>
                  <a:pt x="1137658" y="51232"/>
                  <a:pt x="1137589" y="51048"/>
                  <a:pt x="1137525" y="50833"/>
                </a:cubicBezTo>
                <a:cubicBezTo>
                  <a:pt x="1137462" y="50618"/>
                  <a:pt x="1137418" y="50346"/>
                  <a:pt x="1137393" y="50017"/>
                </a:cubicBezTo>
                <a:cubicBezTo>
                  <a:pt x="1137367" y="49688"/>
                  <a:pt x="1137355" y="49296"/>
                  <a:pt x="1137355" y="48841"/>
                </a:cubicBezTo>
                <a:cubicBezTo>
                  <a:pt x="1137355" y="48411"/>
                  <a:pt x="1137374" y="48025"/>
                  <a:pt x="1137412" y="47683"/>
                </a:cubicBezTo>
                <a:cubicBezTo>
                  <a:pt x="1137449" y="47342"/>
                  <a:pt x="1137519" y="47063"/>
                  <a:pt x="1137620" y="46848"/>
                </a:cubicBezTo>
                <a:cubicBezTo>
                  <a:pt x="1137721" y="46633"/>
                  <a:pt x="1137842" y="46475"/>
                  <a:pt x="1137981" y="46374"/>
                </a:cubicBezTo>
                <a:cubicBezTo>
                  <a:pt x="1138120" y="46273"/>
                  <a:pt x="1138278" y="46222"/>
                  <a:pt x="1138455" y="46222"/>
                </a:cubicBezTo>
                <a:cubicBezTo>
                  <a:pt x="1138708" y="46222"/>
                  <a:pt x="1139100" y="46380"/>
                  <a:pt x="1139632" y="46697"/>
                </a:cubicBezTo>
                <a:cubicBezTo>
                  <a:pt x="1140163" y="47013"/>
                  <a:pt x="1140878" y="47354"/>
                  <a:pt x="1141776" y="47721"/>
                </a:cubicBezTo>
                <a:cubicBezTo>
                  <a:pt x="1142674" y="48088"/>
                  <a:pt x="1143787" y="48436"/>
                  <a:pt x="1145115" y="48765"/>
                </a:cubicBezTo>
                <a:cubicBezTo>
                  <a:pt x="1146443" y="49094"/>
                  <a:pt x="1148018" y="49258"/>
                  <a:pt x="1149840" y="49258"/>
                </a:cubicBezTo>
                <a:cubicBezTo>
                  <a:pt x="1151535" y="49258"/>
                  <a:pt x="1153091" y="49056"/>
                  <a:pt x="1154508" y="48651"/>
                </a:cubicBezTo>
                <a:cubicBezTo>
                  <a:pt x="1155924" y="48246"/>
                  <a:pt x="1157145" y="47614"/>
                  <a:pt x="1158170" y="46754"/>
                </a:cubicBezTo>
                <a:cubicBezTo>
                  <a:pt x="1159194" y="45893"/>
                  <a:pt x="1159998" y="44812"/>
                  <a:pt x="1160580" y="43509"/>
                </a:cubicBezTo>
                <a:cubicBezTo>
                  <a:pt x="1161161" y="42206"/>
                  <a:pt x="1161452" y="40618"/>
                  <a:pt x="1161452" y="38746"/>
                </a:cubicBezTo>
                <a:cubicBezTo>
                  <a:pt x="1161452" y="37178"/>
                  <a:pt x="1161206" y="35793"/>
                  <a:pt x="1160712" y="34591"/>
                </a:cubicBezTo>
                <a:cubicBezTo>
                  <a:pt x="1160219" y="33389"/>
                  <a:pt x="1159460" y="32390"/>
                  <a:pt x="1158435" y="31593"/>
                </a:cubicBezTo>
                <a:cubicBezTo>
                  <a:pt x="1157411" y="30796"/>
                  <a:pt x="1156114" y="30201"/>
                  <a:pt x="1154546" y="29809"/>
                </a:cubicBezTo>
                <a:cubicBezTo>
                  <a:pt x="1152977" y="29417"/>
                  <a:pt x="1151105" y="29221"/>
                  <a:pt x="1148929" y="29221"/>
                </a:cubicBezTo>
                <a:cubicBezTo>
                  <a:pt x="1147386" y="29221"/>
                  <a:pt x="1146058" y="29297"/>
                  <a:pt x="1144944" y="29449"/>
                </a:cubicBezTo>
                <a:cubicBezTo>
                  <a:pt x="1143831" y="29600"/>
                  <a:pt x="1142794" y="29676"/>
                  <a:pt x="1141833" y="29676"/>
                </a:cubicBezTo>
                <a:cubicBezTo>
                  <a:pt x="1141124" y="29676"/>
                  <a:pt x="1140618" y="29512"/>
                  <a:pt x="1140315" y="29183"/>
                </a:cubicBezTo>
                <a:cubicBezTo>
                  <a:pt x="1140011" y="28853"/>
                  <a:pt x="1139859" y="28220"/>
                  <a:pt x="1139859" y="27282"/>
                </a:cubicBezTo>
                <a:lnTo>
                  <a:pt x="1139859" y="7252"/>
                </a:lnTo>
                <a:cubicBezTo>
                  <a:pt x="1139859" y="6416"/>
                  <a:pt x="1140055" y="5796"/>
                  <a:pt x="1140447" y="5390"/>
                </a:cubicBezTo>
                <a:cubicBezTo>
                  <a:pt x="1140840" y="4984"/>
                  <a:pt x="1141403" y="4782"/>
                  <a:pt x="1142136" y="4782"/>
                </a:cubicBezTo>
                <a:lnTo>
                  <a:pt x="1163881" y="4782"/>
                </a:lnTo>
                <a:cubicBezTo>
                  <a:pt x="1164084" y="4782"/>
                  <a:pt x="1164280" y="4839"/>
                  <a:pt x="1164469" y="4952"/>
                </a:cubicBezTo>
                <a:cubicBezTo>
                  <a:pt x="1164659" y="5066"/>
                  <a:pt x="1164817" y="5237"/>
                  <a:pt x="1164944" y="5465"/>
                </a:cubicBezTo>
                <a:cubicBezTo>
                  <a:pt x="1165070" y="5692"/>
                  <a:pt x="1165165" y="5983"/>
                  <a:pt x="1165228" y="6338"/>
                </a:cubicBezTo>
                <a:cubicBezTo>
                  <a:pt x="1165292" y="6692"/>
                  <a:pt x="1165323" y="7109"/>
                  <a:pt x="1165323" y="7590"/>
                </a:cubicBezTo>
                <a:cubicBezTo>
                  <a:pt x="1165323" y="8501"/>
                  <a:pt x="1165197" y="9209"/>
                  <a:pt x="1164944" y="9715"/>
                </a:cubicBezTo>
                <a:cubicBezTo>
                  <a:pt x="1164691" y="10221"/>
                  <a:pt x="1164337" y="10474"/>
                  <a:pt x="1163881" y="10474"/>
                </a:cubicBezTo>
                <a:lnTo>
                  <a:pt x="1145552" y="10474"/>
                </a:lnTo>
                <a:lnTo>
                  <a:pt x="1145552" y="24288"/>
                </a:lnTo>
                <a:cubicBezTo>
                  <a:pt x="1146437" y="24161"/>
                  <a:pt x="1147342" y="24085"/>
                  <a:pt x="1148265" y="24060"/>
                </a:cubicBezTo>
                <a:cubicBezTo>
                  <a:pt x="1149188" y="24035"/>
                  <a:pt x="1150257" y="24022"/>
                  <a:pt x="1151472" y="24022"/>
                </a:cubicBezTo>
                <a:cubicBezTo>
                  <a:pt x="1154280" y="24022"/>
                  <a:pt x="1156734" y="24357"/>
                  <a:pt x="1158834" y="25028"/>
                </a:cubicBezTo>
                <a:cubicBezTo>
                  <a:pt x="1160934" y="25698"/>
                  <a:pt x="1162686" y="26647"/>
                  <a:pt x="1164090" y="27874"/>
                </a:cubicBezTo>
                <a:cubicBezTo>
                  <a:pt x="1165494" y="29101"/>
                  <a:pt x="1166557" y="30587"/>
                  <a:pt x="1167278" y="32333"/>
                </a:cubicBezTo>
                <a:cubicBezTo>
                  <a:pt x="1167999" y="34078"/>
                  <a:pt x="1168359" y="36014"/>
                  <a:pt x="1168359" y="38139"/>
                </a:cubicBezTo>
                <a:close/>
                <a:moveTo>
                  <a:pt x="1191112" y="33509"/>
                </a:moveTo>
                <a:cubicBezTo>
                  <a:pt x="1191112" y="36371"/>
                  <a:pt x="1190935" y="39202"/>
                  <a:pt x="1190580" y="42000"/>
                </a:cubicBezTo>
                <a:cubicBezTo>
                  <a:pt x="1190226" y="44799"/>
                  <a:pt x="1189695" y="47566"/>
                  <a:pt x="1188987" y="50302"/>
                </a:cubicBezTo>
                <a:cubicBezTo>
                  <a:pt x="1188278" y="53037"/>
                  <a:pt x="1187412" y="55729"/>
                  <a:pt x="1186387" y="58375"/>
                </a:cubicBezTo>
                <a:cubicBezTo>
                  <a:pt x="1185362" y="61022"/>
                  <a:pt x="1184167" y="63637"/>
                  <a:pt x="1182801" y="66220"/>
                </a:cubicBezTo>
                <a:cubicBezTo>
                  <a:pt x="1182725" y="66347"/>
                  <a:pt x="1182611" y="66461"/>
                  <a:pt x="1182459" y="66562"/>
                </a:cubicBezTo>
                <a:cubicBezTo>
                  <a:pt x="1182308" y="66664"/>
                  <a:pt x="1182111" y="66753"/>
                  <a:pt x="1181871" y="66829"/>
                </a:cubicBezTo>
                <a:cubicBezTo>
                  <a:pt x="1181631" y="66905"/>
                  <a:pt x="1181346" y="66955"/>
                  <a:pt x="1181017" y="66980"/>
                </a:cubicBezTo>
                <a:cubicBezTo>
                  <a:pt x="1180688" y="67006"/>
                  <a:pt x="1180296" y="67018"/>
                  <a:pt x="1179841" y="67018"/>
                </a:cubicBezTo>
                <a:cubicBezTo>
                  <a:pt x="1179183" y="67018"/>
                  <a:pt x="1178671" y="66987"/>
                  <a:pt x="1178304" y="66924"/>
                </a:cubicBezTo>
                <a:cubicBezTo>
                  <a:pt x="1177937" y="66860"/>
                  <a:pt x="1177671" y="66759"/>
                  <a:pt x="1177507" y="66619"/>
                </a:cubicBezTo>
                <a:cubicBezTo>
                  <a:pt x="1177343" y="66480"/>
                  <a:pt x="1177267" y="66303"/>
                  <a:pt x="1177279" y="66088"/>
                </a:cubicBezTo>
                <a:cubicBezTo>
                  <a:pt x="1177292" y="65872"/>
                  <a:pt x="1177361" y="65613"/>
                  <a:pt x="1177488" y="65308"/>
                </a:cubicBezTo>
                <a:cubicBezTo>
                  <a:pt x="1179816" y="60192"/>
                  <a:pt x="1181574" y="54956"/>
                  <a:pt x="1182763" y="49600"/>
                </a:cubicBezTo>
                <a:cubicBezTo>
                  <a:pt x="1183952" y="44243"/>
                  <a:pt x="1184547" y="38841"/>
                  <a:pt x="1184547" y="33395"/>
                </a:cubicBezTo>
                <a:cubicBezTo>
                  <a:pt x="1184547" y="27975"/>
                  <a:pt x="1183952" y="22587"/>
                  <a:pt x="1182763" y="17230"/>
                </a:cubicBezTo>
                <a:cubicBezTo>
                  <a:pt x="1181574" y="11873"/>
                  <a:pt x="1179790" y="6649"/>
                  <a:pt x="1177412" y="1557"/>
                </a:cubicBezTo>
                <a:cubicBezTo>
                  <a:pt x="1177311" y="1329"/>
                  <a:pt x="1177273" y="1114"/>
                  <a:pt x="1177298" y="912"/>
                </a:cubicBezTo>
                <a:cubicBezTo>
                  <a:pt x="1177324" y="710"/>
                  <a:pt x="1177437" y="545"/>
                  <a:pt x="1177640" y="419"/>
                </a:cubicBezTo>
                <a:cubicBezTo>
                  <a:pt x="1177842" y="291"/>
                  <a:pt x="1178120" y="190"/>
                  <a:pt x="1178475" y="114"/>
                </a:cubicBezTo>
                <a:cubicBezTo>
                  <a:pt x="1178829" y="38"/>
                  <a:pt x="1179297" y="0"/>
                  <a:pt x="1179879" y="0"/>
                </a:cubicBezTo>
                <a:cubicBezTo>
                  <a:pt x="1180410" y="0"/>
                  <a:pt x="1180853" y="19"/>
                  <a:pt x="1181207" y="57"/>
                </a:cubicBezTo>
                <a:cubicBezTo>
                  <a:pt x="1181561" y="95"/>
                  <a:pt x="1181846" y="152"/>
                  <a:pt x="1182061" y="228"/>
                </a:cubicBezTo>
                <a:cubicBezTo>
                  <a:pt x="1182276" y="304"/>
                  <a:pt x="1182434" y="380"/>
                  <a:pt x="1182535" y="457"/>
                </a:cubicBezTo>
                <a:cubicBezTo>
                  <a:pt x="1182636" y="532"/>
                  <a:pt x="1182712" y="621"/>
                  <a:pt x="1182763" y="722"/>
                </a:cubicBezTo>
                <a:cubicBezTo>
                  <a:pt x="1185369" y="5914"/>
                  <a:pt x="1187412" y="11252"/>
                  <a:pt x="1188892" y="16736"/>
                </a:cubicBezTo>
                <a:cubicBezTo>
                  <a:pt x="1190372" y="22219"/>
                  <a:pt x="1191112" y="27811"/>
                  <a:pt x="1191112" y="33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947A1-D7DF-4DAE-BE97-4D0D1A17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4" y="1668804"/>
            <a:ext cx="2007455" cy="1285226"/>
          </a:xfrm>
          <a:custGeom xmlns:a="http://schemas.openxmlformats.org/drawingml/2006/main">
            <a:pathLst>
              <a:path w="2007455" h="1285226" fill="none">
                <a:moveTo>
                  <a:pt x="0" y="54981"/>
                </a:moveTo>
                <a:cubicBezTo>
                  <a:pt x="0" y="24616"/>
                  <a:pt x="24616" y="0"/>
                  <a:pt x="54981" y="0"/>
                </a:cubicBezTo>
                <a:lnTo>
                  <a:pt x="1952474" y="0"/>
                </a:lnTo>
                <a:cubicBezTo>
                  <a:pt x="1982839" y="0"/>
                  <a:pt x="2007455" y="24616"/>
                  <a:pt x="2007455" y="54981"/>
                </a:cubicBezTo>
                <a:lnTo>
                  <a:pt x="2007455" y="1230245"/>
                </a:lnTo>
                <a:cubicBezTo>
                  <a:pt x="2007455" y="1260610"/>
                  <a:pt x="1982839" y="1285226"/>
                  <a:pt x="1952474" y="1285226"/>
                </a:cubicBezTo>
                <a:lnTo>
                  <a:pt x="54981" y="1285226"/>
                </a:lnTo>
                <a:cubicBezTo>
                  <a:pt x="24616" y="1285226"/>
                  <a:pt x="0" y="1260610"/>
                  <a:pt x="0" y="1230245"/>
                </a:cubicBezTo>
                <a:lnTo>
                  <a:pt x="0" y="549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88" cap="flat">
            <a:solidFill>
              <a:srgbClr val="000000"/>
            </a:solidFill>
            <a:miter/>
          </a:ln>
        </p:spPr>
      </p:sp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f1bedf81b4020"/>
          <a:stretch xmlns:a="http://schemas.openxmlformats.org/drawingml/2006/main"/>
        </p:blipFill>
        <p:spPr>
          <a:xfrm xmlns:a="http://schemas.openxmlformats.org/drawingml/2006/main">
            <a:off x="151755" y="1709614"/>
            <a:ext cx="282446" cy="284234"/>
          </a:xfrm>
          <a:prstGeom xmlns:a="http://schemas.openxmlformats.org/drawingml/2006/main" prst="rect">
            <a:avLst/>
          </a:prstGeom>
        </p:spPr>
      </p:pic>
      <p:sp>
        <p:nvSpPr>
          <p:cNvPr id="16" name="Text CodeRepository">
            <a:extLst xmlns:a="http://schemas.openxmlformats.org/drawingml/2006/main">
              <a:ext uri="{FF2B5EF4-FFF2-40B4-BE49-F238E27FC236}">
                <a16:creationId xmlns:a16="http://schemas.microsoft.com/office/drawing/2014/main" id="{E886D287-6D39-4C42-B482-39DE4670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" y="1802910"/>
            <a:ext cx="1109182" cy="140435"/>
          </a:xfrm>
          <a:custGeom xmlns:a="http://schemas.openxmlformats.org/drawingml/2006/main">
            <a:pathLst>
              <a:path w="1109182" h="140435">
                <a:moveTo>
                  <a:pt x="98796" y="0"/>
                </a:moveTo>
                <a:lnTo>
                  <a:pt x="98796" y="36107"/>
                </a:lnTo>
                <a:lnTo>
                  <a:pt x="95800" y="36107"/>
                </a:lnTo>
                <a:cubicBezTo>
                  <a:pt x="93546" y="26634"/>
                  <a:pt x="89347" y="19375"/>
                  <a:pt x="83201" y="14330"/>
                </a:cubicBezTo>
                <a:cubicBezTo>
                  <a:pt x="77055" y="9284"/>
                  <a:pt x="70089" y="6761"/>
                  <a:pt x="62304" y="6761"/>
                </a:cubicBezTo>
                <a:cubicBezTo>
                  <a:pt x="55800" y="6761"/>
                  <a:pt x="49833" y="8630"/>
                  <a:pt x="44404" y="12369"/>
                </a:cubicBezTo>
                <a:cubicBezTo>
                  <a:pt x="38975" y="16107"/>
                  <a:pt x="35006" y="20999"/>
                  <a:pt x="32497" y="27042"/>
                </a:cubicBezTo>
                <a:cubicBezTo>
                  <a:pt x="29270" y="34776"/>
                  <a:pt x="27657" y="43380"/>
                  <a:pt x="27657" y="52855"/>
                </a:cubicBezTo>
                <a:cubicBezTo>
                  <a:pt x="27657" y="62176"/>
                  <a:pt x="28835" y="70665"/>
                  <a:pt x="31191" y="78322"/>
                </a:cubicBezTo>
                <a:cubicBezTo>
                  <a:pt x="33547" y="85979"/>
                  <a:pt x="37234" y="91766"/>
                  <a:pt x="42253" y="95684"/>
                </a:cubicBezTo>
                <a:cubicBezTo>
                  <a:pt x="47272" y="99603"/>
                  <a:pt x="53777" y="101562"/>
                  <a:pt x="61767" y="101562"/>
                </a:cubicBezTo>
                <a:cubicBezTo>
                  <a:pt x="68322" y="101562"/>
                  <a:pt x="74327" y="100127"/>
                  <a:pt x="79782" y="97259"/>
                </a:cubicBezTo>
                <a:cubicBezTo>
                  <a:pt x="85236" y="94391"/>
                  <a:pt x="90985" y="89449"/>
                  <a:pt x="97029" y="82432"/>
                </a:cubicBezTo>
                <a:lnTo>
                  <a:pt x="97029" y="91421"/>
                </a:lnTo>
                <a:cubicBezTo>
                  <a:pt x="91190" y="97515"/>
                  <a:pt x="85108" y="101933"/>
                  <a:pt x="78783" y="104673"/>
                </a:cubicBezTo>
                <a:cubicBezTo>
                  <a:pt x="72458" y="107413"/>
                  <a:pt x="65070" y="108783"/>
                  <a:pt x="56619" y="108783"/>
                </a:cubicBezTo>
                <a:cubicBezTo>
                  <a:pt x="45506" y="108783"/>
                  <a:pt x="35634" y="106558"/>
                  <a:pt x="27004" y="102109"/>
                </a:cubicBezTo>
                <a:cubicBezTo>
                  <a:pt x="18374" y="97660"/>
                  <a:pt x="11716" y="91267"/>
                  <a:pt x="7029" y="82932"/>
                </a:cubicBezTo>
                <a:cubicBezTo>
                  <a:pt x="2343" y="74595"/>
                  <a:pt x="0" y="65721"/>
                  <a:pt x="0" y="56310"/>
                </a:cubicBezTo>
                <a:cubicBezTo>
                  <a:pt x="0" y="46388"/>
                  <a:pt x="2599" y="36978"/>
                  <a:pt x="7798" y="28079"/>
                </a:cubicBezTo>
                <a:cubicBezTo>
                  <a:pt x="12996" y="19179"/>
                  <a:pt x="20013" y="12274"/>
                  <a:pt x="28847" y="7366"/>
                </a:cubicBezTo>
                <a:cubicBezTo>
                  <a:pt x="37682" y="2455"/>
                  <a:pt x="47068" y="0"/>
                  <a:pt x="57004" y="0"/>
                </a:cubicBezTo>
                <a:cubicBezTo>
                  <a:pt x="64327" y="0"/>
                  <a:pt x="72061" y="1588"/>
                  <a:pt x="80204" y="4763"/>
                </a:cubicBezTo>
                <a:cubicBezTo>
                  <a:pt x="84916" y="6607"/>
                  <a:pt x="87912" y="7529"/>
                  <a:pt x="89193" y="7529"/>
                </a:cubicBezTo>
                <a:cubicBezTo>
                  <a:pt x="90832" y="7529"/>
                  <a:pt x="92253" y="6927"/>
                  <a:pt x="93457" y="5723"/>
                </a:cubicBezTo>
                <a:cubicBezTo>
                  <a:pt x="94660" y="4520"/>
                  <a:pt x="95441" y="2612"/>
                  <a:pt x="95800" y="0"/>
                </a:cubicBezTo>
                <a:lnTo>
                  <a:pt x="98796" y="0"/>
                </a:lnTo>
                <a:close/>
                <a:moveTo>
                  <a:pt x="145909" y="32420"/>
                </a:moveTo>
                <a:cubicBezTo>
                  <a:pt x="152157" y="32420"/>
                  <a:pt x="157970" y="34035"/>
                  <a:pt x="163348" y="37265"/>
                </a:cubicBezTo>
                <a:cubicBezTo>
                  <a:pt x="168726" y="40494"/>
                  <a:pt x="172810" y="45083"/>
                  <a:pt x="175602" y="51030"/>
                </a:cubicBezTo>
                <a:cubicBezTo>
                  <a:pt x="178393" y="56978"/>
                  <a:pt x="179788" y="63489"/>
                  <a:pt x="179788" y="70563"/>
                </a:cubicBezTo>
                <a:cubicBezTo>
                  <a:pt x="179788" y="80765"/>
                  <a:pt x="177202" y="89301"/>
                  <a:pt x="172029" y="96172"/>
                </a:cubicBezTo>
                <a:cubicBezTo>
                  <a:pt x="165781" y="104477"/>
                  <a:pt x="157151" y="108629"/>
                  <a:pt x="146140" y="108629"/>
                </a:cubicBezTo>
                <a:cubicBezTo>
                  <a:pt x="135333" y="108629"/>
                  <a:pt x="127010" y="104835"/>
                  <a:pt x="121172" y="97247"/>
                </a:cubicBezTo>
                <a:cubicBezTo>
                  <a:pt x="115333" y="89659"/>
                  <a:pt x="112414" y="80867"/>
                  <a:pt x="112414" y="70870"/>
                </a:cubicBezTo>
                <a:cubicBezTo>
                  <a:pt x="112414" y="60566"/>
                  <a:pt x="115397" y="51582"/>
                  <a:pt x="121364" y="43917"/>
                </a:cubicBezTo>
                <a:cubicBezTo>
                  <a:pt x="127330" y="36252"/>
                  <a:pt x="135512" y="32420"/>
                  <a:pt x="145909" y="32420"/>
                </a:cubicBezTo>
                <a:moveTo>
                  <a:pt x="146216" y="37797"/>
                </a:moveTo>
                <a:cubicBezTo>
                  <a:pt x="143604" y="37797"/>
                  <a:pt x="141364" y="38785"/>
                  <a:pt x="139494" y="40760"/>
                </a:cubicBezTo>
                <a:cubicBezTo>
                  <a:pt x="137625" y="42733"/>
                  <a:pt x="136396" y="46630"/>
                  <a:pt x="135807" y="52449"/>
                </a:cubicBezTo>
                <a:cubicBezTo>
                  <a:pt x="135218" y="58269"/>
                  <a:pt x="134923" y="66358"/>
                  <a:pt x="134923" y="76716"/>
                </a:cubicBezTo>
                <a:cubicBezTo>
                  <a:pt x="134923" y="82203"/>
                  <a:pt x="135282" y="87331"/>
                  <a:pt x="135999" y="92100"/>
                </a:cubicBezTo>
                <a:cubicBezTo>
                  <a:pt x="136562" y="95740"/>
                  <a:pt x="137766" y="98509"/>
                  <a:pt x="139609" y="100407"/>
                </a:cubicBezTo>
                <a:cubicBezTo>
                  <a:pt x="141453" y="102303"/>
                  <a:pt x="143553" y="103252"/>
                  <a:pt x="145909" y="103252"/>
                </a:cubicBezTo>
                <a:cubicBezTo>
                  <a:pt x="148214" y="103252"/>
                  <a:pt x="150134" y="102611"/>
                  <a:pt x="151671" y="101329"/>
                </a:cubicBezTo>
                <a:cubicBezTo>
                  <a:pt x="153668" y="99586"/>
                  <a:pt x="155000" y="97150"/>
                  <a:pt x="155666" y="94021"/>
                </a:cubicBezTo>
                <a:cubicBezTo>
                  <a:pt x="156690" y="89150"/>
                  <a:pt x="157202" y="79306"/>
                  <a:pt x="157202" y="64487"/>
                </a:cubicBezTo>
                <a:cubicBezTo>
                  <a:pt x="157202" y="55770"/>
                  <a:pt x="156716" y="49784"/>
                  <a:pt x="155743" y="46529"/>
                </a:cubicBezTo>
                <a:cubicBezTo>
                  <a:pt x="154769" y="43272"/>
                  <a:pt x="153335" y="40900"/>
                  <a:pt x="151440" y="39413"/>
                </a:cubicBezTo>
                <a:cubicBezTo>
                  <a:pt x="150109" y="38336"/>
                  <a:pt x="148367" y="37797"/>
                  <a:pt x="146216" y="37797"/>
                </a:cubicBezTo>
                <a:close/>
                <a:moveTo>
                  <a:pt x="260043" y="2305"/>
                </a:moveTo>
                <a:lnTo>
                  <a:pt x="260043" y="84968"/>
                </a:lnTo>
                <a:cubicBezTo>
                  <a:pt x="260043" y="90494"/>
                  <a:pt x="260197" y="93764"/>
                  <a:pt x="260504" y="94777"/>
                </a:cubicBezTo>
                <a:cubicBezTo>
                  <a:pt x="260914" y="96451"/>
                  <a:pt x="261695" y="97694"/>
                  <a:pt x="262847" y="98505"/>
                </a:cubicBezTo>
                <a:cubicBezTo>
                  <a:pt x="263999" y="99315"/>
                  <a:pt x="266010" y="99822"/>
                  <a:pt x="268878" y="100025"/>
                </a:cubicBezTo>
                <a:lnTo>
                  <a:pt x="268878" y="102791"/>
                </a:lnTo>
                <a:lnTo>
                  <a:pt x="238532" y="108629"/>
                </a:lnTo>
                <a:lnTo>
                  <a:pt x="238532" y="97259"/>
                </a:lnTo>
                <a:cubicBezTo>
                  <a:pt x="234896" y="101664"/>
                  <a:pt x="231656" y="104660"/>
                  <a:pt x="228814" y="106248"/>
                </a:cubicBezTo>
                <a:cubicBezTo>
                  <a:pt x="225971" y="107836"/>
                  <a:pt x="222758" y="108629"/>
                  <a:pt x="219172" y="108629"/>
                </a:cubicBezTo>
                <a:cubicBezTo>
                  <a:pt x="210005" y="108629"/>
                  <a:pt x="202758" y="104528"/>
                  <a:pt x="197431" y="96325"/>
                </a:cubicBezTo>
                <a:cubicBezTo>
                  <a:pt x="193129" y="89661"/>
                  <a:pt x="190978" y="81484"/>
                  <a:pt x="190978" y="71795"/>
                </a:cubicBezTo>
                <a:cubicBezTo>
                  <a:pt x="190978" y="64053"/>
                  <a:pt x="192310" y="57119"/>
                  <a:pt x="194973" y="50992"/>
                </a:cubicBezTo>
                <a:cubicBezTo>
                  <a:pt x="197636" y="44865"/>
                  <a:pt x="201285" y="40238"/>
                  <a:pt x="205920" y="37111"/>
                </a:cubicBezTo>
                <a:cubicBezTo>
                  <a:pt x="210555" y="33983"/>
                  <a:pt x="215536" y="32420"/>
                  <a:pt x="220863" y="32420"/>
                </a:cubicBezTo>
                <a:cubicBezTo>
                  <a:pt x="224294" y="32420"/>
                  <a:pt x="227341" y="33091"/>
                  <a:pt x="230005" y="34434"/>
                </a:cubicBezTo>
                <a:cubicBezTo>
                  <a:pt x="232668" y="35777"/>
                  <a:pt x="235510" y="38127"/>
                  <a:pt x="238532" y="41485"/>
                </a:cubicBezTo>
                <a:lnTo>
                  <a:pt x="238532" y="19821"/>
                </a:lnTo>
                <a:cubicBezTo>
                  <a:pt x="238532" y="14341"/>
                  <a:pt x="238302" y="11037"/>
                  <a:pt x="237841" y="9910"/>
                </a:cubicBezTo>
                <a:cubicBezTo>
                  <a:pt x="237226" y="8425"/>
                  <a:pt x="236304" y="7324"/>
                  <a:pt x="235075" y="6607"/>
                </a:cubicBezTo>
                <a:cubicBezTo>
                  <a:pt x="233846" y="5890"/>
                  <a:pt x="231541" y="5531"/>
                  <a:pt x="228161" y="5531"/>
                </a:cubicBezTo>
                <a:lnTo>
                  <a:pt x="228161" y="2305"/>
                </a:lnTo>
                <a:lnTo>
                  <a:pt x="260043" y="2305"/>
                </a:lnTo>
                <a:moveTo>
                  <a:pt x="238532" y="50858"/>
                </a:moveTo>
                <a:cubicBezTo>
                  <a:pt x="234742" y="43687"/>
                  <a:pt x="230107" y="40102"/>
                  <a:pt x="224627" y="40102"/>
                </a:cubicBezTo>
                <a:cubicBezTo>
                  <a:pt x="222732" y="40102"/>
                  <a:pt x="221170" y="40614"/>
                  <a:pt x="219941" y="41639"/>
                </a:cubicBezTo>
                <a:cubicBezTo>
                  <a:pt x="218046" y="43226"/>
                  <a:pt x="216496" y="46018"/>
                  <a:pt x="215293" y="50013"/>
                </a:cubicBezTo>
                <a:cubicBezTo>
                  <a:pt x="214089" y="54007"/>
                  <a:pt x="213487" y="60128"/>
                  <a:pt x="213487" y="68374"/>
                </a:cubicBezTo>
                <a:cubicBezTo>
                  <a:pt x="213487" y="77439"/>
                  <a:pt x="214153" y="84148"/>
                  <a:pt x="215485" y="88501"/>
                </a:cubicBezTo>
                <a:cubicBezTo>
                  <a:pt x="216817" y="92855"/>
                  <a:pt x="218635" y="96005"/>
                  <a:pt x="220939" y="97951"/>
                </a:cubicBezTo>
                <a:cubicBezTo>
                  <a:pt x="222117" y="98924"/>
                  <a:pt x="223731" y="99410"/>
                  <a:pt x="225779" y="99410"/>
                </a:cubicBezTo>
                <a:cubicBezTo>
                  <a:pt x="230286" y="99410"/>
                  <a:pt x="234537" y="95865"/>
                  <a:pt x="238532" y="88775"/>
                </a:cubicBezTo>
                <a:lnTo>
                  <a:pt x="238532" y="50858"/>
                </a:lnTo>
                <a:close/>
                <a:moveTo>
                  <a:pt x="337888" y="67913"/>
                </a:moveTo>
                <a:lnTo>
                  <a:pt x="298477" y="67913"/>
                </a:lnTo>
                <a:cubicBezTo>
                  <a:pt x="298938" y="77464"/>
                  <a:pt x="301474" y="85013"/>
                  <a:pt x="306083" y="90559"/>
                </a:cubicBezTo>
                <a:cubicBezTo>
                  <a:pt x="309617" y="94821"/>
                  <a:pt x="313868" y="96952"/>
                  <a:pt x="318836" y="96952"/>
                </a:cubicBezTo>
                <a:cubicBezTo>
                  <a:pt x="321909" y="96952"/>
                  <a:pt x="324700" y="96094"/>
                  <a:pt x="327210" y="94378"/>
                </a:cubicBezTo>
                <a:cubicBezTo>
                  <a:pt x="329719" y="92663"/>
                  <a:pt x="332408" y="89577"/>
                  <a:pt x="335276" y="85121"/>
                </a:cubicBezTo>
                <a:lnTo>
                  <a:pt x="337888" y="86811"/>
                </a:lnTo>
                <a:cubicBezTo>
                  <a:pt x="333996" y="94750"/>
                  <a:pt x="329694" y="100371"/>
                  <a:pt x="324982" y="103674"/>
                </a:cubicBezTo>
                <a:cubicBezTo>
                  <a:pt x="320270" y="106978"/>
                  <a:pt x="314815" y="108629"/>
                  <a:pt x="308618" y="108629"/>
                </a:cubicBezTo>
                <a:cubicBezTo>
                  <a:pt x="297965" y="108629"/>
                  <a:pt x="289899" y="104528"/>
                  <a:pt x="284419" y="96325"/>
                </a:cubicBezTo>
                <a:cubicBezTo>
                  <a:pt x="280014" y="89712"/>
                  <a:pt x="277812" y="81510"/>
                  <a:pt x="277812" y="71718"/>
                </a:cubicBezTo>
                <a:cubicBezTo>
                  <a:pt x="277812" y="59720"/>
                  <a:pt x="281051" y="50172"/>
                  <a:pt x="287530" y="43072"/>
                </a:cubicBezTo>
                <a:cubicBezTo>
                  <a:pt x="294009" y="35971"/>
                  <a:pt x="301602" y="32420"/>
                  <a:pt x="310308" y="32420"/>
                </a:cubicBezTo>
                <a:cubicBezTo>
                  <a:pt x="317581" y="32420"/>
                  <a:pt x="323893" y="35403"/>
                  <a:pt x="329245" y="41370"/>
                </a:cubicBezTo>
                <a:cubicBezTo>
                  <a:pt x="334598" y="47336"/>
                  <a:pt x="337478" y="56184"/>
                  <a:pt x="337888" y="67913"/>
                </a:cubicBezTo>
                <a:moveTo>
                  <a:pt x="318989" y="62842"/>
                </a:moveTo>
                <a:cubicBezTo>
                  <a:pt x="318989" y="54596"/>
                  <a:pt x="318541" y="48937"/>
                  <a:pt x="317645" y="45864"/>
                </a:cubicBezTo>
                <a:cubicBezTo>
                  <a:pt x="316749" y="42791"/>
                  <a:pt x="315353" y="40461"/>
                  <a:pt x="313458" y="38873"/>
                </a:cubicBezTo>
                <a:cubicBezTo>
                  <a:pt x="312383" y="37951"/>
                  <a:pt x="310948" y="37490"/>
                  <a:pt x="309156" y="37490"/>
                </a:cubicBezTo>
                <a:cubicBezTo>
                  <a:pt x="306493" y="37490"/>
                  <a:pt x="304316" y="38796"/>
                  <a:pt x="302626" y="41408"/>
                </a:cubicBezTo>
                <a:cubicBezTo>
                  <a:pt x="299604" y="45966"/>
                  <a:pt x="298093" y="52215"/>
                  <a:pt x="298093" y="60153"/>
                </a:cubicBezTo>
                <a:lnTo>
                  <a:pt x="298093" y="62842"/>
                </a:lnTo>
                <a:lnTo>
                  <a:pt x="318989" y="62842"/>
                </a:lnTo>
                <a:close/>
                <a:moveTo>
                  <a:pt x="422223" y="59001"/>
                </a:moveTo>
                <a:lnTo>
                  <a:pt x="422223" y="88348"/>
                </a:lnTo>
                <a:cubicBezTo>
                  <a:pt x="422223" y="93953"/>
                  <a:pt x="422568" y="97482"/>
                  <a:pt x="423260" y="98935"/>
                </a:cubicBezTo>
                <a:cubicBezTo>
                  <a:pt x="423951" y="100387"/>
                  <a:pt x="425167" y="101546"/>
                  <a:pt x="426909" y="102414"/>
                </a:cubicBezTo>
                <a:cubicBezTo>
                  <a:pt x="428650" y="103280"/>
                  <a:pt x="431902" y="103713"/>
                  <a:pt x="436666" y="103713"/>
                </a:cubicBezTo>
                <a:lnTo>
                  <a:pt x="436666" y="106478"/>
                </a:lnTo>
                <a:lnTo>
                  <a:pt x="383350" y="106478"/>
                </a:lnTo>
                <a:lnTo>
                  <a:pt x="383350" y="103713"/>
                </a:lnTo>
                <a:cubicBezTo>
                  <a:pt x="388164" y="103713"/>
                  <a:pt x="391429" y="103267"/>
                  <a:pt x="393145" y="102375"/>
                </a:cubicBezTo>
                <a:cubicBezTo>
                  <a:pt x="394860" y="101484"/>
                  <a:pt x="396064" y="100324"/>
                  <a:pt x="396755" y="98897"/>
                </a:cubicBezTo>
                <a:cubicBezTo>
                  <a:pt x="397447" y="97469"/>
                  <a:pt x="397792" y="93953"/>
                  <a:pt x="397792" y="88348"/>
                </a:cubicBezTo>
                <a:lnTo>
                  <a:pt x="397792" y="20435"/>
                </a:lnTo>
                <a:cubicBezTo>
                  <a:pt x="397792" y="14830"/>
                  <a:pt x="397447" y="11302"/>
                  <a:pt x="396755" y="9850"/>
                </a:cubicBezTo>
                <a:cubicBezTo>
                  <a:pt x="396064" y="8397"/>
                  <a:pt x="394848" y="7237"/>
                  <a:pt x="393106" y="6372"/>
                </a:cubicBezTo>
                <a:cubicBezTo>
                  <a:pt x="391365" y="5504"/>
                  <a:pt x="388113" y="5070"/>
                  <a:pt x="383350" y="5070"/>
                </a:cubicBezTo>
                <a:lnTo>
                  <a:pt x="383350" y="2305"/>
                </a:lnTo>
                <a:lnTo>
                  <a:pt x="431749" y="2305"/>
                </a:lnTo>
                <a:cubicBezTo>
                  <a:pt x="444348" y="2305"/>
                  <a:pt x="453567" y="3175"/>
                  <a:pt x="459405" y="4914"/>
                </a:cubicBezTo>
                <a:cubicBezTo>
                  <a:pt x="465244" y="6654"/>
                  <a:pt x="470007" y="9865"/>
                  <a:pt x="473695" y="14546"/>
                </a:cubicBezTo>
                <a:cubicBezTo>
                  <a:pt x="477382" y="19228"/>
                  <a:pt x="479226" y="24715"/>
                  <a:pt x="479226" y="31008"/>
                </a:cubicBezTo>
                <a:cubicBezTo>
                  <a:pt x="479226" y="38684"/>
                  <a:pt x="476460" y="45029"/>
                  <a:pt x="470929" y="50044"/>
                </a:cubicBezTo>
                <a:cubicBezTo>
                  <a:pt x="467395" y="53216"/>
                  <a:pt x="462453" y="55595"/>
                  <a:pt x="456102" y="57181"/>
                </a:cubicBezTo>
                <a:lnTo>
                  <a:pt x="481147" y="92530"/>
                </a:lnTo>
                <a:cubicBezTo>
                  <a:pt x="484425" y="97043"/>
                  <a:pt x="486755" y="99858"/>
                  <a:pt x="488138" y="100973"/>
                </a:cubicBezTo>
                <a:cubicBezTo>
                  <a:pt x="490238" y="102545"/>
                  <a:pt x="492670" y="103407"/>
                  <a:pt x="495436" y="103559"/>
                </a:cubicBezTo>
                <a:lnTo>
                  <a:pt x="495436" y="106478"/>
                </a:lnTo>
                <a:lnTo>
                  <a:pt x="462632" y="106478"/>
                </a:lnTo>
                <a:lnTo>
                  <a:pt x="429060" y="59001"/>
                </a:lnTo>
                <a:lnTo>
                  <a:pt x="422223" y="59001"/>
                </a:lnTo>
                <a:moveTo>
                  <a:pt x="422223" y="8143"/>
                </a:moveTo>
                <a:lnTo>
                  <a:pt x="422223" y="53470"/>
                </a:lnTo>
                <a:lnTo>
                  <a:pt x="426602" y="53470"/>
                </a:lnTo>
                <a:cubicBezTo>
                  <a:pt x="433721" y="53470"/>
                  <a:pt x="439047" y="52821"/>
                  <a:pt x="442581" y="51525"/>
                </a:cubicBezTo>
                <a:cubicBezTo>
                  <a:pt x="446115" y="50227"/>
                  <a:pt x="448893" y="47887"/>
                  <a:pt x="450916" y="44505"/>
                </a:cubicBezTo>
                <a:cubicBezTo>
                  <a:pt x="452939" y="41122"/>
                  <a:pt x="453951" y="36708"/>
                  <a:pt x="453951" y="31265"/>
                </a:cubicBezTo>
                <a:cubicBezTo>
                  <a:pt x="453951" y="23379"/>
                  <a:pt x="452094" y="17554"/>
                  <a:pt x="448381" y="13790"/>
                </a:cubicBezTo>
                <a:cubicBezTo>
                  <a:pt x="444668" y="10026"/>
                  <a:pt x="438689" y="8143"/>
                  <a:pt x="430443" y="8143"/>
                </a:cubicBezTo>
                <a:lnTo>
                  <a:pt x="422223" y="8143"/>
                </a:lnTo>
                <a:close/>
                <a:moveTo>
                  <a:pt x="559527" y="67913"/>
                </a:moveTo>
                <a:lnTo>
                  <a:pt x="520116" y="67913"/>
                </a:lnTo>
                <a:cubicBezTo>
                  <a:pt x="520577" y="77464"/>
                  <a:pt x="523113" y="85013"/>
                  <a:pt x="527722" y="90559"/>
                </a:cubicBezTo>
                <a:cubicBezTo>
                  <a:pt x="531256" y="94821"/>
                  <a:pt x="535507" y="96952"/>
                  <a:pt x="540475" y="96952"/>
                </a:cubicBezTo>
                <a:cubicBezTo>
                  <a:pt x="543548" y="96952"/>
                  <a:pt x="546339" y="96094"/>
                  <a:pt x="548849" y="94378"/>
                </a:cubicBezTo>
                <a:cubicBezTo>
                  <a:pt x="551358" y="92663"/>
                  <a:pt x="554047" y="89577"/>
                  <a:pt x="556915" y="85121"/>
                </a:cubicBezTo>
                <a:lnTo>
                  <a:pt x="559527" y="86811"/>
                </a:lnTo>
                <a:cubicBezTo>
                  <a:pt x="555635" y="94750"/>
                  <a:pt x="551333" y="100371"/>
                  <a:pt x="546621" y="103674"/>
                </a:cubicBezTo>
                <a:cubicBezTo>
                  <a:pt x="541909" y="106978"/>
                  <a:pt x="536454" y="108629"/>
                  <a:pt x="530257" y="108629"/>
                </a:cubicBezTo>
                <a:cubicBezTo>
                  <a:pt x="519604" y="108629"/>
                  <a:pt x="511538" y="104528"/>
                  <a:pt x="506058" y="96325"/>
                </a:cubicBezTo>
                <a:cubicBezTo>
                  <a:pt x="501653" y="89712"/>
                  <a:pt x="499451" y="81510"/>
                  <a:pt x="499451" y="71718"/>
                </a:cubicBezTo>
                <a:cubicBezTo>
                  <a:pt x="499451" y="59720"/>
                  <a:pt x="502690" y="50172"/>
                  <a:pt x="509169" y="43072"/>
                </a:cubicBezTo>
                <a:cubicBezTo>
                  <a:pt x="515648" y="35971"/>
                  <a:pt x="523241" y="32420"/>
                  <a:pt x="531947" y="32420"/>
                </a:cubicBezTo>
                <a:cubicBezTo>
                  <a:pt x="539220" y="32420"/>
                  <a:pt x="545532" y="35403"/>
                  <a:pt x="550885" y="41370"/>
                </a:cubicBezTo>
                <a:cubicBezTo>
                  <a:pt x="556237" y="47336"/>
                  <a:pt x="559118" y="56184"/>
                  <a:pt x="559527" y="67913"/>
                </a:cubicBezTo>
                <a:moveTo>
                  <a:pt x="540628" y="62842"/>
                </a:moveTo>
                <a:cubicBezTo>
                  <a:pt x="540628" y="54596"/>
                  <a:pt x="540180" y="48937"/>
                  <a:pt x="539284" y="45864"/>
                </a:cubicBezTo>
                <a:cubicBezTo>
                  <a:pt x="538388" y="42791"/>
                  <a:pt x="536992" y="40461"/>
                  <a:pt x="535097" y="38873"/>
                </a:cubicBezTo>
                <a:cubicBezTo>
                  <a:pt x="534022" y="37951"/>
                  <a:pt x="532588" y="37490"/>
                  <a:pt x="530795" y="37490"/>
                </a:cubicBezTo>
                <a:cubicBezTo>
                  <a:pt x="528132" y="37490"/>
                  <a:pt x="525955" y="38796"/>
                  <a:pt x="524265" y="41408"/>
                </a:cubicBezTo>
                <a:cubicBezTo>
                  <a:pt x="521243" y="45966"/>
                  <a:pt x="519732" y="52215"/>
                  <a:pt x="519732" y="60153"/>
                </a:cubicBezTo>
                <a:lnTo>
                  <a:pt x="519732" y="62842"/>
                </a:lnTo>
                <a:lnTo>
                  <a:pt x="540628" y="62842"/>
                </a:lnTo>
                <a:close/>
                <a:moveTo>
                  <a:pt x="596020" y="99180"/>
                </a:moveTo>
                <a:lnTo>
                  <a:pt x="596020" y="125838"/>
                </a:lnTo>
                <a:cubicBezTo>
                  <a:pt x="596020" y="129575"/>
                  <a:pt x="596314" y="132118"/>
                  <a:pt x="596903" y="133468"/>
                </a:cubicBezTo>
                <a:cubicBezTo>
                  <a:pt x="597492" y="134818"/>
                  <a:pt x="598401" y="135805"/>
                  <a:pt x="599630" y="136428"/>
                </a:cubicBezTo>
                <a:cubicBezTo>
                  <a:pt x="600860" y="137050"/>
                  <a:pt x="603267" y="137362"/>
                  <a:pt x="606852" y="137362"/>
                </a:cubicBezTo>
                <a:lnTo>
                  <a:pt x="606852" y="140127"/>
                </a:lnTo>
                <a:lnTo>
                  <a:pt x="565905" y="140127"/>
                </a:lnTo>
                <a:lnTo>
                  <a:pt x="565905" y="137362"/>
                </a:lnTo>
                <a:cubicBezTo>
                  <a:pt x="569080" y="137258"/>
                  <a:pt x="571436" y="136349"/>
                  <a:pt x="572972" y="134637"/>
                </a:cubicBezTo>
                <a:cubicBezTo>
                  <a:pt x="573997" y="133444"/>
                  <a:pt x="574509" y="130358"/>
                  <a:pt x="574509" y="125377"/>
                </a:cubicBezTo>
                <a:lnTo>
                  <a:pt x="574509" y="49628"/>
                </a:lnTo>
                <a:cubicBezTo>
                  <a:pt x="574509" y="44494"/>
                  <a:pt x="573920" y="41214"/>
                  <a:pt x="572742" y="39788"/>
                </a:cubicBezTo>
                <a:cubicBezTo>
                  <a:pt x="571564" y="38362"/>
                  <a:pt x="569285" y="37545"/>
                  <a:pt x="565905" y="37337"/>
                </a:cubicBezTo>
                <a:lnTo>
                  <a:pt x="565905" y="34571"/>
                </a:lnTo>
                <a:lnTo>
                  <a:pt x="596020" y="34571"/>
                </a:lnTo>
                <a:lnTo>
                  <a:pt x="596020" y="44020"/>
                </a:lnTo>
                <a:cubicBezTo>
                  <a:pt x="598529" y="40333"/>
                  <a:pt x="601090" y="37669"/>
                  <a:pt x="603702" y="36031"/>
                </a:cubicBezTo>
                <a:cubicBezTo>
                  <a:pt x="607441" y="33623"/>
                  <a:pt x="611512" y="32420"/>
                  <a:pt x="615917" y="32420"/>
                </a:cubicBezTo>
                <a:cubicBezTo>
                  <a:pt x="621192" y="32420"/>
                  <a:pt x="625994" y="34086"/>
                  <a:pt x="630322" y="37418"/>
                </a:cubicBezTo>
                <a:cubicBezTo>
                  <a:pt x="634649" y="40750"/>
                  <a:pt x="637940" y="45352"/>
                  <a:pt x="640193" y="51223"/>
                </a:cubicBezTo>
                <a:cubicBezTo>
                  <a:pt x="642447" y="57093"/>
                  <a:pt x="643574" y="63412"/>
                  <a:pt x="643574" y="70179"/>
                </a:cubicBezTo>
                <a:cubicBezTo>
                  <a:pt x="643574" y="77458"/>
                  <a:pt x="642409" y="84110"/>
                  <a:pt x="640078" y="90134"/>
                </a:cubicBezTo>
                <a:cubicBezTo>
                  <a:pt x="637748" y="96158"/>
                  <a:pt x="634368" y="100747"/>
                  <a:pt x="629937" y="103900"/>
                </a:cubicBezTo>
                <a:cubicBezTo>
                  <a:pt x="625507" y="107053"/>
                  <a:pt x="620578" y="108629"/>
                  <a:pt x="615149" y="108629"/>
                </a:cubicBezTo>
                <a:cubicBezTo>
                  <a:pt x="611205" y="108629"/>
                  <a:pt x="607518" y="107759"/>
                  <a:pt x="604086" y="106017"/>
                </a:cubicBezTo>
                <a:cubicBezTo>
                  <a:pt x="601525" y="104686"/>
                  <a:pt x="598836" y="102407"/>
                  <a:pt x="596020" y="99180"/>
                </a:cubicBezTo>
                <a:moveTo>
                  <a:pt x="596020" y="91409"/>
                </a:moveTo>
                <a:cubicBezTo>
                  <a:pt x="600424" y="97665"/>
                  <a:pt x="605136" y="100793"/>
                  <a:pt x="610155" y="100793"/>
                </a:cubicBezTo>
                <a:cubicBezTo>
                  <a:pt x="612921" y="100793"/>
                  <a:pt x="615200" y="99332"/>
                  <a:pt x="616993" y="96410"/>
                </a:cubicBezTo>
                <a:cubicBezTo>
                  <a:pt x="619656" y="92101"/>
                  <a:pt x="620987" y="83895"/>
                  <a:pt x="620987" y="71792"/>
                </a:cubicBezTo>
                <a:cubicBezTo>
                  <a:pt x="620987" y="59382"/>
                  <a:pt x="619528" y="50894"/>
                  <a:pt x="616608" y="46330"/>
                </a:cubicBezTo>
                <a:cubicBezTo>
                  <a:pt x="614662" y="43305"/>
                  <a:pt x="612050" y="41792"/>
                  <a:pt x="608772" y="41792"/>
                </a:cubicBezTo>
                <a:cubicBezTo>
                  <a:pt x="603600" y="41792"/>
                  <a:pt x="599349" y="45536"/>
                  <a:pt x="596020" y="53023"/>
                </a:cubicBezTo>
                <a:lnTo>
                  <a:pt x="596020" y="91409"/>
                </a:lnTo>
                <a:close/>
                <a:moveTo>
                  <a:pt x="688922" y="32420"/>
                </a:moveTo>
                <a:cubicBezTo>
                  <a:pt x="695171" y="32420"/>
                  <a:pt x="700984" y="34035"/>
                  <a:pt x="706361" y="37265"/>
                </a:cubicBezTo>
                <a:cubicBezTo>
                  <a:pt x="711739" y="40494"/>
                  <a:pt x="715824" y="45083"/>
                  <a:pt x="718615" y="51030"/>
                </a:cubicBezTo>
                <a:cubicBezTo>
                  <a:pt x="721406" y="56978"/>
                  <a:pt x="722802" y="63489"/>
                  <a:pt x="722802" y="70563"/>
                </a:cubicBezTo>
                <a:cubicBezTo>
                  <a:pt x="722802" y="80765"/>
                  <a:pt x="720215" y="89301"/>
                  <a:pt x="715043" y="96172"/>
                </a:cubicBezTo>
                <a:cubicBezTo>
                  <a:pt x="708794" y="104477"/>
                  <a:pt x="700164" y="108629"/>
                  <a:pt x="689153" y="108629"/>
                </a:cubicBezTo>
                <a:cubicBezTo>
                  <a:pt x="678346" y="108629"/>
                  <a:pt x="670024" y="104835"/>
                  <a:pt x="664185" y="97247"/>
                </a:cubicBezTo>
                <a:cubicBezTo>
                  <a:pt x="658346" y="89659"/>
                  <a:pt x="655427" y="80867"/>
                  <a:pt x="655427" y="70870"/>
                </a:cubicBezTo>
                <a:cubicBezTo>
                  <a:pt x="655427" y="60566"/>
                  <a:pt x="658410" y="51582"/>
                  <a:pt x="664377" y="43917"/>
                </a:cubicBezTo>
                <a:cubicBezTo>
                  <a:pt x="670344" y="36252"/>
                  <a:pt x="678526" y="32420"/>
                  <a:pt x="688922" y="32420"/>
                </a:cubicBezTo>
                <a:moveTo>
                  <a:pt x="689230" y="37797"/>
                </a:moveTo>
                <a:cubicBezTo>
                  <a:pt x="686618" y="37797"/>
                  <a:pt x="684377" y="38785"/>
                  <a:pt x="682508" y="40760"/>
                </a:cubicBezTo>
                <a:cubicBezTo>
                  <a:pt x="680638" y="42733"/>
                  <a:pt x="679409" y="46630"/>
                  <a:pt x="678820" y="52449"/>
                </a:cubicBezTo>
                <a:cubicBezTo>
                  <a:pt x="678231" y="58269"/>
                  <a:pt x="677937" y="66358"/>
                  <a:pt x="677937" y="76716"/>
                </a:cubicBezTo>
                <a:cubicBezTo>
                  <a:pt x="677937" y="82203"/>
                  <a:pt x="678295" y="87331"/>
                  <a:pt x="679012" y="92100"/>
                </a:cubicBezTo>
                <a:cubicBezTo>
                  <a:pt x="679575" y="95740"/>
                  <a:pt x="680779" y="98509"/>
                  <a:pt x="682623" y="100407"/>
                </a:cubicBezTo>
                <a:cubicBezTo>
                  <a:pt x="684467" y="102303"/>
                  <a:pt x="686566" y="103252"/>
                  <a:pt x="688922" y="103252"/>
                </a:cubicBezTo>
                <a:cubicBezTo>
                  <a:pt x="691227" y="103252"/>
                  <a:pt x="693148" y="102611"/>
                  <a:pt x="694684" y="101329"/>
                </a:cubicBezTo>
                <a:cubicBezTo>
                  <a:pt x="696682" y="99586"/>
                  <a:pt x="698013" y="97150"/>
                  <a:pt x="698679" y="94021"/>
                </a:cubicBezTo>
                <a:cubicBezTo>
                  <a:pt x="699703" y="89150"/>
                  <a:pt x="700216" y="79306"/>
                  <a:pt x="700216" y="64487"/>
                </a:cubicBezTo>
                <a:cubicBezTo>
                  <a:pt x="700216" y="55770"/>
                  <a:pt x="699729" y="49784"/>
                  <a:pt x="698756" y="46529"/>
                </a:cubicBezTo>
                <a:cubicBezTo>
                  <a:pt x="697783" y="43272"/>
                  <a:pt x="696349" y="40900"/>
                  <a:pt x="694454" y="39413"/>
                </a:cubicBezTo>
                <a:cubicBezTo>
                  <a:pt x="693122" y="38336"/>
                  <a:pt x="691381" y="37797"/>
                  <a:pt x="689230" y="37797"/>
                </a:cubicBezTo>
                <a:close/>
                <a:moveTo>
                  <a:pt x="778626" y="32727"/>
                </a:moveTo>
                <a:lnTo>
                  <a:pt x="779779" y="57311"/>
                </a:lnTo>
                <a:lnTo>
                  <a:pt x="777167" y="57311"/>
                </a:lnTo>
                <a:cubicBezTo>
                  <a:pt x="774043" y="49979"/>
                  <a:pt x="770803" y="44971"/>
                  <a:pt x="767448" y="42287"/>
                </a:cubicBezTo>
                <a:cubicBezTo>
                  <a:pt x="764094" y="39601"/>
                  <a:pt x="760752" y="38258"/>
                  <a:pt x="757423" y="38258"/>
                </a:cubicBezTo>
                <a:cubicBezTo>
                  <a:pt x="755323" y="38258"/>
                  <a:pt x="753530" y="38963"/>
                  <a:pt x="752045" y="40371"/>
                </a:cubicBezTo>
                <a:cubicBezTo>
                  <a:pt x="750560" y="41780"/>
                  <a:pt x="749817" y="43406"/>
                  <a:pt x="749817" y="45249"/>
                </a:cubicBezTo>
                <a:cubicBezTo>
                  <a:pt x="749817" y="46632"/>
                  <a:pt x="750329" y="47964"/>
                  <a:pt x="751354" y="49244"/>
                </a:cubicBezTo>
                <a:cubicBezTo>
                  <a:pt x="752993" y="51344"/>
                  <a:pt x="757577" y="54942"/>
                  <a:pt x="765105" y="60038"/>
                </a:cubicBezTo>
                <a:cubicBezTo>
                  <a:pt x="772634" y="65134"/>
                  <a:pt x="777589" y="69462"/>
                  <a:pt x="779971" y="73021"/>
                </a:cubicBezTo>
                <a:cubicBezTo>
                  <a:pt x="782352" y="76581"/>
                  <a:pt x="783543" y="80563"/>
                  <a:pt x="783543" y="84968"/>
                </a:cubicBezTo>
                <a:cubicBezTo>
                  <a:pt x="783543" y="88962"/>
                  <a:pt x="782544" y="92880"/>
                  <a:pt x="780547" y="96722"/>
                </a:cubicBezTo>
                <a:cubicBezTo>
                  <a:pt x="778550" y="100563"/>
                  <a:pt x="775733" y="103508"/>
                  <a:pt x="772096" y="105556"/>
                </a:cubicBezTo>
                <a:cubicBezTo>
                  <a:pt x="768460" y="107605"/>
                  <a:pt x="764439" y="108629"/>
                  <a:pt x="760035" y="108629"/>
                </a:cubicBezTo>
                <a:cubicBezTo>
                  <a:pt x="756603" y="108629"/>
                  <a:pt x="752020" y="107534"/>
                  <a:pt x="746283" y="105343"/>
                </a:cubicBezTo>
                <a:cubicBezTo>
                  <a:pt x="744747" y="104768"/>
                  <a:pt x="743697" y="104481"/>
                  <a:pt x="743134" y="104481"/>
                </a:cubicBezTo>
                <a:cubicBezTo>
                  <a:pt x="741443" y="104481"/>
                  <a:pt x="740035" y="105761"/>
                  <a:pt x="738908" y="108322"/>
                </a:cubicBezTo>
                <a:lnTo>
                  <a:pt x="736373" y="108322"/>
                </a:lnTo>
                <a:lnTo>
                  <a:pt x="735144" y="82509"/>
                </a:lnTo>
                <a:lnTo>
                  <a:pt x="737756" y="82509"/>
                </a:lnTo>
                <a:cubicBezTo>
                  <a:pt x="740061" y="89270"/>
                  <a:pt x="743223" y="94340"/>
                  <a:pt x="747244" y="97720"/>
                </a:cubicBezTo>
                <a:cubicBezTo>
                  <a:pt x="751264" y="101101"/>
                  <a:pt x="755067" y="102791"/>
                  <a:pt x="758652" y="102791"/>
                </a:cubicBezTo>
                <a:cubicBezTo>
                  <a:pt x="761110" y="102791"/>
                  <a:pt x="763121" y="102035"/>
                  <a:pt x="764683" y="100524"/>
                </a:cubicBezTo>
                <a:cubicBezTo>
                  <a:pt x="766245" y="99014"/>
                  <a:pt x="767026" y="97183"/>
                  <a:pt x="767026" y="95031"/>
                </a:cubicBezTo>
                <a:cubicBezTo>
                  <a:pt x="767026" y="92573"/>
                  <a:pt x="766258" y="90448"/>
                  <a:pt x="764721" y="88655"/>
                </a:cubicBezTo>
                <a:cubicBezTo>
                  <a:pt x="763185" y="86863"/>
                  <a:pt x="759753" y="84148"/>
                  <a:pt x="754427" y="80512"/>
                </a:cubicBezTo>
                <a:cubicBezTo>
                  <a:pt x="746591" y="75083"/>
                  <a:pt x="741520" y="70934"/>
                  <a:pt x="739216" y="68066"/>
                </a:cubicBezTo>
                <a:cubicBezTo>
                  <a:pt x="735835" y="63866"/>
                  <a:pt x="734145" y="59231"/>
                  <a:pt x="734145" y="54161"/>
                </a:cubicBezTo>
                <a:cubicBezTo>
                  <a:pt x="734145" y="48630"/>
                  <a:pt x="736053" y="43623"/>
                  <a:pt x="739869" y="39142"/>
                </a:cubicBezTo>
                <a:cubicBezTo>
                  <a:pt x="743684" y="34661"/>
                  <a:pt x="749203" y="32420"/>
                  <a:pt x="756424" y="32420"/>
                </a:cubicBezTo>
                <a:cubicBezTo>
                  <a:pt x="760317" y="32420"/>
                  <a:pt x="764081" y="33404"/>
                  <a:pt x="767717" y="35373"/>
                </a:cubicBezTo>
                <a:cubicBezTo>
                  <a:pt x="769100" y="36170"/>
                  <a:pt x="770227" y="36568"/>
                  <a:pt x="771098" y="36568"/>
                </a:cubicBezTo>
                <a:cubicBezTo>
                  <a:pt x="772019" y="36568"/>
                  <a:pt x="772762" y="36376"/>
                  <a:pt x="773325" y="35992"/>
                </a:cubicBezTo>
                <a:cubicBezTo>
                  <a:pt x="773889" y="35608"/>
                  <a:pt x="774785" y="34520"/>
                  <a:pt x="776014" y="32727"/>
                </a:cubicBezTo>
                <a:lnTo>
                  <a:pt x="778626" y="32727"/>
                </a:lnTo>
                <a:close/>
                <a:moveTo>
                  <a:pt x="811382" y="0"/>
                </a:moveTo>
                <a:cubicBezTo>
                  <a:pt x="814711" y="0"/>
                  <a:pt x="817528" y="1169"/>
                  <a:pt x="819832" y="3508"/>
                </a:cubicBezTo>
                <a:cubicBezTo>
                  <a:pt x="822137" y="5844"/>
                  <a:pt x="823290" y="8657"/>
                  <a:pt x="823290" y="11946"/>
                </a:cubicBezTo>
                <a:cubicBezTo>
                  <a:pt x="823290" y="15235"/>
                  <a:pt x="822124" y="18036"/>
                  <a:pt x="819794" y="20349"/>
                </a:cubicBezTo>
                <a:cubicBezTo>
                  <a:pt x="817464" y="22660"/>
                  <a:pt x="814660" y="23815"/>
                  <a:pt x="811382" y="23815"/>
                </a:cubicBezTo>
                <a:cubicBezTo>
                  <a:pt x="808104" y="23815"/>
                  <a:pt x="805313" y="22660"/>
                  <a:pt x="803008" y="20349"/>
                </a:cubicBezTo>
                <a:cubicBezTo>
                  <a:pt x="800703" y="18036"/>
                  <a:pt x="799551" y="15235"/>
                  <a:pt x="799551" y="11946"/>
                </a:cubicBezTo>
                <a:cubicBezTo>
                  <a:pt x="799551" y="8657"/>
                  <a:pt x="800703" y="5844"/>
                  <a:pt x="803008" y="3508"/>
                </a:cubicBezTo>
                <a:cubicBezTo>
                  <a:pt x="805313" y="1169"/>
                  <a:pt x="808104" y="0"/>
                  <a:pt x="811382" y="0"/>
                </a:cubicBezTo>
                <a:moveTo>
                  <a:pt x="822137" y="34571"/>
                </a:moveTo>
                <a:lnTo>
                  <a:pt x="822137" y="91574"/>
                </a:lnTo>
                <a:cubicBezTo>
                  <a:pt x="822137" y="96645"/>
                  <a:pt x="822726" y="99884"/>
                  <a:pt x="823904" y="101293"/>
                </a:cubicBezTo>
                <a:cubicBezTo>
                  <a:pt x="825082" y="102701"/>
                  <a:pt x="827387" y="103508"/>
                  <a:pt x="830818" y="103713"/>
                </a:cubicBezTo>
                <a:lnTo>
                  <a:pt x="830818" y="106478"/>
                </a:lnTo>
                <a:lnTo>
                  <a:pt x="792022" y="106478"/>
                </a:lnTo>
                <a:lnTo>
                  <a:pt x="792022" y="103713"/>
                </a:lnTo>
                <a:cubicBezTo>
                  <a:pt x="795198" y="103610"/>
                  <a:pt x="797553" y="102688"/>
                  <a:pt x="799090" y="100947"/>
                </a:cubicBezTo>
                <a:cubicBezTo>
                  <a:pt x="800114" y="99769"/>
                  <a:pt x="800626" y="96645"/>
                  <a:pt x="800626" y="91574"/>
                </a:cubicBezTo>
                <a:lnTo>
                  <a:pt x="800626" y="49628"/>
                </a:lnTo>
                <a:cubicBezTo>
                  <a:pt x="800626" y="44494"/>
                  <a:pt x="800037" y="41214"/>
                  <a:pt x="798859" y="39788"/>
                </a:cubicBezTo>
                <a:cubicBezTo>
                  <a:pt x="797681" y="38362"/>
                  <a:pt x="795402" y="37545"/>
                  <a:pt x="792022" y="37337"/>
                </a:cubicBezTo>
                <a:lnTo>
                  <a:pt x="792022" y="34571"/>
                </a:lnTo>
                <a:lnTo>
                  <a:pt x="822137" y="34571"/>
                </a:lnTo>
                <a:close/>
                <a:moveTo>
                  <a:pt x="866007" y="8143"/>
                </a:moveTo>
                <a:lnTo>
                  <a:pt x="866007" y="34571"/>
                </a:lnTo>
                <a:lnTo>
                  <a:pt x="883062" y="34571"/>
                </a:lnTo>
                <a:lnTo>
                  <a:pt x="883062" y="42100"/>
                </a:lnTo>
                <a:lnTo>
                  <a:pt x="866007" y="42100"/>
                </a:lnTo>
                <a:lnTo>
                  <a:pt x="866007" y="86547"/>
                </a:lnTo>
                <a:cubicBezTo>
                  <a:pt x="866007" y="90707"/>
                  <a:pt x="866199" y="93390"/>
                  <a:pt x="866583" y="94597"/>
                </a:cubicBezTo>
                <a:cubicBezTo>
                  <a:pt x="866967" y="95804"/>
                  <a:pt x="867646" y="96780"/>
                  <a:pt x="868619" y="97526"/>
                </a:cubicBezTo>
                <a:cubicBezTo>
                  <a:pt x="869592" y="98270"/>
                  <a:pt x="870488" y="98642"/>
                  <a:pt x="871308" y="98642"/>
                </a:cubicBezTo>
                <a:cubicBezTo>
                  <a:pt x="874637" y="98642"/>
                  <a:pt x="877787" y="96081"/>
                  <a:pt x="880757" y="90960"/>
                </a:cubicBezTo>
                <a:lnTo>
                  <a:pt x="883062" y="92667"/>
                </a:lnTo>
                <a:cubicBezTo>
                  <a:pt x="878913" y="102591"/>
                  <a:pt x="872179" y="107554"/>
                  <a:pt x="862857" y="107554"/>
                </a:cubicBezTo>
                <a:cubicBezTo>
                  <a:pt x="858299" y="107554"/>
                  <a:pt x="854445" y="106282"/>
                  <a:pt x="851295" y="103739"/>
                </a:cubicBezTo>
                <a:cubicBezTo>
                  <a:pt x="848145" y="101194"/>
                  <a:pt x="846135" y="98354"/>
                  <a:pt x="845264" y="95219"/>
                </a:cubicBezTo>
                <a:cubicBezTo>
                  <a:pt x="844752" y="93471"/>
                  <a:pt x="844496" y="88742"/>
                  <a:pt x="844496" y="81033"/>
                </a:cubicBezTo>
                <a:lnTo>
                  <a:pt x="844496" y="42100"/>
                </a:lnTo>
                <a:lnTo>
                  <a:pt x="835124" y="42100"/>
                </a:lnTo>
                <a:lnTo>
                  <a:pt x="835124" y="39404"/>
                </a:lnTo>
                <a:cubicBezTo>
                  <a:pt x="841577" y="34836"/>
                  <a:pt x="847070" y="30037"/>
                  <a:pt x="851602" y="25006"/>
                </a:cubicBezTo>
                <a:cubicBezTo>
                  <a:pt x="856135" y="19976"/>
                  <a:pt x="860092" y="14355"/>
                  <a:pt x="863472" y="8143"/>
                </a:cubicBezTo>
                <a:lnTo>
                  <a:pt x="866007" y="8143"/>
                </a:lnTo>
                <a:close/>
                <a:moveTo>
                  <a:pt x="923447" y="32420"/>
                </a:moveTo>
                <a:cubicBezTo>
                  <a:pt x="929696" y="32420"/>
                  <a:pt x="935509" y="34035"/>
                  <a:pt x="940886" y="37265"/>
                </a:cubicBezTo>
                <a:cubicBezTo>
                  <a:pt x="946264" y="40494"/>
                  <a:pt x="950348" y="45083"/>
                  <a:pt x="953140" y="51030"/>
                </a:cubicBezTo>
                <a:cubicBezTo>
                  <a:pt x="955931" y="56978"/>
                  <a:pt x="957327" y="63489"/>
                  <a:pt x="957327" y="70563"/>
                </a:cubicBezTo>
                <a:cubicBezTo>
                  <a:pt x="957327" y="80765"/>
                  <a:pt x="954740" y="89301"/>
                  <a:pt x="949567" y="96172"/>
                </a:cubicBezTo>
                <a:cubicBezTo>
                  <a:pt x="943319" y="104477"/>
                  <a:pt x="934689" y="108629"/>
                  <a:pt x="923678" y="108629"/>
                </a:cubicBezTo>
                <a:cubicBezTo>
                  <a:pt x="912871" y="108629"/>
                  <a:pt x="904548" y="104835"/>
                  <a:pt x="898710" y="97247"/>
                </a:cubicBezTo>
                <a:cubicBezTo>
                  <a:pt x="892871" y="89659"/>
                  <a:pt x="889952" y="80867"/>
                  <a:pt x="889952" y="70870"/>
                </a:cubicBezTo>
                <a:cubicBezTo>
                  <a:pt x="889952" y="60566"/>
                  <a:pt x="892935" y="51582"/>
                  <a:pt x="898902" y="43917"/>
                </a:cubicBezTo>
                <a:cubicBezTo>
                  <a:pt x="904869" y="36252"/>
                  <a:pt x="913050" y="32420"/>
                  <a:pt x="923447" y="32420"/>
                </a:cubicBezTo>
                <a:moveTo>
                  <a:pt x="923754" y="37797"/>
                </a:moveTo>
                <a:cubicBezTo>
                  <a:pt x="921142" y="37797"/>
                  <a:pt x="918902" y="38785"/>
                  <a:pt x="917032" y="40760"/>
                </a:cubicBezTo>
                <a:cubicBezTo>
                  <a:pt x="915163" y="42733"/>
                  <a:pt x="913934" y="46630"/>
                  <a:pt x="913345" y="52449"/>
                </a:cubicBezTo>
                <a:cubicBezTo>
                  <a:pt x="912756" y="58269"/>
                  <a:pt x="912461" y="66358"/>
                  <a:pt x="912461" y="76716"/>
                </a:cubicBezTo>
                <a:cubicBezTo>
                  <a:pt x="912461" y="82203"/>
                  <a:pt x="912820" y="87331"/>
                  <a:pt x="913537" y="92100"/>
                </a:cubicBezTo>
                <a:cubicBezTo>
                  <a:pt x="914100" y="95740"/>
                  <a:pt x="915304" y="98509"/>
                  <a:pt x="917148" y="100407"/>
                </a:cubicBezTo>
                <a:cubicBezTo>
                  <a:pt x="918991" y="102303"/>
                  <a:pt x="921091" y="103252"/>
                  <a:pt x="923447" y="103252"/>
                </a:cubicBezTo>
                <a:cubicBezTo>
                  <a:pt x="925752" y="103252"/>
                  <a:pt x="927673" y="102611"/>
                  <a:pt x="929209" y="101329"/>
                </a:cubicBezTo>
                <a:cubicBezTo>
                  <a:pt x="931206" y="99586"/>
                  <a:pt x="932538" y="97150"/>
                  <a:pt x="933204" y="94021"/>
                </a:cubicBezTo>
                <a:cubicBezTo>
                  <a:pt x="934228" y="89150"/>
                  <a:pt x="934740" y="79306"/>
                  <a:pt x="934740" y="64487"/>
                </a:cubicBezTo>
                <a:cubicBezTo>
                  <a:pt x="934740" y="55770"/>
                  <a:pt x="934254" y="49784"/>
                  <a:pt x="933281" y="46529"/>
                </a:cubicBezTo>
                <a:cubicBezTo>
                  <a:pt x="932308" y="43272"/>
                  <a:pt x="930874" y="40900"/>
                  <a:pt x="928979" y="39413"/>
                </a:cubicBezTo>
                <a:cubicBezTo>
                  <a:pt x="927647" y="38336"/>
                  <a:pt x="925906" y="37797"/>
                  <a:pt x="923754" y="37797"/>
                </a:cubicBezTo>
                <a:close/>
                <a:moveTo>
                  <a:pt x="997556" y="34571"/>
                </a:moveTo>
                <a:lnTo>
                  <a:pt x="997556" y="50858"/>
                </a:lnTo>
                <a:cubicBezTo>
                  <a:pt x="1002319" y="43431"/>
                  <a:pt x="1006493" y="38502"/>
                  <a:pt x="1010078" y="36069"/>
                </a:cubicBezTo>
                <a:cubicBezTo>
                  <a:pt x="1013663" y="33636"/>
                  <a:pt x="1017120" y="32420"/>
                  <a:pt x="1020449" y="32420"/>
                </a:cubicBezTo>
                <a:cubicBezTo>
                  <a:pt x="1023317" y="32420"/>
                  <a:pt x="1025609" y="33306"/>
                  <a:pt x="1027325" y="35080"/>
                </a:cubicBezTo>
                <a:cubicBezTo>
                  <a:pt x="1029041" y="36853"/>
                  <a:pt x="1029899" y="39359"/>
                  <a:pt x="1029899" y="42597"/>
                </a:cubicBezTo>
                <a:cubicBezTo>
                  <a:pt x="1029899" y="46041"/>
                  <a:pt x="1029066" y="48715"/>
                  <a:pt x="1027402" y="50618"/>
                </a:cubicBezTo>
                <a:cubicBezTo>
                  <a:pt x="1025737" y="52519"/>
                  <a:pt x="1023727" y="53470"/>
                  <a:pt x="1021371" y="53470"/>
                </a:cubicBezTo>
                <a:cubicBezTo>
                  <a:pt x="1018657" y="53470"/>
                  <a:pt x="1016301" y="52599"/>
                  <a:pt x="1014303" y="50858"/>
                </a:cubicBezTo>
                <a:cubicBezTo>
                  <a:pt x="1012306" y="49116"/>
                  <a:pt x="1011128" y="48143"/>
                  <a:pt x="1010770" y="47938"/>
                </a:cubicBezTo>
                <a:cubicBezTo>
                  <a:pt x="1010257" y="47631"/>
                  <a:pt x="1009668" y="47477"/>
                  <a:pt x="1009003" y="47477"/>
                </a:cubicBezTo>
                <a:cubicBezTo>
                  <a:pt x="1007517" y="47477"/>
                  <a:pt x="1006109" y="48041"/>
                  <a:pt x="1004777" y="49167"/>
                </a:cubicBezTo>
                <a:cubicBezTo>
                  <a:pt x="1002677" y="50909"/>
                  <a:pt x="1001090" y="53393"/>
                  <a:pt x="1000014" y="56619"/>
                </a:cubicBezTo>
                <a:cubicBezTo>
                  <a:pt x="998375" y="61587"/>
                  <a:pt x="997556" y="67067"/>
                  <a:pt x="997556" y="73060"/>
                </a:cubicBezTo>
                <a:lnTo>
                  <a:pt x="997556" y="89577"/>
                </a:lnTo>
                <a:lnTo>
                  <a:pt x="997633" y="93879"/>
                </a:lnTo>
                <a:cubicBezTo>
                  <a:pt x="997633" y="96798"/>
                  <a:pt x="997812" y="98668"/>
                  <a:pt x="998170" y="99487"/>
                </a:cubicBezTo>
                <a:cubicBezTo>
                  <a:pt x="998785" y="100870"/>
                  <a:pt x="999694" y="101882"/>
                  <a:pt x="1000898" y="102522"/>
                </a:cubicBezTo>
                <a:cubicBezTo>
                  <a:pt x="1002101" y="103162"/>
                  <a:pt x="1004137" y="103559"/>
                  <a:pt x="1007005" y="103713"/>
                </a:cubicBezTo>
                <a:lnTo>
                  <a:pt x="1007005" y="106478"/>
                </a:lnTo>
                <a:lnTo>
                  <a:pt x="968209" y="106478"/>
                </a:lnTo>
                <a:lnTo>
                  <a:pt x="968209" y="103713"/>
                </a:lnTo>
                <a:cubicBezTo>
                  <a:pt x="971333" y="103457"/>
                  <a:pt x="973446" y="102599"/>
                  <a:pt x="974547" y="101139"/>
                </a:cubicBezTo>
                <a:cubicBezTo>
                  <a:pt x="975648" y="99679"/>
                  <a:pt x="976199" y="95825"/>
                  <a:pt x="976199" y="89577"/>
                </a:cubicBezTo>
                <a:lnTo>
                  <a:pt x="976199" y="49782"/>
                </a:lnTo>
                <a:cubicBezTo>
                  <a:pt x="976199" y="45659"/>
                  <a:pt x="975994" y="43031"/>
                  <a:pt x="975584" y="41898"/>
                </a:cubicBezTo>
                <a:cubicBezTo>
                  <a:pt x="975072" y="40454"/>
                  <a:pt x="974329" y="39398"/>
                  <a:pt x="973356" y="38729"/>
                </a:cubicBezTo>
                <a:cubicBezTo>
                  <a:pt x="972383" y="38058"/>
                  <a:pt x="970667" y="37594"/>
                  <a:pt x="968209" y="37337"/>
                </a:cubicBezTo>
                <a:lnTo>
                  <a:pt x="968209" y="34571"/>
                </a:lnTo>
                <a:lnTo>
                  <a:pt x="997556" y="34571"/>
                </a:lnTo>
                <a:close/>
                <a:moveTo>
                  <a:pt x="1070232" y="109467"/>
                </a:moveTo>
                <a:lnTo>
                  <a:pt x="1047031" y="56103"/>
                </a:lnTo>
                <a:cubicBezTo>
                  <a:pt x="1043549" y="48021"/>
                  <a:pt x="1040975" y="43053"/>
                  <a:pt x="1039311" y="41199"/>
                </a:cubicBezTo>
                <a:cubicBezTo>
                  <a:pt x="1037646" y="39344"/>
                  <a:pt x="1035636" y="38057"/>
                  <a:pt x="1033280" y="37337"/>
                </a:cubicBezTo>
                <a:lnTo>
                  <a:pt x="1033280" y="34571"/>
                </a:lnTo>
                <a:lnTo>
                  <a:pt x="1071462" y="34571"/>
                </a:lnTo>
                <a:lnTo>
                  <a:pt x="1071462" y="37337"/>
                </a:lnTo>
                <a:cubicBezTo>
                  <a:pt x="1068952" y="37439"/>
                  <a:pt x="1067185" y="37928"/>
                  <a:pt x="1066161" y="38803"/>
                </a:cubicBezTo>
                <a:cubicBezTo>
                  <a:pt x="1065136" y="39677"/>
                  <a:pt x="1064624" y="40732"/>
                  <a:pt x="1064624" y="41968"/>
                </a:cubicBezTo>
                <a:cubicBezTo>
                  <a:pt x="1064624" y="43922"/>
                  <a:pt x="1065905" y="47781"/>
                  <a:pt x="1068465" y="53544"/>
                </a:cubicBezTo>
                <a:lnTo>
                  <a:pt x="1080757" y="81794"/>
                </a:lnTo>
                <a:lnTo>
                  <a:pt x="1089131" y="59964"/>
                </a:lnTo>
                <a:cubicBezTo>
                  <a:pt x="1092153" y="52190"/>
                  <a:pt x="1093664" y="46784"/>
                  <a:pt x="1093664" y="43747"/>
                </a:cubicBezTo>
                <a:cubicBezTo>
                  <a:pt x="1093664" y="41842"/>
                  <a:pt x="1093036" y="40323"/>
                  <a:pt x="1091782" y="39190"/>
                </a:cubicBezTo>
                <a:cubicBezTo>
                  <a:pt x="1090527" y="38057"/>
                  <a:pt x="1088312" y="37439"/>
                  <a:pt x="1085136" y="37337"/>
                </a:cubicBezTo>
                <a:lnTo>
                  <a:pt x="1085136" y="34571"/>
                </a:lnTo>
                <a:lnTo>
                  <a:pt x="1109182" y="34571"/>
                </a:lnTo>
                <a:lnTo>
                  <a:pt x="1109182" y="37337"/>
                </a:lnTo>
                <a:cubicBezTo>
                  <a:pt x="1106826" y="37594"/>
                  <a:pt x="1104906" y="38508"/>
                  <a:pt x="1103420" y="40078"/>
                </a:cubicBezTo>
                <a:cubicBezTo>
                  <a:pt x="1101935" y="41648"/>
                  <a:pt x="1099451" y="46990"/>
                  <a:pt x="1095968" y="56103"/>
                </a:cubicBezTo>
                <a:lnTo>
                  <a:pt x="1075456" y="109398"/>
                </a:lnTo>
                <a:cubicBezTo>
                  <a:pt x="1070284" y="122714"/>
                  <a:pt x="1066442" y="130908"/>
                  <a:pt x="1063933" y="133981"/>
                </a:cubicBezTo>
                <a:cubicBezTo>
                  <a:pt x="1060399" y="138283"/>
                  <a:pt x="1055969" y="140435"/>
                  <a:pt x="1050642" y="140435"/>
                </a:cubicBezTo>
                <a:cubicBezTo>
                  <a:pt x="1046391" y="140435"/>
                  <a:pt x="1042947" y="139218"/>
                  <a:pt x="1040309" y="136785"/>
                </a:cubicBezTo>
                <a:cubicBezTo>
                  <a:pt x="1037672" y="134353"/>
                  <a:pt x="1036353" y="131421"/>
                  <a:pt x="1036353" y="127989"/>
                </a:cubicBezTo>
                <a:cubicBezTo>
                  <a:pt x="1036353" y="125019"/>
                  <a:pt x="1037262" y="122560"/>
                  <a:pt x="1039080" y="120614"/>
                </a:cubicBezTo>
                <a:cubicBezTo>
                  <a:pt x="1040898" y="118668"/>
                  <a:pt x="1043139" y="117695"/>
                  <a:pt x="1045802" y="117695"/>
                </a:cubicBezTo>
                <a:cubicBezTo>
                  <a:pt x="1048363" y="117695"/>
                  <a:pt x="1050424" y="118509"/>
                  <a:pt x="1051987" y="120139"/>
                </a:cubicBezTo>
                <a:cubicBezTo>
                  <a:pt x="1053549" y="121770"/>
                  <a:pt x="1054355" y="124292"/>
                  <a:pt x="1054407" y="127706"/>
                </a:cubicBezTo>
                <a:cubicBezTo>
                  <a:pt x="1054458" y="129642"/>
                  <a:pt x="1054688" y="130891"/>
                  <a:pt x="1055098" y="131451"/>
                </a:cubicBezTo>
                <a:cubicBezTo>
                  <a:pt x="1055508" y="132011"/>
                  <a:pt x="1056097" y="132291"/>
                  <a:pt x="1056865" y="132291"/>
                </a:cubicBezTo>
                <a:cubicBezTo>
                  <a:pt x="1058094" y="132291"/>
                  <a:pt x="1059400" y="131552"/>
                  <a:pt x="1060783" y="130073"/>
                </a:cubicBezTo>
                <a:cubicBezTo>
                  <a:pt x="1062832" y="127931"/>
                  <a:pt x="1065239" y="123037"/>
                  <a:pt x="1068004" y="115390"/>
                </a:cubicBezTo>
                <a:lnTo>
                  <a:pt x="1070232" y="1094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8c0c65b64a75"/>
          <a:stretch xmlns:a="http://schemas.openxmlformats.org/drawingml/2006/main"/>
        </p:blipFill>
        <p:spPr>
          <a:xfrm xmlns:a="http://schemas.openxmlformats.org/drawingml/2006/main">
            <a:off x="253170" y="2032603"/>
            <a:ext cx="111841" cy="108050"/>
          </a:xfrm>
          <a:prstGeom xmlns:a="http://schemas.openxmlformats.org/drawingml/2006/main" prst="rect">
            <a:avLst/>
          </a:prstGeom>
        </p:spPr>
      </p:pic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5bae9360e4dd5"/>
          <a:stretch xmlns:a="http://schemas.openxmlformats.org/drawingml/2006/main"/>
        </p:blipFill>
        <p:spPr>
          <a:xfrm xmlns:a="http://schemas.openxmlformats.org/drawingml/2006/main">
            <a:off x="451652" y="2173985"/>
            <a:ext cx="103478" cy="121319"/>
          </a:xfrm>
          <a:prstGeom xmlns:a="http://schemas.openxmlformats.org/drawingml/2006/main" prst="rect">
            <a:avLst/>
          </a:prstGeom>
        </p:spPr>
      </p:pic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894b745ba411f"/>
          <a:stretch xmlns:a="http://schemas.openxmlformats.org/drawingml/2006/main"/>
        </p:blipFill>
        <p:spPr>
          <a:xfrm xmlns:a="http://schemas.openxmlformats.org/drawingml/2006/main">
            <a:off x="675440" y="2465909"/>
            <a:ext cx="105164" cy="119423"/>
          </a:xfrm>
          <a:prstGeom xmlns:a="http://schemas.openxmlformats.org/drawingml/2006/main" prst="rect">
            <a:avLst/>
          </a:prstGeom>
        </p:spPr>
      </p:pic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a5d90313645c8"/>
          <a:stretch xmlns:a="http://schemas.openxmlformats.org/drawingml/2006/main"/>
        </p:blipFill>
        <p:spPr>
          <a:xfrm xmlns:a="http://schemas.openxmlformats.org/drawingml/2006/main">
            <a:off x="444627" y="2324528"/>
            <a:ext cx="111841" cy="108050"/>
          </a:xfrm>
          <a:prstGeom xmlns:a="http://schemas.openxmlformats.org/drawingml/2006/main" prst="rect">
            <a:avLst/>
          </a:prstGeom>
        </p:spPr>
      </p:pic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cf6a32cab47fc"/>
          <a:stretch xmlns:a="http://schemas.openxmlformats.org/drawingml/2006/main"/>
        </p:blipFill>
        <p:spPr>
          <a:xfrm xmlns:a="http://schemas.openxmlformats.org/drawingml/2006/main">
            <a:off x="675390" y="2615663"/>
            <a:ext cx="105262" cy="121319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850fa562b4da0"/>
          <a:stretch xmlns:a="http://schemas.openxmlformats.org/drawingml/2006/main"/>
        </p:blipFill>
        <p:spPr>
          <a:xfrm xmlns:a="http://schemas.openxmlformats.org/drawingml/2006/main">
            <a:off x="675391" y="2757834"/>
            <a:ext cx="105262" cy="121319"/>
          </a:xfrm>
          <a:prstGeom xmlns:a="http://schemas.openxmlformats.org/drawingml/2006/main" prst="rect">
            <a:avLst/>
          </a:prstGeom>
        </p:spPr>
      </p:pic>
      <p:sp>
        <p:nvSpPr>
          <p:cNvPr id="23" name="Text astropy/astropy">
            <a:extLst xmlns:a="http://schemas.openxmlformats.org/drawingml/2006/main">
              <a:ext uri="{FF2B5EF4-FFF2-40B4-BE49-F238E27FC236}">
                <a16:creationId xmlns:a16="http://schemas.microsoft.com/office/drawing/2014/main" id="{613DBBCA-3D11-4963-BCD8-004D2FD9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54" y="2041724"/>
            <a:ext cx="639686" cy="94892"/>
          </a:xfrm>
          <a:custGeom xmlns:a="http://schemas.openxmlformats.org/drawingml/2006/main">
            <a:pathLst>
              <a:path w="639686" h="94892">
                <a:moveTo>
                  <a:pt x="25963" y="65671"/>
                </a:moveTo>
                <a:cubicBezTo>
                  <a:pt x="21178" y="69370"/>
                  <a:pt x="18174" y="71508"/>
                  <a:pt x="16952" y="72085"/>
                </a:cubicBezTo>
                <a:cubicBezTo>
                  <a:pt x="15120" y="72968"/>
                  <a:pt x="13168" y="73409"/>
                  <a:pt x="11098" y="73409"/>
                </a:cubicBezTo>
                <a:cubicBezTo>
                  <a:pt x="7874" y="73409"/>
                  <a:pt x="5218" y="72306"/>
                  <a:pt x="3131" y="70100"/>
                </a:cubicBezTo>
                <a:cubicBezTo>
                  <a:pt x="1044" y="67894"/>
                  <a:pt x="0" y="64992"/>
                  <a:pt x="0" y="61395"/>
                </a:cubicBezTo>
                <a:cubicBezTo>
                  <a:pt x="0" y="59121"/>
                  <a:pt x="509" y="57152"/>
                  <a:pt x="1527" y="55489"/>
                </a:cubicBezTo>
                <a:cubicBezTo>
                  <a:pt x="2919" y="53181"/>
                  <a:pt x="5337" y="51009"/>
                  <a:pt x="8782" y="48973"/>
                </a:cubicBezTo>
                <a:cubicBezTo>
                  <a:pt x="12226" y="46937"/>
                  <a:pt x="17953" y="44459"/>
                  <a:pt x="25963" y="41541"/>
                </a:cubicBezTo>
                <a:lnTo>
                  <a:pt x="25963" y="39708"/>
                </a:lnTo>
                <a:cubicBezTo>
                  <a:pt x="25963" y="35058"/>
                  <a:pt x="25225" y="31868"/>
                  <a:pt x="23748" y="30137"/>
                </a:cubicBezTo>
                <a:cubicBezTo>
                  <a:pt x="22272" y="28406"/>
                  <a:pt x="20125" y="27541"/>
                  <a:pt x="17309" y="27541"/>
                </a:cubicBezTo>
                <a:cubicBezTo>
                  <a:pt x="15170" y="27541"/>
                  <a:pt x="13474" y="28116"/>
                  <a:pt x="12218" y="29266"/>
                </a:cubicBezTo>
                <a:cubicBezTo>
                  <a:pt x="10928" y="30415"/>
                  <a:pt x="10283" y="31734"/>
                  <a:pt x="10283" y="33222"/>
                </a:cubicBezTo>
                <a:lnTo>
                  <a:pt x="10385" y="36163"/>
                </a:lnTo>
                <a:cubicBezTo>
                  <a:pt x="10385" y="37718"/>
                  <a:pt x="9986" y="38918"/>
                  <a:pt x="9189" y="39764"/>
                </a:cubicBezTo>
                <a:cubicBezTo>
                  <a:pt x="8391" y="40609"/>
                  <a:pt x="7348" y="41032"/>
                  <a:pt x="6058" y="41032"/>
                </a:cubicBezTo>
                <a:cubicBezTo>
                  <a:pt x="4802" y="41032"/>
                  <a:pt x="3776" y="40592"/>
                  <a:pt x="2978" y="39713"/>
                </a:cubicBezTo>
                <a:cubicBezTo>
                  <a:pt x="2181" y="38832"/>
                  <a:pt x="1782" y="37631"/>
                  <a:pt x="1782" y="36108"/>
                </a:cubicBezTo>
                <a:cubicBezTo>
                  <a:pt x="1782" y="33199"/>
                  <a:pt x="3275" y="30526"/>
                  <a:pt x="6262" y="28090"/>
                </a:cubicBezTo>
                <a:cubicBezTo>
                  <a:pt x="9248" y="25654"/>
                  <a:pt x="13440" y="24436"/>
                  <a:pt x="18836" y="24436"/>
                </a:cubicBezTo>
                <a:cubicBezTo>
                  <a:pt x="22976" y="24436"/>
                  <a:pt x="26370" y="25130"/>
                  <a:pt x="29017" y="26520"/>
                </a:cubicBezTo>
                <a:cubicBezTo>
                  <a:pt x="31020" y="27571"/>
                  <a:pt x="32496" y="29215"/>
                  <a:pt x="33446" y="31453"/>
                </a:cubicBezTo>
                <a:cubicBezTo>
                  <a:pt x="34057" y="32910"/>
                  <a:pt x="34363" y="35893"/>
                  <a:pt x="34363" y="40402"/>
                </a:cubicBezTo>
                <a:lnTo>
                  <a:pt x="34363" y="56215"/>
                </a:lnTo>
                <a:cubicBezTo>
                  <a:pt x="34363" y="60655"/>
                  <a:pt x="34447" y="63376"/>
                  <a:pt x="34617" y="64376"/>
                </a:cubicBezTo>
                <a:cubicBezTo>
                  <a:pt x="34787" y="65376"/>
                  <a:pt x="35067" y="66046"/>
                  <a:pt x="35457" y="66385"/>
                </a:cubicBezTo>
                <a:cubicBezTo>
                  <a:pt x="35847" y="66723"/>
                  <a:pt x="36297" y="66893"/>
                  <a:pt x="36806" y="66893"/>
                </a:cubicBezTo>
                <a:cubicBezTo>
                  <a:pt x="37349" y="66893"/>
                  <a:pt x="37824" y="66774"/>
                  <a:pt x="38232" y="66536"/>
                </a:cubicBezTo>
                <a:cubicBezTo>
                  <a:pt x="38944" y="66095"/>
                  <a:pt x="40319" y="64856"/>
                  <a:pt x="42355" y="62820"/>
                </a:cubicBezTo>
                <a:lnTo>
                  <a:pt x="42355" y="65671"/>
                </a:lnTo>
                <a:cubicBezTo>
                  <a:pt x="38554" y="70762"/>
                  <a:pt x="34923" y="73307"/>
                  <a:pt x="31461" y="73307"/>
                </a:cubicBezTo>
                <a:cubicBezTo>
                  <a:pt x="29798" y="73307"/>
                  <a:pt x="28474" y="72730"/>
                  <a:pt x="27490" y="71576"/>
                </a:cubicBezTo>
                <a:cubicBezTo>
                  <a:pt x="26506" y="70422"/>
                  <a:pt x="25997" y="68454"/>
                  <a:pt x="25963" y="65671"/>
                </a:cubicBezTo>
                <a:moveTo>
                  <a:pt x="25963" y="62333"/>
                </a:moveTo>
                <a:lnTo>
                  <a:pt x="25963" y="44646"/>
                </a:lnTo>
                <a:cubicBezTo>
                  <a:pt x="20838" y="46673"/>
                  <a:pt x="17529" y="48109"/>
                  <a:pt x="16036" y="48954"/>
                </a:cubicBezTo>
                <a:cubicBezTo>
                  <a:pt x="13355" y="50441"/>
                  <a:pt x="11437" y="51995"/>
                  <a:pt x="10283" y="53617"/>
                </a:cubicBezTo>
                <a:cubicBezTo>
                  <a:pt x="9129" y="55238"/>
                  <a:pt x="8552" y="57012"/>
                  <a:pt x="8552" y="58938"/>
                </a:cubicBezTo>
                <a:cubicBezTo>
                  <a:pt x="8552" y="61371"/>
                  <a:pt x="9282" y="63390"/>
                  <a:pt x="10742" y="64995"/>
                </a:cubicBezTo>
                <a:cubicBezTo>
                  <a:pt x="12201" y="66599"/>
                  <a:pt x="13881" y="67402"/>
                  <a:pt x="15781" y="67402"/>
                </a:cubicBezTo>
                <a:cubicBezTo>
                  <a:pt x="18361" y="67402"/>
                  <a:pt x="21755" y="65712"/>
                  <a:pt x="25963" y="62333"/>
                </a:cubicBezTo>
                <a:close/>
                <a:moveTo>
                  <a:pt x="76377" y="24436"/>
                </a:moveTo>
                <a:lnTo>
                  <a:pt x="76377" y="40217"/>
                </a:lnTo>
                <a:lnTo>
                  <a:pt x="74697" y="40217"/>
                </a:lnTo>
                <a:cubicBezTo>
                  <a:pt x="73407" y="35267"/>
                  <a:pt x="71753" y="31901"/>
                  <a:pt x="69733" y="30117"/>
                </a:cubicBezTo>
                <a:cubicBezTo>
                  <a:pt x="67714" y="28332"/>
                  <a:pt x="65143" y="27439"/>
                  <a:pt x="62021" y="27439"/>
                </a:cubicBezTo>
                <a:cubicBezTo>
                  <a:pt x="59645" y="27439"/>
                  <a:pt x="57727" y="28067"/>
                  <a:pt x="56268" y="29321"/>
                </a:cubicBezTo>
                <a:cubicBezTo>
                  <a:pt x="54809" y="30575"/>
                  <a:pt x="54079" y="31965"/>
                  <a:pt x="54079" y="33491"/>
                </a:cubicBezTo>
                <a:cubicBezTo>
                  <a:pt x="54079" y="35389"/>
                  <a:pt x="54622" y="37016"/>
                  <a:pt x="55708" y="38372"/>
                </a:cubicBezTo>
                <a:cubicBezTo>
                  <a:pt x="56760" y="39762"/>
                  <a:pt x="58898" y="41237"/>
                  <a:pt x="62122" y="42796"/>
                </a:cubicBezTo>
                <a:lnTo>
                  <a:pt x="69555" y="46407"/>
                </a:lnTo>
                <a:cubicBezTo>
                  <a:pt x="76444" y="49763"/>
                  <a:pt x="79889" y="54187"/>
                  <a:pt x="79889" y="59680"/>
                </a:cubicBezTo>
                <a:cubicBezTo>
                  <a:pt x="79889" y="63917"/>
                  <a:pt x="78286" y="67332"/>
                  <a:pt x="75078" y="69926"/>
                </a:cubicBezTo>
                <a:cubicBezTo>
                  <a:pt x="71871" y="72519"/>
                  <a:pt x="68282" y="73816"/>
                  <a:pt x="64312" y="73816"/>
                </a:cubicBezTo>
                <a:cubicBezTo>
                  <a:pt x="61461" y="73816"/>
                  <a:pt x="58203" y="73307"/>
                  <a:pt x="54537" y="72289"/>
                </a:cubicBezTo>
                <a:cubicBezTo>
                  <a:pt x="53417" y="71949"/>
                  <a:pt x="52501" y="71780"/>
                  <a:pt x="51788" y="71780"/>
                </a:cubicBezTo>
                <a:cubicBezTo>
                  <a:pt x="51008" y="71780"/>
                  <a:pt x="50397" y="72221"/>
                  <a:pt x="49956" y="73103"/>
                </a:cubicBezTo>
                <a:lnTo>
                  <a:pt x="48276" y="73103"/>
                </a:lnTo>
                <a:lnTo>
                  <a:pt x="48276" y="56406"/>
                </a:lnTo>
                <a:lnTo>
                  <a:pt x="49956" y="56406"/>
                </a:lnTo>
                <a:cubicBezTo>
                  <a:pt x="50906" y="61174"/>
                  <a:pt x="52722" y="64767"/>
                  <a:pt x="55403" y="67185"/>
                </a:cubicBezTo>
                <a:cubicBezTo>
                  <a:pt x="58084" y="69603"/>
                  <a:pt x="61087" y="70812"/>
                  <a:pt x="64413" y="70812"/>
                </a:cubicBezTo>
                <a:cubicBezTo>
                  <a:pt x="66755" y="70812"/>
                  <a:pt x="68664" y="70126"/>
                  <a:pt x="70140" y="68754"/>
                </a:cubicBezTo>
                <a:cubicBezTo>
                  <a:pt x="71617" y="67380"/>
                  <a:pt x="72355" y="65728"/>
                  <a:pt x="72355" y="63795"/>
                </a:cubicBezTo>
                <a:cubicBezTo>
                  <a:pt x="72355" y="61456"/>
                  <a:pt x="71532" y="59489"/>
                  <a:pt x="69886" y="57896"/>
                </a:cubicBezTo>
                <a:cubicBezTo>
                  <a:pt x="68240" y="56303"/>
                  <a:pt x="64956" y="54287"/>
                  <a:pt x="60035" y="51846"/>
                </a:cubicBezTo>
                <a:cubicBezTo>
                  <a:pt x="55114" y="49405"/>
                  <a:pt x="51890" y="47201"/>
                  <a:pt x="50363" y="45235"/>
                </a:cubicBezTo>
                <a:cubicBezTo>
                  <a:pt x="48836" y="43302"/>
                  <a:pt x="48072" y="40861"/>
                  <a:pt x="48072" y="37912"/>
                </a:cubicBezTo>
                <a:cubicBezTo>
                  <a:pt x="48072" y="34081"/>
                  <a:pt x="49387" y="30878"/>
                  <a:pt x="52017" y="28301"/>
                </a:cubicBezTo>
                <a:cubicBezTo>
                  <a:pt x="54648" y="25724"/>
                  <a:pt x="58050" y="24436"/>
                  <a:pt x="62224" y="24436"/>
                </a:cubicBezTo>
                <a:cubicBezTo>
                  <a:pt x="64057" y="24436"/>
                  <a:pt x="66280" y="24826"/>
                  <a:pt x="68893" y="25607"/>
                </a:cubicBezTo>
                <a:cubicBezTo>
                  <a:pt x="70624" y="26116"/>
                  <a:pt x="71778" y="26370"/>
                  <a:pt x="72355" y="26370"/>
                </a:cubicBezTo>
                <a:cubicBezTo>
                  <a:pt x="72898" y="26370"/>
                  <a:pt x="73322" y="26251"/>
                  <a:pt x="73628" y="26014"/>
                </a:cubicBezTo>
                <a:cubicBezTo>
                  <a:pt x="73933" y="25776"/>
                  <a:pt x="74289" y="25250"/>
                  <a:pt x="74697" y="24436"/>
                </a:cubicBezTo>
                <a:lnTo>
                  <a:pt x="76377" y="24436"/>
                </a:lnTo>
                <a:close/>
                <a:moveTo>
                  <a:pt x="99962" y="10385"/>
                </a:moveTo>
                <a:lnTo>
                  <a:pt x="99962" y="25759"/>
                </a:lnTo>
                <a:lnTo>
                  <a:pt x="110856" y="25759"/>
                </a:lnTo>
                <a:lnTo>
                  <a:pt x="110856" y="29323"/>
                </a:lnTo>
                <a:lnTo>
                  <a:pt x="99962" y="29323"/>
                </a:lnTo>
                <a:lnTo>
                  <a:pt x="99962" y="59521"/>
                </a:lnTo>
                <a:cubicBezTo>
                  <a:pt x="99962" y="62538"/>
                  <a:pt x="100395" y="64572"/>
                  <a:pt x="101260" y="65623"/>
                </a:cubicBezTo>
                <a:cubicBezTo>
                  <a:pt x="102126" y="66673"/>
                  <a:pt x="103237" y="67198"/>
                  <a:pt x="104595" y="67198"/>
                </a:cubicBezTo>
                <a:cubicBezTo>
                  <a:pt x="105715" y="67198"/>
                  <a:pt x="106801" y="66850"/>
                  <a:pt x="107853" y="66154"/>
                </a:cubicBezTo>
                <a:cubicBezTo>
                  <a:pt x="108905" y="65459"/>
                  <a:pt x="109719" y="64432"/>
                  <a:pt x="110296" y="63075"/>
                </a:cubicBezTo>
                <a:lnTo>
                  <a:pt x="112282" y="63075"/>
                </a:lnTo>
                <a:cubicBezTo>
                  <a:pt x="111094" y="66410"/>
                  <a:pt x="109414" y="68933"/>
                  <a:pt x="107242" y="70642"/>
                </a:cubicBezTo>
                <a:cubicBezTo>
                  <a:pt x="105070" y="72351"/>
                  <a:pt x="102830" y="73205"/>
                  <a:pt x="100522" y="73205"/>
                </a:cubicBezTo>
                <a:cubicBezTo>
                  <a:pt x="98961" y="73205"/>
                  <a:pt x="97434" y="72772"/>
                  <a:pt x="95940" y="71905"/>
                </a:cubicBezTo>
                <a:cubicBezTo>
                  <a:pt x="94447" y="71039"/>
                  <a:pt x="93344" y="69799"/>
                  <a:pt x="92631" y="68186"/>
                </a:cubicBezTo>
                <a:cubicBezTo>
                  <a:pt x="91919" y="66572"/>
                  <a:pt x="91562" y="64083"/>
                  <a:pt x="91562" y="60718"/>
                </a:cubicBezTo>
                <a:lnTo>
                  <a:pt x="91562" y="29323"/>
                </a:lnTo>
                <a:lnTo>
                  <a:pt x="84181" y="29323"/>
                </a:lnTo>
                <a:lnTo>
                  <a:pt x="84181" y="27643"/>
                </a:lnTo>
                <a:cubicBezTo>
                  <a:pt x="86047" y="26894"/>
                  <a:pt x="87956" y="25626"/>
                  <a:pt x="89908" y="23839"/>
                </a:cubicBezTo>
                <a:cubicBezTo>
                  <a:pt x="91859" y="22052"/>
                  <a:pt x="93599" y="19933"/>
                  <a:pt x="95126" y="17482"/>
                </a:cubicBezTo>
                <a:cubicBezTo>
                  <a:pt x="95906" y="16189"/>
                  <a:pt x="96992" y="13824"/>
                  <a:pt x="98384" y="10385"/>
                </a:cubicBezTo>
                <a:lnTo>
                  <a:pt x="99962" y="10385"/>
                </a:lnTo>
                <a:close/>
                <a:moveTo>
                  <a:pt x="129392" y="24436"/>
                </a:moveTo>
                <a:lnTo>
                  <a:pt x="129392" y="34923"/>
                </a:lnTo>
                <a:cubicBezTo>
                  <a:pt x="133295" y="27931"/>
                  <a:pt x="137299" y="24436"/>
                  <a:pt x="141406" y="24436"/>
                </a:cubicBezTo>
                <a:cubicBezTo>
                  <a:pt x="143273" y="24436"/>
                  <a:pt x="144817" y="25004"/>
                  <a:pt x="146039" y="26141"/>
                </a:cubicBezTo>
                <a:cubicBezTo>
                  <a:pt x="147260" y="27278"/>
                  <a:pt x="147871" y="28593"/>
                  <a:pt x="147871" y="30086"/>
                </a:cubicBezTo>
                <a:cubicBezTo>
                  <a:pt x="147871" y="31410"/>
                  <a:pt x="147430" y="32530"/>
                  <a:pt x="146548" y="33446"/>
                </a:cubicBezTo>
                <a:cubicBezTo>
                  <a:pt x="145665" y="34363"/>
                  <a:pt x="144613" y="34821"/>
                  <a:pt x="143391" y="34821"/>
                </a:cubicBezTo>
                <a:cubicBezTo>
                  <a:pt x="142204" y="34821"/>
                  <a:pt x="140872" y="34235"/>
                  <a:pt x="139395" y="33064"/>
                </a:cubicBezTo>
                <a:cubicBezTo>
                  <a:pt x="137919" y="31894"/>
                  <a:pt x="136824" y="31308"/>
                  <a:pt x="136112" y="31308"/>
                </a:cubicBezTo>
                <a:cubicBezTo>
                  <a:pt x="135501" y="31308"/>
                  <a:pt x="134839" y="31646"/>
                  <a:pt x="134126" y="32323"/>
                </a:cubicBezTo>
                <a:cubicBezTo>
                  <a:pt x="132599" y="33711"/>
                  <a:pt x="131021" y="35996"/>
                  <a:pt x="129392" y="39178"/>
                </a:cubicBezTo>
                <a:lnTo>
                  <a:pt x="129392" y="61469"/>
                </a:lnTo>
                <a:cubicBezTo>
                  <a:pt x="129392" y="64041"/>
                  <a:pt x="129714" y="65987"/>
                  <a:pt x="130359" y="67308"/>
                </a:cubicBezTo>
                <a:cubicBezTo>
                  <a:pt x="130800" y="68222"/>
                  <a:pt x="131581" y="68984"/>
                  <a:pt x="132701" y="69594"/>
                </a:cubicBezTo>
                <a:cubicBezTo>
                  <a:pt x="133821" y="70203"/>
                  <a:pt x="135433" y="70507"/>
                  <a:pt x="137537" y="70507"/>
                </a:cubicBezTo>
                <a:lnTo>
                  <a:pt x="137537" y="72391"/>
                </a:lnTo>
                <a:lnTo>
                  <a:pt x="113661" y="72391"/>
                </a:lnTo>
                <a:lnTo>
                  <a:pt x="113661" y="70507"/>
                </a:lnTo>
                <a:cubicBezTo>
                  <a:pt x="116037" y="70507"/>
                  <a:pt x="117802" y="70135"/>
                  <a:pt x="118956" y="69390"/>
                </a:cubicBezTo>
                <a:cubicBezTo>
                  <a:pt x="119804" y="68848"/>
                  <a:pt x="120398" y="67984"/>
                  <a:pt x="120738" y="66799"/>
                </a:cubicBezTo>
                <a:cubicBezTo>
                  <a:pt x="120907" y="66223"/>
                  <a:pt x="120992" y="64581"/>
                  <a:pt x="120992" y="61872"/>
                </a:cubicBezTo>
                <a:lnTo>
                  <a:pt x="120992" y="43839"/>
                </a:lnTo>
                <a:cubicBezTo>
                  <a:pt x="120992" y="38421"/>
                  <a:pt x="120882" y="35196"/>
                  <a:pt x="120661" y="34164"/>
                </a:cubicBezTo>
                <a:cubicBezTo>
                  <a:pt x="120441" y="33131"/>
                  <a:pt x="120033" y="32377"/>
                  <a:pt x="119439" y="31903"/>
                </a:cubicBezTo>
                <a:cubicBezTo>
                  <a:pt x="118845" y="31429"/>
                  <a:pt x="118107" y="31192"/>
                  <a:pt x="117225" y="31192"/>
                </a:cubicBezTo>
                <a:cubicBezTo>
                  <a:pt x="116173" y="31192"/>
                  <a:pt x="114985" y="31446"/>
                  <a:pt x="113661" y="31954"/>
                </a:cubicBezTo>
                <a:lnTo>
                  <a:pt x="113152" y="30125"/>
                </a:lnTo>
                <a:lnTo>
                  <a:pt x="127254" y="24436"/>
                </a:lnTo>
                <a:lnTo>
                  <a:pt x="129392" y="24436"/>
                </a:lnTo>
                <a:close/>
                <a:moveTo>
                  <a:pt x="173305" y="24436"/>
                </a:moveTo>
                <a:cubicBezTo>
                  <a:pt x="180364" y="24436"/>
                  <a:pt x="186032" y="27114"/>
                  <a:pt x="190308" y="32471"/>
                </a:cubicBezTo>
                <a:cubicBezTo>
                  <a:pt x="193939" y="37047"/>
                  <a:pt x="195755" y="42303"/>
                  <a:pt x="195755" y="48237"/>
                </a:cubicBezTo>
                <a:cubicBezTo>
                  <a:pt x="195755" y="52407"/>
                  <a:pt x="194754" y="56628"/>
                  <a:pt x="192751" y="60900"/>
                </a:cubicBezTo>
                <a:cubicBezTo>
                  <a:pt x="190749" y="65171"/>
                  <a:pt x="187992" y="68391"/>
                  <a:pt x="184479" y="70561"/>
                </a:cubicBezTo>
                <a:cubicBezTo>
                  <a:pt x="180966" y="72731"/>
                  <a:pt x="177055" y="73816"/>
                  <a:pt x="172745" y="73816"/>
                </a:cubicBezTo>
                <a:cubicBezTo>
                  <a:pt x="165719" y="73816"/>
                  <a:pt x="160137" y="71019"/>
                  <a:pt x="155996" y="65424"/>
                </a:cubicBezTo>
                <a:cubicBezTo>
                  <a:pt x="152500" y="60712"/>
                  <a:pt x="150753" y="55424"/>
                  <a:pt x="150753" y="49559"/>
                </a:cubicBezTo>
                <a:cubicBezTo>
                  <a:pt x="150753" y="45287"/>
                  <a:pt x="151813" y="41040"/>
                  <a:pt x="153934" y="36819"/>
                </a:cubicBezTo>
                <a:cubicBezTo>
                  <a:pt x="156056" y="32598"/>
                  <a:pt x="158847" y="29479"/>
                  <a:pt x="162309" y="27461"/>
                </a:cubicBezTo>
                <a:cubicBezTo>
                  <a:pt x="165770" y="25444"/>
                  <a:pt x="169436" y="24436"/>
                  <a:pt x="173305" y="24436"/>
                </a:cubicBezTo>
                <a:moveTo>
                  <a:pt x="171727" y="27796"/>
                </a:moveTo>
                <a:cubicBezTo>
                  <a:pt x="169928" y="27796"/>
                  <a:pt x="168121" y="28330"/>
                  <a:pt x="166305" y="29398"/>
                </a:cubicBezTo>
                <a:cubicBezTo>
                  <a:pt x="164489" y="30466"/>
                  <a:pt x="163021" y="32339"/>
                  <a:pt x="161901" y="35016"/>
                </a:cubicBezTo>
                <a:cubicBezTo>
                  <a:pt x="160781" y="37694"/>
                  <a:pt x="160221" y="41135"/>
                  <a:pt x="160221" y="45338"/>
                </a:cubicBezTo>
                <a:cubicBezTo>
                  <a:pt x="160221" y="52117"/>
                  <a:pt x="161570" y="57965"/>
                  <a:pt x="164269" y="62880"/>
                </a:cubicBezTo>
                <a:cubicBezTo>
                  <a:pt x="166967" y="67795"/>
                  <a:pt x="170522" y="70252"/>
                  <a:pt x="174934" y="70252"/>
                </a:cubicBezTo>
                <a:cubicBezTo>
                  <a:pt x="178226" y="70252"/>
                  <a:pt x="180941" y="68897"/>
                  <a:pt x="183079" y="66185"/>
                </a:cubicBezTo>
                <a:cubicBezTo>
                  <a:pt x="185217" y="63473"/>
                  <a:pt x="186286" y="58812"/>
                  <a:pt x="186286" y="52203"/>
                </a:cubicBezTo>
                <a:cubicBezTo>
                  <a:pt x="186286" y="43931"/>
                  <a:pt x="184504" y="37422"/>
                  <a:pt x="180941" y="32676"/>
                </a:cubicBezTo>
                <a:cubicBezTo>
                  <a:pt x="178531" y="29422"/>
                  <a:pt x="175460" y="27796"/>
                  <a:pt x="171727" y="27796"/>
                </a:cubicBezTo>
                <a:close/>
                <a:moveTo>
                  <a:pt x="199268" y="30346"/>
                </a:moveTo>
                <a:lnTo>
                  <a:pt x="213623" y="24537"/>
                </a:lnTo>
                <a:lnTo>
                  <a:pt x="215558" y="24537"/>
                </a:lnTo>
                <a:lnTo>
                  <a:pt x="215558" y="35432"/>
                </a:lnTo>
                <a:cubicBezTo>
                  <a:pt x="217968" y="31325"/>
                  <a:pt x="220386" y="28466"/>
                  <a:pt x="222812" y="26854"/>
                </a:cubicBezTo>
                <a:cubicBezTo>
                  <a:pt x="225239" y="25242"/>
                  <a:pt x="227793" y="24436"/>
                  <a:pt x="230474" y="24436"/>
                </a:cubicBezTo>
                <a:cubicBezTo>
                  <a:pt x="235157" y="24436"/>
                  <a:pt x="239060" y="26266"/>
                  <a:pt x="242183" y="29927"/>
                </a:cubicBezTo>
                <a:cubicBezTo>
                  <a:pt x="246018" y="34403"/>
                  <a:pt x="247935" y="40234"/>
                  <a:pt x="247935" y="47422"/>
                </a:cubicBezTo>
                <a:cubicBezTo>
                  <a:pt x="247935" y="55457"/>
                  <a:pt x="245627" y="62102"/>
                  <a:pt x="241012" y="67357"/>
                </a:cubicBezTo>
                <a:cubicBezTo>
                  <a:pt x="237211" y="71663"/>
                  <a:pt x="232425" y="73816"/>
                  <a:pt x="226656" y="73816"/>
                </a:cubicBezTo>
                <a:cubicBezTo>
                  <a:pt x="224144" y="73816"/>
                  <a:pt x="221972" y="73460"/>
                  <a:pt x="220140" y="72747"/>
                </a:cubicBezTo>
                <a:cubicBezTo>
                  <a:pt x="218782" y="72238"/>
                  <a:pt x="217255" y="71220"/>
                  <a:pt x="215558" y="69692"/>
                </a:cubicBezTo>
                <a:lnTo>
                  <a:pt x="215558" y="83896"/>
                </a:lnTo>
                <a:cubicBezTo>
                  <a:pt x="215558" y="87086"/>
                  <a:pt x="215753" y="89114"/>
                  <a:pt x="216143" y="89979"/>
                </a:cubicBezTo>
                <a:cubicBezTo>
                  <a:pt x="216534" y="90845"/>
                  <a:pt x="217212" y="91532"/>
                  <a:pt x="218180" y="92041"/>
                </a:cubicBezTo>
                <a:cubicBezTo>
                  <a:pt x="219147" y="92550"/>
                  <a:pt x="220903" y="92805"/>
                  <a:pt x="223449" y="92805"/>
                </a:cubicBezTo>
                <a:lnTo>
                  <a:pt x="223449" y="94688"/>
                </a:lnTo>
                <a:lnTo>
                  <a:pt x="199013" y="94688"/>
                </a:lnTo>
                <a:lnTo>
                  <a:pt x="199013" y="92805"/>
                </a:lnTo>
                <a:lnTo>
                  <a:pt x="200286" y="92805"/>
                </a:lnTo>
                <a:cubicBezTo>
                  <a:pt x="202152" y="92838"/>
                  <a:pt x="203747" y="92482"/>
                  <a:pt x="205071" y="91734"/>
                </a:cubicBezTo>
                <a:cubicBezTo>
                  <a:pt x="205716" y="91361"/>
                  <a:pt x="206216" y="90758"/>
                  <a:pt x="206573" y="89925"/>
                </a:cubicBezTo>
                <a:cubicBezTo>
                  <a:pt x="206929" y="89094"/>
                  <a:pt x="207107" y="86980"/>
                  <a:pt x="207107" y="83584"/>
                </a:cubicBezTo>
                <a:lnTo>
                  <a:pt x="207107" y="39465"/>
                </a:lnTo>
                <a:cubicBezTo>
                  <a:pt x="207107" y="36442"/>
                  <a:pt x="206972" y="34523"/>
                  <a:pt x="206700" y="33709"/>
                </a:cubicBezTo>
                <a:cubicBezTo>
                  <a:pt x="206429" y="32893"/>
                  <a:pt x="205996" y="32282"/>
                  <a:pt x="205402" y="31875"/>
                </a:cubicBezTo>
                <a:cubicBezTo>
                  <a:pt x="204808" y="31466"/>
                  <a:pt x="204002" y="31262"/>
                  <a:pt x="202984" y="31262"/>
                </a:cubicBezTo>
                <a:cubicBezTo>
                  <a:pt x="202169" y="31262"/>
                  <a:pt x="201134" y="31500"/>
                  <a:pt x="199878" y="31975"/>
                </a:cubicBezTo>
                <a:lnTo>
                  <a:pt x="199268" y="30346"/>
                </a:lnTo>
                <a:moveTo>
                  <a:pt x="215558" y="38527"/>
                </a:moveTo>
                <a:lnTo>
                  <a:pt x="215558" y="55916"/>
                </a:lnTo>
                <a:cubicBezTo>
                  <a:pt x="215558" y="59679"/>
                  <a:pt x="215711" y="62153"/>
                  <a:pt x="216016" y="63339"/>
                </a:cubicBezTo>
                <a:cubicBezTo>
                  <a:pt x="216491" y="65305"/>
                  <a:pt x="217654" y="67034"/>
                  <a:pt x="219503" y="68525"/>
                </a:cubicBezTo>
                <a:cubicBezTo>
                  <a:pt x="221353" y="70016"/>
                  <a:pt x="223686" y="70762"/>
                  <a:pt x="226503" y="70762"/>
                </a:cubicBezTo>
                <a:cubicBezTo>
                  <a:pt x="229897" y="70762"/>
                  <a:pt x="232646" y="69440"/>
                  <a:pt x="234750" y="66796"/>
                </a:cubicBezTo>
                <a:cubicBezTo>
                  <a:pt x="237499" y="63339"/>
                  <a:pt x="238874" y="58475"/>
                  <a:pt x="238874" y="52204"/>
                </a:cubicBezTo>
                <a:cubicBezTo>
                  <a:pt x="238874" y="45087"/>
                  <a:pt x="237312" y="39613"/>
                  <a:pt x="234190" y="35783"/>
                </a:cubicBezTo>
                <a:cubicBezTo>
                  <a:pt x="232018" y="33139"/>
                  <a:pt x="229439" y="31817"/>
                  <a:pt x="226452" y="31817"/>
                </a:cubicBezTo>
                <a:cubicBezTo>
                  <a:pt x="224823" y="31817"/>
                  <a:pt x="223211" y="32224"/>
                  <a:pt x="221616" y="33037"/>
                </a:cubicBezTo>
                <a:cubicBezTo>
                  <a:pt x="220394" y="33647"/>
                  <a:pt x="218375" y="35477"/>
                  <a:pt x="215558" y="38527"/>
                </a:cubicBezTo>
                <a:close/>
                <a:moveTo>
                  <a:pt x="252110" y="25759"/>
                </a:moveTo>
                <a:lnTo>
                  <a:pt x="273847" y="25759"/>
                </a:lnTo>
                <a:lnTo>
                  <a:pt x="273847" y="27643"/>
                </a:lnTo>
                <a:lnTo>
                  <a:pt x="272778" y="27643"/>
                </a:lnTo>
                <a:cubicBezTo>
                  <a:pt x="271251" y="27643"/>
                  <a:pt x="270105" y="27974"/>
                  <a:pt x="269342" y="28636"/>
                </a:cubicBezTo>
                <a:cubicBezTo>
                  <a:pt x="268578" y="29297"/>
                  <a:pt x="268196" y="30120"/>
                  <a:pt x="268196" y="31105"/>
                </a:cubicBezTo>
                <a:cubicBezTo>
                  <a:pt x="268196" y="32428"/>
                  <a:pt x="268756" y="34261"/>
                  <a:pt x="269876" y="36603"/>
                </a:cubicBezTo>
                <a:lnTo>
                  <a:pt x="281229" y="60122"/>
                </a:lnTo>
                <a:lnTo>
                  <a:pt x="291665" y="34363"/>
                </a:lnTo>
                <a:cubicBezTo>
                  <a:pt x="292242" y="32971"/>
                  <a:pt x="292530" y="31597"/>
                  <a:pt x="292530" y="30239"/>
                </a:cubicBezTo>
                <a:cubicBezTo>
                  <a:pt x="292530" y="29628"/>
                  <a:pt x="292411" y="29170"/>
                  <a:pt x="292174" y="28865"/>
                </a:cubicBezTo>
                <a:cubicBezTo>
                  <a:pt x="291902" y="28491"/>
                  <a:pt x="291478" y="28194"/>
                  <a:pt x="290901" y="27974"/>
                </a:cubicBezTo>
                <a:cubicBezTo>
                  <a:pt x="290324" y="27753"/>
                  <a:pt x="289306" y="27643"/>
                  <a:pt x="287847" y="27643"/>
                </a:cubicBezTo>
                <a:lnTo>
                  <a:pt x="287847" y="25759"/>
                </a:lnTo>
                <a:lnTo>
                  <a:pt x="303017" y="25759"/>
                </a:lnTo>
                <a:lnTo>
                  <a:pt x="303017" y="27643"/>
                </a:lnTo>
                <a:cubicBezTo>
                  <a:pt x="301761" y="27779"/>
                  <a:pt x="300794" y="28050"/>
                  <a:pt x="300115" y="28457"/>
                </a:cubicBezTo>
                <a:cubicBezTo>
                  <a:pt x="299437" y="28865"/>
                  <a:pt x="298690" y="29628"/>
                  <a:pt x="297876" y="30748"/>
                </a:cubicBezTo>
                <a:cubicBezTo>
                  <a:pt x="297570" y="31223"/>
                  <a:pt x="296993" y="32530"/>
                  <a:pt x="296145" y="34668"/>
                </a:cubicBezTo>
                <a:lnTo>
                  <a:pt x="277156" y="81198"/>
                </a:lnTo>
                <a:cubicBezTo>
                  <a:pt x="275323" y="85711"/>
                  <a:pt x="272922" y="89122"/>
                  <a:pt x="269953" y="91430"/>
                </a:cubicBezTo>
                <a:cubicBezTo>
                  <a:pt x="266983" y="93738"/>
                  <a:pt x="264124" y="94892"/>
                  <a:pt x="261375" y="94892"/>
                </a:cubicBezTo>
                <a:cubicBezTo>
                  <a:pt x="259372" y="94892"/>
                  <a:pt x="257726" y="94322"/>
                  <a:pt x="256437" y="93182"/>
                </a:cubicBezTo>
                <a:cubicBezTo>
                  <a:pt x="255147" y="92041"/>
                  <a:pt x="254502" y="90734"/>
                  <a:pt x="254502" y="89259"/>
                </a:cubicBezTo>
                <a:cubicBezTo>
                  <a:pt x="254502" y="87850"/>
                  <a:pt x="254969" y="86714"/>
                  <a:pt x="255902" y="85851"/>
                </a:cubicBezTo>
                <a:cubicBezTo>
                  <a:pt x="256836" y="84989"/>
                  <a:pt x="258117" y="84558"/>
                  <a:pt x="259746" y="84558"/>
                </a:cubicBezTo>
                <a:cubicBezTo>
                  <a:pt x="260866" y="84558"/>
                  <a:pt x="262393" y="84931"/>
                  <a:pt x="264327" y="85677"/>
                </a:cubicBezTo>
                <a:cubicBezTo>
                  <a:pt x="265685" y="86187"/>
                  <a:pt x="266533" y="86441"/>
                  <a:pt x="266873" y="86441"/>
                </a:cubicBezTo>
                <a:cubicBezTo>
                  <a:pt x="267891" y="86441"/>
                  <a:pt x="269002" y="85911"/>
                  <a:pt x="270207" y="84852"/>
                </a:cubicBezTo>
                <a:cubicBezTo>
                  <a:pt x="271412" y="83793"/>
                  <a:pt x="272625" y="81744"/>
                  <a:pt x="273847" y="78705"/>
                </a:cubicBezTo>
                <a:lnTo>
                  <a:pt x="277156" y="70558"/>
                </a:lnTo>
                <a:lnTo>
                  <a:pt x="260408" y="35381"/>
                </a:lnTo>
                <a:cubicBezTo>
                  <a:pt x="259898" y="34329"/>
                  <a:pt x="259084" y="33022"/>
                  <a:pt x="257964" y="31461"/>
                </a:cubicBezTo>
                <a:cubicBezTo>
                  <a:pt x="257116" y="30273"/>
                  <a:pt x="256420" y="29475"/>
                  <a:pt x="255877" y="29068"/>
                </a:cubicBezTo>
                <a:cubicBezTo>
                  <a:pt x="255096" y="28525"/>
                  <a:pt x="253840" y="28050"/>
                  <a:pt x="252110" y="27643"/>
                </a:cubicBezTo>
                <a:lnTo>
                  <a:pt x="252110" y="25759"/>
                </a:lnTo>
                <a:close/>
                <a:moveTo>
                  <a:pt x="332851" y="0"/>
                </a:moveTo>
                <a:lnTo>
                  <a:pt x="307855" y="73816"/>
                </a:lnTo>
                <a:lnTo>
                  <a:pt x="303783" y="73816"/>
                </a:lnTo>
                <a:lnTo>
                  <a:pt x="328778" y="0"/>
                </a:lnTo>
                <a:lnTo>
                  <a:pt x="332851" y="0"/>
                </a:lnTo>
                <a:close/>
                <a:moveTo>
                  <a:pt x="362632" y="65671"/>
                </a:moveTo>
                <a:cubicBezTo>
                  <a:pt x="357846" y="69370"/>
                  <a:pt x="354843" y="71508"/>
                  <a:pt x="353621" y="72085"/>
                </a:cubicBezTo>
                <a:cubicBezTo>
                  <a:pt x="351788" y="72968"/>
                  <a:pt x="349837" y="73409"/>
                  <a:pt x="347767" y="73409"/>
                </a:cubicBezTo>
                <a:cubicBezTo>
                  <a:pt x="344543" y="73409"/>
                  <a:pt x="341887" y="72306"/>
                  <a:pt x="339800" y="70100"/>
                </a:cubicBezTo>
                <a:cubicBezTo>
                  <a:pt x="337712" y="67894"/>
                  <a:pt x="336669" y="64992"/>
                  <a:pt x="336669" y="61395"/>
                </a:cubicBezTo>
                <a:cubicBezTo>
                  <a:pt x="336669" y="59121"/>
                  <a:pt x="337178" y="57152"/>
                  <a:pt x="338196" y="55489"/>
                </a:cubicBezTo>
                <a:cubicBezTo>
                  <a:pt x="339588" y="53181"/>
                  <a:pt x="342006" y="51009"/>
                  <a:pt x="345450" y="48973"/>
                </a:cubicBezTo>
                <a:cubicBezTo>
                  <a:pt x="348895" y="46937"/>
                  <a:pt x="354622" y="44459"/>
                  <a:pt x="362632" y="41541"/>
                </a:cubicBezTo>
                <a:lnTo>
                  <a:pt x="362632" y="39708"/>
                </a:lnTo>
                <a:cubicBezTo>
                  <a:pt x="362632" y="35058"/>
                  <a:pt x="361894" y="31868"/>
                  <a:pt x="360417" y="30137"/>
                </a:cubicBezTo>
                <a:cubicBezTo>
                  <a:pt x="358941" y="28406"/>
                  <a:pt x="356794" y="27541"/>
                  <a:pt x="353977" y="27541"/>
                </a:cubicBezTo>
                <a:cubicBezTo>
                  <a:pt x="351839" y="27541"/>
                  <a:pt x="350142" y="28116"/>
                  <a:pt x="348887" y="29266"/>
                </a:cubicBezTo>
                <a:cubicBezTo>
                  <a:pt x="347597" y="30415"/>
                  <a:pt x="346952" y="31734"/>
                  <a:pt x="346952" y="33222"/>
                </a:cubicBezTo>
                <a:lnTo>
                  <a:pt x="347054" y="36163"/>
                </a:lnTo>
                <a:cubicBezTo>
                  <a:pt x="347054" y="37718"/>
                  <a:pt x="346655" y="38918"/>
                  <a:pt x="345858" y="39764"/>
                </a:cubicBezTo>
                <a:cubicBezTo>
                  <a:pt x="345060" y="40609"/>
                  <a:pt x="344017" y="41032"/>
                  <a:pt x="342727" y="41032"/>
                </a:cubicBezTo>
                <a:cubicBezTo>
                  <a:pt x="341471" y="41032"/>
                  <a:pt x="340444" y="40592"/>
                  <a:pt x="339647" y="39713"/>
                </a:cubicBezTo>
                <a:cubicBezTo>
                  <a:pt x="338849" y="38832"/>
                  <a:pt x="338451" y="37631"/>
                  <a:pt x="338451" y="36108"/>
                </a:cubicBezTo>
                <a:cubicBezTo>
                  <a:pt x="338451" y="33199"/>
                  <a:pt x="339944" y="30526"/>
                  <a:pt x="342930" y="28090"/>
                </a:cubicBezTo>
                <a:cubicBezTo>
                  <a:pt x="345917" y="25654"/>
                  <a:pt x="350108" y="24436"/>
                  <a:pt x="355505" y="24436"/>
                </a:cubicBezTo>
                <a:cubicBezTo>
                  <a:pt x="359645" y="24436"/>
                  <a:pt x="363039" y="25130"/>
                  <a:pt x="365686" y="26520"/>
                </a:cubicBezTo>
                <a:cubicBezTo>
                  <a:pt x="367689" y="27571"/>
                  <a:pt x="369165" y="29215"/>
                  <a:pt x="370115" y="31453"/>
                </a:cubicBezTo>
                <a:cubicBezTo>
                  <a:pt x="370726" y="32910"/>
                  <a:pt x="371031" y="35893"/>
                  <a:pt x="371031" y="40402"/>
                </a:cubicBezTo>
                <a:lnTo>
                  <a:pt x="371031" y="56215"/>
                </a:lnTo>
                <a:cubicBezTo>
                  <a:pt x="371031" y="60655"/>
                  <a:pt x="371116" y="63376"/>
                  <a:pt x="371286" y="64376"/>
                </a:cubicBezTo>
                <a:cubicBezTo>
                  <a:pt x="371456" y="65376"/>
                  <a:pt x="371736" y="66046"/>
                  <a:pt x="372126" y="66385"/>
                </a:cubicBezTo>
                <a:cubicBezTo>
                  <a:pt x="372516" y="66723"/>
                  <a:pt x="372966" y="66893"/>
                  <a:pt x="373475" y="66893"/>
                </a:cubicBezTo>
                <a:cubicBezTo>
                  <a:pt x="374018" y="66893"/>
                  <a:pt x="374493" y="66774"/>
                  <a:pt x="374900" y="66536"/>
                </a:cubicBezTo>
                <a:cubicBezTo>
                  <a:pt x="375613" y="66095"/>
                  <a:pt x="376988" y="64856"/>
                  <a:pt x="379024" y="62820"/>
                </a:cubicBezTo>
                <a:lnTo>
                  <a:pt x="379024" y="65671"/>
                </a:lnTo>
                <a:cubicBezTo>
                  <a:pt x="375223" y="70762"/>
                  <a:pt x="371591" y="73307"/>
                  <a:pt x="368130" y="73307"/>
                </a:cubicBezTo>
                <a:cubicBezTo>
                  <a:pt x="366467" y="73307"/>
                  <a:pt x="365143" y="72730"/>
                  <a:pt x="364159" y="71576"/>
                </a:cubicBezTo>
                <a:cubicBezTo>
                  <a:pt x="363175" y="70422"/>
                  <a:pt x="362666" y="68454"/>
                  <a:pt x="362632" y="65671"/>
                </a:cubicBezTo>
                <a:moveTo>
                  <a:pt x="362632" y="62333"/>
                </a:moveTo>
                <a:lnTo>
                  <a:pt x="362632" y="44646"/>
                </a:lnTo>
                <a:cubicBezTo>
                  <a:pt x="357507" y="46673"/>
                  <a:pt x="354198" y="48109"/>
                  <a:pt x="352705" y="48954"/>
                </a:cubicBezTo>
                <a:cubicBezTo>
                  <a:pt x="350024" y="50441"/>
                  <a:pt x="348106" y="51995"/>
                  <a:pt x="346952" y="53617"/>
                </a:cubicBezTo>
                <a:cubicBezTo>
                  <a:pt x="345798" y="55238"/>
                  <a:pt x="345221" y="57012"/>
                  <a:pt x="345221" y="58938"/>
                </a:cubicBezTo>
                <a:cubicBezTo>
                  <a:pt x="345221" y="61371"/>
                  <a:pt x="345951" y="63390"/>
                  <a:pt x="347410" y="64995"/>
                </a:cubicBezTo>
                <a:cubicBezTo>
                  <a:pt x="348870" y="66599"/>
                  <a:pt x="350550" y="67402"/>
                  <a:pt x="352450" y="67402"/>
                </a:cubicBezTo>
                <a:cubicBezTo>
                  <a:pt x="355030" y="67402"/>
                  <a:pt x="358423" y="65712"/>
                  <a:pt x="362632" y="62333"/>
                </a:cubicBezTo>
                <a:close/>
                <a:moveTo>
                  <a:pt x="413045" y="24436"/>
                </a:moveTo>
                <a:lnTo>
                  <a:pt x="413045" y="40217"/>
                </a:lnTo>
                <a:lnTo>
                  <a:pt x="411366" y="40217"/>
                </a:lnTo>
                <a:cubicBezTo>
                  <a:pt x="410076" y="35267"/>
                  <a:pt x="408421" y="31901"/>
                  <a:pt x="406402" y="30117"/>
                </a:cubicBezTo>
                <a:cubicBezTo>
                  <a:pt x="404383" y="28332"/>
                  <a:pt x="401812" y="27439"/>
                  <a:pt x="398690" y="27439"/>
                </a:cubicBezTo>
                <a:cubicBezTo>
                  <a:pt x="396314" y="27439"/>
                  <a:pt x="394396" y="28067"/>
                  <a:pt x="392937" y="29321"/>
                </a:cubicBezTo>
                <a:cubicBezTo>
                  <a:pt x="391478" y="30575"/>
                  <a:pt x="390748" y="31965"/>
                  <a:pt x="390748" y="33491"/>
                </a:cubicBezTo>
                <a:cubicBezTo>
                  <a:pt x="390748" y="35389"/>
                  <a:pt x="391291" y="37016"/>
                  <a:pt x="392377" y="38372"/>
                </a:cubicBezTo>
                <a:cubicBezTo>
                  <a:pt x="393429" y="39762"/>
                  <a:pt x="395567" y="41237"/>
                  <a:pt x="398791" y="42796"/>
                </a:cubicBezTo>
                <a:lnTo>
                  <a:pt x="406224" y="46407"/>
                </a:lnTo>
                <a:cubicBezTo>
                  <a:pt x="413113" y="49763"/>
                  <a:pt x="416558" y="54187"/>
                  <a:pt x="416558" y="59680"/>
                </a:cubicBezTo>
                <a:cubicBezTo>
                  <a:pt x="416558" y="63917"/>
                  <a:pt x="414955" y="67332"/>
                  <a:pt x="411747" y="69926"/>
                </a:cubicBezTo>
                <a:cubicBezTo>
                  <a:pt x="408540" y="72519"/>
                  <a:pt x="404951" y="73816"/>
                  <a:pt x="400980" y="73816"/>
                </a:cubicBezTo>
                <a:cubicBezTo>
                  <a:pt x="398130" y="73816"/>
                  <a:pt x="394871" y="73307"/>
                  <a:pt x="391206" y="72289"/>
                </a:cubicBezTo>
                <a:cubicBezTo>
                  <a:pt x="390086" y="71949"/>
                  <a:pt x="389170" y="71780"/>
                  <a:pt x="388457" y="71780"/>
                </a:cubicBezTo>
                <a:cubicBezTo>
                  <a:pt x="387677" y="71780"/>
                  <a:pt x="387066" y="72221"/>
                  <a:pt x="386624" y="73103"/>
                </a:cubicBezTo>
                <a:lnTo>
                  <a:pt x="384945" y="73103"/>
                </a:lnTo>
                <a:lnTo>
                  <a:pt x="384945" y="56406"/>
                </a:lnTo>
                <a:lnTo>
                  <a:pt x="386624" y="56406"/>
                </a:lnTo>
                <a:cubicBezTo>
                  <a:pt x="387575" y="61174"/>
                  <a:pt x="389390" y="64767"/>
                  <a:pt x="392072" y="67185"/>
                </a:cubicBezTo>
                <a:cubicBezTo>
                  <a:pt x="394753" y="69603"/>
                  <a:pt x="397756" y="70812"/>
                  <a:pt x="401082" y="70812"/>
                </a:cubicBezTo>
                <a:cubicBezTo>
                  <a:pt x="403424" y="70812"/>
                  <a:pt x="405333" y="70126"/>
                  <a:pt x="406809" y="68754"/>
                </a:cubicBezTo>
                <a:cubicBezTo>
                  <a:pt x="408286" y="67380"/>
                  <a:pt x="409024" y="65728"/>
                  <a:pt x="409024" y="63795"/>
                </a:cubicBezTo>
                <a:cubicBezTo>
                  <a:pt x="409024" y="61456"/>
                  <a:pt x="408201" y="59489"/>
                  <a:pt x="406555" y="57896"/>
                </a:cubicBezTo>
                <a:cubicBezTo>
                  <a:pt x="404909" y="56303"/>
                  <a:pt x="401625" y="54287"/>
                  <a:pt x="396704" y="51846"/>
                </a:cubicBezTo>
                <a:cubicBezTo>
                  <a:pt x="391783" y="49405"/>
                  <a:pt x="388559" y="47201"/>
                  <a:pt x="387032" y="45235"/>
                </a:cubicBezTo>
                <a:cubicBezTo>
                  <a:pt x="385504" y="43302"/>
                  <a:pt x="384741" y="40861"/>
                  <a:pt x="384741" y="37912"/>
                </a:cubicBezTo>
                <a:cubicBezTo>
                  <a:pt x="384741" y="34081"/>
                  <a:pt x="386056" y="30878"/>
                  <a:pt x="388686" y="28301"/>
                </a:cubicBezTo>
                <a:cubicBezTo>
                  <a:pt x="391316" y="25724"/>
                  <a:pt x="394719" y="24436"/>
                  <a:pt x="398893" y="24436"/>
                </a:cubicBezTo>
                <a:cubicBezTo>
                  <a:pt x="400726" y="24436"/>
                  <a:pt x="402949" y="24826"/>
                  <a:pt x="405562" y="25607"/>
                </a:cubicBezTo>
                <a:cubicBezTo>
                  <a:pt x="407293" y="26116"/>
                  <a:pt x="408447" y="26370"/>
                  <a:pt x="409024" y="26370"/>
                </a:cubicBezTo>
                <a:cubicBezTo>
                  <a:pt x="409567" y="26370"/>
                  <a:pt x="409991" y="26251"/>
                  <a:pt x="410296" y="26014"/>
                </a:cubicBezTo>
                <a:cubicBezTo>
                  <a:pt x="410602" y="25776"/>
                  <a:pt x="410958" y="25250"/>
                  <a:pt x="411366" y="24436"/>
                </a:cubicBezTo>
                <a:lnTo>
                  <a:pt x="413045" y="24436"/>
                </a:lnTo>
                <a:close/>
                <a:moveTo>
                  <a:pt x="436631" y="10385"/>
                </a:moveTo>
                <a:lnTo>
                  <a:pt x="436631" y="25759"/>
                </a:lnTo>
                <a:lnTo>
                  <a:pt x="447525" y="25759"/>
                </a:lnTo>
                <a:lnTo>
                  <a:pt x="447525" y="29323"/>
                </a:lnTo>
                <a:lnTo>
                  <a:pt x="436631" y="29323"/>
                </a:lnTo>
                <a:lnTo>
                  <a:pt x="436631" y="59521"/>
                </a:lnTo>
                <a:cubicBezTo>
                  <a:pt x="436631" y="62538"/>
                  <a:pt x="437064" y="64572"/>
                  <a:pt x="437929" y="65623"/>
                </a:cubicBezTo>
                <a:cubicBezTo>
                  <a:pt x="438795" y="66673"/>
                  <a:pt x="439906" y="67198"/>
                  <a:pt x="441264" y="67198"/>
                </a:cubicBezTo>
                <a:cubicBezTo>
                  <a:pt x="442383" y="67198"/>
                  <a:pt x="443470" y="66850"/>
                  <a:pt x="444522" y="66154"/>
                </a:cubicBezTo>
                <a:cubicBezTo>
                  <a:pt x="445574" y="65459"/>
                  <a:pt x="446388" y="64432"/>
                  <a:pt x="446965" y="63075"/>
                </a:cubicBezTo>
                <a:lnTo>
                  <a:pt x="448951" y="63075"/>
                </a:lnTo>
                <a:cubicBezTo>
                  <a:pt x="447763" y="66410"/>
                  <a:pt x="446083" y="68933"/>
                  <a:pt x="443911" y="70642"/>
                </a:cubicBezTo>
                <a:cubicBezTo>
                  <a:pt x="441739" y="72351"/>
                  <a:pt x="439499" y="73205"/>
                  <a:pt x="437191" y="73205"/>
                </a:cubicBezTo>
                <a:cubicBezTo>
                  <a:pt x="435630" y="73205"/>
                  <a:pt x="434103" y="72772"/>
                  <a:pt x="432609" y="71905"/>
                </a:cubicBezTo>
                <a:cubicBezTo>
                  <a:pt x="431116" y="71039"/>
                  <a:pt x="430013" y="69799"/>
                  <a:pt x="429300" y="68186"/>
                </a:cubicBezTo>
                <a:cubicBezTo>
                  <a:pt x="428588" y="66572"/>
                  <a:pt x="428231" y="64083"/>
                  <a:pt x="428231" y="60718"/>
                </a:cubicBezTo>
                <a:lnTo>
                  <a:pt x="428231" y="29323"/>
                </a:lnTo>
                <a:lnTo>
                  <a:pt x="420850" y="29323"/>
                </a:lnTo>
                <a:lnTo>
                  <a:pt x="420850" y="27643"/>
                </a:lnTo>
                <a:cubicBezTo>
                  <a:pt x="422716" y="26894"/>
                  <a:pt x="424625" y="25626"/>
                  <a:pt x="426577" y="23839"/>
                </a:cubicBezTo>
                <a:cubicBezTo>
                  <a:pt x="428528" y="22052"/>
                  <a:pt x="430267" y="19933"/>
                  <a:pt x="431795" y="17482"/>
                </a:cubicBezTo>
                <a:cubicBezTo>
                  <a:pt x="432575" y="16189"/>
                  <a:pt x="433661" y="13824"/>
                  <a:pt x="435053" y="10385"/>
                </a:cubicBezTo>
                <a:lnTo>
                  <a:pt x="436631" y="10385"/>
                </a:lnTo>
                <a:close/>
                <a:moveTo>
                  <a:pt x="466061" y="24436"/>
                </a:moveTo>
                <a:lnTo>
                  <a:pt x="466061" y="34923"/>
                </a:lnTo>
                <a:cubicBezTo>
                  <a:pt x="469964" y="27931"/>
                  <a:pt x="473968" y="24436"/>
                  <a:pt x="478075" y="24436"/>
                </a:cubicBezTo>
                <a:cubicBezTo>
                  <a:pt x="479941" y="24436"/>
                  <a:pt x="481486" y="25004"/>
                  <a:pt x="482707" y="26141"/>
                </a:cubicBezTo>
                <a:cubicBezTo>
                  <a:pt x="483929" y="27278"/>
                  <a:pt x="484540" y="28593"/>
                  <a:pt x="484540" y="30086"/>
                </a:cubicBezTo>
                <a:cubicBezTo>
                  <a:pt x="484540" y="31410"/>
                  <a:pt x="484099" y="32530"/>
                  <a:pt x="483217" y="33446"/>
                </a:cubicBezTo>
                <a:cubicBezTo>
                  <a:pt x="482334" y="34363"/>
                  <a:pt x="481282" y="34821"/>
                  <a:pt x="480060" y="34821"/>
                </a:cubicBezTo>
                <a:cubicBezTo>
                  <a:pt x="478872" y="34821"/>
                  <a:pt x="477540" y="34235"/>
                  <a:pt x="476064" y="33064"/>
                </a:cubicBezTo>
                <a:cubicBezTo>
                  <a:pt x="474588" y="31894"/>
                  <a:pt x="473493" y="31308"/>
                  <a:pt x="472780" y="31308"/>
                </a:cubicBezTo>
                <a:cubicBezTo>
                  <a:pt x="472170" y="31308"/>
                  <a:pt x="471508" y="31646"/>
                  <a:pt x="470795" y="32323"/>
                </a:cubicBezTo>
                <a:cubicBezTo>
                  <a:pt x="469268" y="33711"/>
                  <a:pt x="467690" y="35996"/>
                  <a:pt x="466061" y="39178"/>
                </a:cubicBezTo>
                <a:lnTo>
                  <a:pt x="466061" y="61469"/>
                </a:lnTo>
                <a:cubicBezTo>
                  <a:pt x="466061" y="64041"/>
                  <a:pt x="466383" y="65987"/>
                  <a:pt x="467028" y="67308"/>
                </a:cubicBezTo>
                <a:cubicBezTo>
                  <a:pt x="467469" y="68222"/>
                  <a:pt x="468250" y="68984"/>
                  <a:pt x="469370" y="69594"/>
                </a:cubicBezTo>
                <a:cubicBezTo>
                  <a:pt x="470490" y="70203"/>
                  <a:pt x="472102" y="70507"/>
                  <a:pt x="474206" y="70507"/>
                </a:cubicBezTo>
                <a:lnTo>
                  <a:pt x="474206" y="72391"/>
                </a:lnTo>
                <a:lnTo>
                  <a:pt x="450330" y="72391"/>
                </a:lnTo>
                <a:lnTo>
                  <a:pt x="450330" y="70507"/>
                </a:lnTo>
                <a:cubicBezTo>
                  <a:pt x="452706" y="70507"/>
                  <a:pt x="454471" y="70135"/>
                  <a:pt x="455625" y="69390"/>
                </a:cubicBezTo>
                <a:cubicBezTo>
                  <a:pt x="456473" y="68848"/>
                  <a:pt x="457067" y="67984"/>
                  <a:pt x="457406" y="66799"/>
                </a:cubicBezTo>
                <a:cubicBezTo>
                  <a:pt x="457576" y="66223"/>
                  <a:pt x="457661" y="64581"/>
                  <a:pt x="457661" y="61872"/>
                </a:cubicBezTo>
                <a:lnTo>
                  <a:pt x="457661" y="43839"/>
                </a:lnTo>
                <a:cubicBezTo>
                  <a:pt x="457661" y="38421"/>
                  <a:pt x="457551" y="35196"/>
                  <a:pt x="457330" y="34164"/>
                </a:cubicBezTo>
                <a:cubicBezTo>
                  <a:pt x="457109" y="33131"/>
                  <a:pt x="456702" y="32377"/>
                  <a:pt x="456108" y="31903"/>
                </a:cubicBezTo>
                <a:cubicBezTo>
                  <a:pt x="455514" y="31429"/>
                  <a:pt x="454776" y="31192"/>
                  <a:pt x="453894" y="31192"/>
                </a:cubicBezTo>
                <a:cubicBezTo>
                  <a:pt x="452842" y="31192"/>
                  <a:pt x="451654" y="31446"/>
                  <a:pt x="450330" y="31954"/>
                </a:cubicBezTo>
                <a:lnTo>
                  <a:pt x="449821" y="30125"/>
                </a:lnTo>
                <a:lnTo>
                  <a:pt x="463923" y="24436"/>
                </a:lnTo>
                <a:lnTo>
                  <a:pt x="466061" y="24436"/>
                </a:lnTo>
                <a:close/>
                <a:moveTo>
                  <a:pt x="509974" y="24436"/>
                </a:moveTo>
                <a:cubicBezTo>
                  <a:pt x="517033" y="24436"/>
                  <a:pt x="522700" y="27114"/>
                  <a:pt x="526977" y="32471"/>
                </a:cubicBezTo>
                <a:cubicBezTo>
                  <a:pt x="530608" y="37047"/>
                  <a:pt x="532424" y="42303"/>
                  <a:pt x="532424" y="48237"/>
                </a:cubicBezTo>
                <a:cubicBezTo>
                  <a:pt x="532424" y="52407"/>
                  <a:pt x="531423" y="56628"/>
                  <a:pt x="529420" y="60900"/>
                </a:cubicBezTo>
                <a:cubicBezTo>
                  <a:pt x="527418" y="65171"/>
                  <a:pt x="524660" y="68391"/>
                  <a:pt x="521148" y="70561"/>
                </a:cubicBezTo>
                <a:cubicBezTo>
                  <a:pt x="517635" y="72731"/>
                  <a:pt x="513724" y="73816"/>
                  <a:pt x="509414" y="73816"/>
                </a:cubicBezTo>
                <a:cubicBezTo>
                  <a:pt x="502388" y="73816"/>
                  <a:pt x="496805" y="71019"/>
                  <a:pt x="492665" y="65424"/>
                </a:cubicBezTo>
                <a:cubicBezTo>
                  <a:pt x="489169" y="60712"/>
                  <a:pt x="487421" y="55424"/>
                  <a:pt x="487421" y="49559"/>
                </a:cubicBezTo>
                <a:cubicBezTo>
                  <a:pt x="487421" y="45287"/>
                  <a:pt x="488482" y="41040"/>
                  <a:pt x="490603" y="36819"/>
                </a:cubicBezTo>
                <a:cubicBezTo>
                  <a:pt x="492724" y="32598"/>
                  <a:pt x="495516" y="29479"/>
                  <a:pt x="498978" y="27461"/>
                </a:cubicBezTo>
                <a:cubicBezTo>
                  <a:pt x="502439" y="25444"/>
                  <a:pt x="506105" y="24436"/>
                  <a:pt x="509974" y="24436"/>
                </a:cubicBezTo>
                <a:moveTo>
                  <a:pt x="508395" y="27796"/>
                </a:moveTo>
                <a:cubicBezTo>
                  <a:pt x="506597" y="27796"/>
                  <a:pt x="504789" y="28330"/>
                  <a:pt x="502974" y="29398"/>
                </a:cubicBezTo>
                <a:cubicBezTo>
                  <a:pt x="501158" y="30466"/>
                  <a:pt x="499690" y="32339"/>
                  <a:pt x="498570" y="35016"/>
                </a:cubicBezTo>
                <a:cubicBezTo>
                  <a:pt x="497450" y="37694"/>
                  <a:pt x="496890" y="41135"/>
                  <a:pt x="496890" y="45338"/>
                </a:cubicBezTo>
                <a:cubicBezTo>
                  <a:pt x="496890" y="52117"/>
                  <a:pt x="498239" y="57965"/>
                  <a:pt x="500937" y="62880"/>
                </a:cubicBezTo>
                <a:cubicBezTo>
                  <a:pt x="503636" y="67795"/>
                  <a:pt x="507191" y="70252"/>
                  <a:pt x="511603" y="70252"/>
                </a:cubicBezTo>
                <a:cubicBezTo>
                  <a:pt x="514895" y="70252"/>
                  <a:pt x="517610" y="68897"/>
                  <a:pt x="519748" y="66185"/>
                </a:cubicBezTo>
                <a:cubicBezTo>
                  <a:pt x="521886" y="63473"/>
                  <a:pt x="522955" y="58812"/>
                  <a:pt x="522955" y="52203"/>
                </a:cubicBezTo>
                <a:cubicBezTo>
                  <a:pt x="522955" y="43931"/>
                  <a:pt x="521173" y="37422"/>
                  <a:pt x="517610" y="32676"/>
                </a:cubicBezTo>
                <a:cubicBezTo>
                  <a:pt x="515200" y="29422"/>
                  <a:pt x="512129" y="27796"/>
                  <a:pt x="508395" y="27796"/>
                </a:cubicBezTo>
                <a:close/>
                <a:moveTo>
                  <a:pt x="535936" y="30346"/>
                </a:moveTo>
                <a:lnTo>
                  <a:pt x="550292" y="24537"/>
                </a:lnTo>
                <a:lnTo>
                  <a:pt x="552227" y="24537"/>
                </a:lnTo>
                <a:lnTo>
                  <a:pt x="552227" y="35432"/>
                </a:lnTo>
                <a:cubicBezTo>
                  <a:pt x="554636" y="31325"/>
                  <a:pt x="557055" y="28466"/>
                  <a:pt x="559481" y="26854"/>
                </a:cubicBezTo>
                <a:cubicBezTo>
                  <a:pt x="561908" y="25242"/>
                  <a:pt x="564462" y="24436"/>
                  <a:pt x="567143" y="24436"/>
                </a:cubicBezTo>
                <a:cubicBezTo>
                  <a:pt x="571826" y="24436"/>
                  <a:pt x="575729" y="26266"/>
                  <a:pt x="578851" y="29927"/>
                </a:cubicBezTo>
                <a:cubicBezTo>
                  <a:pt x="582687" y="34403"/>
                  <a:pt x="584604" y="40234"/>
                  <a:pt x="584604" y="47422"/>
                </a:cubicBezTo>
                <a:cubicBezTo>
                  <a:pt x="584604" y="55457"/>
                  <a:pt x="582296" y="62102"/>
                  <a:pt x="577681" y="67357"/>
                </a:cubicBezTo>
                <a:cubicBezTo>
                  <a:pt x="573880" y="71663"/>
                  <a:pt x="569094" y="73816"/>
                  <a:pt x="563325" y="73816"/>
                </a:cubicBezTo>
                <a:cubicBezTo>
                  <a:pt x="560813" y="73816"/>
                  <a:pt x="558641" y="73460"/>
                  <a:pt x="556809" y="72747"/>
                </a:cubicBezTo>
                <a:cubicBezTo>
                  <a:pt x="555451" y="72238"/>
                  <a:pt x="553924" y="71220"/>
                  <a:pt x="552227" y="69692"/>
                </a:cubicBezTo>
                <a:lnTo>
                  <a:pt x="552227" y="83896"/>
                </a:lnTo>
                <a:cubicBezTo>
                  <a:pt x="552227" y="87086"/>
                  <a:pt x="552422" y="89114"/>
                  <a:pt x="552812" y="89979"/>
                </a:cubicBezTo>
                <a:cubicBezTo>
                  <a:pt x="553203" y="90845"/>
                  <a:pt x="553881" y="91532"/>
                  <a:pt x="554849" y="92041"/>
                </a:cubicBezTo>
                <a:cubicBezTo>
                  <a:pt x="555816" y="92550"/>
                  <a:pt x="557572" y="92805"/>
                  <a:pt x="560117" y="92805"/>
                </a:cubicBezTo>
                <a:lnTo>
                  <a:pt x="560117" y="94688"/>
                </a:lnTo>
                <a:lnTo>
                  <a:pt x="535682" y="94688"/>
                </a:lnTo>
                <a:lnTo>
                  <a:pt x="535682" y="92805"/>
                </a:lnTo>
                <a:lnTo>
                  <a:pt x="536955" y="92805"/>
                </a:lnTo>
                <a:cubicBezTo>
                  <a:pt x="538821" y="92838"/>
                  <a:pt x="540416" y="92482"/>
                  <a:pt x="541740" y="91734"/>
                </a:cubicBezTo>
                <a:cubicBezTo>
                  <a:pt x="542385" y="91361"/>
                  <a:pt x="542885" y="90758"/>
                  <a:pt x="543242" y="89925"/>
                </a:cubicBezTo>
                <a:cubicBezTo>
                  <a:pt x="543598" y="89094"/>
                  <a:pt x="543776" y="86980"/>
                  <a:pt x="543776" y="83584"/>
                </a:cubicBezTo>
                <a:lnTo>
                  <a:pt x="543776" y="39465"/>
                </a:lnTo>
                <a:cubicBezTo>
                  <a:pt x="543776" y="36442"/>
                  <a:pt x="543640" y="34523"/>
                  <a:pt x="543369" y="33709"/>
                </a:cubicBezTo>
                <a:cubicBezTo>
                  <a:pt x="543097" y="32893"/>
                  <a:pt x="542665" y="32282"/>
                  <a:pt x="542071" y="31875"/>
                </a:cubicBezTo>
                <a:cubicBezTo>
                  <a:pt x="541477" y="31466"/>
                  <a:pt x="540671" y="31262"/>
                  <a:pt x="539653" y="31262"/>
                </a:cubicBezTo>
                <a:cubicBezTo>
                  <a:pt x="538838" y="31262"/>
                  <a:pt x="537803" y="31500"/>
                  <a:pt x="536547" y="31975"/>
                </a:cubicBezTo>
                <a:lnTo>
                  <a:pt x="535936" y="30346"/>
                </a:lnTo>
                <a:moveTo>
                  <a:pt x="552227" y="38527"/>
                </a:moveTo>
                <a:lnTo>
                  <a:pt x="552227" y="55916"/>
                </a:lnTo>
                <a:cubicBezTo>
                  <a:pt x="552227" y="59679"/>
                  <a:pt x="552380" y="62153"/>
                  <a:pt x="552685" y="63339"/>
                </a:cubicBezTo>
                <a:cubicBezTo>
                  <a:pt x="553160" y="65305"/>
                  <a:pt x="554323" y="67034"/>
                  <a:pt x="556172" y="68525"/>
                </a:cubicBezTo>
                <a:cubicBezTo>
                  <a:pt x="558022" y="70016"/>
                  <a:pt x="560355" y="70762"/>
                  <a:pt x="563172" y="70762"/>
                </a:cubicBezTo>
                <a:cubicBezTo>
                  <a:pt x="566566" y="70762"/>
                  <a:pt x="569315" y="69440"/>
                  <a:pt x="571419" y="66796"/>
                </a:cubicBezTo>
                <a:cubicBezTo>
                  <a:pt x="574168" y="63339"/>
                  <a:pt x="575542" y="58475"/>
                  <a:pt x="575542" y="52204"/>
                </a:cubicBezTo>
                <a:cubicBezTo>
                  <a:pt x="575542" y="45087"/>
                  <a:pt x="573981" y="39613"/>
                  <a:pt x="570859" y="35783"/>
                </a:cubicBezTo>
                <a:cubicBezTo>
                  <a:pt x="568687" y="33139"/>
                  <a:pt x="566108" y="31817"/>
                  <a:pt x="563121" y="31817"/>
                </a:cubicBezTo>
                <a:cubicBezTo>
                  <a:pt x="561492" y="31817"/>
                  <a:pt x="559880" y="32224"/>
                  <a:pt x="558285" y="33037"/>
                </a:cubicBezTo>
                <a:cubicBezTo>
                  <a:pt x="557063" y="33647"/>
                  <a:pt x="555044" y="35477"/>
                  <a:pt x="552227" y="38527"/>
                </a:cubicBezTo>
                <a:close/>
                <a:moveTo>
                  <a:pt x="588778" y="25759"/>
                </a:moveTo>
                <a:lnTo>
                  <a:pt x="610516" y="25759"/>
                </a:lnTo>
                <a:lnTo>
                  <a:pt x="610516" y="27643"/>
                </a:lnTo>
                <a:lnTo>
                  <a:pt x="609447" y="27643"/>
                </a:lnTo>
                <a:cubicBezTo>
                  <a:pt x="607920" y="27643"/>
                  <a:pt x="606774" y="27974"/>
                  <a:pt x="606011" y="28636"/>
                </a:cubicBezTo>
                <a:cubicBezTo>
                  <a:pt x="605247" y="29297"/>
                  <a:pt x="604865" y="30120"/>
                  <a:pt x="604865" y="31105"/>
                </a:cubicBezTo>
                <a:cubicBezTo>
                  <a:pt x="604865" y="32428"/>
                  <a:pt x="605425" y="34261"/>
                  <a:pt x="606545" y="36603"/>
                </a:cubicBezTo>
                <a:lnTo>
                  <a:pt x="617898" y="60122"/>
                </a:lnTo>
                <a:lnTo>
                  <a:pt x="628334" y="34363"/>
                </a:lnTo>
                <a:cubicBezTo>
                  <a:pt x="628911" y="32971"/>
                  <a:pt x="629199" y="31597"/>
                  <a:pt x="629199" y="30239"/>
                </a:cubicBezTo>
                <a:cubicBezTo>
                  <a:pt x="629199" y="29628"/>
                  <a:pt x="629080" y="29170"/>
                  <a:pt x="628843" y="28865"/>
                </a:cubicBezTo>
                <a:cubicBezTo>
                  <a:pt x="628571" y="28491"/>
                  <a:pt x="628147" y="28194"/>
                  <a:pt x="627570" y="27974"/>
                </a:cubicBezTo>
                <a:cubicBezTo>
                  <a:pt x="626993" y="27753"/>
                  <a:pt x="625975" y="27643"/>
                  <a:pt x="624516" y="27643"/>
                </a:cubicBezTo>
                <a:lnTo>
                  <a:pt x="624516" y="25759"/>
                </a:lnTo>
                <a:lnTo>
                  <a:pt x="639686" y="25759"/>
                </a:lnTo>
                <a:lnTo>
                  <a:pt x="639686" y="27643"/>
                </a:lnTo>
                <a:cubicBezTo>
                  <a:pt x="638430" y="27779"/>
                  <a:pt x="637463" y="28050"/>
                  <a:pt x="636784" y="28457"/>
                </a:cubicBezTo>
                <a:cubicBezTo>
                  <a:pt x="636106" y="28865"/>
                  <a:pt x="635359" y="29628"/>
                  <a:pt x="634544" y="30748"/>
                </a:cubicBezTo>
                <a:cubicBezTo>
                  <a:pt x="634239" y="31223"/>
                  <a:pt x="633662" y="32530"/>
                  <a:pt x="632814" y="34668"/>
                </a:cubicBezTo>
                <a:lnTo>
                  <a:pt x="613825" y="81198"/>
                </a:lnTo>
                <a:cubicBezTo>
                  <a:pt x="611992" y="85711"/>
                  <a:pt x="609591" y="89122"/>
                  <a:pt x="606622" y="91430"/>
                </a:cubicBezTo>
                <a:cubicBezTo>
                  <a:pt x="603652" y="93738"/>
                  <a:pt x="600793" y="94892"/>
                  <a:pt x="598044" y="94892"/>
                </a:cubicBezTo>
                <a:cubicBezTo>
                  <a:pt x="596041" y="94892"/>
                  <a:pt x="594395" y="94322"/>
                  <a:pt x="593106" y="93182"/>
                </a:cubicBezTo>
                <a:cubicBezTo>
                  <a:pt x="591816" y="92041"/>
                  <a:pt x="591171" y="90734"/>
                  <a:pt x="591171" y="89259"/>
                </a:cubicBezTo>
                <a:cubicBezTo>
                  <a:pt x="591171" y="87850"/>
                  <a:pt x="591638" y="86714"/>
                  <a:pt x="592571" y="85851"/>
                </a:cubicBezTo>
                <a:cubicBezTo>
                  <a:pt x="593504" y="84989"/>
                  <a:pt x="594786" y="84558"/>
                  <a:pt x="596415" y="84558"/>
                </a:cubicBezTo>
                <a:cubicBezTo>
                  <a:pt x="597535" y="84558"/>
                  <a:pt x="599062" y="84931"/>
                  <a:pt x="600996" y="85677"/>
                </a:cubicBezTo>
                <a:cubicBezTo>
                  <a:pt x="602354" y="86187"/>
                  <a:pt x="603202" y="86441"/>
                  <a:pt x="603542" y="86441"/>
                </a:cubicBezTo>
                <a:cubicBezTo>
                  <a:pt x="604560" y="86441"/>
                  <a:pt x="605671" y="85911"/>
                  <a:pt x="606876" y="84852"/>
                </a:cubicBezTo>
                <a:cubicBezTo>
                  <a:pt x="608081" y="83793"/>
                  <a:pt x="609294" y="81744"/>
                  <a:pt x="610516" y="78705"/>
                </a:cubicBezTo>
                <a:lnTo>
                  <a:pt x="613825" y="70558"/>
                </a:lnTo>
                <a:lnTo>
                  <a:pt x="597076" y="35381"/>
                </a:lnTo>
                <a:cubicBezTo>
                  <a:pt x="596567" y="34329"/>
                  <a:pt x="595753" y="33022"/>
                  <a:pt x="594633" y="31461"/>
                </a:cubicBezTo>
                <a:cubicBezTo>
                  <a:pt x="593784" y="30273"/>
                  <a:pt x="593089" y="29475"/>
                  <a:pt x="592546" y="29068"/>
                </a:cubicBezTo>
                <a:cubicBezTo>
                  <a:pt x="591765" y="28525"/>
                  <a:pt x="590509" y="28050"/>
                  <a:pt x="588778" y="27643"/>
                </a:cubicBezTo>
                <a:lnTo>
                  <a:pt x="588778" y="25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__init__.py">
            <a:extLst xmlns:a="http://schemas.openxmlformats.org/drawingml/2006/main">
              <a:ext uri="{FF2B5EF4-FFF2-40B4-BE49-F238E27FC236}">
                <a16:creationId xmlns:a16="http://schemas.microsoft.com/office/drawing/2014/main" id="{E6F374A9-87D9-4C60-8597-A5C4318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85" y="2193373"/>
            <a:ext cx="479193" cy="94892"/>
          </a:xfrm>
          <a:custGeom xmlns:a="http://schemas.openxmlformats.org/drawingml/2006/main">
            <a:pathLst>
              <a:path w="479193" h="94892">
                <a:moveTo>
                  <a:pt x="119707" y="24"/>
                </a:moveTo>
                <a:lnTo>
                  <a:pt x="119533" y="42"/>
                </a:lnTo>
                <a:lnTo>
                  <a:pt x="119361" y="66"/>
                </a:lnTo>
                <a:lnTo>
                  <a:pt x="119192" y="94"/>
                </a:lnTo>
                <a:lnTo>
                  <a:pt x="119025" y="128"/>
                </a:lnTo>
                <a:lnTo>
                  <a:pt x="118861" y="168"/>
                </a:lnTo>
                <a:lnTo>
                  <a:pt x="118699" y="212"/>
                </a:lnTo>
                <a:lnTo>
                  <a:pt x="118539" y="262"/>
                </a:lnTo>
                <a:lnTo>
                  <a:pt x="118381" y="317"/>
                </a:lnTo>
                <a:lnTo>
                  <a:pt x="118227" y="377"/>
                </a:lnTo>
                <a:lnTo>
                  <a:pt x="118074" y="443"/>
                </a:lnTo>
                <a:lnTo>
                  <a:pt x="117924" y="514"/>
                </a:lnTo>
                <a:lnTo>
                  <a:pt x="117776" y="590"/>
                </a:lnTo>
                <a:lnTo>
                  <a:pt x="117630" y="671"/>
                </a:lnTo>
                <a:lnTo>
                  <a:pt x="117487" y="757"/>
                </a:lnTo>
                <a:lnTo>
                  <a:pt x="117347" y="849"/>
                </a:lnTo>
                <a:lnTo>
                  <a:pt x="117208" y="946"/>
                </a:lnTo>
                <a:lnTo>
                  <a:pt x="117073" y="1048"/>
                </a:lnTo>
                <a:lnTo>
                  <a:pt x="116939" y="1156"/>
                </a:lnTo>
                <a:lnTo>
                  <a:pt x="116808" y="1269"/>
                </a:lnTo>
                <a:lnTo>
                  <a:pt x="116679" y="1387"/>
                </a:lnTo>
                <a:lnTo>
                  <a:pt x="116553" y="1510"/>
                </a:lnTo>
                <a:lnTo>
                  <a:pt x="116430" y="1637"/>
                </a:lnTo>
                <a:lnTo>
                  <a:pt x="116313" y="1766"/>
                </a:lnTo>
                <a:lnTo>
                  <a:pt x="116201" y="1897"/>
                </a:lnTo>
                <a:lnTo>
                  <a:pt x="116094" y="2030"/>
                </a:lnTo>
                <a:lnTo>
                  <a:pt x="115992" y="2166"/>
                </a:lnTo>
                <a:lnTo>
                  <a:pt x="115896" y="2304"/>
                </a:lnTo>
                <a:lnTo>
                  <a:pt x="115805" y="2444"/>
                </a:lnTo>
                <a:lnTo>
                  <a:pt x="115719" y="2586"/>
                </a:lnTo>
                <a:lnTo>
                  <a:pt x="115638" y="2731"/>
                </a:lnTo>
                <a:lnTo>
                  <a:pt x="115562" y="2878"/>
                </a:lnTo>
                <a:lnTo>
                  <a:pt x="115492" y="3027"/>
                </a:lnTo>
                <a:lnTo>
                  <a:pt x="115427" y="3178"/>
                </a:lnTo>
                <a:lnTo>
                  <a:pt x="115367" y="3332"/>
                </a:lnTo>
                <a:lnTo>
                  <a:pt x="115312" y="3487"/>
                </a:lnTo>
                <a:lnTo>
                  <a:pt x="115262" y="3645"/>
                </a:lnTo>
                <a:lnTo>
                  <a:pt x="115218" y="3806"/>
                </a:lnTo>
                <a:lnTo>
                  <a:pt x="115179" y="3968"/>
                </a:lnTo>
                <a:lnTo>
                  <a:pt x="115145" y="4133"/>
                </a:lnTo>
                <a:lnTo>
                  <a:pt x="115116" y="4299"/>
                </a:lnTo>
                <a:lnTo>
                  <a:pt x="115093" y="4469"/>
                </a:lnTo>
                <a:lnTo>
                  <a:pt x="115075" y="4640"/>
                </a:lnTo>
                <a:lnTo>
                  <a:pt x="115062" y="4813"/>
                </a:lnTo>
                <a:lnTo>
                  <a:pt x="115054" y="4989"/>
                </a:lnTo>
                <a:lnTo>
                  <a:pt x="115051" y="5167"/>
                </a:lnTo>
                <a:lnTo>
                  <a:pt x="115054" y="5345"/>
                </a:lnTo>
                <a:lnTo>
                  <a:pt x="115062" y="5521"/>
                </a:lnTo>
                <a:lnTo>
                  <a:pt x="115075" y="5695"/>
                </a:lnTo>
                <a:lnTo>
                  <a:pt x="115094" y="5866"/>
                </a:lnTo>
                <a:lnTo>
                  <a:pt x="115117" y="6036"/>
                </a:lnTo>
                <a:lnTo>
                  <a:pt x="115147" y="6203"/>
                </a:lnTo>
                <a:lnTo>
                  <a:pt x="115181" y="6369"/>
                </a:lnTo>
                <a:lnTo>
                  <a:pt x="115221" y="6532"/>
                </a:lnTo>
                <a:lnTo>
                  <a:pt x="115266" y="6693"/>
                </a:lnTo>
                <a:lnTo>
                  <a:pt x="115316" y="6852"/>
                </a:lnTo>
                <a:lnTo>
                  <a:pt x="115372" y="7008"/>
                </a:lnTo>
                <a:lnTo>
                  <a:pt x="115433" y="7163"/>
                </a:lnTo>
                <a:lnTo>
                  <a:pt x="115499" y="7315"/>
                </a:lnTo>
                <a:lnTo>
                  <a:pt x="115571" y="7466"/>
                </a:lnTo>
                <a:lnTo>
                  <a:pt x="115648" y="7614"/>
                </a:lnTo>
                <a:lnTo>
                  <a:pt x="115730" y="7760"/>
                </a:lnTo>
                <a:lnTo>
                  <a:pt x="115817" y="7904"/>
                </a:lnTo>
                <a:lnTo>
                  <a:pt x="115910" y="8046"/>
                </a:lnTo>
                <a:lnTo>
                  <a:pt x="116008" y="8185"/>
                </a:lnTo>
                <a:lnTo>
                  <a:pt x="116112" y="8323"/>
                </a:lnTo>
                <a:lnTo>
                  <a:pt x="116220" y="8458"/>
                </a:lnTo>
                <a:lnTo>
                  <a:pt x="116334" y="8591"/>
                </a:lnTo>
                <a:lnTo>
                  <a:pt x="116454" y="8723"/>
                </a:lnTo>
                <a:lnTo>
                  <a:pt x="116578" y="8852"/>
                </a:lnTo>
                <a:lnTo>
                  <a:pt x="116707" y="8977"/>
                </a:lnTo>
                <a:lnTo>
                  <a:pt x="116837" y="9097"/>
                </a:lnTo>
                <a:lnTo>
                  <a:pt x="116970" y="9211"/>
                </a:lnTo>
                <a:lnTo>
                  <a:pt x="117104" y="9320"/>
                </a:lnTo>
                <a:lnTo>
                  <a:pt x="117241" y="9424"/>
                </a:lnTo>
                <a:lnTo>
                  <a:pt x="117380" y="9523"/>
                </a:lnTo>
                <a:lnTo>
                  <a:pt x="117521" y="9616"/>
                </a:lnTo>
                <a:lnTo>
                  <a:pt x="117664" y="9704"/>
                </a:lnTo>
                <a:lnTo>
                  <a:pt x="117810" y="9786"/>
                </a:lnTo>
                <a:lnTo>
                  <a:pt x="117957" y="9863"/>
                </a:lnTo>
                <a:lnTo>
                  <a:pt x="118107" y="9935"/>
                </a:lnTo>
                <a:lnTo>
                  <a:pt x="118258" y="10002"/>
                </a:lnTo>
                <a:lnTo>
                  <a:pt x="118412" y="10063"/>
                </a:lnTo>
                <a:lnTo>
                  <a:pt x="118568" y="10119"/>
                </a:lnTo>
                <a:lnTo>
                  <a:pt x="118726" y="10169"/>
                </a:lnTo>
                <a:lnTo>
                  <a:pt x="118886" y="10215"/>
                </a:lnTo>
                <a:lnTo>
                  <a:pt x="119048" y="10255"/>
                </a:lnTo>
                <a:lnTo>
                  <a:pt x="119213" y="10289"/>
                </a:lnTo>
                <a:lnTo>
                  <a:pt x="119379" y="10319"/>
                </a:lnTo>
                <a:lnTo>
                  <a:pt x="119548" y="10343"/>
                </a:lnTo>
                <a:lnTo>
                  <a:pt x="119719" y="10361"/>
                </a:lnTo>
                <a:lnTo>
                  <a:pt x="119892" y="10374"/>
                </a:lnTo>
                <a:lnTo>
                  <a:pt x="120067" y="10382"/>
                </a:lnTo>
                <a:lnTo>
                  <a:pt x="120244" y="10385"/>
                </a:lnTo>
                <a:lnTo>
                  <a:pt x="120421" y="10382"/>
                </a:lnTo>
                <a:lnTo>
                  <a:pt x="120596" y="10374"/>
                </a:lnTo>
                <a:lnTo>
                  <a:pt x="120768" y="10361"/>
                </a:lnTo>
                <a:lnTo>
                  <a:pt x="120939" y="10343"/>
                </a:lnTo>
                <a:lnTo>
                  <a:pt x="121107" y="10319"/>
                </a:lnTo>
                <a:lnTo>
                  <a:pt x="121273" y="10289"/>
                </a:lnTo>
                <a:lnTo>
                  <a:pt x="121437" y="10255"/>
                </a:lnTo>
                <a:lnTo>
                  <a:pt x="121598" y="10215"/>
                </a:lnTo>
                <a:lnTo>
                  <a:pt x="121758" y="10169"/>
                </a:lnTo>
                <a:lnTo>
                  <a:pt x="121915" y="10119"/>
                </a:lnTo>
                <a:lnTo>
                  <a:pt x="122070" y="10063"/>
                </a:lnTo>
                <a:lnTo>
                  <a:pt x="122223" y="10002"/>
                </a:lnTo>
                <a:lnTo>
                  <a:pt x="122373" y="9935"/>
                </a:lnTo>
                <a:lnTo>
                  <a:pt x="122522" y="9863"/>
                </a:lnTo>
                <a:lnTo>
                  <a:pt x="122668" y="9786"/>
                </a:lnTo>
                <a:lnTo>
                  <a:pt x="122812" y="9704"/>
                </a:lnTo>
                <a:lnTo>
                  <a:pt x="122953" y="9616"/>
                </a:lnTo>
                <a:lnTo>
                  <a:pt x="123093" y="9523"/>
                </a:lnTo>
                <a:lnTo>
                  <a:pt x="123230" y="9424"/>
                </a:lnTo>
                <a:lnTo>
                  <a:pt x="123365" y="9320"/>
                </a:lnTo>
                <a:lnTo>
                  <a:pt x="123498" y="9211"/>
                </a:lnTo>
                <a:lnTo>
                  <a:pt x="123629" y="9097"/>
                </a:lnTo>
                <a:lnTo>
                  <a:pt x="123757" y="8977"/>
                </a:lnTo>
                <a:lnTo>
                  <a:pt x="123884" y="8852"/>
                </a:lnTo>
                <a:lnTo>
                  <a:pt x="124006" y="8723"/>
                </a:lnTo>
                <a:lnTo>
                  <a:pt x="124123" y="8591"/>
                </a:lnTo>
                <a:lnTo>
                  <a:pt x="124236" y="8458"/>
                </a:lnTo>
                <a:lnTo>
                  <a:pt x="124342" y="8323"/>
                </a:lnTo>
                <a:lnTo>
                  <a:pt x="124444" y="8185"/>
                </a:lnTo>
                <a:lnTo>
                  <a:pt x="124541" y="8046"/>
                </a:lnTo>
                <a:lnTo>
                  <a:pt x="124632" y="7904"/>
                </a:lnTo>
                <a:lnTo>
                  <a:pt x="124718" y="7760"/>
                </a:lnTo>
                <a:lnTo>
                  <a:pt x="124799" y="7614"/>
                </a:lnTo>
                <a:lnTo>
                  <a:pt x="124874" y="7466"/>
                </a:lnTo>
                <a:lnTo>
                  <a:pt x="124945" y="7315"/>
                </a:lnTo>
                <a:lnTo>
                  <a:pt x="125010" y="7163"/>
                </a:lnTo>
                <a:lnTo>
                  <a:pt x="125070" y="7008"/>
                </a:lnTo>
                <a:lnTo>
                  <a:pt x="125125" y="6852"/>
                </a:lnTo>
                <a:lnTo>
                  <a:pt x="125174" y="6693"/>
                </a:lnTo>
                <a:lnTo>
                  <a:pt x="125219" y="6532"/>
                </a:lnTo>
                <a:lnTo>
                  <a:pt x="125258" y="6369"/>
                </a:lnTo>
                <a:lnTo>
                  <a:pt x="125292" y="6203"/>
                </a:lnTo>
                <a:lnTo>
                  <a:pt x="125320" y="6036"/>
                </a:lnTo>
                <a:lnTo>
                  <a:pt x="125344" y="5866"/>
                </a:lnTo>
                <a:lnTo>
                  <a:pt x="125362" y="5695"/>
                </a:lnTo>
                <a:lnTo>
                  <a:pt x="125375" y="5521"/>
                </a:lnTo>
                <a:lnTo>
                  <a:pt x="125383" y="5345"/>
                </a:lnTo>
                <a:lnTo>
                  <a:pt x="125385" y="5167"/>
                </a:lnTo>
                <a:lnTo>
                  <a:pt x="125383" y="4989"/>
                </a:lnTo>
                <a:lnTo>
                  <a:pt x="125375" y="4813"/>
                </a:lnTo>
                <a:lnTo>
                  <a:pt x="125362" y="4640"/>
                </a:lnTo>
                <a:lnTo>
                  <a:pt x="125344" y="4469"/>
                </a:lnTo>
                <a:lnTo>
                  <a:pt x="125320" y="4299"/>
                </a:lnTo>
                <a:lnTo>
                  <a:pt x="125292" y="4133"/>
                </a:lnTo>
                <a:lnTo>
                  <a:pt x="125258" y="3968"/>
                </a:lnTo>
                <a:lnTo>
                  <a:pt x="125219" y="3806"/>
                </a:lnTo>
                <a:lnTo>
                  <a:pt x="125174" y="3645"/>
                </a:lnTo>
                <a:lnTo>
                  <a:pt x="125125" y="3487"/>
                </a:lnTo>
                <a:lnTo>
                  <a:pt x="125070" y="3332"/>
                </a:lnTo>
                <a:lnTo>
                  <a:pt x="125010" y="3178"/>
                </a:lnTo>
                <a:lnTo>
                  <a:pt x="124945" y="3027"/>
                </a:lnTo>
                <a:lnTo>
                  <a:pt x="124874" y="2878"/>
                </a:lnTo>
                <a:lnTo>
                  <a:pt x="124799" y="2731"/>
                </a:lnTo>
                <a:lnTo>
                  <a:pt x="124718" y="2586"/>
                </a:lnTo>
                <a:lnTo>
                  <a:pt x="124632" y="2444"/>
                </a:lnTo>
                <a:lnTo>
                  <a:pt x="124541" y="2304"/>
                </a:lnTo>
                <a:lnTo>
                  <a:pt x="124444" y="2166"/>
                </a:lnTo>
                <a:lnTo>
                  <a:pt x="124342" y="2030"/>
                </a:lnTo>
                <a:lnTo>
                  <a:pt x="124236" y="1897"/>
                </a:lnTo>
                <a:lnTo>
                  <a:pt x="124123" y="1766"/>
                </a:lnTo>
                <a:lnTo>
                  <a:pt x="124006" y="1637"/>
                </a:lnTo>
                <a:lnTo>
                  <a:pt x="123884" y="1510"/>
                </a:lnTo>
                <a:lnTo>
                  <a:pt x="123757" y="1387"/>
                </a:lnTo>
                <a:lnTo>
                  <a:pt x="123629" y="1269"/>
                </a:lnTo>
                <a:lnTo>
                  <a:pt x="123498" y="1156"/>
                </a:lnTo>
                <a:lnTo>
                  <a:pt x="123365" y="1048"/>
                </a:lnTo>
                <a:lnTo>
                  <a:pt x="123230" y="946"/>
                </a:lnTo>
                <a:lnTo>
                  <a:pt x="123093" y="849"/>
                </a:lnTo>
                <a:lnTo>
                  <a:pt x="122953" y="757"/>
                </a:lnTo>
                <a:lnTo>
                  <a:pt x="122812" y="671"/>
                </a:lnTo>
                <a:lnTo>
                  <a:pt x="122668" y="590"/>
                </a:lnTo>
                <a:lnTo>
                  <a:pt x="122522" y="514"/>
                </a:lnTo>
                <a:lnTo>
                  <a:pt x="122373" y="443"/>
                </a:lnTo>
                <a:lnTo>
                  <a:pt x="122223" y="377"/>
                </a:lnTo>
                <a:lnTo>
                  <a:pt x="122070" y="317"/>
                </a:lnTo>
                <a:lnTo>
                  <a:pt x="121915" y="262"/>
                </a:lnTo>
                <a:lnTo>
                  <a:pt x="121758" y="212"/>
                </a:lnTo>
                <a:lnTo>
                  <a:pt x="121598" y="168"/>
                </a:lnTo>
                <a:lnTo>
                  <a:pt x="121437" y="128"/>
                </a:lnTo>
                <a:lnTo>
                  <a:pt x="121273" y="94"/>
                </a:lnTo>
                <a:lnTo>
                  <a:pt x="121107" y="66"/>
                </a:lnTo>
                <a:lnTo>
                  <a:pt x="120939" y="42"/>
                </a:lnTo>
                <a:lnTo>
                  <a:pt x="120768" y="24"/>
                </a:lnTo>
                <a:lnTo>
                  <a:pt x="120596" y="10"/>
                </a:lnTo>
                <a:lnTo>
                  <a:pt x="120421" y="3"/>
                </a:lnTo>
                <a:lnTo>
                  <a:pt x="120244" y="0"/>
                </a:lnTo>
                <a:lnTo>
                  <a:pt x="120063" y="3"/>
                </a:lnTo>
                <a:lnTo>
                  <a:pt x="119884" y="10"/>
                </a:lnTo>
                <a:lnTo>
                  <a:pt x="119707" y="24"/>
                </a:lnTo>
                <a:close/>
                <a:moveTo>
                  <a:pt x="200990" y="42"/>
                </a:moveTo>
                <a:lnTo>
                  <a:pt x="200819" y="66"/>
                </a:lnTo>
                <a:lnTo>
                  <a:pt x="200649" y="94"/>
                </a:lnTo>
                <a:lnTo>
                  <a:pt x="200483" y="128"/>
                </a:lnTo>
                <a:lnTo>
                  <a:pt x="200318" y="168"/>
                </a:lnTo>
                <a:lnTo>
                  <a:pt x="200156" y="212"/>
                </a:lnTo>
                <a:lnTo>
                  <a:pt x="199996" y="262"/>
                </a:lnTo>
                <a:lnTo>
                  <a:pt x="199839" y="317"/>
                </a:lnTo>
                <a:lnTo>
                  <a:pt x="199684" y="377"/>
                </a:lnTo>
                <a:lnTo>
                  <a:pt x="199531" y="443"/>
                </a:lnTo>
                <a:lnTo>
                  <a:pt x="199381" y="514"/>
                </a:lnTo>
                <a:lnTo>
                  <a:pt x="199233" y="590"/>
                </a:lnTo>
                <a:lnTo>
                  <a:pt x="199088" y="671"/>
                </a:lnTo>
                <a:lnTo>
                  <a:pt x="198945" y="757"/>
                </a:lnTo>
                <a:lnTo>
                  <a:pt x="198804" y="849"/>
                </a:lnTo>
                <a:lnTo>
                  <a:pt x="198666" y="946"/>
                </a:lnTo>
                <a:lnTo>
                  <a:pt x="198530" y="1048"/>
                </a:lnTo>
                <a:lnTo>
                  <a:pt x="198396" y="1156"/>
                </a:lnTo>
                <a:lnTo>
                  <a:pt x="198265" y="1269"/>
                </a:lnTo>
                <a:lnTo>
                  <a:pt x="198137" y="1387"/>
                </a:lnTo>
                <a:lnTo>
                  <a:pt x="198010" y="1510"/>
                </a:lnTo>
                <a:lnTo>
                  <a:pt x="197888" y="1637"/>
                </a:lnTo>
                <a:lnTo>
                  <a:pt x="197770" y="1766"/>
                </a:lnTo>
                <a:lnTo>
                  <a:pt x="197658" y="1897"/>
                </a:lnTo>
                <a:lnTo>
                  <a:pt x="197551" y="2030"/>
                </a:lnTo>
                <a:lnTo>
                  <a:pt x="197450" y="2166"/>
                </a:lnTo>
                <a:lnTo>
                  <a:pt x="197353" y="2304"/>
                </a:lnTo>
                <a:lnTo>
                  <a:pt x="197262" y="2444"/>
                </a:lnTo>
                <a:lnTo>
                  <a:pt x="197176" y="2586"/>
                </a:lnTo>
                <a:lnTo>
                  <a:pt x="197095" y="2731"/>
                </a:lnTo>
                <a:lnTo>
                  <a:pt x="197019" y="2878"/>
                </a:lnTo>
                <a:lnTo>
                  <a:pt x="196949" y="3027"/>
                </a:lnTo>
                <a:lnTo>
                  <a:pt x="196884" y="3178"/>
                </a:lnTo>
                <a:lnTo>
                  <a:pt x="196824" y="3332"/>
                </a:lnTo>
                <a:lnTo>
                  <a:pt x="196769" y="3487"/>
                </a:lnTo>
                <a:lnTo>
                  <a:pt x="196720" y="3645"/>
                </a:lnTo>
                <a:lnTo>
                  <a:pt x="196675" y="3806"/>
                </a:lnTo>
                <a:lnTo>
                  <a:pt x="196636" y="3968"/>
                </a:lnTo>
                <a:lnTo>
                  <a:pt x="196602" y="4133"/>
                </a:lnTo>
                <a:lnTo>
                  <a:pt x="196574" y="4299"/>
                </a:lnTo>
                <a:lnTo>
                  <a:pt x="196550" y="4469"/>
                </a:lnTo>
                <a:lnTo>
                  <a:pt x="196532" y="4640"/>
                </a:lnTo>
                <a:lnTo>
                  <a:pt x="196519" y="4813"/>
                </a:lnTo>
                <a:lnTo>
                  <a:pt x="196511" y="4989"/>
                </a:lnTo>
                <a:lnTo>
                  <a:pt x="196508" y="5167"/>
                </a:lnTo>
                <a:lnTo>
                  <a:pt x="196511" y="5345"/>
                </a:lnTo>
                <a:lnTo>
                  <a:pt x="196519" y="5521"/>
                </a:lnTo>
                <a:lnTo>
                  <a:pt x="196532" y="5695"/>
                </a:lnTo>
                <a:lnTo>
                  <a:pt x="196551" y="5866"/>
                </a:lnTo>
                <a:lnTo>
                  <a:pt x="196575" y="6036"/>
                </a:lnTo>
                <a:lnTo>
                  <a:pt x="196604" y="6203"/>
                </a:lnTo>
                <a:lnTo>
                  <a:pt x="196638" y="6369"/>
                </a:lnTo>
                <a:lnTo>
                  <a:pt x="196678" y="6532"/>
                </a:lnTo>
                <a:lnTo>
                  <a:pt x="196723" y="6693"/>
                </a:lnTo>
                <a:lnTo>
                  <a:pt x="196774" y="6852"/>
                </a:lnTo>
                <a:lnTo>
                  <a:pt x="196829" y="7008"/>
                </a:lnTo>
                <a:lnTo>
                  <a:pt x="196890" y="7163"/>
                </a:lnTo>
                <a:lnTo>
                  <a:pt x="196957" y="7315"/>
                </a:lnTo>
                <a:lnTo>
                  <a:pt x="197028" y="7466"/>
                </a:lnTo>
                <a:lnTo>
                  <a:pt x="197105" y="7614"/>
                </a:lnTo>
                <a:lnTo>
                  <a:pt x="197187" y="7760"/>
                </a:lnTo>
                <a:lnTo>
                  <a:pt x="197275" y="7904"/>
                </a:lnTo>
                <a:lnTo>
                  <a:pt x="197368" y="8046"/>
                </a:lnTo>
                <a:lnTo>
                  <a:pt x="197466" y="8185"/>
                </a:lnTo>
                <a:lnTo>
                  <a:pt x="197569" y="8323"/>
                </a:lnTo>
                <a:lnTo>
                  <a:pt x="197678" y="8458"/>
                </a:lnTo>
                <a:lnTo>
                  <a:pt x="197792" y="8591"/>
                </a:lnTo>
                <a:lnTo>
                  <a:pt x="197911" y="8723"/>
                </a:lnTo>
                <a:lnTo>
                  <a:pt x="198036" y="8852"/>
                </a:lnTo>
                <a:lnTo>
                  <a:pt x="198164" y="8977"/>
                </a:lnTo>
                <a:lnTo>
                  <a:pt x="198294" y="9097"/>
                </a:lnTo>
                <a:lnTo>
                  <a:pt x="198427" y="9211"/>
                </a:lnTo>
                <a:lnTo>
                  <a:pt x="198562" y="9320"/>
                </a:lnTo>
                <a:lnTo>
                  <a:pt x="198699" y="9424"/>
                </a:lnTo>
                <a:lnTo>
                  <a:pt x="198837" y="9523"/>
                </a:lnTo>
                <a:lnTo>
                  <a:pt x="198979" y="9616"/>
                </a:lnTo>
                <a:lnTo>
                  <a:pt x="199122" y="9704"/>
                </a:lnTo>
                <a:lnTo>
                  <a:pt x="199267" y="9786"/>
                </a:lnTo>
                <a:lnTo>
                  <a:pt x="199414" y="9863"/>
                </a:lnTo>
                <a:lnTo>
                  <a:pt x="199564" y="9935"/>
                </a:lnTo>
                <a:lnTo>
                  <a:pt x="199716" y="10002"/>
                </a:lnTo>
                <a:lnTo>
                  <a:pt x="199869" y="10063"/>
                </a:lnTo>
                <a:lnTo>
                  <a:pt x="200025" y="10119"/>
                </a:lnTo>
                <a:lnTo>
                  <a:pt x="200183" y="10169"/>
                </a:lnTo>
                <a:lnTo>
                  <a:pt x="200344" y="10215"/>
                </a:lnTo>
                <a:lnTo>
                  <a:pt x="200506" y="10255"/>
                </a:lnTo>
                <a:lnTo>
                  <a:pt x="200670" y="10289"/>
                </a:lnTo>
                <a:lnTo>
                  <a:pt x="200837" y="10319"/>
                </a:lnTo>
                <a:lnTo>
                  <a:pt x="201005" y="10343"/>
                </a:lnTo>
                <a:lnTo>
                  <a:pt x="201176" y="10361"/>
                </a:lnTo>
                <a:lnTo>
                  <a:pt x="201349" y="10374"/>
                </a:lnTo>
                <a:lnTo>
                  <a:pt x="201524" y="10382"/>
                </a:lnTo>
                <a:lnTo>
                  <a:pt x="201701" y="10385"/>
                </a:lnTo>
                <a:lnTo>
                  <a:pt x="201878" y="10382"/>
                </a:lnTo>
                <a:lnTo>
                  <a:pt x="202053" y="10374"/>
                </a:lnTo>
                <a:lnTo>
                  <a:pt x="202226" y="10361"/>
                </a:lnTo>
                <a:lnTo>
                  <a:pt x="202396" y="10343"/>
                </a:lnTo>
                <a:lnTo>
                  <a:pt x="202564" y="10319"/>
                </a:lnTo>
                <a:lnTo>
                  <a:pt x="202730" y="10289"/>
                </a:lnTo>
                <a:lnTo>
                  <a:pt x="202894" y="10255"/>
                </a:lnTo>
                <a:lnTo>
                  <a:pt x="203056" y="10215"/>
                </a:lnTo>
                <a:lnTo>
                  <a:pt x="203215" y="10169"/>
                </a:lnTo>
                <a:lnTo>
                  <a:pt x="203372" y="10119"/>
                </a:lnTo>
                <a:lnTo>
                  <a:pt x="203527" y="10063"/>
                </a:lnTo>
                <a:lnTo>
                  <a:pt x="203680" y="10002"/>
                </a:lnTo>
                <a:lnTo>
                  <a:pt x="203831" y="9935"/>
                </a:lnTo>
                <a:lnTo>
                  <a:pt x="203979" y="9863"/>
                </a:lnTo>
                <a:lnTo>
                  <a:pt x="204125" y="9786"/>
                </a:lnTo>
                <a:lnTo>
                  <a:pt x="204269" y="9704"/>
                </a:lnTo>
                <a:lnTo>
                  <a:pt x="204411" y="9616"/>
                </a:lnTo>
                <a:lnTo>
                  <a:pt x="204550" y="9523"/>
                </a:lnTo>
                <a:lnTo>
                  <a:pt x="204688" y="9424"/>
                </a:lnTo>
                <a:lnTo>
                  <a:pt x="204823" y="9320"/>
                </a:lnTo>
                <a:lnTo>
                  <a:pt x="204956" y="9211"/>
                </a:lnTo>
                <a:lnTo>
                  <a:pt x="205086" y="9097"/>
                </a:lnTo>
                <a:lnTo>
                  <a:pt x="205215" y="8977"/>
                </a:lnTo>
                <a:lnTo>
                  <a:pt x="205341" y="8852"/>
                </a:lnTo>
                <a:lnTo>
                  <a:pt x="205463" y="8723"/>
                </a:lnTo>
                <a:lnTo>
                  <a:pt x="205581" y="8591"/>
                </a:lnTo>
                <a:lnTo>
                  <a:pt x="205693" y="8458"/>
                </a:lnTo>
                <a:lnTo>
                  <a:pt x="205800" y="8323"/>
                </a:lnTo>
                <a:lnTo>
                  <a:pt x="205902" y="8185"/>
                </a:lnTo>
                <a:lnTo>
                  <a:pt x="205998" y="8046"/>
                </a:lnTo>
                <a:lnTo>
                  <a:pt x="206089" y="7904"/>
                </a:lnTo>
                <a:lnTo>
                  <a:pt x="206175" y="7760"/>
                </a:lnTo>
                <a:lnTo>
                  <a:pt x="206256" y="7614"/>
                </a:lnTo>
                <a:lnTo>
                  <a:pt x="206332" y="7466"/>
                </a:lnTo>
                <a:lnTo>
                  <a:pt x="206402" y="7315"/>
                </a:lnTo>
                <a:lnTo>
                  <a:pt x="206467" y="7163"/>
                </a:lnTo>
                <a:lnTo>
                  <a:pt x="206527" y="7008"/>
                </a:lnTo>
                <a:lnTo>
                  <a:pt x="206582" y="6852"/>
                </a:lnTo>
                <a:lnTo>
                  <a:pt x="206632" y="6693"/>
                </a:lnTo>
                <a:lnTo>
                  <a:pt x="206676" y="6532"/>
                </a:lnTo>
                <a:lnTo>
                  <a:pt x="206715" y="6369"/>
                </a:lnTo>
                <a:lnTo>
                  <a:pt x="206749" y="6203"/>
                </a:lnTo>
                <a:lnTo>
                  <a:pt x="206778" y="6036"/>
                </a:lnTo>
                <a:lnTo>
                  <a:pt x="206801" y="5866"/>
                </a:lnTo>
                <a:lnTo>
                  <a:pt x="206819" y="5695"/>
                </a:lnTo>
                <a:lnTo>
                  <a:pt x="206832" y="5521"/>
                </a:lnTo>
                <a:lnTo>
                  <a:pt x="206840" y="5345"/>
                </a:lnTo>
                <a:lnTo>
                  <a:pt x="206843" y="5167"/>
                </a:lnTo>
                <a:lnTo>
                  <a:pt x="206840" y="4989"/>
                </a:lnTo>
                <a:lnTo>
                  <a:pt x="206832" y="4813"/>
                </a:lnTo>
                <a:lnTo>
                  <a:pt x="206819" y="4640"/>
                </a:lnTo>
                <a:lnTo>
                  <a:pt x="206801" y="4469"/>
                </a:lnTo>
                <a:lnTo>
                  <a:pt x="206778" y="4299"/>
                </a:lnTo>
                <a:lnTo>
                  <a:pt x="206749" y="4133"/>
                </a:lnTo>
                <a:lnTo>
                  <a:pt x="206715" y="3968"/>
                </a:lnTo>
                <a:lnTo>
                  <a:pt x="206676" y="3806"/>
                </a:lnTo>
                <a:lnTo>
                  <a:pt x="206632" y="3645"/>
                </a:lnTo>
                <a:lnTo>
                  <a:pt x="206582" y="3487"/>
                </a:lnTo>
                <a:lnTo>
                  <a:pt x="206527" y="3332"/>
                </a:lnTo>
                <a:lnTo>
                  <a:pt x="206467" y="3178"/>
                </a:lnTo>
                <a:lnTo>
                  <a:pt x="206402" y="3027"/>
                </a:lnTo>
                <a:lnTo>
                  <a:pt x="206332" y="2878"/>
                </a:lnTo>
                <a:lnTo>
                  <a:pt x="206256" y="2731"/>
                </a:lnTo>
                <a:lnTo>
                  <a:pt x="206175" y="2586"/>
                </a:lnTo>
                <a:lnTo>
                  <a:pt x="206089" y="2444"/>
                </a:lnTo>
                <a:lnTo>
                  <a:pt x="205998" y="2304"/>
                </a:lnTo>
                <a:lnTo>
                  <a:pt x="205902" y="2166"/>
                </a:lnTo>
                <a:lnTo>
                  <a:pt x="205800" y="2030"/>
                </a:lnTo>
                <a:lnTo>
                  <a:pt x="205693" y="1897"/>
                </a:lnTo>
                <a:lnTo>
                  <a:pt x="205581" y="1766"/>
                </a:lnTo>
                <a:lnTo>
                  <a:pt x="205463" y="1637"/>
                </a:lnTo>
                <a:lnTo>
                  <a:pt x="205341" y="1510"/>
                </a:lnTo>
                <a:lnTo>
                  <a:pt x="205215" y="1387"/>
                </a:lnTo>
                <a:lnTo>
                  <a:pt x="205086" y="1269"/>
                </a:lnTo>
                <a:lnTo>
                  <a:pt x="204956" y="1156"/>
                </a:lnTo>
                <a:lnTo>
                  <a:pt x="204823" y="1048"/>
                </a:lnTo>
                <a:lnTo>
                  <a:pt x="204688" y="946"/>
                </a:lnTo>
                <a:lnTo>
                  <a:pt x="204550" y="849"/>
                </a:lnTo>
                <a:lnTo>
                  <a:pt x="204411" y="757"/>
                </a:lnTo>
                <a:lnTo>
                  <a:pt x="204269" y="671"/>
                </a:lnTo>
                <a:lnTo>
                  <a:pt x="204125" y="590"/>
                </a:lnTo>
                <a:lnTo>
                  <a:pt x="203979" y="514"/>
                </a:lnTo>
                <a:lnTo>
                  <a:pt x="203831" y="443"/>
                </a:lnTo>
                <a:lnTo>
                  <a:pt x="203680" y="377"/>
                </a:lnTo>
                <a:lnTo>
                  <a:pt x="203527" y="317"/>
                </a:lnTo>
                <a:lnTo>
                  <a:pt x="203372" y="262"/>
                </a:lnTo>
                <a:lnTo>
                  <a:pt x="203215" y="212"/>
                </a:lnTo>
                <a:lnTo>
                  <a:pt x="203056" y="168"/>
                </a:lnTo>
                <a:lnTo>
                  <a:pt x="202894" y="128"/>
                </a:lnTo>
                <a:lnTo>
                  <a:pt x="202730" y="94"/>
                </a:lnTo>
                <a:lnTo>
                  <a:pt x="202564" y="66"/>
                </a:lnTo>
                <a:lnTo>
                  <a:pt x="202396" y="42"/>
                </a:lnTo>
                <a:lnTo>
                  <a:pt x="202226" y="24"/>
                </a:lnTo>
                <a:lnTo>
                  <a:pt x="202053" y="10"/>
                </a:lnTo>
                <a:lnTo>
                  <a:pt x="201878" y="3"/>
                </a:lnTo>
                <a:lnTo>
                  <a:pt x="201701" y="0"/>
                </a:lnTo>
                <a:lnTo>
                  <a:pt x="201520" y="3"/>
                </a:lnTo>
                <a:lnTo>
                  <a:pt x="201341" y="10"/>
                </a:lnTo>
                <a:lnTo>
                  <a:pt x="201165" y="24"/>
                </a:lnTo>
                <a:lnTo>
                  <a:pt x="200990" y="42"/>
                </a:lnTo>
                <a:close/>
                <a:moveTo>
                  <a:pt x="109060" y="31892"/>
                </a:moveTo>
                <a:lnTo>
                  <a:pt x="109226" y="31832"/>
                </a:lnTo>
                <a:lnTo>
                  <a:pt x="109391" y="31775"/>
                </a:lnTo>
                <a:lnTo>
                  <a:pt x="109553" y="31721"/>
                </a:lnTo>
                <a:lnTo>
                  <a:pt x="109713" y="31670"/>
                </a:lnTo>
                <a:lnTo>
                  <a:pt x="109871" y="31621"/>
                </a:lnTo>
                <a:lnTo>
                  <a:pt x="110027" y="31574"/>
                </a:lnTo>
                <a:lnTo>
                  <a:pt x="110181" y="31531"/>
                </a:lnTo>
                <a:lnTo>
                  <a:pt x="110333" y="31490"/>
                </a:lnTo>
                <a:lnTo>
                  <a:pt x="110482" y="31451"/>
                </a:lnTo>
                <a:lnTo>
                  <a:pt x="110630" y="31416"/>
                </a:lnTo>
                <a:lnTo>
                  <a:pt x="110775" y="31383"/>
                </a:lnTo>
                <a:lnTo>
                  <a:pt x="110918" y="31352"/>
                </a:lnTo>
                <a:lnTo>
                  <a:pt x="111059" y="31324"/>
                </a:lnTo>
                <a:lnTo>
                  <a:pt x="111198" y="31299"/>
                </a:lnTo>
                <a:lnTo>
                  <a:pt x="111335" y="31277"/>
                </a:lnTo>
                <a:lnTo>
                  <a:pt x="111470" y="31257"/>
                </a:lnTo>
                <a:lnTo>
                  <a:pt x="111602" y="31240"/>
                </a:lnTo>
                <a:lnTo>
                  <a:pt x="111733" y="31225"/>
                </a:lnTo>
                <a:lnTo>
                  <a:pt x="111861" y="31213"/>
                </a:lnTo>
                <a:lnTo>
                  <a:pt x="111987" y="31204"/>
                </a:lnTo>
                <a:lnTo>
                  <a:pt x="112111" y="31197"/>
                </a:lnTo>
                <a:lnTo>
                  <a:pt x="112233" y="31193"/>
                </a:lnTo>
                <a:lnTo>
                  <a:pt x="112353" y="31192"/>
                </a:lnTo>
                <a:lnTo>
                  <a:pt x="112462" y="31193"/>
                </a:lnTo>
                <a:lnTo>
                  <a:pt x="112570" y="31196"/>
                </a:lnTo>
                <a:lnTo>
                  <a:pt x="112675" y="31202"/>
                </a:lnTo>
                <a:lnTo>
                  <a:pt x="112779" y="31210"/>
                </a:lnTo>
                <a:lnTo>
                  <a:pt x="112880" y="31220"/>
                </a:lnTo>
                <a:lnTo>
                  <a:pt x="112980" y="31232"/>
                </a:lnTo>
                <a:lnTo>
                  <a:pt x="113078" y="31246"/>
                </a:lnTo>
                <a:lnTo>
                  <a:pt x="113173" y="31263"/>
                </a:lnTo>
                <a:lnTo>
                  <a:pt x="113267" y="31281"/>
                </a:lnTo>
                <a:lnTo>
                  <a:pt x="113359" y="31302"/>
                </a:lnTo>
                <a:lnTo>
                  <a:pt x="113449" y="31325"/>
                </a:lnTo>
                <a:lnTo>
                  <a:pt x="113537" y="31351"/>
                </a:lnTo>
                <a:lnTo>
                  <a:pt x="113623" y="31378"/>
                </a:lnTo>
                <a:lnTo>
                  <a:pt x="113707" y="31408"/>
                </a:lnTo>
                <a:lnTo>
                  <a:pt x="113789" y="31440"/>
                </a:lnTo>
                <a:lnTo>
                  <a:pt x="113869" y="31474"/>
                </a:lnTo>
                <a:lnTo>
                  <a:pt x="113947" y="31511"/>
                </a:lnTo>
                <a:lnTo>
                  <a:pt x="114023" y="31549"/>
                </a:lnTo>
                <a:lnTo>
                  <a:pt x="114098" y="31590"/>
                </a:lnTo>
                <a:lnTo>
                  <a:pt x="114170" y="31633"/>
                </a:lnTo>
                <a:lnTo>
                  <a:pt x="114241" y="31678"/>
                </a:lnTo>
                <a:lnTo>
                  <a:pt x="114309" y="31725"/>
                </a:lnTo>
                <a:lnTo>
                  <a:pt x="114376" y="31775"/>
                </a:lnTo>
                <a:lnTo>
                  <a:pt x="114440" y="31827"/>
                </a:lnTo>
                <a:lnTo>
                  <a:pt x="114503" y="31881"/>
                </a:lnTo>
                <a:lnTo>
                  <a:pt x="114565" y="31939"/>
                </a:lnTo>
                <a:lnTo>
                  <a:pt x="114625" y="32001"/>
                </a:lnTo>
                <a:lnTo>
                  <a:pt x="114683" y="32066"/>
                </a:lnTo>
                <a:lnTo>
                  <a:pt x="114741" y="32134"/>
                </a:lnTo>
                <a:lnTo>
                  <a:pt x="114797" y="32206"/>
                </a:lnTo>
                <a:lnTo>
                  <a:pt x="114851" y="32281"/>
                </a:lnTo>
                <a:lnTo>
                  <a:pt x="114904" y="32360"/>
                </a:lnTo>
                <a:lnTo>
                  <a:pt x="114956" y="32442"/>
                </a:lnTo>
                <a:lnTo>
                  <a:pt x="115006" y="32528"/>
                </a:lnTo>
                <a:lnTo>
                  <a:pt x="115055" y="32617"/>
                </a:lnTo>
                <a:lnTo>
                  <a:pt x="115102" y="32709"/>
                </a:lnTo>
                <a:lnTo>
                  <a:pt x="115148" y="32805"/>
                </a:lnTo>
                <a:lnTo>
                  <a:pt x="115193" y="32905"/>
                </a:lnTo>
                <a:lnTo>
                  <a:pt x="115236" y="33007"/>
                </a:lnTo>
                <a:lnTo>
                  <a:pt x="115277" y="33114"/>
                </a:lnTo>
                <a:lnTo>
                  <a:pt x="115318" y="33223"/>
                </a:lnTo>
                <a:lnTo>
                  <a:pt x="115357" y="33336"/>
                </a:lnTo>
                <a:lnTo>
                  <a:pt x="115394" y="33453"/>
                </a:lnTo>
                <a:lnTo>
                  <a:pt x="115430" y="33573"/>
                </a:lnTo>
                <a:lnTo>
                  <a:pt x="115465" y="33696"/>
                </a:lnTo>
                <a:lnTo>
                  <a:pt x="115498" y="33823"/>
                </a:lnTo>
                <a:lnTo>
                  <a:pt x="115530" y="33954"/>
                </a:lnTo>
                <a:lnTo>
                  <a:pt x="115560" y="34087"/>
                </a:lnTo>
                <a:lnTo>
                  <a:pt x="115598" y="34283"/>
                </a:lnTo>
                <a:lnTo>
                  <a:pt x="115633" y="34497"/>
                </a:lnTo>
                <a:lnTo>
                  <a:pt x="115668" y="34729"/>
                </a:lnTo>
                <a:lnTo>
                  <a:pt x="115700" y="34980"/>
                </a:lnTo>
                <a:lnTo>
                  <a:pt x="115731" y="35250"/>
                </a:lnTo>
                <a:lnTo>
                  <a:pt x="115761" y="35538"/>
                </a:lnTo>
                <a:lnTo>
                  <a:pt x="115789" y="35844"/>
                </a:lnTo>
                <a:lnTo>
                  <a:pt x="115815" y="36169"/>
                </a:lnTo>
                <a:lnTo>
                  <a:pt x="115839" y="36513"/>
                </a:lnTo>
                <a:lnTo>
                  <a:pt x="115862" y="36875"/>
                </a:lnTo>
                <a:lnTo>
                  <a:pt x="115884" y="37256"/>
                </a:lnTo>
                <a:lnTo>
                  <a:pt x="115904" y="37655"/>
                </a:lnTo>
                <a:lnTo>
                  <a:pt x="115922" y="38073"/>
                </a:lnTo>
                <a:lnTo>
                  <a:pt x="115939" y="38509"/>
                </a:lnTo>
                <a:lnTo>
                  <a:pt x="115954" y="38964"/>
                </a:lnTo>
                <a:lnTo>
                  <a:pt x="115967" y="39437"/>
                </a:lnTo>
                <a:lnTo>
                  <a:pt x="115979" y="39929"/>
                </a:lnTo>
                <a:lnTo>
                  <a:pt x="115990" y="40439"/>
                </a:lnTo>
                <a:lnTo>
                  <a:pt x="115999" y="40968"/>
                </a:lnTo>
                <a:lnTo>
                  <a:pt x="116006" y="41515"/>
                </a:lnTo>
                <a:lnTo>
                  <a:pt x="116011" y="42081"/>
                </a:lnTo>
                <a:lnTo>
                  <a:pt x="116015" y="42666"/>
                </a:lnTo>
                <a:lnTo>
                  <a:pt x="116018" y="43269"/>
                </a:lnTo>
                <a:lnTo>
                  <a:pt x="116018" y="43890"/>
                </a:lnTo>
                <a:lnTo>
                  <a:pt x="116018" y="61821"/>
                </a:lnTo>
                <a:lnTo>
                  <a:pt x="116017" y="62176"/>
                </a:lnTo>
                <a:lnTo>
                  <a:pt x="116014" y="62521"/>
                </a:lnTo>
                <a:lnTo>
                  <a:pt x="116008" y="62857"/>
                </a:lnTo>
                <a:lnTo>
                  <a:pt x="115999" y="63183"/>
                </a:lnTo>
                <a:lnTo>
                  <a:pt x="115989" y="63499"/>
                </a:lnTo>
                <a:lnTo>
                  <a:pt x="115975" y="63805"/>
                </a:lnTo>
                <a:lnTo>
                  <a:pt x="115960" y="64102"/>
                </a:lnTo>
                <a:lnTo>
                  <a:pt x="115942" y="64389"/>
                </a:lnTo>
                <a:lnTo>
                  <a:pt x="115922" y="64666"/>
                </a:lnTo>
                <a:lnTo>
                  <a:pt x="115899" y="64934"/>
                </a:lnTo>
                <a:lnTo>
                  <a:pt x="115874" y="65192"/>
                </a:lnTo>
                <a:lnTo>
                  <a:pt x="115847" y="65440"/>
                </a:lnTo>
                <a:lnTo>
                  <a:pt x="115817" y="65679"/>
                </a:lnTo>
                <a:lnTo>
                  <a:pt x="115785" y="65908"/>
                </a:lnTo>
                <a:lnTo>
                  <a:pt x="115750" y="66127"/>
                </a:lnTo>
                <a:lnTo>
                  <a:pt x="115713" y="66336"/>
                </a:lnTo>
                <a:lnTo>
                  <a:pt x="115674" y="66536"/>
                </a:lnTo>
                <a:lnTo>
                  <a:pt x="115632" y="66726"/>
                </a:lnTo>
                <a:lnTo>
                  <a:pt x="115588" y="66906"/>
                </a:lnTo>
                <a:lnTo>
                  <a:pt x="115541" y="67077"/>
                </a:lnTo>
                <a:lnTo>
                  <a:pt x="115492" y="67238"/>
                </a:lnTo>
                <a:lnTo>
                  <a:pt x="115441" y="67389"/>
                </a:lnTo>
                <a:lnTo>
                  <a:pt x="115387" y="67531"/>
                </a:lnTo>
                <a:lnTo>
                  <a:pt x="115331" y="67663"/>
                </a:lnTo>
                <a:lnTo>
                  <a:pt x="115273" y="67788"/>
                </a:lnTo>
                <a:lnTo>
                  <a:pt x="115213" y="67911"/>
                </a:lnTo>
                <a:lnTo>
                  <a:pt x="115152" y="68030"/>
                </a:lnTo>
                <a:lnTo>
                  <a:pt x="115089" y="68147"/>
                </a:lnTo>
                <a:lnTo>
                  <a:pt x="115024" y="68260"/>
                </a:lnTo>
                <a:lnTo>
                  <a:pt x="114957" y="68371"/>
                </a:lnTo>
                <a:lnTo>
                  <a:pt x="114889" y="68478"/>
                </a:lnTo>
                <a:lnTo>
                  <a:pt x="114819" y="68583"/>
                </a:lnTo>
                <a:lnTo>
                  <a:pt x="114748" y="68684"/>
                </a:lnTo>
                <a:lnTo>
                  <a:pt x="114674" y="68783"/>
                </a:lnTo>
                <a:lnTo>
                  <a:pt x="114600" y="68878"/>
                </a:lnTo>
                <a:lnTo>
                  <a:pt x="114523" y="68971"/>
                </a:lnTo>
                <a:lnTo>
                  <a:pt x="114445" y="69060"/>
                </a:lnTo>
                <a:lnTo>
                  <a:pt x="114365" y="69147"/>
                </a:lnTo>
                <a:lnTo>
                  <a:pt x="114283" y="69230"/>
                </a:lnTo>
                <a:lnTo>
                  <a:pt x="114200" y="69311"/>
                </a:lnTo>
                <a:lnTo>
                  <a:pt x="114115" y="69388"/>
                </a:lnTo>
                <a:lnTo>
                  <a:pt x="114028" y="69463"/>
                </a:lnTo>
                <a:lnTo>
                  <a:pt x="113940" y="69534"/>
                </a:lnTo>
                <a:lnTo>
                  <a:pt x="113850" y="69603"/>
                </a:lnTo>
                <a:lnTo>
                  <a:pt x="113758" y="69668"/>
                </a:lnTo>
                <a:lnTo>
                  <a:pt x="113665" y="69731"/>
                </a:lnTo>
                <a:lnTo>
                  <a:pt x="113570" y="69790"/>
                </a:lnTo>
                <a:lnTo>
                  <a:pt x="113473" y="69847"/>
                </a:lnTo>
                <a:lnTo>
                  <a:pt x="113372" y="69901"/>
                </a:lnTo>
                <a:lnTo>
                  <a:pt x="113262" y="69952"/>
                </a:lnTo>
                <a:lnTo>
                  <a:pt x="113145" y="70002"/>
                </a:lnTo>
                <a:lnTo>
                  <a:pt x="113021" y="70049"/>
                </a:lnTo>
                <a:lnTo>
                  <a:pt x="112888" y="70093"/>
                </a:lnTo>
                <a:lnTo>
                  <a:pt x="112748" y="70136"/>
                </a:lnTo>
                <a:lnTo>
                  <a:pt x="112599" y="70176"/>
                </a:lnTo>
                <a:lnTo>
                  <a:pt x="112444" y="70214"/>
                </a:lnTo>
                <a:lnTo>
                  <a:pt x="112280" y="70249"/>
                </a:lnTo>
                <a:lnTo>
                  <a:pt x="112108" y="70282"/>
                </a:lnTo>
                <a:lnTo>
                  <a:pt x="111929" y="70313"/>
                </a:lnTo>
                <a:lnTo>
                  <a:pt x="111742" y="70342"/>
                </a:lnTo>
                <a:lnTo>
                  <a:pt x="111547" y="70368"/>
                </a:lnTo>
                <a:lnTo>
                  <a:pt x="111345" y="70392"/>
                </a:lnTo>
                <a:lnTo>
                  <a:pt x="111134" y="70414"/>
                </a:lnTo>
                <a:lnTo>
                  <a:pt x="110916" y="70434"/>
                </a:lnTo>
                <a:lnTo>
                  <a:pt x="110690" y="70451"/>
                </a:lnTo>
                <a:lnTo>
                  <a:pt x="110457" y="70466"/>
                </a:lnTo>
                <a:lnTo>
                  <a:pt x="110215" y="70478"/>
                </a:lnTo>
                <a:lnTo>
                  <a:pt x="109966" y="70489"/>
                </a:lnTo>
                <a:lnTo>
                  <a:pt x="109709" y="70497"/>
                </a:lnTo>
                <a:lnTo>
                  <a:pt x="109444" y="70502"/>
                </a:lnTo>
                <a:lnTo>
                  <a:pt x="109172" y="70506"/>
                </a:lnTo>
                <a:lnTo>
                  <a:pt x="108891" y="70507"/>
                </a:lnTo>
                <a:lnTo>
                  <a:pt x="108891" y="72391"/>
                </a:lnTo>
                <a:lnTo>
                  <a:pt x="131545" y="72391"/>
                </a:lnTo>
                <a:lnTo>
                  <a:pt x="131545" y="70507"/>
                </a:lnTo>
                <a:lnTo>
                  <a:pt x="131273" y="70506"/>
                </a:lnTo>
                <a:lnTo>
                  <a:pt x="131008" y="70502"/>
                </a:lnTo>
                <a:lnTo>
                  <a:pt x="130750" y="70496"/>
                </a:lnTo>
                <a:lnTo>
                  <a:pt x="130499" y="70487"/>
                </a:lnTo>
                <a:lnTo>
                  <a:pt x="130256" y="70476"/>
                </a:lnTo>
                <a:lnTo>
                  <a:pt x="130020" y="70463"/>
                </a:lnTo>
                <a:lnTo>
                  <a:pt x="129790" y="70447"/>
                </a:lnTo>
                <a:lnTo>
                  <a:pt x="129568" y="70428"/>
                </a:lnTo>
                <a:lnTo>
                  <a:pt x="129353" y="70407"/>
                </a:lnTo>
                <a:lnTo>
                  <a:pt x="129146" y="70384"/>
                </a:lnTo>
                <a:lnTo>
                  <a:pt x="128945" y="70358"/>
                </a:lnTo>
                <a:lnTo>
                  <a:pt x="128752" y="70329"/>
                </a:lnTo>
                <a:lnTo>
                  <a:pt x="128565" y="70298"/>
                </a:lnTo>
                <a:lnTo>
                  <a:pt x="128386" y="70265"/>
                </a:lnTo>
                <a:lnTo>
                  <a:pt x="128214" y="70229"/>
                </a:lnTo>
                <a:lnTo>
                  <a:pt x="128050" y="70191"/>
                </a:lnTo>
                <a:lnTo>
                  <a:pt x="127892" y="70150"/>
                </a:lnTo>
                <a:lnTo>
                  <a:pt x="127741" y="70107"/>
                </a:lnTo>
                <a:lnTo>
                  <a:pt x="127598" y="70061"/>
                </a:lnTo>
                <a:lnTo>
                  <a:pt x="127462" y="70013"/>
                </a:lnTo>
                <a:lnTo>
                  <a:pt x="127333" y="69963"/>
                </a:lnTo>
                <a:lnTo>
                  <a:pt x="127211" y="69909"/>
                </a:lnTo>
                <a:lnTo>
                  <a:pt x="127096" y="69854"/>
                </a:lnTo>
                <a:lnTo>
                  <a:pt x="126989" y="69796"/>
                </a:lnTo>
                <a:lnTo>
                  <a:pt x="126886" y="69735"/>
                </a:lnTo>
                <a:lnTo>
                  <a:pt x="126785" y="69672"/>
                </a:lnTo>
                <a:lnTo>
                  <a:pt x="126687" y="69607"/>
                </a:lnTo>
                <a:lnTo>
                  <a:pt x="126590" y="69538"/>
                </a:lnTo>
                <a:lnTo>
                  <a:pt x="126496" y="69468"/>
                </a:lnTo>
                <a:lnTo>
                  <a:pt x="126404" y="69394"/>
                </a:lnTo>
                <a:lnTo>
                  <a:pt x="126313" y="69318"/>
                </a:lnTo>
                <a:lnTo>
                  <a:pt x="126225" y="69240"/>
                </a:lnTo>
                <a:lnTo>
                  <a:pt x="126139" y="69159"/>
                </a:lnTo>
                <a:lnTo>
                  <a:pt x="126056" y="69075"/>
                </a:lnTo>
                <a:lnTo>
                  <a:pt x="125974" y="68989"/>
                </a:lnTo>
                <a:lnTo>
                  <a:pt x="125894" y="68901"/>
                </a:lnTo>
                <a:lnTo>
                  <a:pt x="125817" y="68809"/>
                </a:lnTo>
                <a:lnTo>
                  <a:pt x="125742" y="68716"/>
                </a:lnTo>
                <a:lnTo>
                  <a:pt x="125669" y="68619"/>
                </a:lnTo>
                <a:lnTo>
                  <a:pt x="125598" y="68520"/>
                </a:lnTo>
                <a:lnTo>
                  <a:pt x="125529" y="68419"/>
                </a:lnTo>
                <a:lnTo>
                  <a:pt x="125462" y="68315"/>
                </a:lnTo>
                <a:lnTo>
                  <a:pt x="125397" y="68208"/>
                </a:lnTo>
                <a:lnTo>
                  <a:pt x="125334" y="68099"/>
                </a:lnTo>
                <a:lnTo>
                  <a:pt x="125274" y="67988"/>
                </a:lnTo>
                <a:lnTo>
                  <a:pt x="125216" y="67873"/>
                </a:lnTo>
                <a:lnTo>
                  <a:pt x="125159" y="67756"/>
                </a:lnTo>
                <a:lnTo>
                  <a:pt x="125105" y="67637"/>
                </a:lnTo>
                <a:lnTo>
                  <a:pt x="125053" y="67511"/>
                </a:lnTo>
                <a:lnTo>
                  <a:pt x="125004" y="67376"/>
                </a:lnTo>
                <a:lnTo>
                  <a:pt x="124956" y="67230"/>
                </a:lnTo>
                <a:lnTo>
                  <a:pt x="124911" y="67073"/>
                </a:lnTo>
                <a:lnTo>
                  <a:pt x="124868" y="66907"/>
                </a:lnTo>
                <a:lnTo>
                  <a:pt x="124827" y="66731"/>
                </a:lnTo>
                <a:lnTo>
                  <a:pt x="124788" y="66544"/>
                </a:lnTo>
                <a:lnTo>
                  <a:pt x="124752" y="66347"/>
                </a:lnTo>
                <a:lnTo>
                  <a:pt x="124718" y="66141"/>
                </a:lnTo>
                <a:lnTo>
                  <a:pt x="124686" y="65924"/>
                </a:lnTo>
                <a:lnTo>
                  <a:pt x="124656" y="65696"/>
                </a:lnTo>
                <a:lnTo>
                  <a:pt x="124628" y="65459"/>
                </a:lnTo>
                <a:lnTo>
                  <a:pt x="124603" y="65212"/>
                </a:lnTo>
                <a:lnTo>
                  <a:pt x="124580" y="64954"/>
                </a:lnTo>
                <a:lnTo>
                  <a:pt x="124559" y="64687"/>
                </a:lnTo>
                <a:lnTo>
                  <a:pt x="124540" y="64409"/>
                </a:lnTo>
                <a:lnTo>
                  <a:pt x="124523" y="64121"/>
                </a:lnTo>
                <a:lnTo>
                  <a:pt x="124509" y="63823"/>
                </a:lnTo>
                <a:lnTo>
                  <a:pt x="124497" y="63514"/>
                </a:lnTo>
                <a:lnTo>
                  <a:pt x="124487" y="63196"/>
                </a:lnTo>
                <a:lnTo>
                  <a:pt x="124479" y="62867"/>
                </a:lnTo>
                <a:lnTo>
                  <a:pt x="124473" y="62529"/>
                </a:lnTo>
                <a:lnTo>
                  <a:pt x="124470" y="62180"/>
                </a:lnTo>
                <a:lnTo>
                  <a:pt x="124469" y="61821"/>
                </a:lnTo>
                <a:lnTo>
                  <a:pt x="124469" y="24436"/>
                </a:lnTo>
                <a:lnTo>
                  <a:pt x="122229" y="24436"/>
                </a:lnTo>
                <a:lnTo>
                  <a:pt x="108179" y="30125"/>
                </a:lnTo>
                <a:lnTo>
                  <a:pt x="108891" y="31954"/>
                </a:lnTo>
                <a:lnTo>
                  <a:pt x="109060" y="31892"/>
                </a:lnTo>
                <a:close/>
                <a:moveTo>
                  <a:pt x="135827" y="31954"/>
                </a:moveTo>
                <a:lnTo>
                  <a:pt x="135991" y="31892"/>
                </a:lnTo>
                <a:lnTo>
                  <a:pt x="136154" y="31832"/>
                </a:lnTo>
                <a:lnTo>
                  <a:pt x="136314" y="31775"/>
                </a:lnTo>
                <a:lnTo>
                  <a:pt x="136473" y="31721"/>
                </a:lnTo>
                <a:lnTo>
                  <a:pt x="136630" y="31670"/>
                </a:lnTo>
                <a:lnTo>
                  <a:pt x="136784" y="31621"/>
                </a:lnTo>
                <a:lnTo>
                  <a:pt x="136937" y="31574"/>
                </a:lnTo>
                <a:lnTo>
                  <a:pt x="137088" y="31531"/>
                </a:lnTo>
                <a:lnTo>
                  <a:pt x="137237" y="31490"/>
                </a:lnTo>
                <a:lnTo>
                  <a:pt x="137384" y="31451"/>
                </a:lnTo>
                <a:lnTo>
                  <a:pt x="137529" y="31416"/>
                </a:lnTo>
                <a:lnTo>
                  <a:pt x="137672" y="31383"/>
                </a:lnTo>
                <a:lnTo>
                  <a:pt x="137813" y="31352"/>
                </a:lnTo>
                <a:lnTo>
                  <a:pt x="137952" y="31324"/>
                </a:lnTo>
                <a:lnTo>
                  <a:pt x="138090" y="31299"/>
                </a:lnTo>
                <a:lnTo>
                  <a:pt x="138225" y="31277"/>
                </a:lnTo>
                <a:lnTo>
                  <a:pt x="138358" y="31257"/>
                </a:lnTo>
                <a:lnTo>
                  <a:pt x="138490" y="31240"/>
                </a:lnTo>
                <a:lnTo>
                  <a:pt x="138619" y="31225"/>
                </a:lnTo>
                <a:lnTo>
                  <a:pt x="138747" y="31213"/>
                </a:lnTo>
                <a:lnTo>
                  <a:pt x="138872" y="31204"/>
                </a:lnTo>
                <a:lnTo>
                  <a:pt x="138996" y="31197"/>
                </a:lnTo>
                <a:lnTo>
                  <a:pt x="139118" y="31193"/>
                </a:lnTo>
                <a:lnTo>
                  <a:pt x="139237" y="31192"/>
                </a:lnTo>
                <a:lnTo>
                  <a:pt x="139347" y="31193"/>
                </a:lnTo>
                <a:lnTo>
                  <a:pt x="139454" y="31197"/>
                </a:lnTo>
                <a:lnTo>
                  <a:pt x="139560" y="31202"/>
                </a:lnTo>
                <a:lnTo>
                  <a:pt x="139664" y="31210"/>
                </a:lnTo>
                <a:lnTo>
                  <a:pt x="139766" y="31221"/>
                </a:lnTo>
                <a:lnTo>
                  <a:pt x="139866" y="31233"/>
                </a:lnTo>
                <a:lnTo>
                  <a:pt x="139964" y="31248"/>
                </a:lnTo>
                <a:lnTo>
                  <a:pt x="140061" y="31265"/>
                </a:lnTo>
                <a:lnTo>
                  <a:pt x="140155" y="31285"/>
                </a:lnTo>
                <a:lnTo>
                  <a:pt x="140248" y="31307"/>
                </a:lnTo>
                <a:lnTo>
                  <a:pt x="140339" y="31331"/>
                </a:lnTo>
                <a:lnTo>
                  <a:pt x="140427" y="31357"/>
                </a:lnTo>
                <a:lnTo>
                  <a:pt x="140515" y="31386"/>
                </a:lnTo>
                <a:lnTo>
                  <a:pt x="140600" y="31417"/>
                </a:lnTo>
                <a:lnTo>
                  <a:pt x="140683" y="31450"/>
                </a:lnTo>
                <a:lnTo>
                  <a:pt x="140765" y="31485"/>
                </a:lnTo>
                <a:lnTo>
                  <a:pt x="140844" y="31523"/>
                </a:lnTo>
                <a:lnTo>
                  <a:pt x="140922" y="31563"/>
                </a:lnTo>
                <a:lnTo>
                  <a:pt x="140998" y="31606"/>
                </a:lnTo>
                <a:lnTo>
                  <a:pt x="141072" y="31651"/>
                </a:lnTo>
                <a:lnTo>
                  <a:pt x="141145" y="31698"/>
                </a:lnTo>
                <a:lnTo>
                  <a:pt x="141215" y="31747"/>
                </a:lnTo>
                <a:lnTo>
                  <a:pt x="141283" y="31798"/>
                </a:lnTo>
                <a:lnTo>
                  <a:pt x="141350" y="31852"/>
                </a:lnTo>
                <a:lnTo>
                  <a:pt x="141415" y="31909"/>
                </a:lnTo>
                <a:lnTo>
                  <a:pt x="141479" y="31970"/>
                </a:lnTo>
                <a:lnTo>
                  <a:pt x="141541" y="32036"/>
                </a:lnTo>
                <a:lnTo>
                  <a:pt x="141602" y="32105"/>
                </a:lnTo>
                <a:lnTo>
                  <a:pt x="141661" y="32178"/>
                </a:lnTo>
                <a:lnTo>
                  <a:pt x="141719" y="32255"/>
                </a:lnTo>
                <a:lnTo>
                  <a:pt x="141776" y="32337"/>
                </a:lnTo>
                <a:lnTo>
                  <a:pt x="141831" y="32422"/>
                </a:lnTo>
                <a:lnTo>
                  <a:pt x="141885" y="32512"/>
                </a:lnTo>
                <a:lnTo>
                  <a:pt x="141937" y="32605"/>
                </a:lnTo>
                <a:lnTo>
                  <a:pt x="141988" y="32703"/>
                </a:lnTo>
                <a:lnTo>
                  <a:pt x="142037" y="32805"/>
                </a:lnTo>
                <a:lnTo>
                  <a:pt x="142085" y="32911"/>
                </a:lnTo>
                <a:lnTo>
                  <a:pt x="142132" y="33020"/>
                </a:lnTo>
                <a:lnTo>
                  <a:pt x="142177" y="33134"/>
                </a:lnTo>
                <a:lnTo>
                  <a:pt x="142221" y="33252"/>
                </a:lnTo>
                <a:lnTo>
                  <a:pt x="142264" y="33374"/>
                </a:lnTo>
                <a:lnTo>
                  <a:pt x="142305" y="33500"/>
                </a:lnTo>
                <a:lnTo>
                  <a:pt x="142344" y="33630"/>
                </a:lnTo>
                <a:lnTo>
                  <a:pt x="142382" y="33765"/>
                </a:lnTo>
                <a:lnTo>
                  <a:pt x="142419" y="33903"/>
                </a:lnTo>
                <a:lnTo>
                  <a:pt x="142455" y="34045"/>
                </a:lnTo>
                <a:lnTo>
                  <a:pt x="142489" y="34192"/>
                </a:lnTo>
                <a:lnTo>
                  <a:pt x="142521" y="34342"/>
                </a:lnTo>
                <a:lnTo>
                  <a:pt x="142552" y="34506"/>
                </a:lnTo>
                <a:lnTo>
                  <a:pt x="142582" y="34692"/>
                </a:lnTo>
                <a:lnTo>
                  <a:pt x="142611" y="34901"/>
                </a:lnTo>
                <a:lnTo>
                  <a:pt x="142638" y="35133"/>
                </a:lnTo>
                <a:lnTo>
                  <a:pt x="142664" y="35388"/>
                </a:lnTo>
                <a:lnTo>
                  <a:pt x="142688" y="35665"/>
                </a:lnTo>
                <a:lnTo>
                  <a:pt x="142711" y="35966"/>
                </a:lnTo>
                <a:lnTo>
                  <a:pt x="142733" y="36289"/>
                </a:lnTo>
                <a:lnTo>
                  <a:pt x="142754" y="36634"/>
                </a:lnTo>
                <a:lnTo>
                  <a:pt x="142773" y="37003"/>
                </a:lnTo>
                <a:lnTo>
                  <a:pt x="142791" y="37394"/>
                </a:lnTo>
                <a:lnTo>
                  <a:pt x="142807" y="37808"/>
                </a:lnTo>
                <a:lnTo>
                  <a:pt x="142823" y="38245"/>
                </a:lnTo>
                <a:lnTo>
                  <a:pt x="142837" y="38704"/>
                </a:lnTo>
                <a:lnTo>
                  <a:pt x="142849" y="39186"/>
                </a:lnTo>
                <a:lnTo>
                  <a:pt x="142860" y="39691"/>
                </a:lnTo>
                <a:lnTo>
                  <a:pt x="142870" y="40219"/>
                </a:lnTo>
                <a:lnTo>
                  <a:pt x="142879" y="40770"/>
                </a:lnTo>
                <a:lnTo>
                  <a:pt x="142886" y="41343"/>
                </a:lnTo>
                <a:lnTo>
                  <a:pt x="142892" y="41939"/>
                </a:lnTo>
                <a:lnTo>
                  <a:pt x="142897" y="42558"/>
                </a:lnTo>
                <a:lnTo>
                  <a:pt x="142900" y="43199"/>
                </a:lnTo>
                <a:lnTo>
                  <a:pt x="142902" y="43863"/>
                </a:lnTo>
                <a:lnTo>
                  <a:pt x="142903" y="44551"/>
                </a:lnTo>
                <a:lnTo>
                  <a:pt x="142903" y="61821"/>
                </a:lnTo>
                <a:lnTo>
                  <a:pt x="142901" y="62239"/>
                </a:lnTo>
                <a:lnTo>
                  <a:pt x="142894" y="62645"/>
                </a:lnTo>
                <a:lnTo>
                  <a:pt x="142883" y="63040"/>
                </a:lnTo>
                <a:lnTo>
                  <a:pt x="142868" y="63423"/>
                </a:lnTo>
                <a:lnTo>
                  <a:pt x="142849" y="63795"/>
                </a:lnTo>
                <a:lnTo>
                  <a:pt x="142825" y="64156"/>
                </a:lnTo>
                <a:lnTo>
                  <a:pt x="142797" y="64505"/>
                </a:lnTo>
                <a:lnTo>
                  <a:pt x="142764" y="64843"/>
                </a:lnTo>
                <a:lnTo>
                  <a:pt x="142727" y="65170"/>
                </a:lnTo>
                <a:lnTo>
                  <a:pt x="142686" y="65485"/>
                </a:lnTo>
                <a:lnTo>
                  <a:pt x="142641" y="65789"/>
                </a:lnTo>
                <a:lnTo>
                  <a:pt x="142591" y="66082"/>
                </a:lnTo>
                <a:lnTo>
                  <a:pt x="142537" y="66363"/>
                </a:lnTo>
                <a:lnTo>
                  <a:pt x="142478" y="66633"/>
                </a:lnTo>
                <a:lnTo>
                  <a:pt x="142416" y="66891"/>
                </a:lnTo>
                <a:lnTo>
                  <a:pt x="142349" y="67138"/>
                </a:lnTo>
                <a:lnTo>
                  <a:pt x="142277" y="67374"/>
                </a:lnTo>
                <a:lnTo>
                  <a:pt x="142201" y="67598"/>
                </a:lnTo>
                <a:lnTo>
                  <a:pt x="142121" y="67811"/>
                </a:lnTo>
                <a:lnTo>
                  <a:pt x="142037" y="68012"/>
                </a:lnTo>
                <a:lnTo>
                  <a:pt x="141948" y="68202"/>
                </a:lnTo>
                <a:lnTo>
                  <a:pt x="141855" y="68381"/>
                </a:lnTo>
                <a:lnTo>
                  <a:pt x="141757" y="68549"/>
                </a:lnTo>
                <a:lnTo>
                  <a:pt x="141656" y="68705"/>
                </a:lnTo>
                <a:lnTo>
                  <a:pt x="141548" y="68852"/>
                </a:lnTo>
                <a:lnTo>
                  <a:pt x="141432" y="68992"/>
                </a:lnTo>
                <a:lnTo>
                  <a:pt x="141308" y="69127"/>
                </a:lnTo>
                <a:lnTo>
                  <a:pt x="141176" y="69255"/>
                </a:lnTo>
                <a:lnTo>
                  <a:pt x="141035" y="69377"/>
                </a:lnTo>
                <a:lnTo>
                  <a:pt x="140887" y="69493"/>
                </a:lnTo>
                <a:lnTo>
                  <a:pt x="140731" y="69603"/>
                </a:lnTo>
                <a:lnTo>
                  <a:pt x="140567" y="69706"/>
                </a:lnTo>
                <a:lnTo>
                  <a:pt x="140394" y="69803"/>
                </a:lnTo>
                <a:lnTo>
                  <a:pt x="140214" y="69894"/>
                </a:lnTo>
                <a:lnTo>
                  <a:pt x="140026" y="69978"/>
                </a:lnTo>
                <a:lnTo>
                  <a:pt x="139829" y="70056"/>
                </a:lnTo>
                <a:lnTo>
                  <a:pt x="139625" y="70128"/>
                </a:lnTo>
                <a:lnTo>
                  <a:pt x="139412" y="70194"/>
                </a:lnTo>
                <a:lnTo>
                  <a:pt x="139192" y="70254"/>
                </a:lnTo>
                <a:lnTo>
                  <a:pt x="138963" y="70307"/>
                </a:lnTo>
                <a:lnTo>
                  <a:pt x="138727" y="70354"/>
                </a:lnTo>
                <a:lnTo>
                  <a:pt x="138482" y="70394"/>
                </a:lnTo>
                <a:lnTo>
                  <a:pt x="138229" y="70429"/>
                </a:lnTo>
                <a:lnTo>
                  <a:pt x="137968" y="70457"/>
                </a:lnTo>
                <a:lnTo>
                  <a:pt x="137700" y="70479"/>
                </a:lnTo>
                <a:lnTo>
                  <a:pt x="137423" y="70494"/>
                </a:lnTo>
                <a:lnTo>
                  <a:pt x="137138" y="70504"/>
                </a:lnTo>
                <a:lnTo>
                  <a:pt x="136845" y="70507"/>
                </a:lnTo>
                <a:lnTo>
                  <a:pt x="135827" y="70507"/>
                </a:lnTo>
                <a:lnTo>
                  <a:pt x="135827" y="72391"/>
                </a:lnTo>
                <a:lnTo>
                  <a:pt x="158888" y="72391"/>
                </a:lnTo>
                <a:lnTo>
                  <a:pt x="158888" y="70507"/>
                </a:lnTo>
                <a:lnTo>
                  <a:pt x="158574" y="70506"/>
                </a:lnTo>
                <a:lnTo>
                  <a:pt x="158269" y="70502"/>
                </a:lnTo>
                <a:lnTo>
                  <a:pt x="157973" y="70496"/>
                </a:lnTo>
                <a:lnTo>
                  <a:pt x="157687" y="70488"/>
                </a:lnTo>
                <a:lnTo>
                  <a:pt x="157409" y="70477"/>
                </a:lnTo>
                <a:lnTo>
                  <a:pt x="157139" y="70464"/>
                </a:lnTo>
                <a:lnTo>
                  <a:pt x="156879" y="70449"/>
                </a:lnTo>
                <a:lnTo>
                  <a:pt x="156628" y="70431"/>
                </a:lnTo>
                <a:lnTo>
                  <a:pt x="156386" y="70411"/>
                </a:lnTo>
                <a:lnTo>
                  <a:pt x="156152" y="70388"/>
                </a:lnTo>
                <a:lnTo>
                  <a:pt x="155928" y="70363"/>
                </a:lnTo>
                <a:lnTo>
                  <a:pt x="155712" y="70336"/>
                </a:lnTo>
                <a:lnTo>
                  <a:pt x="155506" y="70306"/>
                </a:lnTo>
                <a:lnTo>
                  <a:pt x="155308" y="70274"/>
                </a:lnTo>
                <a:lnTo>
                  <a:pt x="155119" y="70240"/>
                </a:lnTo>
                <a:lnTo>
                  <a:pt x="154940" y="70203"/>
                </a:lnTo>
                <a:lnTo>
                  <a:pt x="154769" y="70164"/>
                </a:lnTo>
                <a:lnTo>
                  <a:pt x="154607" y="70122"/>
                </a:lnTo>
                <a:lnTo>
                  <a:pt x="154454" y="70078"/>
                </a:lnTo>
                <a:lnTo>
                  <a:pt x="154310" y="70032"/>
                </a:lnTo>
                <a:lnTo>
                  <a:pt x="154174" y="69983"/>
                </a:lnTo>
                <a:lnTo>
                  <a:pt x="154048" y="69932"/>
                </a:lnTo>
                <a:lnTo>
                  <a:pt x="153931" y="69879"/>
                </a:lnTo>
                <a:lnTo>
                  <a:pt x="153823" y="69823"/>
                </a:lnTo>
                <a:lnTo>
                  <a:pt x="153720" y="69765"/>
                </a:lnTo>
                <a:lnTo>
                  <a:pt x="153618" y="69703"/>
                </a:lnTo>
                <a:lnTo>
                  <a:pt x="153519" y="69640"/>
                </a:lnTo>
                <a:lnTo>
                  <a:pt x="153422" y="69573"/>
                </a:lnTo>
                <a:lnTo>
                  <a:pt x="153326" y="69504"/>
                </a:lnTo>
                <a:lnTo>
                  <a:pt x="153232" y="69432"/>
                </a:lnTo>
                <a:lnTo>
                  <a:pt x="153140" y="69357"/>
                </a:lnTo>
                <a:lnTo>
                  <a:pt x="153050" y="69280"/>
                </a:lnTo>
                <a:lnTo>
                  <a:pt x="152962" y="69200"/>
                </a:lnTo>
                <a:lnTo>
                  <a:pt x="152876" y="69117"/>
                </a:lnTo>
                <a:lnTo>
                  <a:pt x="152792" y="69031"/>
                </a:lnTo>
                <a:lnTo>
                  <a:pt x="152709" y="68943"/>
                </a:lnTo>
                <a:lnTo>
                  <a:pt x="152628" y="68852"/>
                </a:lnTo>
                <a:lnTo>
                  <a:pt x="152549" y="68758"/>
                </a:lnTo>
                <a:lnTo>
                  <a:pt x="152472" y="68661"/>
                </a:lnTo>
                <a:lnTo>
                  <a:pt x="152397" y="68562"/>
                </a:lnTo>
                <a:lnTo>
                  <a:pt x="152324" y="68460"/>
                </a:lnTo>
                <a:lnTo>
                  <a:pt x="152252" y="68356"/>
                </a:lnTo>
                <a:lnTo>
                  <a:pt x="152183" y="68248"/>
                </a:lnTo>
                <a:lnTo>
                  <a:pt x="152115" y="68138"/>
                </a:lnTo>
                <a:lnTo>
                  <a:pt x="152049" y="68025"/>
                </a:lnTo>
                <a:lnTo>
                  <a:pt x="151985" y="67910"/>
                </a:lnTo>
                <a:lnTo>
                  <a:pt x="151923" y="67792"/>
                </a:lnTo>
                <a:lnTo>
                  <a:pt x="151863" y="67671"/>
                </a:lnTo>
                <a:lnTo>
                  <a:pt x="151817" y="67571"/>
                </a:lnTo>
                <a:lnTo>
                  <a:pt x="151773" y="67460"/>
                </a:lnTo>
                <a:lnTo>
                  <a:pt x="151731" y="67336"/>
                </a:lnTo>
                <a:lnTo>
                  <a:pt x="151691" y="67199"/>
                </a:lnTo>
                <a:lnTo>
                  <a:pt x="151654" y="67050"/>
                </a:lnTo>
                <a:lnTo>
                  <a:pt x="151618" y="66889"/>
                </a:lnTo>
                <a:lnTo>
                  <a:pt x="151584" y="66715"/>
                </a:lnTo>
                <a:lnTo>
                  <a:pt x="151551" y="66528"/>
                </a:lnTo>
                <a:lnTo>
                  <a:pt x="151521" y="66329"/>
                </a:lnTo>
                <a:lnTo>
                  <a:pt x="151493" y="66118"/>
                </a:lnTo>
                <a:lnTo>
                  <a:pt x="151467" y="65894"/>
                </a:lnTo>
                <a:lnTo>
                  <a:pt x="151443" y="65658"/>
                </a:lnTo>
                <a:lnTo>
                  <a:pt x="151420" y="65409"/>
                </a:lnTo>
                <a:lnTo>
                  <a:pt x="151400" y="65147"/>
                </a:lnTo>
                <a:lnTo>
                  <a:pt x="151381" y="64873"/>
                </a:lnTo>
                <a:lnTo>
                  <a:pt x="151365" y="64587"/>
                </a:lnTo>
                <a:lnTo>
                  <a:pt x="151350" y="64288"/>
                </a:lnTo>
                <a:lnTo>
                  <a:pt x="151338" y="63977"/>
                </a:lnTo>
                <a:lnTo>
                  <a:pt x="151327" y="63653"/>
                </a:lnTo>
                <a:lnTo>
                  <a:pt x="151318" y="63317"/>
                </a:lnTo>
                <a:lnTo>
                  <a:pt x="151311" y="62968"/>
                </a:lnTo>
                <a:lnTo>
                  <a:pt x="151306" y="62606"/>
                </a:lnTo>
                <a:lnTo>
                  <a:pt x="151304" y="62233"/>
                </a:lnTo>
                <a:lnTo>
                  <a:pt x="151303" y="61846"/>
                </a:lnTo>
                <a:lnTo>
                  <a:pt x="151303" y="37384"/>
                </a:lnTo>
                <a:lnTo>
                  <a:pt x="151803" y="36846"/>
                </a:lnTo>
                <a:lnTo>
                  <a:pt x="152304" y="36332"/>
                </a:lnTo>
                <a:lnTo>
                  <a:pt x="152805" y="35840"/>
                </a:lnTo>
                <a:lnTo>
                  <a:pt x="153306" y="35372"/>
                </a:lnTo>
                <a:lnTo>
                  <a:pt x="153808" y="34926"/>
                </a:lnTo>
                <a:lnTo>
                  <a:pt x="154309" y="34503"/>
                </a:lnTo>
                <a:lnTo>
                  <a:pt x="154811" y="34103"/>
                </a:lnTo>
                <a:lnTo>
                  <a:pt x="155313" y="33726"/>
                </a:lnTo>
                <a:lnTo>
                  <a:pt x="155815" y="33371"/>
                </a:lnTo>
                <a:lnTo>
                  <a:pt x="156317" y="33040"/>
                </a:lnTo>
                <a:lnTo>
                  <a:pt x="156820" y="32731"/>
                </a:lnTo>
                <a:lnTo>
                  <a:pt x="157322" y="32445"/>
                </a:lnTo>
                <a:lnTo>
                  <a:pt x="157825" y="32182"/>
                </a:lnTo>
                <a:lnTo>
                  <a:pt x="158328" y="31942"/>
                </a:lnTo>
                <a:lnTo>
                  <a:pt x="158831" y="31725"/>
                </a:lnTo>
                <a:lnTo>
                  <a:pt x="159335" y="31531"/>
                </a:lnTo>
                <a:lnTo>
                  <a:pt x="159838" y="31359"/>
                </a:lnTo>
                <a:lnTo>
                  <a:pt x="160342" y="31211"/>
                </a:lnTo>
                <a:lnTo>
                  <a:pt x="160846" y="31085"/>
                </a:lnTo>
                <a:lnTo>
                  <a:pt x="161350" y="30982"/>
                </a:lnTo>
                <a:lnTo>
                  <a:pt x="161854" y="30902"/>
                </a:lnTo>
                <a:lnTo>
                  <a:pt x="162358" y="30845"/>
                </a:lnTo>
                <a:lnTo>
                  <a:pt x="162863" y="30811"/>
                </a:lnTo>
                <a:lnTo>
                  <a:pt x="163368" y="30799"/>
                </a:lnTo>
                <a:lnTo>
                  <a:pt x="163690" y="30804"/>
                </a:lnTo>
                <a:lnTo>
                  <a:pt x="164005" y="30819"/>
                </a:lnTo>
                <a:lnTo>
                  <a:pt x="164312" y="30844"/>
                </a:lnTo>
                <a:lnTo>
                  <a:pt x="164611" y="30879"/>
                </a:lnTo>
                <a:lnTo>
                  <a:pt x="164903" y="30923"/>
                </a:lnTo>
                <a:lnTo>
                  <a:pt x="165186" y="30978"/>
                </a:lnTo>
                <a:lnTo>
                  <a:pt x="165462" y="31043"/>
                </a:lnTo>
                <a:lnTo>
                  <a:pt x="165729" y="31117"/>
                </a:lnTo>
                <a:lnTo>
                  <a:pt x="165989" y="31202"/>
                </a:lnTo>
                <a:lnTo>
                  <a:pt x="166241" y="31296"/>
                </a:lnTo>
                <a:lnTo>
                  <a:pt x="166485" y="31400"/>
                </a:lnTo>
                <a:lnTo>
                  <a:pt x="166721" y="31515"/>
                </a:lnTo>
                <a:lnTo>
                  <a:pt x="166950" y="31639"/>
                </a:lnTo>
                <a:lnTo>
                  <a:pt x="167170" y="31773"/>
                </a:lnTo>
                <a:lnTo>
                  <a:pt x="167383" y="31917"/>
                </a:lnTo>
                <a:lnTo>
                  <a:pt x="167587" y="32071"/>
                </a:lnTo>
                <a:lnTo>
                  <a:pt x="167784" y="32235"/>
                </a:lnTo>
                <a:lnTo>
                  <a:pt x="167973" y="32409"/>
                </a:lnTo>
                <a:lnTo>
                  <a:pt x="168154" y="32593"/>
                </a:lnTo>
                <a:lnTo>
                  <a:pt x="168328" y="32787"/>
                </a:lnTo>
                <a:lnTo>
                  <a:pt x="168493" y="32990"/>
                </a:lnTo>
                <a:lnTo>
                  <a:pt x="168651" y="33204"/>
                </a:lnTo>
                <a:lnTo>
                  <a:pt x="168800" y="33428"/>
                </a:lnTo>
                <a:lnTo>
                  <a:pt x="168942" y="33661"/>
                </a:lnTo>
                <a:lnTo>
                  <a:pt x="169077" y="33906"/>
                </a:lnTo>
                <a:lnTo>
                  <a:pt x="169206" y="34162"/>
                </a:lnTo>
                <a:lnTo>
                  <a:pt x="169330" y="34431"/>
                </a:lnTo>
                <a:lnTo>
                  <a:pt x="169448" y="34711"/>
                </a:lnTo>
                <a:lnTo>
                  <a:pt x="169560" y="35004"/>
                </a:lnTo>
                <a:lnTo>
                  <a:pt x="169666" y="35309"/>
                </a:lnTo>
                <a:lnTo>
                  <a:pt x="169766" y="35626"/>
                </a:lnTo>
                <a:lnTo>
                  <a:pt x="169861" y="35954"/>
                </a:lnTo>
                <a:lnTo>
                  <a:pt x="169950" y="36295"/>
                </a:lnTo>
                <a:lnTo>
                  <a:pt x="170034" y="36648"/>
                </a:lnTo>
                <a:lnTo>
                  <a:pt x="170111" y="37013"/>
                </a:lnTo>
                <a:lnTo>
                  <a:pt x="170183" y="37390"/>
                </a:lnTo>
                <a:lnTo>
                  <a:pt x="170249" y="37779"/>
                </a:lnTo>
                <a:lnTo>
                  <a:pt x="170309" y="38180"/>
                </a:lnTo>
                <a:lnTo>
                  <a:pt x="170364" y="38593"/>
                </a:lnTo>
                <a:lnTo>
                  <a:pt x="170413" y="39018"/>
                </a:lnTo>
                <a:lnTo>
                  <a:pt x="170456" y="39456"/>
                </a:lnTo>
                <a:lnTo>
                  <a:pt x="170493" y="39905"/>
                </a:lnTo>
                <a:lnTo>
                  <a:pt x="170525" y="40366"/>
                </a:lnTo>
                <a:lnTo>
                  <a:pt x="170551" y="40839"/>
                </a:lnTo>
                <a:lnTo>
                  <a:pt x="170571" y="41325"/>
                </a:lnTo>
                <a:lnTo>
                  <a:pt x="170585" y="41822"/>
                </a:lnTo>
                <a:lnTo>
                  <a:pt x="170594" y="42332"/>
                </a:lnTo>
                <a:lnTo>
                  <a:pt x="170597" y="42853"/>
                </a:lnTo>
                <a:lnTo>
                  <a:pt x="170597" y="61846"/>
                </a:lnTo>
                <a:lnTo>
                  <a:pt x="170596" y="62174"/>
                </a:lnTo>
                <a:lnTo>
                  <a:pt x="170595" y="62491"/>
                </a:lnTo>
                <a:lnTo>
                  <a:pt x="170593" y="62796"/>
                </a:lnTo>
                <a:lnTo>
                  <a:pt x="170591" y="63090"/>
                </a:lnTo>
                <a:lnTo>
                  <a:pt x="170588" y="63373"/>
                </a:lnTo>
                <a:lnTo>
                  <a:pt x="170584" y="63644"/>
                </a:lnTo>
                <a:lnTo>
                  <a:pt x="170579" y="63905"/>
                </a:lnTo>
                <a:lnTo>
                  <a:pt x="170574" y="64154"/>
                </a:lnTo>
                <a:lnTo>
                  <a:pt x="170568" y="64391"/>
                </a:lnTo>
                <a:lnTo>
                  <a:pt x="170561" y="64618"/>
                </a:lnTo>
                <a:lnTo>
                  <a:pt x="170554" y="64833"/>
                </a:lnTo>
                <a:lnTo>
                  <a:pt x="170546" y="65037"/>
                </a:lnTo>
                <a:lnTo>
                  <a:pt x="170537" y="65230"/>
                </a:lnTo>
                <a:lnTo>
                  <a:pt x="170527" y="65412"/>
                </a:lnTo>
                <a:lnTo>
                  <a:pt x="170517" y="65582"/>
                </a:lnTo>
                <a:lnTo>
                  <a:pt x="170506" y="65741"/>
                </a:lnTo>
                <a:lnTo>
                  <a:pt x="170494" y="65889"/>
                </a:lnTo>
                <a:lnTo>
                  <a:pt x="170482" y="66025"/>
                </a:lnTo>
                <a:lnTo>
                  <a:pt x="170469" y="66150"/>
                </a:lnTo>
                <a:lnTo>
                  <a:pt x="170455" y="66264"/>
                </a:lnTo>
                <a:lnTo>
                  <a:pt x="170441" y="66367"/>
                </a:lnTo>
                <a:lnTo>
                  <a:pt x="170425" y="66459"/>
                </a:lnTo>
                <a:lnTo>
                  <a:pt x="170410" y="66539"/>
                </a:lnTo>
                <a:lnTo>
                  <a:pt x="170393" y="66608"/>
                </a:lnTo>
                <a:lnTo>
                  <a:pt x="170349" y="66766"/>
                </a:lnTo>
                <a:lnTo>
                  <a:pt x="170303" y="66922"/>
                </a:lnTo>
                <a:lnTo>
                  <a:pt x="170253" y="67074"/>
                </a:lnTo>
                <a:lnTo>
                  <a:pt x="170201" y="67223"/>
                </a:lnTo>
                <a:lnTo>
                  <a:pt x="170147" y="67369"/>
                </a:lnTo>
                <a:lnTo>
                  <a:pt x="170089" y="67511"/>
                </a:lnTo>
                <a:lnTo>
                  <a:pt x="170029" y="67650"/>
                </a:lnTo>
                <a:lnTo>
                  <a:pt x="169966" y="67786"/>
                </a:lnTo>
                <a:lnTo>
                  <a:pt x="169900" y="67919"/>
                </a:lnTo>
                <a:lnTo>
                  <a:pt x="169832" y="68048"/>
                </a:lnTo>
                <a:lnTo>
                  <a:pt x="169761" y="68174"/>
                </a:lnTo>
                <a:lnTo>
                  <a:pt x="169687" y="68297"/>
                </a:lnTo>
                <a:lnTo>
                  <a:pt x="169610" y="68417"/>
                </a:lnTo>
                <a:lnTo>
                  <a:pt x="169531" y="68533"/>
                </a:lnTo>
                <a:lnTo>
                  <a:pt x="169448" y="68647"/>
                </a:lnTo>
                <a:lnTo>
                  <a:pt x="169363" y="68757"/>
                </a:lnTo>
                <a:lnTo>
                  <a:pt x="169276" y="68863"/>
                </a:lnTo>
                <a:lnTo>
                  <a:pt x="169185" y="68967"/>
                </a:lnTo>
                <a:lnTo>
                  <a:pt x="169092" y="69067"/>
                </a:lnTo>
                <a:lnTo>
                  <a:pt x="168997" y="69164"/>
                </a:lnTo>
                <a:lnTo>
                  <a:pt x="168898" y="69257"/>
                </a:lnTo>
                <a:lnTo>
                  <a:pt x="168797" y="69348"/>
                </a:lnTo>
                <a:lnTo>
                  <a:pt x="168693" y="69435"/>
                </a:lnTo>
                <a:lnTo>
                  <a:pt x="168586" y="69519"/>
                </a:lnTo>
                <a:lnTo>
                  <a:pt x="168474" y="69600"/>
                </a:lnTo>
                <a:lnTo>
                  <a:pt x="168356" y="69677"/>
                </a:lnTo>
                <a:lnTo>
                  <a:pt x="168231" y="69751"/>
                </a:lnTo>
                <a:lnTo>
                  <a:pt x="168099" y="69821"/>
                </a:lnTo>
                <a:lnTo>
                  <a:pt x="167960" y="69888"/>
                </a:lnTo>
                <a:lnTo>
                  <a:pt x="167814" y="69951"/>
                </a:lnTo>
                <a:lnTo>
                  <a:pt x="167662" y="70011"/>
                </a:lnTo>
                <a:lnTo>
                  <a:pt x="167503" y="70068"/>
                </a:lnTo>
                <a:lnTo>
                  <a:pt x="167336" y="70121"/>
                </a:lnTo>
                <a:lnTo>
                  <a:pt x="167164" y="70171"/>
                </a:lnTo>
                <a:lnTo>
                  <a:pt x="166984" y="70217"/>
                </a:lnTo>
                <a:lnTo>
                  <a:pt x="166798" y="70260"/>
                </a:lnTo>
                <a:lnTo>
                  <a:pt x="166604" y="70299"/>
                </a:lnTo>
                <a:lnTo>
                  <a:pt x="166404" y="70335"/>
                </a:lnTo>
                <a:lnTo>
                  <a:pt x="166197" y="70368"/>
                </a:lnTo>
                <a:lnTo>
                  <a:pt x="165984" y="70397"/>
                </a:lnTo>
                <a:lnTo>
                  <a:pt x="165763" y="70423"/>
                </a:lnTo>
                <a:lnTo>
                  <a:pt x="165536" y="70445"/>
                </a:lnTo>
                <a:lnTo>
                  <a:pt x="165302" y="70464"/>
                </a:lnTo>
                <a:lnTo>
                  <a:pt x="165061" y="70480"/>
                </a:lnTo>
                <a:lnTo>
                  <a:pt x="164813" y="70492"/>
                </a:lnTo>
                <a:lnTo>
                  <a:pt x="164559" y="70500"/>
                </a:lnTo>
                <a:lnTo>
                  <a:pt x="164298" y="70505"/>
                </a:lnTo>
                <a:lnTo>
                  <a:pt x="164029" y="70507"/>
                </a:lnTo>
                <a:lnTo>
                  <a:pt x="163062" y="70507"/>
                </a:lnTo>
                <a:lnTo>
                  <a:pt x="163062" y="72391"/>
                </a:lnTo>
                <a:lnTo>
                  <a:pt x="186123" y="72391"/>
                </a:lnTo>
                <a:lnTo>
                  <a:pt x="186123" y="70507"/>
                </a:lnTo>
                <a:lnTo>
                  <a:pt x="185847" y="70506"/>
                </a:lnTo>
                <a:lnTo>
                  <a:pt x="185578" y="70502"/>
                </a:lnTo>
                <a:lnTo>
                  <a:pt x="185316" y="70496"/>
                </a:lnTo>
                <a:lnTo>
                  <a:pt x="185062" y="70487"/>
                </a:lnTo>
                <a:lnTo>
                  <a:pt x="184815" y="70476"/>
                </a:lnTo>
                <a:lnTo>
                  <a:pt x="184575" y="70463"/>
                </a:lnTo>
                <a:lnTo>
                  <a:pt x="184343" y="70447"/>
                </a:lnTo>
                <a:lnTo>
                  <a:pt x="184118" y="70428"/>
                </a:lnTo>
                <a:lnTo>
                  <a:pt x="183901" y="70407"/>
                </a:lnTo>
                <a:lnTo>
                  <a:pt x="183690" y="70384"/>
                </a:lnTo>
                <a:lnTo>
                  <a:pt x="183487" y="70358"/>
                </a:lnTo>
                <a:lnTo>
                  <a:pt x="183292" y="70329"/>
                </a:lnTo>
                <a:lnTo>
                  <a:pt x="183103" y="70298"/>
                </a:lnTo>
                <a:lnTo>
                  <a:pt x="182922" y="70265"/>
                </a:lnTo>
                <a:lnTo>
                  <a:pt x="182749" y="70229"/>
                </a:lnTo>
                <a:lnTo>
                  <a:pt x="182582" y="70191"/>
                </a:lnTo>
                <a:lnTo>
                  <a:pt x="182424" y="70150"/>
                </a:lnTo>
                <a:lnTo>
                  <a:pt x="182272" y="70107"/>
                </a:lnTo>
                <a:lnTo>
                  <a:pt x="182128" y="70061"/>
                </a:lnTo>
                <a:lnTo>
                  <a:pt x="181991" y="70013"/>
                </a:lnTo>
                <a:lnTo>
                  <a:pt x="181861" y="69963"/>
                </a:lnTo>
                <a:lnTo>
                  <a:pt x="181739" y="69909"/>
                </a:lnTo>
                <a:lnTo>
                  <a:pt x="181624" y="69854"/>
                </a:lnTo>
                <a:lnTo>
                  <a:pt x="181516" y="69796"/>
                </a:lnTo>
                <a:lnTo>
                  <a:pt x="181414" y="69736"/>
                </a:lnTo>
                <a:lnTo>
                  <a:pt x="181313" y="69673"/>
                </a:lnTo>
                <a:lnTo>
                  <a:pt x="181215" y="69609"/>
                </a:lnTo>
                <a:lnTo>
                  <a:pt x="181120" y="69543"/>
                </a:lnTo>
                <a:lnTo>
                  <a:pt x="181026" y="69475"/>
                </a:lnTo>
                <a:lnTo>
                  <a:pt x="180936" y="69405"/>
                </a:lnTo>
                <a:lnTo>
                  <a:pt x="180847" y="69334"/>
                </a:lnTo>
                <a:lnTo>
                  <a:pt x="180761" y="69260"/>
                </a:lnTo>
                <a:lnTo>
                  <a:pt x="180677" y="69184"/>
                </a:lnTo>
                <a:lnTo>
                  <a:pt x="180596" y="69106"/>
                </a:lnTo>
                <a:lnTo>
                  <a:pt x="180517" y="69027"/>
                </a:lnTo>
                <a:lnTo>
                  <a:pt x="180441" y="68945"/>
                </a:lnTo>
                <a:lnTo>
                  <a:pt x="180367" y="68862"/>
                </a:lnTo>
                <a:lnTo>
                  <a:pt x="180295" y="68776"/>
                </a:lnTo>
                <a:lnTo>
                  <a:pt x="180226" y="68689"/>
                </a:lnTo>
                <a:lnTo>
                  <a:pt x="180159" y="68600"/>
                </a:lnTo>
                <a:lnTo>
                  <a:pt x="180094" y="68508"/>
                </a:lnTo>
                <a:lnTo>
                  <a:pt x="180032" y="68415"/>
                </a:lnTo>
                <a:lnTo>
                  <a:pt x="179972" y="68320"/>
                </a:lnTo>
                <a:lnTo>
                  <a:pt x="179915" y="68223"/>
                </a:lnTo>
                <a:lnTo>
                  <a:pt x="179860" y="68124"/>
                </a:lnTo>
                <a:lnTo>
                  <a:pt x="179807" y="68023"/>
                </a:lnTo>
                <a:lnTo>
                  <a:pt x="179757" y="67920"/>
                </a:lnTo>
                <a:lnTo>
                  <a:pt x="179709" y="67815"/>
                </a:lnTo>
                <a:lnTo>
                  <a:pt x="179651" y="67679"/>
                </a:lnTo>
                <a:lnTo>
                  <a:pt x="179595" y="67533"/>
                </a:lnTo>
                <a:lnTo>
                  <a:pt x="179542" y="67377"/>
                </a:lnTo>
                <a:lnTo>
                  <a:pt x="179491" y="67211"/>
                </a:lnTo>
                <a:lnTo>
                  <a:pt x="179443" y="67036"/>
                </a:lnTo>
                <a:lnTo>
                  <a:pt x="179397" y="66850"/>
                </a:lnTo>
                <a:lnTo>
                  <a:pt x="179354" y="66655"/>
                </a:lnTo>
                <a:lnTo>
                  <a:pt x="179313" y="66449"/>
                </a:lnTo>
                <a:lnTo>
                  <a:pt x="179275" y="66234"/>
                </a:lnTo>
                <a:lnTo>
                  <a:pt x="179239" y="66009"/>
                </a:lnTo>
                <a:lnTo>
                  <a:pt x="179205" y="65774"/>
                </a:lnTo>
                <a:lnTo>
                  <a:pt x="179174" y="65529"/>
                </a:lnTo>
                <a:lnTo>
                  <a:pt x="179146" y="65274"/>
                </a:lnTo>
                <a:lnTo>
                  <a:pt x="179120" y="65010"/>
                </a:lnTo>
                <a:lnTo>
                  <a:pt x="179097" y="64735"/>
                </a:lnTo>
                <a:lnTo>
                  <a:pt x="179076" y="64451"/>
                </a:lnTo>
                <a:lnTo>
                  <a:pt x="179057" y="64157"/>
                </a:lnTo>
                <a:lnTo>
                  <a:pt x="179041" y="63853"/>
                </a:lnTo>
                <a:lnTo>
                  <a:pt x="179027" y="63539"/>
                </a:lnTo>
                <a:lnTo>
                  <a:pt x="179016" y="63215"/>
                </a:lnTo>
                <a:lnTo>
                  <a:pt x="179007" y="62881"/>
                </a:lnTo>
                <a:lnTo>
                  <a:pt x="179001" y="62538"/>
                </a:lnTo>
                <a:lnTo>
                  <a:pt x="178998" y="62184"/>
                </a:lnTo>
                <a:lnTo>
                  <a:pt x="178996" y="61821"/>
                </a:lnTo>
                <a:lnTo>
                  <a:pt x="178996" y="41961"/>
                </a:lnTo>
                <a:lnTo>
                  <a:pt x="178994" y="41441"/>
                </a:lnTo>
                <a:lnTo>
                  <a:pt x="178989" y="40933"/>
                </a:lnTo>
                <a:lnTo>
                  <a:pt x="178979" y="40436"/>
                </a:lnTo>
                <a:lnTo>
                  <a:pt x="178965" y="39951"/>
                </a:lnTo>
                <a:lnTo>
                  <a:pt x="178948" y="39477"/>
                </a:lnTo>
                <a:lnTo>
                  <a:pt x="178926" y="39014"/>
                </a:lnTo>
                <a:lnTo>
                  <a:pt x="178901" y="38562"/>
                </a:lnTo>
                <a:lnTo>
                  <a:pt x="178872" y="38122"/>
                </a:lnTo>
                <a:lnTo>
                  <a:pt x="178839" y="37693"/>
                </a:lnTo>
                <a:lnTo>
                  <a:pt x="178802" y="37276"/>
                </a:lnTo>
                <a:lnTo>
                  <a:pt x="178761" y="36869"/>
                </a:lnTo>
                <a:lnTo>
                  <a:pt x="178716" y="36474"/>
                </a:lnTo>
                <a:lnTo>
                  <a:pt x="178668" y="36090"/>
                </a:lnTo>
                <a:lnTo>
                  <a:pt x="178615" y="35718"/>
                </a:lnTo>
                <a:lnTo>
                  <a:pt x="178559" y="35357"/>
                </a:lnTo>
                <a:lnTo>
                  <a:pt x="178499" y="35007"/>
                </a:lnTo>
                <a:lnTo>
                  <a:pt x="178434" y="34668"/>
                </a:lnTo>
                <a:lnTo>
                  <a:pt x="178366" y="34341"/>
                </a:lnTo>
                <a:lnTo>
                  <a:pt x="178294" y="34025"/>
                </a:lnTo>
                <a:lnTo>
                  <a:pt x="178219" y="33720"/>
                </a:lnTo>
                <a:lnTo>
                  <a:pt x="178139" y="33427"/>
                </a:lnTo>
                <a:lnTo>
                  <a:pt x="178055" y="33145"/>
                </a:lnTo>
                <a:lnTo>
                  <a:pt x="177968" y="32874"/>
                </a:lnTo>
                <a:lnTo>
                  <a:pt x="177876" y="32614"/>
                </a:lnTo>
                <a:lnTo>
                  <a:pt x="177739" y="32255"/>
                </a:lnTo>
                <a:lnTo>
                  <a:pt x="177597" y="31903"/>
                </a:lnTo>
                <a:lnTo>
                  <a:pt x="177452" y="31561"/>
                </a:lnTo>
                <a:lnTo>
                  <a:pt x="177302" y="31227"/>
                </a:lnTo>
                <a:lnTo>
                  <a:pt x="177149" y="30901"/>
                </a:lnTo>
                <a:lnTo>
                  <a:pt x="176992" y="30584"/>
                </a:lnTo>
                <a:lnTo>
                  <a:pt x="176831" y="30276"/>
                </a:lnTo>
                <a:lnTo>
                  <a:pt x="176666" y="29976"/>
                </a:lnTo>
                <a:lnTo>
                  <a:pt x="176497" y="29684"/>
                </a:lnTo>
                <a:lnTo>
                  <a:pt x="176324" y="29402"/>
                </a:lnTo>
                <a:lnTo>
                  <a:pt x="176148" y="29127"/>
                </a:lnTo>
                <a:lnTo>
                  <a:pt x="175967" y="28862"/>
                </a:lnTo>
                <a:lnTo>
                  <a:pt x="175783" y="28605"/>
                </a:lnTo>
                <a:lnTo>
                  <a:pt x="175595" y="28356"/>
                </a:lnTo>
                <a:lnTo>
                  <a:pt x="175403" y="28116"/>
                </a:lnTo>
                <a:lnTo>
                  <a:pt x="175207" y="27885"/>
                </a:lnTo>
                <a:lnTo>
                  <a:pt x="175007" y="27662"/>
                </a:lnTo>
                <a:lnTo>
                  <a:pt x="174803" y="27448"/>
                </a:lnTo>
                <a:lnTo>
                  <a:pt x="174595" y="27242"/>
                </a:lnTo>
                <a:lnTo>
                  <a:pt x="174384" y="27045"/>
                </a:lnTo>
                <a:lnTo>
                  <a:pt x="174168" y="26856"/>
                </a:lnTo>
                <a:lnTo>
                  <a:pt x="173949" y="26676"/>
                </a:lnTo>
                <a:lnTo>
                  <a:pt x="173725" y="26504"/>
                </a:lnTo>
                <a:lnTo>
                  <a:pt x="173498" y="26341"/>
                </a:lnTo>
                <a:lnTo>
                  <a:pt x="173267" y="26186"/>
                </a:lnTo>
                <a:lnTo>
                  <a:pt x="173033" y="26037"/>
                </a:lnTo>
                <a:lnTo>
                  <a:pt x="172794" y="25895"/>
                </a:lnTo>
                <a:lnTo>
                  <a:pt x="172552" y="25759"/>
                </a:lnTo>
                <a:lnTo>
                  <a:pt x="172306" y="25630"/>
                </a:lnTo>
                <a:lnTo>
                  <a:pt x="172057" y="25508"/>
                </a:lnTo>
                <a:lnTo>
                  <a:pt x="171804" y="25392"/>
                </a:lnTo>
                <a:lnTo>
                  <a:pt x="171547" y="25283"/>
                </a:lnTo>
                <a:lnTo>
                  <a:pt x="171286" y="25180"/>
                </a:lnTo>
                <a:lnTo>
                  <a:pt x="171022" y="25084"/>
                </a:lnTo>
                <a:lnTo>
                  <a:pt x="170754" y="24995"/>
                </a:lnTo>
                <a:lnTo>
                  <a:pt x="170482" y="24912"/>
                </a:lnTo>
                <a:lnTo>
                  <a:pt x="170207" y="24836"/>
                </a:lnTo>
                <a:lnTo>
                  <a:pt x="169927" y="24767"/>
                </a:lnTo>
                <a:lnTo>
                  <a:pt x="169644" y="24704"/>
                </a:lnTo>
                <a:lnTo>
                  <a:pt x="169358" y="24647"/>
                </a:lnTo>
                <a:lnTo>
                  <a:pt x="169067" y="24598"/>
                </a:lnTo>
                <a:lnTo>
                  <a:pt x="168773" y="24555"/>
                </a:lnTo>
                <a:lnTo>
                  <a:pt x="168476" y="24518"/>
                </a:lnTo>
                <a:lnTo>
                  <a:pt x="168174" y="24489"/>
                </a:lnTo>
                <a:lnTo>
                  <a:pt x="167869" y="24465"/>
                </a:lnTo>
                <a:lnTo>
                  <a:pt x="167560" y="24449"/>
                </a:lnTo>
                <a:lnTo>
                  <a:pt x="167248" y="24439"/>
                </a:lnTo>
                <a:lnTo>
                  <a:pt x="166931" y="24436"/>
                </a:lnTo>
                <a:lnTo>
                  <a:pt x="166311" y="24453"/>
                </a:lnTo>
                <a:lnTo>
                  <a:pt x="165687" y="24504"/>
                </a:lnTo>
                <a:lnTo>
                  <a:pt x="165061" y="24590"/>
                </a:lnTo>
                <a:lnTo>
                  <a:pt x="164433" y="24710"/>
                </a:lnTo>
                <a:lnTo>
                  <a:pt x="163801" y="24864"/>
                </a:lnTo>
                <a:lnTo>
                  <a:pt x="163167" y="25053"/>
                </a:lnTo>
                <a:lnTo>
                  <a:pt x="162531" y="25276"/>
                </a:lnTo>
                <a:lnTo>
                  <a:pt x="161891" y="25533"/>
                </a:lnTo>
                <a:lnTo>
                  <a:pt x="161249" y="25824"/>
                </a:lnTo>
                <a:lnTo>
                  <a:pt x="160605" y="26150"/>
                </a:lnTo>
                <a:lnTo>
                  <a:pt x="159958" y="26510"/>
                </a:lnTo>
                <a:lnTo>
                  <a:pt x="159308" y="26905"/>
                </a:lnTo>
                <a:lnTo>
                  <a:pt x="158655" y="27333"/>
                </a:lnTo>
                <a:lnTo>
                  <a:pt x="158000" y="27796"/>
                </a:lnTo>
                <a:lnTo>
                  <a:pt x="157342" y="28293"/>
                </a:lnTo>
                <a:lnTo>
                  <a:pt x="156682" y="28825"/>
                </a:lnTo>
                <a:lnTo>
                  <a:pt x="156019" y="29391"/>
                </a:lnTo>
                <a:lnTo>
                  <a:pt x="155353" y="29991"/>
                </a:lnTo>
                <a:lnTo>
                  <a:pt x="154685" y="30625"/>
                </a:lnTo>
                <a:lnTo>
                  <a:pt x="154013" y="31294"/>
                </a:lnTo>
                <a:lnTo>
                  <a:pt x="153340" y="31997"/>
                </a:lnTo>
                <a:lnTo>
                  <a:pt x="152663" y="32734"/>
                </a:lnTo>
                <a:lnTo>
                  <a:pt x="151984" y="33506"/>
                </a:lnTo>
                <a:lnTo>
                  <a:pt x="151303" y="34312"/>
                </a:lnTo>
                <a:lnTo>
                  <a:pt x="151303" y="24436"/>
                </a:lnTo>
                <a:lnTo>
                  <a:pt x="149114" y="24436"/>
                </a:lnTo>
                <a:lnTo>
                  <a:pt x="135063" y="30125"/>
                </a:lnTo>
                <a:lnTo>
                  <a:pt x="135827" y="31954"/>
                </a:lnTo>
                <a:close/>
                <a:moveTo>
                  <a:pt x="190517" y="31892"/>
                </a:moveTo>
                <a:lnTo>
                  <a:pt x="190684" y="31832"/>
                </a:lnTo>
                <a:lnTo>
                  <a:pt x="190848" y="31775"/>
                </a:lnTo>
                <a:lnTo>
                  <a:pt x="191010" y="31721"/>
                </a:lnTo>
                <a:lnTo>
                  <a:pt x="191171" y="31670"/>
                </a:lnTo>
                <a:lnTo>
                  <a:pt x="191329" y="31621"/>
                </a:lnTo>
                <a:lnTo>
                  <a:pt x="191485" y="31574"/>
                </a:lnTo>
                <a:lnTo>
                  <a:pt x="191638" y="31531"/>
                </a:lnTo>
                <a:lnTo>
                  <a:pt x="191790" y="31490"/>
                </a:lnTo>
                <a:lnTo>
                  <a:pt x="191940" y="31451"/>
                </a:lnTo>
                <a:lnTo>
                  <a:pt x="192087" y="31416"/>
                </a:lnTo>
                <a:lnTo>
                  <a:pt x="192232" y="31383"/>
                </a:lnTo>
                <a:lnTo>
                  <a:pt x="192375" y="31352"/>
                </a:lnTo>
                <a:lnTo>
                  <a:pt x="192516" y="31324"/>
                </a:lnTo>
                <a:lnTo>
                  <a:pt x="192655" y="31299"/>
                </a:lnTo>
                <a:lnTo>
                  <a:pt x="192792" y="31277"/>
                </a:lnTo>
                <a:lnTo>
                  <a:pt x="192927" y="31257"/>
                </a:lnTo>
                <a:lnTo>
                  <a:pt x="193059" y="31240"/>
                </a:lnTo>
                <a:lnTo>
                  <a:pt x="193190" y="31225"/>
                </a:lnTo>
                <a:lnTo>
                  <a:pt x="193318" y="31213"/>
                </a:lnTo>
                <a:lnTo>
                  <a:pt x="193444" y="31204"/>
                </a:lnTo>
                <a:lnTo>
                  <a:pt x="193569" y="31197"/>
                </a:lnTo>
                <a:lnTo>
                  <a:pt x="193691" y="31193"/>
                </a:lnTo>
                <a:lnTo>
                  <a:pt x="193810" y="31192"/>
                </a:lnTo>
                <a:lnTo>
                  <a:pt x="193920" y="31193"/>
                </a:lnTo>
                <a:lnTo>
                  <a:pt x="194027" y="31196"/>
                </a:lnTo>
                <a:lnTo>
                  <a:pt x="194133" y="31202"/>
                </a:lnTo>
                <a:lnTo>
                  <a:pt x="194236" y="31210"/>
                </a:lnTo>
                <a:lnTo>
                  <a:pt x="194338" y="31220"/>
                </a:lnTo>
                <a:lnTo>
                  <a:pt x="194437" y="31232"/>
                </a:lnTo>
                <a:lnTo>
                  <a:pt x="194535" y="31246"/>
                </a:lnTo>
                <a:lnTo>
                  <a:pt x="194631" y="31263"/>
                </a:lnTo>
                <a:lnTo>
                  <a:pt x="194724" y="31281"/>
                </a:lnTo>
                <a:lnTo>
                  <a:pt x="194816" y="31302"/>
                </a:lnTo>
                <a:lnTo>
                  <a:pt x="194906" y="31325"/>
                </a:lnTo>
                <a:lnTo>
                  <a:pt x="194994" y="31351"/>
                </a:lnTo>
                <a:lnTo>
                  <a:pt x="195080" y="31378"/>
                </a:lnTo>
                <a:lnTo>
                  <a:pt x="195164" y="31408"/>
                </a:lnTo>
                <a:lnTo>
                  <a:pt x="195246" y="31440"/>
                </a:lnTo>
                <a:lnTo>
                  <a:pt x="195326" y="31474"/>
                </a:lnTo>
                <a:lnTo>
                  <a:pt x="195405" y="31511"/>
                </a:lnTo>
                <a:lnTo>
                  <a:pt x="195481" y="31549"/>
                </a:lnTo>
                <a:lnTo>
                  <a:pt x="195555" y="31590"/>
                </a:lnTo>
                <a:lnTo>
                  <a:pt x="195627" y="31633"/>
                </a:lnTo>
                <a:lnTo>
                  <a:pt x="195698" y="31678"/>
                </a:lnTo>
                <a:lnTo>
                  <a:pt x="195766" y="31725"/>
                </a:lnTo>
                <a:lnTo>
                  <a:pt x="195833" y="31775"/>
                </a:lnTo>
                <a:lnTo>
                  <a:pt x="195898" y="31827"/>
                </a:lnTo>
                <a:lnTo>
                  <a:pt x="195961" y="31881"/>
                </a:lnTo>
                <a:lnTo>
                  <a:pt x="196022" y="31939"/>
                </a:lnTo>
                <a:lnTo>
                  <a:pt x="196082" y="32001"/>
                </a:lnTo>
                <a:lnTo>
                  <a:pt x="196141" y="32066"/>
                </a:lnTo>
                <a:lnTo>
                  <a:pt x="196198" y="32134"/>
                </a:lnTo>
                <a:lnTo>
                  <a:pt x="196254" y="32206"/>
                </a:lnTo>
                <a:lnTo>
                  <a:pt x="196308" y="32281"/>
                </a:lnTo>
                <a:lnTo>
                  <a:pt x="196361" y="32360"/>
                </a:lnTo>
                <a:lnTo>
                  <a:pt x="196413" y="32442"/>
                </a:lnTo>
                <a:lnTo>
                  <a:pt x="196463" y="32528"/>
                </a:lnTo>
                <a:lnTo>
                  <a:pt x="196512" y="32617"/>
                </a:lnTo>
                <a:lnTo>
                  <a:pt x="196559" y="32709"/>
                </a:lnTo>
                <a:lnTo>
                  <a:pt x="196605" y="32805"/>
                </a:lnTo>
                <a:lnTo>
                  <a:pt x="196650" y="32905"/>
                </a:lnTo>
                <a:lnTo>
                  <a:pt x="196693" y="33007"/>
                </a:lnTo>
                <a:lnTo>
                  <a:pt x="196735" y="33114"/>
                </a:lnTo>
                <a:lnTo>
                  <a:pt x="196775" y="33223"/>
                </a:lnTo>
                <a:lnTo>
                  <a:pt x="196814" y="33336"/>
                </a:lnTo>
                <a:lnTo>
                  <a:pt x="196851" y="33453"/>
                </a:lnTo>
                <a:lnTo>
                  <a:pt x="196887" y="33573"/>
                </a:lnTo>
                <a:lnTo>
                  <a:pt x="196922" y="33696"/>
                </a:lnTo>
                <a:lnTo>
                  <a:pt x="196955" y="33823"/>
                </a:lnTo>
                <a:lnTo>
                  <a:pt x="196987" y="33954"/>
                </a:lnTo>
                <a:lnTo>
                  <a:pt x="197018" y="34087"/>
                </a:lnTo>
                <a:lnTo>
                  <a:pt x="197055" y="34283"/>
                </a:lnTo>
                <a:lnTo>
                  <a:pt x="197091" y="34497"/>
                </a:lnTo>
                <a:lnTo>
                  <a:pt x="197125" y="34729"/>
                </a:lnTo>
                <a:lnTo>
                  <a:pt x="197158" y="34980"/>
                </a:lnTo>
                <a:lnTo>
                  <a:pt x="197189" y="35250"/>
                </a:lnTo>
                <a:lnTo>
                  <a:pt x="197218" y="35538"/>
                </a:lnTo>
                <a:lnTo>
                  <a:pt x="197246" y="35844"/>
                </a:lnTo>
                <a:lnTo>
                  <a:pt x="197272" y="36169"/>
                </a:lnTo>
                <a:lnTo>
                  <a:pt x="197297" y="36513"/>
                </a:lnTo>
                <a:lnTo>
                  <a:pt x="197320" y="36875"/>
                </a:lnTo>
                <a:lnTo>
                  <a:pt x="197341" y="37256"/>
                </a:lnTo>
                <a:lnTo>
                  <a:pt x="197361" y="37655"/>
                </a:lnTo>
                <a:lnTo>
                  <a:pt x="197379" y="38073"/>
                </a:lnTo>
                <a:lnTo>
                  <a:pt x="197396" y="38509"/>
                </a:lnTo>
                <a:lnTo>
                  <a:pt x="197411" y="38964"/>
                </a:lnTo>
                <a:lnTo>
                  <a:pt x="197425" y="39437"/>
                </a:lnTo>
                <a:lnTo>
                  <a:pt x="197437" y="39929"/>
                </a:lnTo>
                <a:lnTo>
                  <a:pt x="197447" y="40439"/>
                </a:lnTo>
                <a:lnTo>
                  <a:pt x="197456" y="40968"/>
                </a:lnTo>
                <a:lnTo>
                  <a:pt x="197463" y="41515"/>
                </a:lnTo>
                <a:lnTo>
                  <a:pt x="197469" y="42081"/>
                </a:lnTo>
                <a:lnTo>
                  <a:pt x="197473" y="42666"/>
                </a:lnTo>
                <a:lnTo>
                  <a:pt x="197475" y="43269"/>
                </a:lnTo>
                <a:lnTo>
                  <a:pt x="197476" y="43890"/>
                </a:lnTo>
                <a:lnTo>
                  <a:pt x="197476" y="61821"/>
                </a:lnTo>
                <a:lnTo>
                  <a:pt x="197475" y="62176"/>
                </a:lnTo>
                <a:lnTo>
                  <a:pt x="197471" y="62521"/>
                </a:lnTo>
                <a:lnTo>
                  <a:pt x="197465" y="62857"/>
                </a:lnTo>
                <a:lnTo>
                  <a:pt x="197457" y="63183"/>
                </a:lnTo>
                <a:lnTo>
                  <a:pt x="197446" y="63499"/>
                </a:lnTo>
                <a:lnTo>
                  <a:pt x="197433" y="63805"/>
                </a:lnTo>
                <a:lnTo>
                  <a:pt x="197417" y="64102"/>
                </a:lnTo>
                <a:lnTo>
                  <a:pt x="197399" y="64389"/>
                </a:lnTo>
                <a:lnTo>
                  <a:pt x="197379" y="64666"/>
                </a:lnTo>
                <a:lnTo>
                  <a:pt x="197356" y="64934"/>
                </a:lnTo>
                <a:lnTo>
                  <a:pt x="197331" y="65192"/>
                </a:lnTo>
                <a:lnTo>
                  <a:pt x="197304" y="65440"/>
                </a:lnTo>
                <a:lnTo>
                  <a:pt x="197274" y="65679"/>
                </a:lnTo>
                <a:lnTo>
                  <a:pt x="197242" y="65908"/>
                </a:lnTo>
                <a:lnTo>
                  <a:pt x="197207" y="66127"/>
                </a:lnTo>
                <a:lnTo>
                  <a:pt x="197170" y="66336"/>
                </a:lnTo>
                <a:lnTo>
                  <a:pt x="197131" y="66536"/>
                </a:lnTo>
                <a:lnTo>
                  <a:pt x="197089" y="66726"/>
                </a:lnTo>
                <a:lnTo>
                  <a:pt x="197045" y="66906"/>
                </a:lnTo>
                <a:lnTo>
                  <a:pt x="196998" y="67077"/>
                </a:lnTo>
                <a:lnTo>
                  <a:pt x="196950" y="67238"/>
                </a:lnTo>
                <a:lnTo>
                  <a:pt x="196898" y="67389"/>
                </a:lnTo>
                <a:lnTo>
                  <a:pt x="196845" y="67531"/>
                </a:lnTo>
                <a:lnTo>
                  <a:pt x="196788" y="67663"/>
                </a:lnTo>
                <a:lnTo>
                  <a:pt x="196730" y="67788"/>
                </a:lnTo>
                <a:lnTo>
                  <a:pt x="196671" y="67911"/>
                </a:lnTo>
                <a:lnTo>
                  <a:pt x="196609" y="68030"/>
                </a:lnTo>
                <a:lnTo>
                  <a:pt x="196546" y="68147"/>
                </a:lnTo>
                <a:lnTo>
                  <a:pt x="196481" y="68260"/>
                </a:lnTo>
                <a:lnTo>
                  <a:pt x="196415" y="68371"/>
                </a:lnTo>
                <a:lnTo>
                  <a:pt x="196346" y="68478"/>
                </a:lnTo>
                <a:lnTo>
                  <a:pt x="196277" y="68583"/>
                </a:lnTo>
                <a:lnTo>
                  <a:pt x="196205" y="68684"/>
                </a:lnTo>
                <a:lnTo>
                  <a:pt x="196132" y="68783"/>
                </a:lnTo>
                <a:lnTo>
                  <a:pt x="196057" y="68878"/>
                </a:lnTo>
                <a:lnTo>
                  <a:pt x="195980" y="68971"/>
                </a:lnTo>
                <a:lnTo>
                  <a:pt x="195902" y="69060"/>
                </a:lnTo>
                <a:lnTo>
                  <a:pt x="195822" y="69147"/>
                </a:lnTo>
                <a:lnTo>
                  <a:pt x="195740" y="69230"/>
                </a:lnTo>
                <a:lnTo>
                  <a:pt x="195657" y="69311"/>
                </a:lnTo>
                <a:lnTo>
                  <a:pt x="195572" y="69388"/>
                </a:lnTo>
                <a:lnTo>
                  <a:pt x="195486" y="69463"/>
                </a:lnTo>
                <a:lnTo>
                  <a:pt x="195397" y="69534"/>
                </a:lnTo>
                <a:lnTo>
                  <a:pt x="195307" y="69603"/>
                </a:lnTo>
                <a:lnTo>
                  <a:pt x="195216" y="69668"/>
                </a:lnTo>
                <a:lnTo>
                  <a:pt x="195122" y="69731"/>
                </a:lnTo>
                <a:lnTo>
                  <a:pt x="195027" y="69790"/>
                </a:lnTo>
                <a:lnTo>
                  <a:pt x="194930" y="69847"/>
                </a:lnTo>
                <a:lnTo>
                  <a:pt x="194829" y="69901"/>
                </a:lnTo>
                <a:lnTo>
                  <a:pt x="194720" y="69952"/>
                </a:lnTo>
                <a:lnTo>
                  <a:pt x="194603" y="70002"/>
                </a:lnTo>
                <a:lnTo>
                  <a:pt x="194478" y="70049"/>
                </a:lnTo>
                <a:lnTo>
                  <a:pt x="194345" y="70093"/>
                </a:lnTo>
                <a:lnTo>
                  <a:pt x="194205" y="70136"/>
                </a:lnTo>
                <a:lnTo>
                  <a:pt x="194057" y="70176"/>
                </a:lnTo>
                <a:lnTo>
                  <a:pt x="193901" y="70214"/>
                </a:lnTo>
                <a:lnTo>
                  <a:pt x="193737" y="70249"/>
                </a:lnTo>
                <a:lnTo>
                  <a:pt x="193566" y="70282"/>
                </a:lnTo>
                <a:lnTo>
                  <a:pt x="193386" y="70313"/>
                </a:lnTo>
                <a:lnTo>
                  <a:pt x="193199" y="70342"/>
                </a:lnTo>
                <a:lnTo>
                  <a:pt x="193005" y="70368"/>
                </a:lnTo>
                <a:lnTo>
                  <a:pt x="192802" y="70392"/>
                </a:lnTo>
                <a:lnTo>
                  <a:pt x="192592" y="70414"/>
                </a:lnTo>
                <a:lnTo>
                  <a:pt x="192374" y="70434"/>
                </a:lnTo>
                <a:lnTo>
                  <a:pt x="192148" y="70451"/>
                </a:lnTo>
                <a:lnTo>
                  <a:pt x="191914" y="70466"/>
                </a:lnTo>
                <a:lnTo>
                  <a:pt x="191673" y="70478"/>
                </a:lnTo>
                <a:lnTo>
                  <a:pt x="191423" y="70489"/>
                </a:lnTo>
                <a:lnTo>
                  <a:pt x="191166" y="70497"/>
                </a:lnTo>
                <a:lnTo>
                  <a:pt x="190902" y="70502"/>
                </a:lnTo>
                <a:lnTo>
                  <a:pt x="190629" y="70506"/>
                </a:lnTo>
                <a:lnTo>
                  <a:pt x="190349" y="70507"/>
                </a:lnTo>
                <a:lnTo>
                  <a:pt x="190349" y="72391"/>
                </a:lnTo>
                <a:lnTo>
                  <a:pt x="213003" y="72391"/>
                </a:lnTo>
                <a:lnTo>
                  <a:pt x="213003" y="70507"/>
                </a:lnTo>
                <a:lnTo>
                  <a:pt x="212730" y="70506"/>
                </a:lnTo>
                <a:lnTo>
                  <a:pt x="212465" y="70502"/>
                </a:lnTo>
                <a:lnTo>
                  <a:pt x="212208" y="70496"/>
                </a:lnTo>
                <a:lnTo>
                  <a:pt x="211957" y="70487"/>
                </a:lnTo>
                <a:lnTo>
                  <a:pt x="211713" y="70476"/>
                </a:lnTo>
                <a:lnTo>
                  <a:pt x="211477" y="70463"/>
                </a:lnTo>
                <a:lnTo>
                  <a:pt x="211248" y="70447"/>
                </a:lnTo>
                <a:lnTo>
                  <a:pt x="211026" y="70428"/>
                </a:lnTo>
                <a:lnTo>
                  <a:pt x="210811" y="70407"/>
                </a:lnTo>
                <a:lnTo>
                  <a:pt x="210603" y="70384"/>
                </a:lnTo>
                <a:lnTo>
                  <a:pt x="210402" y="70358"/>
                </a:lnTo>
                <a:lnTo>
                  <a:pt x="210209" y="70329"/>
                </a:lnTo>
                <a:lnTo>
                  <a:pt x="210023" y="70298"/>
                </a:lnTo>
                <a:lnTo>
                  <a:pt x="209844" y="70265"/>
                </a:lnTo>
                <a:lnTo>
                  <a:pt x="209672" y="70229"/>
                </a:lnTo>
                <a:lnTo>
                  <a:pt x="209507" y="70191"/>
                </a:lnTo>
                <a:lnTo>
                  <a:pt x="209349" y="70150"/>
                </a:lnTo>
                <a:lnTo>
                  <a:pt x="209199" y="70107"/>
                </a:lnTo>
                <a:lnTo>
                  <a:pt x="209055" y="70061"/>
                </a:lnTo>
                <a:lnTo>
                  <a:pt x="208919" y="70013"/>
                </a:lnTo>
                <a:lnTo>
                  <a:pt x="208790" y="69963"/>
                </a:lnTo>
                <a:lnTo>
                  <a:pt x="208668" y="69909"/>
                </a:lnTo>
                <a:lnTo>
                  <a:pt x="208554" y="69854"/>
                </a:lnTo>
                <a:lnTo>
                  <a:pt x="208446" y="69796"/>
                </a:lnTo>
                <a:lnTo>
                  <a:pt x="208343" y="69735"/>
                </a:lnTo>
                <a:lnTo>
                  <a:pt x="208243" y="69672"/>
                </a:lnTo>
                <a:lnTo>
                  <a:pt x="208144" y="69607"/>
                </a:lnTo>
                <a:lnTo>
                  <a:pt x="208048" y="69538"/>
                </a:lnTo>
                <a:lnTo>
                  <a:pt x="207953" y="69468"/>
                </a:lnTo>
                <a:lnTo>
                  <a:pt x="207861" y="69394"/>
                </a:lnTo>
                <a:lnTo>
                  <a:pt x="207771" y="69318"/>
                </a:lnTo>
                <a:lnTo>
                  <a:pt x="207683" y="69240"/>
                </a:lnTo>
                <a:lnTo>
                  <a:pt x="207597" y="69159"/>
                </a:lnTo>
                <a:lnTo>
                  <a:pt x="207513" y="69075"/>
                </a:lnTo>
                <a:lnTo>
                  <a:pt x="207431" y="68989"/>
                </a:lnTo>
                <a:lnTo>
                  <a:pt x="207352" y="68901"/>
                </a:lnTo>
                <a:lnTo>
                  <a:pt x="207274" y="68809"/>
                </a:lnTo>
                <a:lnTo>
                  <a:pt x="207199" y="68716"/>
                </a:lnTo>
                <a:lnTo>
                  <a:pt x="207126" y="68619"/>
                </a:lnTo>
                <a:lnTo>
                  <a:pt x="207055" y="68520"/>
                </a:lnTo>
                <a:lnTo>
                  <a:pt x="206986" y="68419"/>
                </a:lnTo>
                <a:lnTo>
                  <a:pt x="206919" y="68315"/>
                </a:lnTo>
                <a:lnTo>
                  <a:pt x="206854" y="68208"/>
                </a:lnTo>
                <a:lnTo>
                  <a:pt x="206792" y="68099"/>
                </a:lnTo>
                <a:lnTo>
                  <a:pt x="206731" y="67988"/>
                </a:lnTo>
                <a:lnTo>
                  <a:pt x="206673" y="67873"/>
                </a:lnTo>
                <a:lnTo>
                  <a:pt x="206617" y="67756"/>
                </a:lnTo>
                <a:lnTo>
                  <a:pt x="206563" y="67637"/>
                </a:lnTo>
                <a:lnTo>
                  <a:pt x="206511" y="67511"/>
                </a:lnTo>
                <a:lnTo>
                  <a:pt x="206461" y="67376"/>
                </a:lnTo>
                <a:lnTo>
                  <a:pt x="206414" y="67230"/>
                </a:lnTo>
                <a:lnTo>
                  <a:pt x="206368" y="67073"/>
                </a:lnTo>
                <a:lnTo>
                  <a:pt x="206325" y="66907"/>
                </a:lnTo>
                <a:lnTo>
                  <a:pt x="206284" y="66731"/>
                </a:lnTo>
                <a:lnTo>
                  <a:pt x="206246" y="66544"/>
                </a:lnTo>
                <a:lnTo>
                  <a:pt x="206209" y="66347"/>
                </a:lnTo>
                <a:lnTo>
                  <a:pt x="206175" y="66141"/>
                </a:lnTo>
                <a:lnTo>
                  <a:pt x="206143" y="65924"/>
                </a:lnTo>
                <a:lnTo>
                  <a:pt x="206113" y="65696"/>
                </a:lnTo>
                <a:lnTo>
                  <a:pt x="206085" y="65459"/>
                </a:lnTo>
                <a:lnTo>
                  <a:pt x="206060" y="65212"/>
                </a:lnTo>
                <a:lnTo>
                  <a:pt x="206037" y="64954"/>
                </a:lnTo>
                <a:lnTo>
                  <a:pt x="206016" y="64687"/>
                </a:lnTo>
                <a:lnTo>
                  <a:pt x="205997" y="64409"/>
                </a:lnTo>
                <a:lnTo>
                  <a:pt x="205981" y="64121"/>
                </a:lnTo>
                <a:lnTo>
                  <a:pt x="205966" y="63823"/>
                </a:lnTo>
                <a:lnTo>
                  <a:pt x="205954" y="63514"/>
                </a:lnTo>
                <a:lnTo>
                  <a:pt x="205944" y="63196"/>
                </a:lnTo>
                <a:lnTo>
                  <a:pt x="205936" y="62867"/>
                </a:lnTo>
                <a:lnTo>
                  <a:pt x="205931" y="62529"/>
                </a:lnTo>
                <a:lnTo>
                  <a:pt x="205927" y="62180"/>
                </a:lnTo>
                <a:lnTo>
                  <a:pt x="205926" y="61821"/>
                </a:lnTo>
                <a:lnTo>
                  <a:pt x="205926" y="24436"/>
                </a:lnTo>
                <a:lnTo>
                  <a:pt x="203686" y="24436"/>
                </a:lnTo>
                <a:lnTo>
                  <a:pt x="189636" y="30125"/>
                </a:lnTo>
                <a:lnTo>
                  <a:pt x="190349" y="31954"/>
                </a:lnTo>
                <a:lnTo>
                  <a:pt x="190517" y="31892"/>
                </a:lnTo>
                <a:close/>
                <a:moveTo>
                  <a:pt x="53911" y="94892"/>
                </a:moveTo>
                <a:lnTo>
                  <a:pt x="106041" y="94892"/>
                </a:lnTo>
                <a:lnTo>
                  <a:pt x="106041" y="90666"/>
                </a:lnTo>
                <a:lnTo>
                  <a:pt x="53911" y="90666"/>
                </a:lnTo>
                <a:lnTo>
                  <a:pt x="52129" y="90666"/>
                </a:lnTo>
                <a:lnTo>
                  <a:pt x="0" y="90666"/>
                </a:lnTo>
                <a:lnTo>
                  <a:pt x="0" y="94892"/>
                </a:lnTo>
                <a:lnTo>
                  <a:pt x="52129" y="94892"/>
                </a:lnTo>
                <a:lnTo>
                  <a:pt x="53911" y="94892"/>
                </a:lnTo>
                <a:close/>
                <a:moveTo>
                  <a:pt x="230623" y="11624"/>
                </a:moveTo>
                <a:lnTo>
                  <a:pt x="230461" y="12015"/>
                </a:lnTo>
                <a:lnTo>
                  <a:pt x="230301" y="12394"/>
                </a:lnTo>
                <a:lnTo>
                  <a:pt x="230145" y="12763"/>
                </a:lnTo>
                <a:lnTo>
                  <a:pt x="229991" y="13120"/>
                </a:lnTo>
                <a:lnTo>
                  <a:pt x="229841" y="13466"/>
                </a:lnTo>
                <a:lnTo>
                  <a:pt x="229694" y="13801"/>
                </a:lnTo>
                <a:lnTo>
                  <a:pt x="229551" y="14124"/>
                </a:lnTo>
                <a:lnTo>
                  <a:pt x="229410" y="14437"/>
                </a:lnTo>
                <a:lnTo>
                  <a:pt x="229273" y="14738"/>
                </a:lnTo>
                <a:lnTo>
                  <a:pt x="229139" y="15028"/>
                </a:lnTo>
                <a:lnTo>
                  <a:pt x="229008" y="15307"/>
                </a:lnTo>
                <a:lnTo>
                  <a:pt x="228880" y="15575"/>
                </a:lnTo>
                <a:lnTo>
                  <a:pt x="228755" y="15832"/>
                </a:lnTo>
                <a:lnTo>
                  <a:pt x="228634" y="16077"/>
                </a:lnTo>
                <a:lnTo>
                  <a:pt x="228515" y="16311"/>
                </a:lnTo>
                <a:lnTo>
                  <a:pt x="228400" y="16534"/>
                </a:lnTo>
                <a:lnTo>
                  <a:pt x="228289" y="16746"/>
                </a:lnTo>
                <a:lnTo>
                  <a:pt x="228180" y="16947"/>
                </a:lnTo>
                <a:lnTo>
                  <a:pt x="228074" y="17136"/>
                </a:lnTo>
                <a:lnTo>
                  <a:pt x="227972" y="17315"/>
                </a:lnTo>
                <a:lnTo>
                  <a:pt x="227873" y="17482"/>
                </a:lnTo>
                <a:lnTo>
                  <a:pt x="227681" y="17787"/>
                </a:lnTo>
                <a:lnTo>
                  <a:pt x="227487" y="18088"/>
                </a:lnTo>
                <a:lnTo>
                  <a:pt x="227290" y="18386"/>
                </a:lnTo>
                <a:lnTo>
                  <a:pt x="227091" y="18680"/>
                </a:lnTo>
                <a:lnTo>
                  <a:pt x="226891" y="18971"/>
                </a:lnTo>
                <a:lnTo>
                  <a:pt x="226688" y="19258"/>
                </a:lnTo>
                <a:lnTo>
                  <a:pt x="226482" y="19542"/>
                </a:lnTo>
                <a:lnTo>
                  <a:pt x="226275" y="19822"/>
                </a:lnTo>
                <a:lnTo>
                  <a:pt x="226065" y="20099"/>
                </a:lnTo>
                <a:lnTo>
                  <a:pt x="225853" y="20373"/>
                </a:lnTo>
                <a:lnTo>
                  <a:pt x="225639" y="20643"/>
                </a:lnTo>
                <a:lnTo>
                  <a:pt x="225423" y="20909"/>
                </a:lnTo>
                <a:lnTo>
                  <a:pt x="225204" y="21173"/>
                </a:lnTo>
                <a:lnTo>
                  <a:pt x="224984" y="21432"/>
                </a:lnTo>
                <a:lnTo>
                  <a:pt x="224761" y="21689"/>
                </a:lnTo>
                <a:lnTo>
                  <a:pt x="224536" y="21941"/>
                </a:lnTo>
                <a:lnTo>
                  <a:pt x="224308" y="22191"/>
                </a:lnTo>
                <a:lnTo>
                  <a:pt x="224079" y="22437"/>
                </a:lnTo>
                <a:lnTo>
                  <a:pt x="223847" y="22679"/>
                </a:lnTo>
                <a:lnTo>
                  <a:pt x="223613" y="22918"/>
                </a:lnTo>
                <a:lnTo>
                  <a:pt x="223377" y="23153"/>
                </a:lnTo>
                <a:lnTo>
                  <a:pt x="223138" y="23385"/>
                </a:lnTo>
                <a:lnTo>
                  <a:pt x="222898" y="23614"/>
                </a:lnTo>
                <a:lnTo>
                  <a:pt x="222655" y="23839"/>
                </a:lnTo>
                <a:lnTo>
                  <a:pt x="222411" y="24060"/>
                </a:lnTo>
                <a:lnTo>
                  <a:pt x="222168" y="24275"/>
                </a:lnTo>
                <a:lnTo>
                  <a:pt x="221925" y="24485"/>
                </a:lnTo>
                <a:lnTo>
                  <a:pt x="221683" y="24689"/>
                </a:lnTo>
                <a:lnTo>
                  <a:pt x="221441" y="24888"/>
                </a:lnTo>
                <a:lnTo>
                  <a:pt x="221199" y="25082"/>
                </a:lnTo>
                <a:lnTo>
                  <a:pt x="220958" y="25270"/>
                </a:lnTo>
                <a:lnTo>
                  <a:pt x="220717" y="25453"/>
                </a:lnTo>
                <a:lnTo>
                  <a:pt x="220477" y="25631"/>
                </a:lnTo>
                <a:lnTo>
                  <a:pt x="220238" y="25803"/>
                </a:lnTo>
                <a:lnTo>
                  <a:pt x="219998" y="25969"/>
                </a:lnTo>
                <a:lnTo>
                  <a:pt x="219759" y="26130"/>
                </a:lnTo>
                <a:lnTo>
                  <a:pt x="219521" y="26286"/>
                </a:lnTo>
                <a:lnTo>
                  <a:pt x="219283" y="26436"/>
                </a:lnTo>
                <a:lnTo>
                  <a:pt x="219045" y="26581"/>
                </a:lnTo>
                <a:lnTo>
                  <a:pt x="218808" y="26721"/>
                </a:lnTo>
                <a:lnTo>
                  <a:pt x="218572" y="26855"/>
                </a:lnTo>
                <a:lnTo>
                  <a:pt x="218336" y="26984"/>
                </a:lnTo>
                <a:lnTo>
                  <a:pt x="218100" y="27107"/>
                </a:lnTo>
                <a:lnTo>
                  <a:pt x="217864" y="27225"/>
                </a:lnTo>
                <a:lnTo>
                  <a:pt x="217630" y="27338"/>
                </a:lnTo>
                <a:lnTo>
                  <a:pt x="217395" y="27445"/>
                </a:lnTo>
                <a:lnTo>
                  <a:pt x="217161" y="27547"/>
                </a:lnTo>
                <a:lnTo>
                  <a:pt x="216928" y="27643"/>
                </a:lnTo>
                <a:lnTo>
                  <a:pt x="216928" y="29323"/>
                </a:lnTo>
                <a:lnTo>
                  <a:pt x="224309" y="29323"/>
                </a:lnTo>
                <a:lnTo>
                  <a:pt x="224309" y="60718"/>
                </a:lnTo>
                <a:lnTo>
                  <a:pt x="224311" y="61134"/>
                </a:lnTo>
                <a:lnTo>
                  <a:pt x="224317" y="61541"/>
                </a:lnTo>
                <a:lnTo>
                  <a:pt x="224326" y="61939"/>
                </a:lnTo>
                <a:lnTo>
                  <a:pt x="224339" y="62328"/>
                </a:lnTo>
                <a:lnTo>
                  <a:pt x="224356" y="62707"/>
                </a:lnTo>
                <a:lnTo>
                  <a:pt x="224376" y="63077"/>
                </a:lnTo>
                <a:lnTo>
                  <a:pt x="224400" y="63439"/>
                </a:lnTo>
                <a:lnTo>
                  <a:pt x="224428" y="63791"/>
                </a:lnTo>
                <a:lnTo>
                  <a:pt x="224460" y="64134"/>
                </a:lnTo>
                <a:lnTo>
                  <a:pt x="224495" y="64468"/>
                </a:lnTo>
                <a:lnTo>
                  <a:pt x="224534" y="64793"/>
                </a:lnTo>
                <a:lnTo>
                  <a:pt x="224577" y="65108"/>
                </a:lnTo>
                <a:lnTo>
                  <a:pt x="224623" y="65415"/>
                </a:lnTo>
                <a:lnTo>
                  <a:pt x="224673" y="65712"/>
                </a:lnTo>
                <a:lnTo>
                  <a:pt x="224727" y="66001"/>
                </a:lnTo>
                <a:lnTo>
                  <a:pt x="224784" y="66280"/>
                </a:lnTo>
                <a:lnTo>
                  <a:pt x="224846" y="66550"/>
                </a:lnTo>
                <a:lnTo>
                  <a:pt x="224911" y="66811"/>
                </a:lnTo>
                <a:lnTo>
                  <a:pt x="224979" y="67063"/>
                </a:lnTo>
                <a:lnTo>
                  <a:pt x="225052" y="67306"/>
                </a:lnTo>
                <a:lnTo>
                  <a:pt x="225128" y="67540"/>
                </a:lnTo>
                <a:lnTo>
                  <a:pt x="225208" y="67764"/>
                </a:lnTo>
                <a:lnTo>
                  <a:pt x="225291" y="67980"/>
                </a:lnTo>
                <a:lnTo>
                  <a:pt x="225378" y="68186"/>
                </a:lnTo>
                <a:lnTo>
                  <a:pt x="225469" y="68386"/>
                </a:lnTo>
                <a:lnTo>
                  <a:pt x="225565" y="68581"/>
                </a:lnTo>
                <a:lnTo>
                  <a:pt x="225664" y="68773"/>
                </a:lnTo>
                <a:lnTo>
                  <a:pt x="225767" y="68961"/>
                </a:lnTo>
                <a:lnTo>
                  <a:pt x="225875" y="69146"/>
                </a:lnTo>
                <a:lnTo>
                  <a:pt x="225986" y="69326"/>
                </a:lnTo>
                <a:lnTo>
                  <a:pt x="226102" y="69502"/>
                </a:lnTo>
                <a:lnTo>
                  <a:pt x="226221" y="69675"/>
                </a:lnTo>
                <a:lnTo>
                  <a:pt x="226345" y="69843"/>
                </a:lnTo>
                <a:lnTo>
                  <a:pt x="226472" y="70008"/>
                </a:lnTo>
                <a:lnTo>
                  <a:pt x="226604" y="70169"/>
                </a:lnTo>
                <a:lnTo>
                  <a:pt x="226740" y="70326"/>
                </a:lnTo>
                <a:lnTo>
                  <a:pt x="226880" y="70479"/>
                </a:lnTo>
                <a:lnTo>
                  <a:pt x="227024" y="70628"/>
                </a:lnTo>
                <a:lnTo>
                  <a:pt x="227172" y="70773"/>
                </a:lnTo>
                <a:lnTo>
                  <a:pt x="227324" y="70914"/>
                </a:lnTo>
                <a:lnTo>
                  <a:pt x="227480" y="71052"/>
                </a:lnTo>
                <a:lnTo>
                  <a:pt x="227641" y="71186"/>
                </a:lnTo>
                <a:lnTo>
                  <a:pt x="227805" y="71315"/>
                </a:lnTo>
                <a:lnTo>
                  <a:pt x="227973" y="71441"/>
                </a:lnTo>
                <a:lnTo>
                  <a:pt x="228146" y="71563"/>
                </a:lnTo>
                <a:lnTo>
                  <a:pt x="228322" y="71681"/>
                </a:lnTo>
                <a:lnTo>
                  <a:pt x="228503" y="71795"/>
                </a:lnTo>
                <a:lnTo>
                  <a:pt x="228687" y="71905"/>
                </a:lnTo>
                <a:lnTo>
                  <a:pt x="228874" y="72011"/>
                </a:lnTo>
                <a:lnTo>
                  <a:pt x="229061" y="72113"/>
                </a:lnTo>
                <a:lnTo>
                  <a:pt x="229249" y="72210"/>
                </a:lnTo>
                <a:lnTo>
                  <a:pt x="229437" y="72303"/>
                </a:lnTo>
                <a:lnTo>
                  <a:pt x="229625" y="72391"/>
                </a:lnTo>
                <a:lnTo>
                  <a:pt x="229814" y="72474"/>
                </a:lnTo>
                <a:lnTo>
                  <a:pt x="230003" y="72553"/>
                </a:lnTo>
                <a:lnTo>
                  <a:pt x="230192" y="72627"/>
                </a:lnTo>
                <a:lnTo>
                  <a:pt x="230382" y="72697"/>
                </a:lnTo>
                <a:lnTo>
                  <a:pt x="230572" y="72763"/>
                </a:lnTo>
                <a:lnTo>
                  <a:pt x="230762" y="72824"/>
                </a:lnTo>
                <a:lnTo>
                  <a:pt x="230953" y="72880"/>
                </a:lnTo>
                <a:lnTo>
                  <a:pt x="231144" y="72932"/>
                </a:lnTo>
                <a:lnTo>
                  <a:pt x="231335" y="72979"/>
                </a:lnTo>
                <a:lnTo>
                  <a:pt x="231527" y="73022"/>
                </a:lnTo>
                <a:lnTo>
                  <a:pt x="231719" y="73061"/>
                </a:lnTo>
                <a:lnTo>
                  <a:pt x="231912" y="73095"/>
                </a:lnTo>
                <a:lnTo>
                  <a:pt x="232104" y="73124"/>
                </a:lnTo>
                <a:lnTo>
                  <a:pt x="232298" y="73149"/>
                </a:lnTo>
                <a:lnTo>
                  <a:pt x="232491" y="73169"/>
                </a:lnTo>
                <a:lnTo>
                  <a:pt x="232685" y="73185"/>
                </a:lnTo>
                <a:lnTo>
                  <a:pt x="232879" y="73196"/>
                </a:lnTo>
                <a:lnTo>
                  <a:pt x="233074" y="73203"/>
                </a:lnTo>
                <a:lnTo>
                  <a:pt x="233269" y="73205"/>
                </a:lnTo>
                <a:lnTo>
                  <a:pt x="233557" y="73201"/>
                </a:lnTo>
                <a:lnTo>
                  <a:pt x="233845" y="73187"/>
                </a:lnTo>
                <a:lnTo>
                  <a:pt x="234131" y="73165"/>
                </a:lnTo>
                <a:lnTo>
                  <a:pt x="234417" y="73134"/>
                </a:lnTo>
                <a:lnTo>
                  <a:pt x="234703" y="73094"/>
                </a:lnTo>
                <a:lnTo>
                  <a:pt x="234987" y="73045"/>
                </a:lnTo>
                <a:lnTo>
                  <a:pt x="235271" y="72987"/>
                </a:lnTo>
                <a:lnTo>
                  <a:pt x="235554" y="72920"/>
                </a:lnTo>
                <a:lnTo>
                  <a:pt x="235837" y="72845"/>
                </a:lnTo>
                <a:lnTo>
                  <a:pt x="236118" y="72760"/>
                </a:lnTo>
                <a:lnTo>
                  <a:pt x="236399" y="72667"/>
                </a:lnTo>
                <a:lnTo>
                  <a:pt x="236680" y="72564"/>
                </a:lnTo>
                <a:lnTo>
                  <a:pt x="236959" y="72453"/>
                </a:lnTo>
                <a:lnTo>
                  <a:pt x="237238" y="72333"/>
                </a:lnTo>
                <a:lnTo>
                  <a:pt x="237517" y="72204"/>
                </a:lnTo>
                <a:lnTo>
                  <a:pt x="237794" y="72066"/>
                </a:lnTo>
                <a:lnTo>
                  <a:pt x="238071" y="71919"/>
                </a:lnTo>
                <a:lnTo>
                  <a:pt x="238347" y="71763"/>
                </a:lnTo>
                <a:lnTo>
                  <a:pt x="238622" y="71599"/>
                </a:lnTo>
                <a:lnTo>
                  <a:pt x="238897" y="71425"/>
                </a:lnTo>
                <a:lnTo>
                  <a:pt x="239171" y="71243"/>
                </a:lnTo>
                <a:lnTo>
                  <a:pt x="239444" y="71052"/>
                </a:lnTo>
                <a:lnTo>
                  <a:pt x="239717" y="70851"/>
                </a:lnTo>
                <a:lnTo>
                  <a:pt x="239989" y="70642"/>
                </a:lnTo>
                <a:lnTo>
                  <a:pt x="240258" y="70424"/>
                </a:lnTo>
                <a:lnTo>
                  <a:pt x="240522" y="70198"/>
                </a:lnTo>
                <a:lnTo>
                  <a:pt x="240780" y="69963"/>
                </a:lnTo>
                <a:lnTo>
                  <a:pt x="241034" y="69720"/>
                </a:lnTo>
                <a:lnTo>
                  <a:pt x="241282" y="69468"/>
                </a:lnTo>
                <a:lnTo>
                  <a:pt x="241526" y="69208"/>
                </a:lnTo>
                <a:lnTo>
                  <a:pt x="241764" y="68939"/>
                </a:lnTo>
                <a:lnTo>
                  <a:pt x="241997" y="68662"/>
                </a:lnTo>
                <a:lnTo>
                  <a:pt x="242225" y="68376"/>
                </a:lnTo>
                <a:lnTo>
                  <a:pt x="242448" y="68082"/>
                </a:lnTo>
                <a:lnTo>
                  <a:pt x="242665" y="67779"/>
                </a:lnTo>
                <a:lnTo>
                  <a:pt x="242878" y="67468"/>
                </a:lnTo>
                <a:lnTo>
                  <a:pt x="243085" y="67149"/>
                </a:lnTo>
                <a:lnTo>
                  <a:pt x="243288" y="66820"/>
                </a:lnTo>
                <a:lnTo>
                  <a:pt x="243485" y="66484"/>
                </a:lnTo>
                <a:lnTo>
                  <a:pt x="243677" y="66139"/>
                </a:lnTo>
                <a:lnTo>
                  <a:pt x="243864" y="65786"/>
                </a:lnTo>
                <a:lnTo>
                  <a:pt x="244045" y="65424"/>
                </a:lnTo>
                <a:lnTo>
                  <a:pt x="244222" y="65053"/>
                </a:lnTo>
                <a:lnTo>
                  <a:pt x="244394" y="64675"/>
                </a:lnTo>
                <a:lnTo>
                  <a:pt x="244560" y="64287"/>
                </a:lnTo>
                <a:lnTo>
                  <a:pt x="244721" y="63891"/>
                </a:lnTo>
                <a:lnTo>
                  <a:pt x="244878" y="63487"/>
                </a:lnTo>
                <a:lnTo>
                  <a:pt x="245029" y="63075"/>
                </a:lnTo>
                <a:lnTo>
                  <a:pt x="243043" y="63075"/>
                </a:lnTo>
                <a:lnTo>
                  <a:pt x="242970" y="63242"/>
                </a:lnTo>
                <a:lnTo>
                  <a:pt x="242894" y="63407"/>
                </a:lnTo>
                <a:lnTo>
                  <a:pt x="242816" y="63568"/>
                </a:lnTo>
                <a:lnTo>
                  <a:pt x="242735" y="63726"/>
                </a:lnTo>
                <a:lnTo>
                  <a:pt x="242652" y="63880"/>
                </a:lnTo>
                <a:lnTo>
                  <a:pt x="242566" y="64031"/>
                </a:lnTo>
                <a:lnTo>
                  <a:pt x="242478" y="64178"/>
                </a:lnTo>
                <a:lnTo>
                  <a:pt x="242387" y="64322"/>
                </a:lnTo>
                <a:lnTo>
                  <a:pt x="242294" y="64462"/>
                </a:lnTo>
                <a:lnTo>
                  <a:pt x="242198" y="64599"/>
                </a:lnTo>
                <a:lnTo>
                  <a:pt x="242100" y="64733"/>
                </a:lnTo>
                <a:lnTo>
                  <a:pt x="242000" y="64863"/>
                </a:lnTo>
                <a:lnTo>
                  <a:pt x="241897" y="64989"/>
                </a:lnTo>
                <a:lnTo>
                  <a:pt x="241791" y="65112"/>
                </a:lnTo>
                <a:lnTo>
                  <a:pt x="241683" y="65232"/>
                </a:lnTo>
                <a:lnTo>
                  <a:pt x="241573" y="65348"/>
                </a:lnTo>
                <a:lnTo>
                  <a:pt x="241460" y="65461"/>
                </a:lnTo>
                <a:lnTo>
                  <a:pt x="241344" y="65571"/>
                </a:lnTo>
                <a:lnTo>
                  <a:pt x="241226" y="65676"/>
                </a:lnTo>
                <a:lnTo>
                  <a:pt x="241106" y="65779"/>
                </a:lnTo>
                <a:lnTo>
                  <a:pt x="240983" y="65878"/>
                </a:lnTo>
                <a:lnTo>
                  <a:pt x="240858" y="65974"/>
                </a:lnTo>
                <a:lnTo>
                  <a:pt x="240730" y="66066"/>
                </a:lnTo>
                <a:lnTo>
                  <a:pt x="240600" y="66154"/>
                </a:lnTo>
                <a:lnTo>
                  <a:pt x="240468" y="66240"/>
                </a:lnTo>
                <a:lnTo>
                  <a:pt x="240336" y="66321"/>
                </a:lnTo>
                <a:lnTo>
                  <a:pt x="240204" y="66399"/>
                </a:lnTo>
                <a:lnTo>
                  <a:pt x="240071" y="66473"/>
                </a:lnTo>
                <a:lnTo>
                  <a:pt x="239938" y="66544"/>
                </a:lnTo>
                <a:lnTo>
                  <a:pt x="239804" y="66611"/>
                </a:lnTo>
                <a:lnTo>
                  <a:pt x="239670" y="66674"/>
                </a:lnTo>
                <a:lnTo>
                  <a:pt x="239536" y="66734"/>
                </a:lnTo>
                <a:lnTo>
                  <a:pt x="239402" y="66790"/>
                </a:lnTo>
                <a:lnTo>
                  <a:pt x="239267" y="66843"/>
                </a:lnTo>
                <a:lnTo>
                  <a:pt x="239132" y="66892"/>
                </a:lnTo>
                <a:lnTo>
                  <a:pt x="238996" y="66937"/>
                </a:lnTo>
                <a:lnTo>
                  <a:pt x="238860" y="66979"/>
                </a:lnTo>
                <a:lnTo>
                  <a:pt x="238724" y="67017"/>
                </a:lnTo>
                <a:lnTo>
                  <a:pt x="238587" y="67051"/>
                </a:lnTo>
                <a:lnTo>
                  <a:pt x="238450" y="67082"/>
                </a:lnTo>
                <a:lnTo>
                  <a:pt x="238313" y="67109"/>
                </a:lnTo>
                <a:lnTo>
                  <a:pt x="238175" y="67133"/>
                </a:lnTo>
                <a:lnTo>
                  <a:pt x="238037" y="67153"/>
                </a:lnTo>
                <a:lnTo>
                  <a:pt x="237899" y="67169"/>
                </a:lnTo>
                <a:lnTo>
                  <a:pt x="237760" y="67182"/>
                </a:lnTo>
                <a:lnTo>
                  <a:pt x="237621" y="67191"/>
                </a:lnTo>
                <a:lnTo>
                  <a:pt x="237481" y="67196"/>
                </a:lnTo>
                <a:lnTo>
                  <a:pt x="237342" y="67198"/>
                </a:lnTo>
                <a:lnTo>
                  <a:pt x="237173" y="67195"/>
                </a:lnTo>
                <a:lnTo>
                  <a:pt x="237007" y="67187"/>
                </a:lnTo>
                <a:lnTo>
                  <a:pt x="236844" y="67173"/>
                </a:lnTo>
                <a:lnTo>
                  <a:pt x="236683" y="67154"/>
                </a:lnTo>
                <a:lnTo>
                  <a:pt x="236525" y="67130"/>
                </a:lnTo>
                <a:lnTo>
                  <a:pt x="236370" y="67100"/>
                </a:lnTo>
                <a:lnTo>
                  <a:pt x="236217" y="67064"/>
                </a:lnTo>
                <a:lnTo>
                  <a:pt x="236066" y="67023"/>
                </a:lnTo>
                <a:lnTo>
                  <a:pt x="235918" y="66977"/>
                </a:lnTo>
                <a:lnTo>
                  <a:pt x="235773" y="66925"/>
                </a:lnTo>
                <a:lnTo>
                  <a:pt x="235630" y="66867"/>
                </a:lnTo>
                <a:lnTo>
                  <a:pt x="235490" y="66804"/>
                </a:lnTo>
                <a:lnTo>
                  <a:pt x="235352" y="66736"/>
                </a:lnTo>
                <a:lnTo>
                  <a:pt x="235217" y="66662"/>
                </a:lnTo>
                <a:lnTo>
                  <a:pt x="235085" y="66583"/>
                </a:lnTo>
                <a:lnTo>
                  <a:pt x="234955" y="66498"/>
                </a:lnTo>
                <a:lnTo>
                  <a:pt x="234827" y="66408"/>
                </a:lnTo>
                <a:lnTo>
                  <a:pt x="234702" y="66312"/>
                </a:lnTo>
                <a:lnTo>
                  <a:pt x="234580" y="66211"/>
                </a:lnTo>
                <a:lnTo>
                  <a:pt x="234460" y="66104"/>
                </a:lnTo>
                <a:lnTo>
                  <a:pt x="234343" y="65992"/>
                </a:lnTo>
                <a:lnTo>
                  <a:pt x="234229" y="65875"/>
                </a:lnTo>
                <a:lnTo>
                  <a:pt x="234117" y="65752"/>
                </a:lnTo>
                <a:lnTo>
                  <a:pt x="234007" y="65623"/>
                </a:lnTo>
                <a:lnTo>
                  <a:pt x="233901" y="65487"/>
                </a:lnTo>
                <a:lnTo>
                  <a:pt x="233800" y="65340"/>
                </a:lnTo>
                <a:lnTo>
                  <a:pt x="233703" y="65183"/>
                </a:lnTo>
                <a:lnTo>
                  <a:pt x="233610" y="65016"/>
                </a:lnTo>
                <a:lnTo>
                  <a:pt x="233523" y="64838"/>
                </a:lnTo>
                <a:lnTo>
                  <a:pt x="233439" y="64650"/>
                </a:lnTo>
                <a:lnTo>
                  <a:pt x="233360" y="64453"/>
                </a:lnTo>
                <a:lnTo>
                  <a:pt x="233286" y="64244"/>
                </a:lnTo>
                <a:lnTo>
                  <a:pt x="233216" y="64026"/>
                </a:lnTo>
                <a:lnTo>
                  <a:pt x="233151" y="63797"/>
                </a:lnTo>
                <a:lnTo>
                  <a:pt x="233090" y="63558"/>
                </a:lnTo>
                <a:lnTo>
                  <a:pt x="233034" y="63309"/>
                </a:lnTo>
                <a:lnTo>
                  <a:pt x="232982" y="63050"/>
                </a:lnTo>
                <a:lnTo>
                  <a:pt x="232934" y="62780"/>
                </a:lnTo>
                <a:lnTo>
                  <a:pt x="232892" y="62500"/>
                </a:lnTo>
                <a:lnTo>
                  <a:pt x="232853" y="62210"/>
                </a:lnTo>
                <a:lnTo>
                  <a:pt x="232819" y="61910"/>
                </a:lnTo>
                <a:lnTo>
                  <a:pt x="232790" y="61599"/>
                </a:lnTo>
                <a:lnTo>
                  <a:pt x="232765" y="61278"/>
                </a:lnTo>
                <a:lnTo>
                  <a:pt x="232745" y="60947"/>
                </a:lnTo>
                <a:lnTo>
                  <a:pt x="232729" y="60606"/>
                </a:lnTo>
                <a:lnTo>
                  <a:pt x="232718" y="60254"/>
                </a:lnTo>
                <a:lnTo>
                  <a:pt x="232711" y="59893"/>
                </a:lnTo>
                <a:lnTo>
                  <a:pt x="232709" y="59521"/>
                </a:lnTo>
                <a:lnTo>
                  <a:pt x="232709" y="29323"/>
                </a:lnTo>
                <a:lnTo>
                  <a:pt x="243603" y="29323"/>
                </a:lnTo>
                <a:lnTo>
                  <a:pt x="243603" y="25759"/>
                </a:lnTo>
                <a:lnTo>
                  <a:pt x="232709" y="25759"/>
                </a:lnTo>
                <a:lnTo>
                  <a:pt x="232709" y="10385"/>
                </a:lnTo>
                <a:lnTo>
                  <a:pt x="231131" y="10385"/>
                </a:lnTo>
                <a:lnTo>
                  <a:pt x="230959" y="10809"/>
                </a:lnTo>
                <a:lnTo>
                  <a:pt x="230789" y="11222"/>
                </a:lnTo>
                <a:lnTo>
                  <a:pt x="230623" y="11624"/>
                </a:lnTo>
                <a:close/>
                <a:moveTo>
                  <a:pt x="376515" y="31808"/>
                </a:moveTo>
                <a:lnTo>
                  <a:pt x="376664" y="31757"/>
                </a:lnTo>
                <a:lnTo>
                  <a:pt x="376811" y="31709"/>
                </a:lnTo>
                <a:lnTo>
                  <a:pt x="376955" y="31663"/>
                </a:lnTo>
                <a:lnTo>
                  <a:pt x="377097" y="31620"/>
                </a:lnTo>
                <a:lnTo>
                  <a:pt x="377237" y="31579"/>
                </a:lnTo>
                <a:lnTo>
                  <a:pt x="377374" y="31540"/>
                </a:lnTo>
                <a:lnTo>
                  <a:pt x="377509" y="31505"/>
                </a:lnTo>
                <a:lnTo>
                  <a:pt x="377642" y="31471"/>
                </a:lnTo>
                <a:lnTo>
                  <a:pt x="377773" y="31440"/>
                </a:lnTo>
                <a:lnTo>
                  <a:pt x="377901" y="31412"/>
                </a:lnTo>
                <a:lnTo>
                  <a:pt x="378027" y="31386"/>
                </a:lnTo>
                <a:lnTo>
                  <a:pt x="378151" y="31362"/>
                </a:lnTo>
                <a:lnTo>
                  <a:pt x="378272" y="31341"/>
                </a:lnTo>
                <a:lnTo>
                  <a:pt x="378391" y="31323"/>
                </a:lnTo>
                <a:lnTo>
                  <a:pt x="378508" y="31307"/>
                </a:lnTo>
                <a:lnTo>
                  <a:pt x="378622" y="31293"/>
                </a:lnTo>
                <a:lnTo>
                  <a:pt x="378734" y="31282"/>
                </a:lnTo>
                <a:lnTo>
                  <a:pt x="378844" y="31273"/>
                </a:lnTo>
                <a:lnTo>
                  <a:pt x="378952" y="31267"/>
                </a:lnTo>
                <a:lnTo>
                  <a:pt x="379057" y="31263"/>
                </a:lnTo>
                <a:lnTo>
                  <a:pt x="379160" y="31262"/>
                </a:lnTo>
                <a:lnTo>
                  <a:pt x="379286" y="31263"/>
                </a:lnTo>
                <a:lnTo>
                  <a:pt x="379410" y="31266"/>
                </a:lnTo>
                <a:lnTo>
                  <a:pt x="379532" y="31272"/>
                </a:lnTo>
                <a:lnTo>
                  <a:pt x="379651" y="31279"/>
                </a:lnTo>
                <a:lnTo>
                  <a:pt x="379769" y="31289"/>
                </a:lnTo>
                <a:lnTo>
                  <a:pt x="379884" y="31300"/>
                </a:lnTo>
                <a:lnTo>
                  <a:pt x="379997" y="31314"/>
                </a:lnTo>
                <a:lnTo>
                  <a:pt x="380107" y="31330"/>
                </a:lnTo>
                <a:lnTo>
                  <a:pt x="380216" y="31348"/>
                </a:lnTo>
                <a:lnTo>
                  <a:pt x="380322" y="31368"/>
                </a:lnTo>
                <a:lnTo>
                  <a:pt x="380426" y="31391"/>
                </a:lnTo>
                <a:lnTo>
                  <a:pt x="380528" y="31415"/>
                </a:lnTo>
                <a:lnTo>
                  <a:pt x="380628" y="31442"/>
                </a:lnTo>
                <a:lnTo>
                  <a:pt x="380725" y="31470"/>
                </a:lnTo>
                <a:lnTo>
                  <a:pt x="380820" y="31501"/>
                </a:lnTo>
                <a:lnTo>
                  <a:pt x="380913" y="31534"/>
                </a:lnTo>
                <a:lnTo>
                  <a:pt x="381004" y="31569"/>
                </a:lnTo>
                <a:lnTo>
                  <a:pt x="381093" y="31607"/>
                </a:lnTo>
                <a:lnTo>
                  <a:pt x="381179" y="31646"/>
                </a:lnTo>
                <a:lnTo>
                  <a:pt x="381263" y="31687"/>
                </a:lnTo>
                <a:lnTo>
                  <a:pt x="381345" y="31731"/>
                </a:lnTo>
                <a:lnTo>
                  <a:pt x="381425" y="31777"/>
                </a:lnTo>
                <a:lnTo>
                  <a:pt x="381503" y="31825"/>
                </a:lnTo>
                <a:lnTo>
                  <a:pt x="381578" y="31875"/>
                </a:lnTo>
                <a:lnTo>
                  <a:pt x="381652" y="31926"/>
                </a:lnTo>
                <a:lnTo>
                  <a:pt x="381723" y="31981"/>
                </a:lnTo>
                <a:lnTo>
                  <a:pt x="381793" y="32037"/>
                </a:lnTo>
                <a:lnTo>
                  <a:pt x="381862" y="32095"/>
                </a:lnTo>
                <a:lnTo>
                  <a:pt x="381928" y="32156"/>
                </a:lnTo>
                <a:lnTo>
                  <a:pt x="381993" y="32218"/>
                </a:lnTo>
                <a:lnTo>
                  <a:pt x="382057" y="32283"/>
                </a:lnTo>
                <a:lnTo>
                  <a:pt x="382118" y="32350"/>
                </a:lnTo>
                <a:lnTo>
                  <a:pt x="382178" y="32419"/>
                </a:lnTo>
                <a:lnTo>
                  <a:pt x="382237" y="32490"/>
                </a:lnTo>
                <a:lnTo>
                  <a:pt x="382293" y="32563"/>
                </a:lnTo>
                <a:lnTo>
                  <a:pt x="382348" y="32639"/>
                </a:lnTo>
                <a:lnTo>
                  <a:pt x="382401" y="32716"/>
                </a:lnTo>
                <a:lnTo>
                  <a:pt x="382453" y="32796"/>
                </a:lnTo>
                <a:lnTo>
                  <a:pt x="382503" y="32877"/>
                </a:lnTo>
                <a:lnTo>
                  <a:pt x="382551" y="32961"/>
                </a:lnTo>
                <a:lnTo>
                  <a:pt x="382598" y="33047"/>
                </a:lnTo>
                <a:lnTo>
                  <a:pt x="382642" y="33135"/>
                </a:lnTo>
                <a:lnTo>
                  <a:pt x="382686" y="33226"/>
                </a:lnTo>
                <a:lnTo>
                  <a:pt x="382727" y="33318"/>
                </a:lnTo>
                <a:lnTo>
                  <a:pt x="382767" y="33413"/>
                </a:lnTo>
                <a:lnTo>
                  <a:pt x="382805" y="33509"/>
                </a:lnTo>
                <a:lnTo>
                  <a:pt x="382841" y="33608"/>
                </a:lnTo>
                <a:lnTo>
                  <a:pt x="382876" y="33709"/>
                </a:lnTo>
                <a:lnTo>
                  <a:pt x="382909" y="33816"/>
                </a:lnTo>
                <a:lnTo>
                  <a:pt x="382941" y="33935"/>
                </a:lnTo>
                <a:lnTo>
                  <a:pt x="382972" y="34066"/>
                </a:lnTo>
                <a:lnTo>
                  <a:pt x="383001" y="34208"/>
                </a:lnTo>
                <a:lnTo>
                  <a:pt x="383028" y="34362"/>
                </a:lnTo>
                <a:lnTo>
                  <a:pt x="383054" y="34527"/>
                </a:lnTo>
                <a:lnTo>
                  <a:pt x="383079" y="34703"/>
                </a:lnTo>
                <a:lnTo>
                  <a:pt x="383103" y="34891"/>
                </a:lnTo>
                <a:lnTo>
                  <a:pt x="383124" y="35091"/>
                </a:lnTo>
                <a:lnTo>
                  <a:pt x="383145" y="35302"/>
                </a:lnTo>
                <a:lnTo>
                  <a:pt x="383164" y="35525"/>
                </a:lnTo>
                <a:lnTo>
                  <a:pt x="383182" y="35759"/>
                </a:lnTo>
                <a:lnTo>
                  <a:pt x="383198" y="36004"/>
                </a:lnTo>
                <a:lnTo>
                  <a:pt x="383213" y="36261"/>
                </a:lnTo>
                <a:lnTo>
                  <a:pt x="383226" y="36530"/>
                </a:lnTo>
                <a:lnTo>
                  <a:pt x="383238" y="36810"/>
                </a:lnTo>
                <a:lnTo>
                  <a:pt x="383249" y="37101"/>
                </a:lnTo>
                <a:lnTo>
                  <a:pt x="383258" y="37405"/>
                </a:lnTo>
                <a:lnTo>
                  <a:pt x="383266" y="37719"/>
                </a:lnTo>
                <a:lnTo>
                  <a:pt x="383272" y="38045"/>
                </a:lnTo>
                <a:lnTo>
                  <a:pt x="383277" y="38383"/>
                </a:lnTo>
                <a:lnTo>
                  <a:pt x="383281" y="38732"/>
                </a:lnTo>
                <a:lnTo>
                  <a:pt x="383283" y="39092"/>
                </a:lnTo>
                <a:lnTo>
                  <a:pt x="383284" y="39465"/>
                </a:lnTo>
                <a:lnTo>
                  <a:pt x="383284" y="83584"/>
                </a:lnTo>
                <a:lnTo>
                  <a:pt x="383283" y="84002"/>
                </a:lnTo>
                <a:lnTo>
                  <a:pt x="383280" y="84406"/>
                </a:lnTo>
                <a:lnTo>
                  <a:pt x="383275" y="84797"/>
                </a:lnTo>
                <a:lnTo>
                  <a:pt x="383269" y="85175"/>
                </a:lnTo>
                <a:lnTo>
                  <a:pt x="383260" y="85539"/>
                </a:lnTo>
                <a:lnTo>
                  <a:pt x="383250" y="85890"/>
                </a:lnTo>
                <a:lnTo>
                  <a:pt x="383238" y="86228"/>
                </a:lnTo>
                <a:lnTo>
                  <a:pt x="383224" y="86552"/>
                </a:lnTo>
                <a:lnTo>
                  <a:pt x="383208" y="86863"/>
                </a:lnTo>
                <a:lnTo>
                  <a:pt x="383191" y="87161"/>
                </a:lnTo>
                <a:lnTo>
                  <a:pt x="383171" y="87445"/>
                </a:lnTo>
                <a:lnTo>
                  <a:pt x="383150" y="87716"/>
                </a:lnTo>
                <a:lnTo>
                  <a:pt x="383127" y="87974"/>
                </a:lnTo>
                <a:lnTo>
                  <a:pt x="383102" y="88218"/>
                </a:lnTo>
                <a:lnTo>
                  <a:pt x="383075" y="88449"/>
                </a:lnTo>
                <a:lnTo>
                  <a:pt x="383046" y="88666"/>
                </a:lnTo>
                <a:lnTo>
                  <a:pt x="383015" y="88870"/>
                </a:lnTo>
                <a:lnTo>
                  <a:pt x="382983" y="89061"/>
                </a:lnTo>
                <a:lnTo>
                  <a:pt x="382949" y="89238"/>
                </a:lnTo>
                <a:lnTo>
                  <a:pt x="382912" y="89402"/>
                </a:lnTo>
                <a:lnTo>
                  <a:pt x="382874" y="89553"/>
                </a:lnTo>
                <a:lnTo>
                  <a:pt x="382834" y="89690"/>
                </a:lnTo>
                <a:lnTo>
                  <a:pt x="382793" y="89814"/>
                </a:lnTo>
                <a:lnTo>
                  <a:pt x="382749" y="89925"/>
                </a:lnTo>
                <a:lnTo>
                  <a:pt x="382704" y="90028"/>
                </a:lnTo>
                <a:lnTo>
                  <a:pt x="382657" y="90128"/>
                </a:lnTo>
                <a:lnTo>
                  <a:pt x="382609" y="90227"/>
                </a:lnTo>
                <a:lnTo>
                  <a:pt x="382559" y="90322"/>
                </a:lnTo>
                <a:lnTo>
                  <a:pt x="382507" y="90416"/>
                </a:lnTo>
                <a:lnTo>
                  <a:pt x="382455" y="90506"/>
                </a:lnTo>
                <a:lnTo>
                  <a:pt x="382400" y="90595"/>
                </a:lnTo>
                <a:lnTo>
                  <a:pt x="382345" y="90681"/>
                </a:lnTo>
                <a:lnTo>
                  <a:pt x="382287" y="90765"/>
                </a:lnTo>
                <a:lnTo>
                  <a:pt x="382228" y="90846"/>
                </a:lnTo>
                <a:lnTo>
                  <a:pt x="382168" y="90925"/>
                </a:lnTo>
                <a:lnTo>
                  <a:pt x="382106" y="91002"/>
                </a:lnTo>
                <a:lnTo>
                  <a:pt x="382043" y="91076"/>
                </a:lnTo>
                <a:lnTo>
                  <a:pt x="381978" y="91148"/>
                </a:lnTo>
                <a:lnTo>
                  <a:pt x="381912" y="91217"/>
                </a:lnTo>
                <a:lnTo>
                  <a:pt x="381844" y="91284"/>
                </a:lnTo>
                <a:lnTo>
                  <a:pt x="381775" y="91349"/>
                </a:lnTo>
                <a:lnTo>
                  <a:pt x="381704" y="91411"/>
                </a:lnTo>
                <a:lnTo>
                  <a:pt x="381631" y="91471"/>
                </a:lnTo>
                <a:lnTo>
                  <a:pt x="381558" y="91528"/>
                </a:lnTo>
                <a:lnTo>
                  <a:pt x="381482" y="91583"/>
                </a:lnTo>
                <a:lnTo>
                  <a:pt x="381405" y="91636"/>
                </a:lnTo>
                <a:lnTo>
                  <a:pt x="381327" y="91686"/>
                </a:lnTo>
                <a:lnTo>
                  <a:pt x="381247" y="91734"/>
                </a:lnTo>
                <a:lnTo>
                  <a:pt x="381080" y="91825"/>
                </a:lnTo>
                <a:lnTo>
                  <a:pt x="380911" y="91913"/>
                </a:lnTo>
                <a:lnTo>
                  <a:pt x="380738" y="91996"/>
                </a:lnTo>
                <a:lnTo>
                  <a:pt x="380563" y="92075"/>
                </a:lnTo>
                <a:lnTo>
                  <a:pt x="380385" y="92150"/>
                </a:lnTo>
                <a:lnTo>
                  <a:pt x="380204" y="92221"/>
                </a:lnTo>
                <a:lnTo>
                  <a:pt x="380020" y="92288"/>
                </a:lnTo>
                <a:lnTo>
                  <a:pt x="379833" y="92351"/>
                </a:lnTo>
                <a:lnTo>
                  <a:pt x="379644" y="92410"/>
                </a:lnTo>
                <a:lnTo>
                  <a:pt x="379451" y="92465"/>
                </a:lnTo>
                <a:lnTo>
                  <a:pt x="379256" y="92516"/>
                </a:lnTo>
                <a:lnTo>
                  <a:pt x="379058" y="92562"/>
                </a:lnTo>
                <a:lnTo>
                  <a:pt x="378857" y="92605"/>
                </a:lnTo>
                <a:lnTo>
                  <a:pt x="378654" y="92643"/>
                </a:lnTo>
                <a:lnTo>
                  <a:pt x="378447" y="92678"/>
                </a:lnTo>
                <a:lnTo>
                  <a:pt x="378238" y="92708"/>
                </a:lnTo>
                <a:lnTo>
                  <a:pt x="378026" y="92734"/>
                </a:lnTo>
                <a:lnTo>
                  <a:pt x="377811" y="92757"/>
                </a:lnTo>
                <a:lnTo>
                  <a:pt x="377593" y="92775"/>
                </a:lnTo>
                <a:lnTo>
                  <a:pt x="377373" y="92789"/>
                </a:lnTo>
                <a:lnTo>
                  <a:pt x="377149" y="92799"/>
                </a:lnTo>
                <a:lnTo>
                  <a:pt x="376923" y="92805"/>
                </a:lnTo>
                <a:lnTo>
                  <a:pt x="376694" y="92807"/>
                </a:lnTo>
                <a:lnTo>
                  <a:pt x="376462" y="92805"/>
                </a:lnTo>
                <a:lnTo>
                  <a:pt x="375189" y="92805"/>
                </a:lnTo>
                <a:lnTo>
                  <a:pt x="375189" y="94688"/>
                </a:lnTo>
                <a:lnTo>
                  <a:pt x="399625" y="94688"/>
                </a:lnTo>
                <a:lnTo>
                  <a:pt x="399625" y="92805"/>
                </a:lnTo>
                <a:lnTo>
                  <a:pt x="399311" y="92803"/>
                </a:lnTo>
                <a:lnTo>
                  <a:pt x="399005" y="92799"/>
                </a:lnTo>
                <a:lnTo>
                  <a:pt x="398707" y="92793"/>
                </a:lnTo>
                <a:lnTo>
                  <a:pt x="398418" y="92783"/>
                </a:lnTo>
                <a:lnTo>
                  <a:pt x="398137" y="92771"/>
                </a:lnTo>
                <a:lnTo>
                  <a:pt x="397864" y="92757"/>
                </a:lnTo>
                <a:lnTo>
                  <a:pt x="397599" y="92740"/>
                </a:lnTo>
                <a:lnTo>
                  <a:pt x="397343" y="92720"/>
                </a:lnTo>
                <a:lnTo>
                  <a:pt x="397094" y="92697"/>
                </a:lnTo>
                <a:lnTo>
                  <a:pt x="396854" y="92672"/>
                </a:lnTo>
                <a:lnTo>
                  <a:pt x="396622" y="92644"/>
                </a:lnTo>
                <a:lnTo>
                  <a:pt x="396399" y="92614"/>
                </a:lnTo>
                <a:lnTo>
                  <a:pt x="396183" y="92580"/>
                </a:lnTo>
                <a:lnTo>
                  <a:pt x="395976" y="92545"/>
                </a:lnTo>
                <a:lnTo>
                  <a:pt x="395777" y="92506"/>
                </a:lnTo>
                <a:lnTo>
                  <a:pt x="395586" y="92465"/>
                </a:lnTo>
                <a:lnTo>
                  <a:pt x="395404" y="92421"/>
                </a:lnTo>
                <a:lnTo>
                  <a:pt x="395229" y="92375"/>
                </a:lnTo>
                <a:lnTo>
                  <a:pt x="395063" y="92326"/>
                </a:lnTo>
                <a:lnTo>
                  <a:pt x="394905" y="92274"/>
                </a:lnTo>
                <a:lnTo>
                  <a:pt x="394756" y="92220"/>
                </a:lnTo>
                <a:lnTo>
                  <a:pt x="394614" y="92163"/>
                </a:lnTo>
                <a:lnTo>
                  <a:pt x="394481" y="92103"/>
                </a:lnTo>
                <a:lnTo>
                  <a:pt x="394356" y="92041"/>
                </a:lnTo>
                <a:lnTo>
                  <a:pt x="394237" y="91976"/>
                </a:lnTo>
                <a:lnTo>
                  <a:pt x="394120" y="91910"/>
                </a:lnTo>
                <a:lnTo>
                  <a:pt x="394007" y="91842"/>
                </a:lnTo>
                <a:lnTo>
                  <a:pt x="393896" y="91772"/>
                </a:lnTo>
                <a:lnTo>
                  <a:pt x="393789" y="91700"/>
                </a:lnTo>
                <a:lnTo>
                  <a:pt x="393685" y="91626"/>
                </a:lnTo>
                <a:lnTo>
                  <a:pt x="393583" y="91550"/>
                </a:lnTo>
                <a:lnTo>
                  <a:pt x="393485" y="91472"/>
                </a:lnTo>
                <a:lnTo>
                  <a:pt x="393389" y="91393"/>
                </a:lnTo>
                <a:lnTo>
                  <a:pt x="393297" y="91312"/>
                </a:lnTo>
                <a:lnTo>
                  <a:pt x="393208" y="91229"/>
                </a:lnTo>
                <a:lnTo>
                  <a:pt x="393121" y="91144"/>
                </a:lnTo>
                <a:lnTo>
                  <a:pt x="393038" y="91057"/>
                </a:lnTo>
                <a:lnTo>
                  <a:pt x="392958" y="90968"/>
                </a:lnTo>
                <a:lnTo>
                  <a:pt x="392880" y="90878"/>
                </a:lnTo>
                <a:lnTo>
                  <a:pt x="392806" y="90785"/>
                </a:lnTo>
                <a:lnTo>
                  <a:pt x="392735" y="90691"/>
                </a:lnTo>
                <a:lnTo>
                  <a:pt x="392666" y="90595"/>
                </a:lnTo>
                <a:lnTo>
                  <a:pt x="392601" y="90497"/>
                </a:lnTo>
                <a:lnTo>
                  <a:pt x="392539" y="90397"/>
                </a:lnTo>
                <a:lnTo>
                  <a:pt x="392480" y="90295"/>
                </a:lnTo>
                <a:lnTo>
                  <a:pt x="392423" y="90192"/>
                </a:lnTo>
                <a:lnTo>
                  <a:pt x="392370" y="90086"/>
                </a:lnTo>
                <a:lnTo>
                  <a:pt x="392320" y="89979"/>
                </a:lnTo>
                <a:lnTo>
                  <a:pt x="392272" y="89865"/>
                </a:lnTo>
                <a:lnTo>
                  <a:pt x="392226" y="89739"/>
                </a:lnTo>
                <a:lnTo>
                  <a:pt x="392182" y="89600"/>
                </a:lnTo>
                <a:lnTo>
                  <a:pt x="392141" y="89450"/>
                </a:lnTo>
                <a:lnTo>
                  <a:pt x="392101" y="89287"/>
                </a:lnTo>
                <a:lnTo>
                  <a:pt x="392063" y="89112"/>
                </a:lnTo>
                <a:lnTo>
                  <a:pt x="392028" y="88925"/>
                </a:lnTo>
                <a:lnTo>
                  <a:pt x="391994" y="88726"/>
                </a:lnTo>
                <a:lnTo>
                  <a:pt x="391963" y="88515"/>
                </a:lnTo>
                <a:lnTo>
                  <a:pt x="391933" y="88292"/>
                </a:lnTo>
                <a:lnTo>
                  <a:pt x="391906" y="88057"/>
                </a:lnTo>
                <a:lnTo>
                  <a:pt x="391881" y="87809"/>
                </a:lnTo>
                <a:lnTo>
                  <a:pt x="391857" y="87550"/>
                </a:lnTo>
                <a:lnTo>
                  <a:pt x="391836" y="87278"/>
                </a:lnTo>
                <a:lnTo>
                  <a:pt x="391817" y="86994"/>
                </a:lnTo>
                <a:lnTo>
                  <a:pt x="391799" y="86698"/>
                </a:lnTo>
                <a:lnTo>
                  <a:pt x="391784" y="86390"/>
                </a:lnTo>
                <a:lnTo>
                  <a:pt x="391771" y="86070"/>
                </a:lnTo>
                <a:lnTo>
                  <a:pt x="391760" y="85738"/>
                </a:lnTo>
                <a:lnTo>
                  <a:pt x="391750" y="85394"/>
                </a:lnTo>
                <a:lnTo>
                  <a:pt x="391743" y="85038"/>
                </a:lnTo>
                <a:lnTo>
                  <a:pt x="391738" y="84669"/>
                </a:lnTo>
                <a:lnTo>
                  <a:pt x="391735" y="84288"/>
                </a:lnTo>
                <a:lnTo>
                  <a:pt x="391734" y="83896"/>
                </a:lnTo>
                <a:lnTo>
                  <a:pt x="391734" y="69692"/>
                </a:lnTo>
                <a:lnTo>
                  <a:pt x="391945" y="69881"/>
                </a:lnTo>
                <a:lnTo>
                  <a:pt x="392155" y="70064"/>
                </a:lnTo>
                <a:lnTo>
                  <a:pt x="392363" y="70241"/>
                </a:lnTo>
                <a:lnTo>
                  <a:pt x="392569" y="70414"/>
                </a:lnTo>
                <a:lnTo>
                  <a:pt x="392773" y="70581"/>
                </a:lnTo>
                <a:lnTo>
                  <a:pt x="392975" y="70742"/>
                </a:lnTo>
                <a:lnTo>
                  <a:pt x="393176" y="70899"/>
                </a:lnTo>
                <a:lnTo>
                  <a:pt x="393375" y="71050"/>
                </a:lnTo>
                <a:lnTo>
                  <a:pt x="393572" y="71196"/>
                </a:lnTo>
                <a:lnTo>
                  <a:pt x="393767" y="71336"/>
                </a:lnTo>
                <a:lnTo>
                  <a:pt x="393961" y="71472"/>
                </a:lnTo>
                <a:lnTo>
                  <a:pt x="394152" y="71602"/>
                </a:lnTo>
                <a:lnTo>
                  <a:pt x="394342" y="71726"/>
                </a:lnTo>
                <a:lnTo>
                  <a:pt x="394531" y="71845"/>
                </a:lnTo>
                <a:lnTo>
                  <a:pt x="394717" y="71959"/>
                </a:lnTo>
                <a:lnTo>
                  <a:pt x="394902" y="72068"/>
                </a:lnTo>
                <a:lnTo>
                  <a:pt x="395085" y="72172"/>
                </a:lnTo>
                <a:lnTo>
                  <a:pt x="395266" y="72270"/>
                </a:lnTo>
                <a:lnTo>
                  <a:pt x="395445" y="72362"/>
                </a:lnTo>
                <a:lnTo>
                  <a:pt x="395623" y="72450"/>
                </a:lnTo>
                <a:lnTo>
                  <a:pt x="395799" y="72532"/>
                </a:lnTo>
                <a:lnTo>
                  <a:pt x="395973" y="72609"/>
                </a:lnTo>
                <a:lnTo>
                  <a:pt x="396145" y="72681"/>
                </a:lnTo>
                <a:lnTo>
                  <a:pt x="396316" y="72747"/>
                </a:lnTo>
                <a:lnTo>
                  <a:pt x="396547" y="72834"/>
                </a:lnTo>
                <a:lnTo>
                  <a:pt x="396781" y="72918"/>
                </a:lnTo>
                <a:lnTo>
                  <a:pt x="397019" y="72998"/>
                </a:lnTo>
                <a:lnTo>
                  <a:pt x="397260" y="73074"/>
                </a:lnTo>
                <a:lnTo>
                  <a:pt x="397505" y="73146"/>
                </a:lnTo>
                <a:lnTo>
                  <a:pt x="397754" y="73215"/>
                </a:lnTo>
                <a:lnTo>
                  <a:pt x="398006" y="73280"/>
                </a:lnTo>
                <a:lnTo>
                  <a:pt x="398262" y="73341"/>
                </a:lnTo>
                <a:lnTo>
                  <a:pt x="398521" y="73398"/>
                </a:lnTo>
                <a:lnTo>
                  <a:pt x="398783" y="73452"/>
                </a:lnTo>
                <a:lnTo>
                  <a:pt x="399050" y="73502"/>
                </a:lnTo>
                <a:lnTo>
                  <a:pt x="399319" y="73549"/>
                </a:lnTo>
                <a:lnTo>
                  <a:pt x="399593" y="73591"/>
                </a:lnTo>
                <a:lnTo>
                  <a:pt x="399869" y="73630"/>
                </a:lnTo>
                <a:lnTo>
                  <a:pt x="400150" y="73666"/>
                </a:lnTo>
                <a:lnTo>
                  <a:pt x="400434" y="73697"/>
                </a:lnTo>
                <a:lnTo>
                  <a:pt x="400721" y="73725"/>
                </a:lnTo>
                <a:lnTo>
                  <a:pt x="401012" y="73749"/>
                </a:lnTo>
                <a:lnTo>
                  <a:pt x="401307" y="73770"/>
                </a:lnTo>
                <a:lnTo>
                  <a:pt x="401605" y="73786"/>
                </a:lnTo>
                <a:lnTo>
                  <a:pt x="401906" y="73799"/>
                </a:lnTo>
                <a:lnTo>
                  <a:pt x="402211" y="73809"/>
                </a:lnTo>
                <a:lnTo>
                  <a:pt x="402520" y="73814"/>
                </a:lnTo>
                <a:lnTo>
                  <a:pt x="402832" y="73816"/>
                </a:lnTo>
                <a:lnTo>
                  <a:pt x="403548" y="73805"/>
                </a:lnTo>
                <a:lnTo>
                  <a:pt x="404254" y="73771"/>
                </a:lnTo>
                <a:lnTo>
                  <a:pt x="404949" y="73715"/>
                </a:lnTo>
                <a:lnTo>
                  <a:pt x="405635" y="73637"/>
                </a:lnTo>
                <a:lnTo>
                  <a:pt x="406310" y="73536"/>
                </a:lnTo>
                <a:lnTo>
                  <a:pt x="406975" y="73412"/>
                </a:lnTo>
                <a:lnTo>
                  <a:pt x="407629" y="73267"/>
                </a:lnTo>
                <a:lnTo>
                  <a:pt x="408273" y="73098"/>
                </a:lnTo>
                <a:lnTo>
                  <a:pt x="408908" y="72908"/>
                </a:lnTo>
                <a:lnTo>
                  <a:pt x="409531" y="72695"/>
                </a:lnTo>
                <a:lnTo>
                  <a:pt x="410145" y="72459"/>
                </a:lnTo>
                <a:lnTo>
                  <a:pt x="410748" y="72201"/>
                </a:lnTo>
                <a:lnTo>
                  <a:pt x="411341" y="71921"/>
                </a:lnTo>
                <a:lnTo>
                  <a:pt x="411924" y="71618"/>
                </a:lnTo>
                <a:lnTo>
                  <a:pt x="412497" y="71293"/>
                </a:lnTo>
                <a:lnTo>
                  <a:pt x="413059" y="70945"/>
                </a:lnTo>
                <a:lnTo>
                  <a:pt x="413611" y="70575"/>
                </a:lnTo>
                <a:lnTo>
                  <a:pt x="414153" y="70183"/>
                </a:lnTo>
                <a:lnTo>
                  <a:pt x="414684" y="69768"/>
                </a:lnTo>
                <a:lnTo>
                  <a:pt x="415205" y="69331"/>
                </a:lnTo>
                <a:lnTo>
                  <a:pt x="415716" y="68871"/>
                </a:lnTo>
                <a:lnTo>
                  <a:pt x="416217" y="68389"/>
                </a:lnTo>
                <a:lnTo>
                  <a:pt x="416708" y="67884"/>
                </a:lnTo>
                <a:lnTo>
                  <a:pt x="417188" y="67357"/>
                </a:lnTo>
                <a:lnTo>
                  <a:pt x="417753" y="66693"/>
                </a:lnTo>
                <a:lnTo>
                  <a:pt x="418294" y="66014"/>
                </a:lnTo>
                <a:lnTo>
                  <a:pt x="418811" y="65321"/>
                </a:lnTo>
                <a:lnTo>
                  <a:pt x="419303" y="64614"/>
                </a:lnTo>
                <a:lnTo>
                  <a:pt x="419772" y="63892"/>
                </a:lnTo>
                <a:lnTo>
                  <a:pt x="420217" y="63155"/>
                </a:lnTo>
                <a:lnTo>
                  <a:pt x="420638" y="62404"/>
                </a:lnTo>
                <a:lnTo>
                  <a:pt x="421034" y="61639"/>
                </a:lnTo>
                <a:lnTo>
                  <a:pt x="421407" y="60859"/>
                </a:lnTo>
                <a:lnTo>
                  <a:pt x="421756" y="60064"/>
                </a:lnTo>
                <a:lnTo>
                  <a:pt x="422080" y="59255"/>
                </a:lnTo>
                <a:lnTo>
                  <a:pt x="422381" y="58432"/>
                </a:lnTo>
                <a:lnTo>
                  <a:pt x="422657" y="57594"/>
                </a:lnTo>
                <a:lnTo>
                  <a:pt x="422909" y="56742"/>
                </a:lnTo>
                <a:lnTo>
                  <a:pt x="423138" y="55875"/>
                </a:lnTo>
                <a:lnTo>
                  <a:pt x="423342" y="54994"/>
                </a:lnTo>
                <a:lnTo>
                  <a:pt x="423522" y="54098"/>
                </a:lnTo>
                <a:lnTo>
                  <a:pt x="423679" y="53188"/>
                </a:lnTo>
                <a:lnTo>
                  <a:pt x="423811" y="52263"/>
                </a:lnTo>
                <a:lnTo>
                  <a:pt x="423919" y="51324"/>
                </a:lnTo>
                <a:lnTo>
                  <a:pt x="424003" y="50370"/>
                </a:lnTo>
                <a:lnTo>
                  <a:pt x="424063" y="49402"/>
                </a:lnTo>
                <a:lnTo>
                  <a:pt x="424099" y="48419"/>
                </a:lnTo>
                <a:lnTo>
                  <a:pt x="424111" y="47422"/>
                </a:lnTo>
                <a:lnTo>
                  <a:pt x="424101" y="46531"/>
                </a:lnTo>
                <a:lnTo>
                  <a:pt x="424071" y="45653"/>
                </a:lnTo>
                <a:lnTo>
                  <a:pt x="424022" y="44790"/>
                </a:lnTo>
                <a:lnTo>
                  <a:pt x="423952" y="43941"/>
                </a:lnTo>
                <a:lnTo>
                  <a:pt x="423862" y="43106"/>
                </a:lnTo>
                <a:lnTo>
                  <a:pt x="423752" y="42286"/>
                </a:lnTo>
                <a:lnTo>
                  <a:pt x="423622" y="41479"/>
                </a:lnTo>
                <a:lnTo>
                  <a:pt x="423472" y="40686"/>
                </a:lnTo>
                <a:lnTo>
                  <a:pt x="423302" y="39908"/>
                </a:lnTo>
                <a:lnTo>
                  <a:pt x="423113" y="39144"/>
                </a:lnTo>
                <a:lnTo>
                  <a:pt x="422903" y="38394"/>
                </a:lnTo>
                <a:lnTo>
                  <a:pt x="422673" y="37658"/>
                </a:lnTo>
                <a:lnTo>
                  <a:pt x="422424" y="36936"/>
                </a:lnTo>
                <a:lnTo>
                  <a:pt x="422154" y="36228"/>
                </a:lnTo>
                <a:lnTo>
                  <a:pt x="421864" y="35534"/>
                </a:lnTo>
                <a:lnTo>
                  <a:pt x="421555" y="34855"/>
                </a:lnTo>
                <a:lnTo>
                  <a:pt x="421225" y="34190"/>
                </a:lnTo>
                <a:lnTo>
                  <a:pt x="420876" y="33538"/>
                </a:lnTo>
                <a:lnTo>
                  <a:pt x="420506" y="32901"/>
                </a:lnTo>
                <a:lnTo>
                  <a:pt x="420117" y="32278"/>
                </a:lnTo>
                <a:lnTo>
                  <a:pt x="419707" y="31669"/>
                </a:lnTo>
                <a:lnTo>
                  <a:pt x="419278" y="31074"/>
                </a:lnTo>
                <a:lnTo>
                  <a:pt x="418828" y="30494"/>
                </a:lnTo>
                <a:lnTo>
                  <a:pt x="418359" y="29927"/>
                </a:lnTo>
                <a:lnTo>
                  <a:pt x="417964" y="29479"/>
                </a:lnTo>
                <a:lnTo>
                  <a:pt x="417562" y="29050"/>
                </a:lnTo>
                <a:lnTo>
                  <a:pt x="417151" y="28640"/>
                </a:lnTo>
                <a:lnTo>
                  <a:pt x="416733" y="28249"/>
                </a:lnTo>
                <a:lnTo>
                  <a:pt x="416306" y="27877"/>
                </a:lnTo>
                <a:lnTo>
                  <a:pt x="415871" y="27525"/>
                </a:lnTo>
                <a:lnTo>
                  <a:pt x="415428" y="27191"/>
                </a:lnTo>
                <a:lnTo>
                  <a:pt x="414976" y="26876"/>
                </a:lnTo>
                <a:lnTo>
                  <a:pt x="414517" y="26581"/>
                </a:lnTo>
                <a:lnTo>
                  <a:pt x="414049" y="26304"/>
                </a:lnTo>
                <a:lnTo>
                  <a:pt x="413574" y="26047"/>
                </a:lnTo>
                <a:lnTo>
                  <a:pt x="413090" y="25809"/>
                </a:lnTo>
                <a:lnTo>
                  <a:pt x="412598" y="25589"/>
                </a:lnTo>
                <a:lnTo>
                  <a:pt x="412098" y="25389"/>
                </a:lnTo>
                <a:lnTo>
                  <a:pt x="411590" y="25208"/>
                </a:lnTo>
                <a:lnTo>
                  <a:pt x="411073" y="25046"/>
                </a:lnTo>
                <a:lnTo>
                  <a:pt x="410549" y="24903"/>
                </a:lnTo>
                <a:lnTo>
                  <a:pt x="410016" y="24779"/>
                </a:lnTo>
                <a:lnTo>
                  <a:pt x="409476" y="24674"/>
                </a:lnTo>
                <a:lnTo>
                  <a:pt x="408927" y="24588"/>
                </a:lnTo>
                <a:lnTo>
                  <a:pt x="408370" y="24521"/>
                </a:lnTo>
                <a:lnTo>
                  <a:pt x="407805" y="24474"/>
                </a:lnTo>
                <a:lnTo>
                  <a:pt x="407231" y="24445"/>
                </a:lnTo>
                <a:lnTo>
                  <a:pt x="406650" y="24436"/>
                </a:lnTo>
                <a:lnTo>
                  <a:pt x="406316" y="24440"/>
                </a:lnTo>
                <a:lnTo>
                  <a:pt x="405982" y="24452"/>
                </a:lnTo>
                <a:lnTo>
                  <a:pt x="405651" y="24473"/>
                </a:lnTo>
                <a:lnTo>
                  <a:pt x="405320" y="24503"/>
                </a:lnTo>
                <a:lnTo>
                  <a:pt x="404991" y="24541"/>
                </a:lnTo>
                <a:lnTo>
                  <a:pt x="404663" y="24587"/>
                </a:lnTo>
                <a:lnTo>
                  <a:pt x="404337" y="24641"/>
                </a:lnTo>
                <a:lnTo>
                  <a:pt x="404011" y="24704"/>
                </a:lnTo>
                <a:lnTo>
                  <a:pt x="403688" y="24776"/>
                </a:lnTo>
                <a:lnTo>
                  <a:pt x="403365" y="24855"/>
                </a:lnTo>
                <a:lnTo>
                  <a:pt x="403044" y="24944"/>
                </a:lnTo>
                <a:lnTo>
                  <a:pt x="402724" y="25040"/>
                </a:lnTo>
                <a:lnTo>
                  <a:pt x="402405" y="25145"/>
                </a:lnTo>
                <a:lnTo>
                  <a:pt x="402088" y="25258"/>
                </a:lnTo>
                <a:lnTo>
                  <a:pt x="401772" y="25380"/>
                </a:lnTo>
                <a:lnTo>
                  <a:pt x="401458" y="25510"/>
                </a:lnTo>
                <a:lnTo>
                  <a:pt x="401144" y="25649"/>
                </a:lnTo>
                <a:lnTo>
                  <a:pt x="400832" y="25796"/>
                </a:lnTo>
                <a:lnTo>
                  <a:pt x="400522" y="25951"/>
                </a:lnTo>
                <a:lnTo>
                  <a:pt x="400212" y="26115"/>
                </a:lnTo>
                <a:lnTo>
                  <a:pt x="399904" y="26287"/>
                </a:lnTo>
                <a:lnTo>
                  <a:pt x="399598" y="26468"/>
                </a:lnTo>
                <a:lnTo>
                  <a:pt x="399293" y="26656"/>
                </a:lnTo>
                <a:lnTo>
                  <a:pt x="398989" y="26854"/>
                </a:lnTo>
                <a:lnTo>
                  <a:pt x="398685" y="27062"/>
                </a:lnTo>
                <a:lnTo>
                  <a:pt x="398382" y="27283"/>
                </a:lnTo>
                <a:lnTo>
                  <a:pt x="398079" y="27517"/>
                </a:lnTo>
                <a:lnTo>
                  <a:pt x="397776" y="27764"/>
                </a:lnTo>
                <a:lnTo>
                  <a:pt x="397473" y="28024"/>
                </a:lnTo>
                <a:lnTo>
                  <a:pt x="397170" y="28297"/>
                </a:lnTo>
                <a:lnTo>
                  <a:pt x="396867" y="28583"/>
                </a:lnTo>
                <a:lnTo>
                  <a:pt x="396565" y="28882"/>
                </a:lnTo>
                <a:lnTo>
                  <a:pt x="396262" y="29194"/>
                </a:lnTo>
                <a:lnTo>
                  <a:pt x="395960" y="29518"/>
                </a:lnTo>
                <a:lnTo>
                  <a:pt x="395657" y="29856"/>
                </a:lnTo>
                <a:lnTo>
                  <a:pt x="395355" y="30207"/>
                </a:lnTo>
                <a:lnTo>
                  <a:pt x="395053" y="30571"/>
                </a:lnTo>
                <a:lnTo>
                  <a:pt x="394751" y="30948"/>
                </a:lnTo>
                <a:lnTo>
                  <a:pt x="394449" y="31338"/>
                </a:lnTo>
                <a:lnTo>
                  <a:pt x="394147" y="31741"/>
                </a:lnTo>
                <a:lnTo>
                  <a:pt x="393845" y="32157"/>
                </a:lnTo>
                <a:lnTo>
                  <a:pt x="393543" y="32586"/>
                </a:lnTo>
                <a:lnTo>
                  <a:pt x="393241" y="33027"/>
                </a:lnTo>
                <a:lnTo>
                  <a:pt x="392940" y="33482"/>
                </a:lnTo>
                <a:lnTo>
                  <a:pt x="392638" y="33950"/>
                </a:lnTo>
                <a:lnTo>
                  <a:pt x="392337" y="34431"/>
                </a:lnTo>
                <a:lnTo>
                  <a:pt x="392035" y="34925"/>
                </a:lnTo>
                <a:lnTo>
                  <a:pt x="391734" y="35432"/>
                </a:lnTo>
                <a:lnTo>
                  <a:pt x="391734" y="24537"/>
                </a:lnTo>
                <a:lnTo>
                  <a:pt x="389800" y="24537"/>
                </a:lnTo>
                <a:lnTo>
                  <a:pt x="375444" y="30346"/>
                </a:lnTo>
                <a:lnTo>
                  <a:pt x="376055" y="31975"/>
                </a:lnTo>
                <a:lnTo>
                  <a:pt x="376210" y="31917"/>
                </a:lnTo>
                <a:lnTo>
                  <a:pt x="376364" y="31861"/>
                </a:lnTo>
                <a:lnTo>
                  <a:pt x="376515" y="31808"/>
                </a:lnTo>
                <a:close/>
                <a:moveTo>
                  <a:pt x="393076" y="37104"/>
                </a:moveTo>
                <a:lnTo>
                  <a:pt x="393391" y="36780"/>
                </a:lnTo>
                <a:lnTo>
                  <a:pt x="393697" y="36469"/>
                </a:lnTo>
                <a:lnTo>
                  <a:pt x="393995" y="36170"/>
                </a:lnTo>
                <a:lnTo>
                  <a:pt x="394285" y="35884"/>
                </a:lnTo>
                <a:lnTo>
                  <a:pt x="394567" y="35611"/>
                </a:lnTo>
                <a:lnTo>
                  <a:pt x="394840" y="35350"/>
                </a:lnTo>
                <a:lnTo>
                  <a:pt x="395105" y="35102"/>
                </a:lnTo>
                <a:lnTo>
                  <a:pt x="395361" y="34867"/>
                </a:lnTo>
                <a:lnTo>
                  <a:pt x="395610" y="34645"/>
                </a:lnTo>
                <a:lnTo>
                  <a:pt x="395850" y="34435"/>
                </a:lnTo>
                <a:lnTo>
                  <a:pt x="396081" y="34238"/>
                </a:lnTo>
                <a:lnTo>
                  <a:pt x="396305" y="34054"/>
                </a:lnTo>
                <a:lnTo>
                  <a:pt x="396520" y="33882"/>
                </a:lnTo>
                <a:lnTo>
                  <a:pt x="396726" y="33724"/>
                </a:lnTo>
                <a:lnTo>
                  <a:pt x="396925" y="33577"/>
                </a:lnTo>
                <a:lnTo>
                  <a:pt x="397115" y="33444"/>
                </a:lnTo>
                <a:lnTo>
                  <a:pt x="397297" y="33323"/>
                </a:lnTo>
                <a:lnTo>
                  <a:pt x="397470" y="33215"/>
                </a:lnTo>
                <a:lnTo>
                  <a:pt x="397635" y="33120"/>
                </a:lnTo>
                <a:lnTo>
                  <a:pt x="397792" y="33037"/>
                </a:lnTo>
                <a:lnTo>
                  <a:pt x="397992" y="32938"/>
                </a:lnTo>
                <a:lnTo>
                  <a:pt x="398191" y="32843"/>
                </a:lnTo>
                <a:lnTo>
                  <a:pt x="398391" y="32751"/>
                </a:lnTo>
                <a:lnTo>
                  <a:pt x="398591" y="32665"/>
                </a:lnTo>
                <a:lnTo>
                  <a:pt x="398791" y="32582"/>
                </a:lnTo>
                <a:lnTo>
                  <a:pt x="398992" y="32504"/>
                </a:lnTo>
                <a:lnTo>
                  <a:pt x="399192" y="32429"/>
                </a:lnTo>
                <a:lnTo>
                  <a:pt x="399393" y="32360"/>
                </a:lnTo>
                <a:lnTo>
                  <a:pt x="399594" y="32294"/>
                </a:lnTo>
                <a:lnTo>
                  <a:pt x="399795" y="32232"/>
                </a:lnTo>
                <a:lnTo>
                  <a:pt x="399996" y="32175"/>
                </a:lnTo>
                <a:lnTo>
                  <a:pt x="400198" y="32122"/>
                </a:lnTo>
                <a:lnTo>
                  <a:pt x="400399" y="32074"/>
                </a:lnTo>
                <a:lnTo>
                  <a:pt x="400601" y="32029"/>
                </a:lnTo>
                <a:lnTo>
                  <a:pt x="400803" y="31989"/>
                </a:lnTo>
                <a:lnTo>
                  <a:pt x="401005" y="31953"/>
                </a:lnTo>
                <a:lnTo>
                  <a:pt x="401207" y="31921"/>
                </a:lnTo>
                <a:lnTo>
                  <a:pt x="401410" y="31894"/>
                </a:lnTo>
                <a:lnTo>
                  <a:pt x="401612" y="31870"/>
                </a:lnTo>
                <a:lnTo>
                  <a:pt x="401815" y="31851"/>
                </a:lnTo>
                <a:lnTo>
                  <a:pt x="402018" y="31836"/>
                </a:lnTo>
                <a:lnTo>
                  <a:pt x="402222" y="31826"/>
                </a:lnTo>
                <a:lnTo>
                  <a:pt x="402425" y="31819"/>
                </a:lnTo>
                <a:lnTo>
                  <a:pt x="402628" y="31817"/>
                </a:lnTo>
                <a:lnTo>
                  <a:pt x="403000" y="31824"/>
                </a:lnTo>
                <a:lnTo>
                  <a:pt x="403367" y="31845"/>
                </a:lnTo>
                <a:lnTo>
                  <a:pt x="403729" y="31879"/>
                </a:lnTo>
                <a:lnTo>
                  <a:pt x="404088" y="31927"/>
                </a:lnTo>
                <a:lnTo>
                  <a:pt x="404442" y="31989"/>
                </a:lnTo>
                <a:lnTo>
                  <a:pt x="404792" y="32065"/>
                </a:lnTo>
                <a:lnTo>
                  <a:pt x="405138" y="32155"/>
                </a:lnTo>
                <a:lnTo>
                  <a:pt x="405479" y="32258"/>
                </a:lnTo>
                <a:lnTo>
                  <a:pt x="405816" y="32375"/>
                </a:lnTo>
                <a:lnTo>
                  <a:pt x="406150" y="32506"/>
                </a:lnTo>
                <a:lnTo>
                  <a:pt x="406478" y="32650"/>
                </a:lnTo>
                <a:lnTo>
                  <a:pt x="406803" y="32809"/>
                </a:lnTo>
                <a:lnTo>
                  <a:pt x="407123" y="32981"/>
                </a:lnTo>
                <a:lnTo>
                  <a:pt x="407439" y="33167"/>
                </a:lnTo>
                <a:lnTo>
                  <a:pt x="407751" y="33366"/>
                </a:lnTo>
                <a:lnTo>
                  <a:pt x="408059" y="33580"/>
                </a:lnTo>
                <a:lnTo>
                  <a:pt x="408362" y="33807"/>
                </a:lnTo>
                <a:lnTo>
                  <a:pt x="408661" y="34048"/>
                </a:lnTo>
                <a:lnTo>
                  <a:pt x="408956" y="34303"/>
                </a:lnTo>
                <a:lnTo>
                  <a:pt x="409246" y="34571"/>
                </a:lnTo>
                <a:lnTo>
                  <a:pt x="409533" y="34854"/>
                </a:lnTo>
                <a:lnTo>
                  <a:pt x="409815" y="35150"/>
                </a:lnTo>
                <a:lnTo>
                  <a:pt x="410093" y="35460"/>
                </a:lnTo>
                <a:lnTo>
                  <a:pt x="410366" y="35783"/>
                </a:lnTo>
                <a:lnTo>
                  <a:pt x="410749" y="36271"/>
                </a:lnTo>
                <a:lnTo>
                  <a:pt x="411114" y="36775"/>
                </a:lnTo>
                <a:lnTo>
                  <a:pt x="411464" y="37296"/>
                </a:lnTo>
                <a:lnTo>
                  <a:pt x="411797" y="37835"/>
                </a:lnTo>
                <a:lnTo>
                  <a:pt x="412115" y="38391"/>
                </a:lnTo>
                <a:lnTo>
                  <a:pt x="412415" y="38964"/>
                </a:lnTo>
                <a:lnTo>
                  <a:pt x="412700" y="39554"/>
                </a:lnTo>
                <a:lnTo>
                  <a:pt x="412968" y="40161"/>
                </a:lnTo>
                <a:lnTo>
                  <a:pt x="413220" y="40785"/>
                </a:lnTo>
                <a:lnTo>
                  <a:pt x="413456" y="41427"/>
                </a:lnTo>
                <a:lnTo>
                  <a:pt x="413676" y="42085"/>
                </a:lnTo>
                <a:lnTo>
                  <a:pt x="413879" y="42761"/>
                </a:lnTo>
                <a:lnTo>
                  <a:pt x="414066" y="43454"/>
                </a:lnTo>
                <a:lnTo>
                  <a:pt x="414237" y="44163"/>
                </a:lnTo>
                <a:lnTo>
                  <a:pt x="414391" y="44890"/>
                </a:lnTo>
                <a:lnTo>
                  <a:pt x="414529" y="45635"/>
                </a:lnTo>
                <a:lnTo>
                  <a:pt x="414651" y="46396"/>
                </a:lnTo>
                <a:lnTo>
                  <a:pt x="414757" y="47174"/>
                </a:lnTo>
                <a:lnTo>
                  <a:pt x="414847" y="47970"/>
                </a:lnTo>
                <a:lnTo>
                  <a:pt x="414920" y="48782"/>
                </a:lnTo>
                <a:lnTo>
                  <a:pt x="414977" y="49612"/>
                </a:lnTo>
                <a:lnTo>
                  <a:pt x="415017" y="50459"/>
                </a:lnTo>
                <a:lnTo>
                  <a:pt x="415042" y="51323"/>
                </a:lnTo>
                <a:lnTo>
                  <a:pt x="415050" y="52204"/>
                </a:lnTo>
                <a:lnTo>
                  <a:pt x="415043" y="52981"/>
                </a:lnTo>
                <a:lnTo>
                  <a:pt x="415021" y="53743"/>
                </a:lnTo>
                <a:lnTo>
                  <a:pt x="414985" y="54490"/>
                </a:lnTo>
                <a:lnTo>
                  <a:pt x="414935" y="55222"/>
                </a:lnTo>
                <a:lnTo>
                  <a:pt x="414871" y="55940"/>
                </a:lnTo>
                <a:lnTo>
                  <a:pt x="414792" y="56644"/>
                </a:lnTo>
                <a:lnTo>
                  <a:pt x="414699" y="57332"/>
                </a:lnTo>
                <a:lnTo>
                  <a:pt x="414592" y="58006"/>
                </a:lnTo>
                <a:lnTo>
                  <a:pt x="414470" y="58665"/>
                </a:lnTo>
                <a:lnTo>
                  <a:pt x="414334" y="59310"/>
                </a:lnTo>
                <a:lnTo>
                  <a:pt x="414184" y="59940"/>
                </a:lnTo>
                <a:lnTo>
                  <a:pt x="414019" y="60555"/>
                </a:lnTo>
                <a:lnTo>
                  <a:pt x="413840" y="61156"/>
                </a:lnTo>
                <a:lnTo>
                  <a:pt x="413647" y="61742"/>
                </a:lnTo>
                <a:lnTo>
                  <a:pt x="413439" y="62313"/>
                </a:lnTo>
                <a:lnTo>
                  <a:pt x="413217" y="62870"/>
                </a:lnTo>
                <a:lnTo>
                  <a:pt x="412981" y="63412"/>
                </a:lnTo>
                <a:lnTo>
                  <a:pt x="412730" y="63939"/>
                </a:lnTo>
                <a:lnTo>
                  <a:pt x="412466" y="64452"/>
                </a:lnTo>
                <a:lnTo>
                  <a:pt x="412186" y="64950"/>
                </a:lnTo>
                <a:lnTo>
                  <a:pt x="411893" y="65433"/>
                </a:lnTo>
                <a:lnTo>
                  <a:pt x="411585" y="65902"/>
                </a:lnTo>
                <a:lnTo>
                  <a:pt x="411263" y="66356"/>
                </a:lnTo>
                <a:lnTo>
                  <a:pt x="410926" y="66796"/>
                </a:lnTo>
                <a:lnTo>
                  <a:pt x="410660" y="67119"/>
                </a:lnTo>
                <a:lnTo>
                  <a:pt x="410387" y="67429"/>
                </a:lnTo>
                <a:lnTo>
                  <a:pt x="410107" y="67725"/>
                </a:lnTo>
                <a:lnTo>
                  <a:pt x="409821" y="68007"/>
                </a:lnTo>
                <a:lnTo>
                  <a:pt x="409527" y="68276"/>
                </a:lnTo>
                <a:lnTo>
                  <a:pt x="409227" y="68531"/>
                </a:lnTo>
                <a:lnTo>
                  <a:pt x="408921" y="68772"/>
                </a:lnTo>
                <a:lnTo>
                  <a:pt x="408607" y="68999"/>
                </a:lnTo>
                <a:lnTo>
                  <a:pt x="408287" y="69212"/>
                </a:lnTo>
                <a:lnTo>
                  <a:pt x="407960" y="69412"/>
                </a:lnTo>
                <a:lnTo>
                  <a:pt x="407627" y="69598"/>
                </a:lnTo>
                <a:lnTo>
                  <a:pt x="407286" y="69770"/>
                </a:lnTo>
                <a:lnTo>
                  <a:pt x="406939" y="69928"/>
                </a:lnTo>
                <a:lnTo>
                  <a:pt x="406586" y="70073"/>
                </a:lnTo>
                <a:lnTo>
                  <a:pt x="406225" y="70204"/>
                </a:lnTo>
                <a:lnTo>
                  <a:pt x="405858" y="70321"/>
                </a:lnTo>
                <a:lnTo>
                  <a:pt x="405484" y="70424"/>
                </a:lnTo>
                <a:lnTo>
                  <a:pt x="405104" y="70514"/>
                </a:lnTo>
                <a:lnTo>
                  <a:pt x="404717" y="70589"/>
                </a:lnTo>
                <a:lnTo>
                  <a:pt x="404322" y="70651"/>
                </a:lnTo>
                <a:lnTo>
                  <a:pt x="403922" y="70700"/>
                </a:lnTo>
                <a:lnTo>
                  <a:pt x="403514" y="70734"/>
                </a:lnTo>
                <a:lnTo>
                  <a:pt x="403100" y="70755"/>
                </a:lnTo>
                <a:lnTo>
                  <a:pt x="402679" y="70762"/>
                </a:lnTo>
                <a:lnTo>
                  <a:pt x="402330" y="70758"/>
                </a:lnTo>
                <a:lnTo>
                  <a:pt x="401985" y="70746"/>
                </a:lnTo>
                <a:lnTo>
                  <a:pt x="401646" y="70727"/>
                </a:lnTo>
                <a:lnTo>
                  <a:pt x="401311" y="70699"/>
                </a:lnTo>
                <a:lnTo>
                  <a:pt x="400982" y="70664"/>
                </a:lnTo>
                <a:lnTo>
                  <a:pt x="400657" y="70622"/>
                </a:lnTo>
                <a:lnTo>
                  <a:pt x="400338" y="70571"/>
                </a:lnTo>
                <a:lnTo>
                  <a:pt x="400024" y="70513"/>
                </a:lnTo>
                <a:lnTo>
                  <a:pt x="399714" y="70447"/>
                </a:lnTo>
                <a:lnTo>
                  <a:pt x="399410" y="70373"/>
                </a:lnTo>
                <a:lnTo>
                  <a:pt x="399111" y="70292"/>
                </a:lnTo>
                <a:lnTo>
                  <a:pt x="398817" y="70202"/>
                </a:lnTo>
                <a:lnTo>
                  <a:pt x="398528" y="70105"/>
                </a:lnTo>
                <a:lnTo>
                  <a:pt x="398243" y="70000"/>
                </a:lnTo>
                <a:lnTo>
                  <a:pt x="397964" y="69888"/>
                </a:lnTo>
                <a:lnTo>
                  <a:pt x="397690" y="69767"/>
                </a:lnTo>
                <a:lnTo>
                  <a:pt x="397421" y="69639"/>
                </a:lnTo>
                <a:lnTo>
                  <a:pt x="397157" y="69503"/>
                </a:lnTo>
                <a:lnTo>
                  <a:pt x="396899" y="69360"/>
                </a:lnTo>
                <a:lnTo>
                  <a:pt x="396645" y="69208"/>
                </a:lnTo>
                <a:lnTo>
                  <a:pt x="396396" y="69049"/>
                </a:lnTo>
                <a:lnTo>
                  <a:pt x="396152" y="68882"/>
                </a:lnTo>
                <a:lnTo>
                  <a:pt x="395913" y="68707"/>
                </a:lnTo>
                <a:lnTo>
                  <a:pt x="395680" y="68525"/>
                </a:lnTo>
                <a:lnTo>
                  <a:pt x="395452" y="68337"/>
                </a:lnTo>
                <a:lnTo>
                  <a:pt x="395231" y="68147"/>
                </a:lnTo>
                <a:lnTo>
                  <a:pt x="395018" y="67954"/>
                </a:lnTo>
                <a:lnTo>
                  <a:pt x="394812" y="67759"/>
                </a:lnTo>
                <a:lnTo>
                  <a:pt x="394613" y="67562"/>
                </a:lnTo>
                <a:lnTo>
                  <a:pt x="394421" y="67362"/>
                </a:lnTo>
                <a:lnTo>
                  <a:pt x="394236" y="67159"/>
                </a:lnTo>
                <a:lnTo>
                  <a:pt x="394059" y="66954"/>
                </a:lnTo>
                <a:lnTo>
                  <a:pt x="393889" y="66747"/>
                </a:lnTo>
                <a:lnTo>
                  <a:pt x="393725" y="66537"/>
                </a:lnTo>
                <a:lnTo>
                  <a:pt x="393569" y="66325"/>
                </a:lnTo>
                <a:lnTo>
                  <a:pt x="393420" y="66110"/>
                </a:lnTo>
                <a:lnTo>
                  <a:pt x="393279" y="65893"/>
                </a:lnTo>
                <a:lnTo>
                  <a:pt x="393144" y="65673"/>
                </a:lnTo>
                <a:lnTo>
                  <a:pt x="393017" y="65450"/>
                </a:lnTo>
                <a:lnTo>
                  <a:pt x="392897" y="65226"/>
                </a:lnTo>
                <a:lnTo>
                  <a:pt x="392783" y="64998"/>
                </a:lnTo>
                <a:lnTo>
                  <a:pt x="392678" y="64769"/>
                </a:lnTo>
                <a:lnTo>
                  <a:pt x="392579" y="64537"/>
                </a:lnTo>
                <a:lnTo>
                  <a:pt x="392487" y="64302"/>
                </a:lnTo>
                <a:lnTo>
                  <a:pt x="392403" y="64065"/>
                </a:lnTo>
                <a:lnTo>
                  <a:pt x="392325" y="63825"/>
                </a:lnTo>
                <a:lnTo>
                  <a:pt x="392255" y="63583"/>
                </a:lnTo>
                <a:lnTo>
                  <a:pt x="392192" y="63339"/>
                </a:lnTo>
                <a:lnTo>
                  <a:pt x="392155" y="63184"/>
                </a:lnTo>
                <a:lnTo>
                  <a:pt x="392119" y="63015"/>
                </a:lnTo>
                <a:lnTo>
                  <a:pt x="392085" y="62834"/>
                </a:lnTo>
                <a:lnTo>
                  <a:pt x="392052" y="62638"/>
                </a:lnTo>
                <a:lnTo>
                  <a:pt x="392021" y="62430"/>
                </a:lnTo>
                <a:lnTo>
                  <a:pt x="391992" y="62208"/>
                </a:lnTo>
                <a:lnTo>
                  <a:pt x="391964" y="61972"/>
                </a:lnTo>
                <a:lnTo>
                  <a:pt x="391938" y="61723"/>
                </a:lnTo>
                <a:lnTo>
                  <a:pt x="391913" y="61461"/>
                </a:lnTo>
                <a:lnTo>
                  <a:pt x="391890" y="61185"/>
                </a:lnTo>
                <a:lnTo>
                  <a:pt x="391869" y="60896"/>
                </a:lnTo>
                <a:lnTo>
                  <a:pt x="391849" y="60594"/>
                </a:lnTo>
                <a:lnTo>
                  <a:pt x="391830" y="60278"/>
                </a:lnTo>
                <a:lnTo>
                  <a:pt x="391814" y="59948"/>
                </a:lnTo>
                <a:lnTo>
                  <a:pt x="391799" y="59605"/>
                </a:lnTo>
                <a:lnTo>
                  <a:pt x="391785" y="59249"/>
                </a:lnTo>
                <a:lnTo>
                  <a:pt x="391773" y="58879"/>
                </a:lnTo>
                <a:lnTo>
                  <a:pt x="391763" y="58496"/>
                </a:lnTo>
                <a:lnTo>
                  <a:pt x="391754" y="58100"/>
                </a:lnTo>
                <a:lnTo>
                  <a:pt x="391747" y="57690"/>
                </a:lnTo>
                <a:lnTo>
                  <a:pt x="391741" y="57266"/>
                </a:lnTo>
                <a:lnTo>
                  <a:pt x="391737" y="56830"/>
                </a:lnTo>
                <a:lnTo>
                  <a:pt x="391735" y="56379"/>
                </a:lnTo>
                <a:lnTo>
                  <a:pt x="391734" y="55916"/>
                </a:lnTo>
                <a:lnTo>
                  <a:pt x="391734" y="38527"/>
                </a:lnTo>
                <a:lnTo>
                  <a:pt x="392082" y="38153"/>
                </a:lnTo>
                <a:lnTo>
                  <a:pt x="392422" y="37790"/>
                </a:lnTo>
                <a:lnTo>
                  <a:pt x="392753" y="37441"/>
                </a:lnTo>
                <a:lnTo>
                  <a:pt x="393076" y="37104"/>
                </a:lnTo>
                <a:close/>
                <a:moveTo>
                  <a:pt x="428913" y="27799"/>
                </a:moveTo>
                <a:lnTo>
                  <a:pt x="429112" y="27852"/>
                </a:lnTo>
                <a:lnTo>
                  <a:pt x="429306" y="27906"/>
                </a:lnTo>
                <a:lnTo>
                  <a:pt x="429495" y="27961"/>
                </a:lnTo>
                <a:lnTo>
                  <a:pt x="429679" y="28016"/>
                </a:lnTo>
                <a:lnTo>
                  <a:pt x="429858" y="28073"/>
                </a:lnTo>
                <a:lnTo>
                  <a:pt x="430033" y="28130"/>
                </a:lnTo>
                <a:lnTo>
                  <a:pt x="430202" y="28187"/>
                </a:lnTo>
                <a:lnTo>
                  <a:pt x="430366" y="28246"/>
                </a:lnTo>
                <a:lnTo>
                  <a:pt x="430526" y="28305"/>
                </a:lnTo>
                <a:lnTo>
                  <a:pt x="430680" y="28364"/>
                </a:lnTo>
                <a:lnTo>
                  <a:pt x="430830" y="28425"/>
                </a:lnTo>
                <a:lnTo>
                  <a:pt x="430974" y="28486"/>
                </a:lnTo>
                <a:lnTo>
                  <a:pt x="431114" y="28548"/>
                </a:lnTo>
                <a:lnTo>
                  <a:pt x="431249" y="28610"/>
                </a:lnTo>
                <a:lnTo>
                  <a:pt x="431378" y="28674"/>
                </a:lnTo>
                <a:lnTo>
                  <a:pt x="431503" y="28738"/>
                </a:lnTo>
                <a:lnTo>
                  <a:pt x="431623" y="28802"/>
                </a:lnTo>
                <a:lnTo>
                  <a:pt x="431738" y="28868"/>
                </a:lnTo>
                <a:lnTo>
                  <a:pt x="431848" y="28934"/>
                </a:lnTo>
                <a:lnTo>
                  <a:pt x="431953" y="29001"/>
                </a:lnTo>
                <a:lnTo>
                  <a:pt x="432053" y="29068"/>
                </a:lnTo>
                <a:lnTo>
                  <a:pt x="432122" y="29121"/>
                </a:lnTo>
                <a:lnTo>
                  <a:pt x="432192" y="29178"/>
                </a:lnTo>
                <a:lnTo>
                  <a:pt x="432264" y="29239"/>
                </a:lnTo>
                <a:lnTo>
                  <a:pt x="432337" y="29304"/>
                </a:lnTo>
                <a:lnTo>
                  <a:pt x="432412" y="29374"/>
                </a:lnTo>
                <a:lnTo>
                  <a:pt x="432489" y="29447"/>
                </a:lnTo>
                <a:lnTo>
                  <a:pt x="432567" y="29524"/>
                </a:lnTo>
                <a:lnTo>
                  <a:pt x="432647" y="29606"/>
                </a:lnTo>
                <a:lnTo>
                  <a:pt x="432728" y="29691"/>
                </a:lnTo>
                <a:lnTo>
                  <a:pt x="432811" y="29781"/>
                </a:lnTo>
                <a:lnTo>
                  <a:pt x="432896" y="29874"/>
                </a:lnTo>
                <a:lnTo>
                  <a:pt x="432982" y="29972"/>
                </a:lnTo>
                <a:lnTo>
                  <a:pt x="433070" y="30074"/>
                </a:lnTo>
                <a:lnTo>
                  <a:pt x="433159" y="30179"/>
                </a:lnTo>
                <a:lnTo>
                  <a:pt x="433250" y="30289"/>
                </a:lnTo>
                <a:lnTo>
                  <a:pt x="433343" y="30403"/>
                </a:lnTo>
                <a:lnTo>
                  <a:pt x="433437" y="30521"/>
                </a:lnTo>
                <a:lnTo>
                  <a:pt x="433532" y="30643"/>
                </a:lnTo>
                <a:lnTo>
                  <a:pt x="433630" y="30769"/>
                </a:lnTo>
                <a:lnTo>
                  <a:pt x="433729" y="30899"/>
                </a:lnTo>
                <a:lnTo>
                  <a:pt x="433829" y="31034"/>
                </a:lnTo>
                <a:lnTo>
                  <a:pt x="433931" y="31172"/>
                </a:lnTo>
                <a:lnTo>
                  <a:pt x="434035" y="31314"/>
                </a:lnTo>
                <a:lnTo>
                  <a:pt x="434140" y="31461"/>
                </a:lnTo>
                <a:lnTo>
                  <a:pt x="434279" y="31655"/>
                </a:lnTo>
                <a:lnTo>
                  <a:pt x="434414" y="31846"/>
                </a:lnTo>
                <a:lnTo>
                  <a:pt x="434546" y="32034"/>
                </a:lnTo>
                <a:lnTo>
                  <a:pt x="434675" y="32220"/>
                </a:lnTo>
                <a:lnTo>
                  <a:pt x="434800" y="32403"/>
                </a:lnTo>
                <a:lnTo>
                  <a:pt x="434923" y="32584"/>
                </a:lnTo>
                <a:lnTo>
                  <a:pt x="435042" y="32762"/>
                </a:lnTo>
                <a:lnTo>
                  <a:pt x="435158" y="32937"/>
                </a:lnTo>
                <a:lnTo>
                  <a:pt x="435271" y="33110"/>
                </a:lnTo>
                <a:lnTo>
                  <a:pt x="435381" y="33280"/>
                </a:lnTo>
                <a:lnTo>
                  <a:pt x="435488" y="33447"/>
                </a:lnTo>
                <a:lnTo>
                  <a:pt x="435591" y="33612"/>
                </a:lnTo>
                <a:lnTo>
                  <a:pt x="435691" y="33774"/>
                </a:lnTo>
                <a:lnTo>
                  <a:pt x="435788" y="33933"/>
                </a:lnTo>
                <a:lnTo>
                  <a:pt x="435882" y="34090"/>
                </a:lnTo>
                <a:lnTo>
                  <a:pt x="435973" y="34244"/>
                </a:lnTo>
                <a:lnTo>
                  <a:pt x="436060" y="34395"/>
                </a:lnTo>
                <a:lnTo>
                  <a:pt x="436145" y="34544"/>
                </a:lnTo>
                <a:lnTo>
                  <a:pt x="436226" y="34690"/>
                </a:lnTo>
                <a:lnTo>
                  <a:pt x="436304" y="34834"/>
                </a:lnTo>
                <a:lnTo>
                  <a:pt x="436379" y="34974"/>
                </a:lnTo>
                <a:lnTo>
                  <a:pt x="436450" y="35112"/>
                </a:lnTo>
                <a:lnTo>
                  <a:pt x="436519" y="35248"/>
                </a:lnTo>
                <a:lnTo>
                  <a:pt x="436584" y="35381"/>
                </a:lnTo>
                <a:lnTo>
                  <a:pt x="453332" y="70558"/>
                </a:lnTo>
                <a:lnTo>
                  <a:pt x="450023" y="78705"/>
                </a:lnTo>
                <a:lnTo>
                  <a:pt x="449871" y="79080"/>
                </a:lnTo>
                <a:lnTo>
                  <a:pt x="449718" y="79444"/>
                </a:lnTo>
                <a:lnTo>
                  <a:pt x="449566" y="79798"/>
                </a:lnTo>
                <a:lnTo>
                  <a:pt x="449413" y="80142"/>
                </a:lnTo>
                <a:lnTo>
                  <a:pt x="449261" y="80475"/>
                </a:lnTo>
                <a:lnTo>
                  <a:pt x="449109" y="80799"/>
                </a:lnTo>
                <a:lnTo>
                  <a:pt x="448956" y="81112"/>
                </a:lnTo>
                <a:lnTo>
                  <a:pt x="448804" y="81414"/>
                </a:lnTo>
                <a:lnTo>
                  <a:pt x="448652" y="81706"/>
                </a:lnTo>
                <a:lnTo>
                  <a:pt x="448501" y="81988"/>
                </a:lnTo>
                <a:lnTo>
                  <a:pt x="448349" y="82260"/>
                </a:lnTo>
                <a:lnTo>
                  <a:pt x="448197" y="82521"/>
                </a:lnTo>
                <a:lnTo>
                  <a:pt x="448045" y="82772"/>
                </a:lnTo>
                <a:lnTo>
                  <a:pt x="447894" y="83013"/>
                </a:lnTo>
                <a:lnTo>
                  <a:pt x="447742" y="83243"/>
                </a:lnTo>
                <a:lnTo>
                  <a:pt x="447591" y="83463"/>
                </a:lnTo>
                <a:lnTo>
                  <a:pt x="447440" y="83673"/>
                </a:lnTo>
                <a:lnTo>
                  <a:pt x="447289" y="83872"/>
                </a:lnTo>
                <a:lnTo>
                  <a:pt x="447138" y="84061"/>
                </a:lnTo>
                <a:lnTo>
                  <a:pt x="446987" y="84240"/>
                </a:lnTo>
                <a:lnTo>
                  <a:pt x="446836" y="84408"/>
                </a:lnTo>
                <a:lnTo>
                  <a:pt x="446685" y="84567"/>
                </a:lnTo>
                <a:lnTo>
                  <a:pt x="446534" y="84714"/>
                </a:lnTo>
                <a:lnTo>
                  <a:pt x="446383" y="84852"/>
                </a:lnTo>
                <a:lnTo>
                  <a:pt x="446233" y="84981"/>
                </a:lnTo>
                <a:lnTo>
                  <a:pt x="446084" y="85106"/>
                </a:lnTo>
                <a:lnTo>
                  <a:pt x="445936" y="85224"/>
                </a:lnTo>
                <a:lnTo>
                  <a:pt x="445789" y="85337"/>
                </a:lnTo>
                <a:lnTo>
                  <a:pt x="445643" y="85445"/>
                </a:lnTo>
                <a:lnTo>
                  <a:pt x="445497" y="85547"/>
                </a:lnTo>
                <a:lnTo>
                  <a:pt x="445353" y="85644"/>
                </a:lnTo>
                <a:lnTo>
                  <a:pt x="445210" y="85735"/>
                </a:lnTo>
                <a:lnTo>
                  <a:pt x="445067" y="85820"/>
                </a:lnTo>
                <a:lnTo>
                  <a:pt x="444926" y="85900"/>
                </a:lnTo>
                <a:lnTo>
                  <a:pt x="444786" y="85975"/>
                </a:lnTo>
                <a:lnTo>
                  <a:pt x="444646" y="86044"/>
                </a:lnTo>
                <a:lnTo>
                  <a:pt x="444508" y="86107"/>
                </a:lnTo>
                <a:lnTo>
                  <a:pt x="444370" y="86165"/>
                </a:lnTo>
                <a:lnTo>
                  <a:pt x="444234" y="86218"/>
                </a:lnTo>
                <a:lnTo>
                  <a:pt x="444098" y="86264"/>
                </a:lnTo>
                <a:lnTo>
                  <a:pt x="443964" y="86306"/>
                </a:lnTo>
                <a:lnTo>
                  <a:pt x="443830" y="86342"/>
                </a:lnTo>
                <a:lnTo>
                  <a:pt x="443698" y="86372"/>
                </a:lnTo>
                <a:lnTo>
                  <a:pt x="443566" y="86397"/>
                </a:lnTo>
                <a:lnTo>
                  <a:pt x="443435" y="86416"/>
                </a:lnTo>
                <a:lnTo>
                  <a:pt x="443305" y="86430"/>
                </a:lnTo>
                <a:lnTo>
                  <a:pt x="443177" y="86438"/>
                </a:lnTo>
                <a:lnTo>
                  <a:pt x="443049" y="86441"/>
                </a:lnTo>
                <a:lnTo>
                  <a:pt x="443004" y="86440"/>
                </a:lnTo>
                <a:lnTo>
                  <a:pt x="442954" y="86436"/>
                </a:lnTo>
                <a:lnTo>
                  <a:pt x="442898" y="86429"/>
                </a:lnTo>
                <a:lnTo>
                  <a:pt x="442837" y="86420"/>
                </a:lnTo>
                <a:lnTo>
                  <a:pt x="442771" y="86408"/>
                </a:lnTo>
                <a:lnTo>
                  <a:pt x="442699" y="86393"/>
                </a:lnTo>
                <a:lnTo>
                  <a:pt x="442622" y="86376"/>
                </a:lnTo>
                <a:lnTo>
                  <a:pt x="442540" y="86356"/>
                </a:lnTo>
                <a:lnTo>
                  <a:pt x="442452" y="86334"/>
                </a:lnTo>
                <a:lnTo>
                  <a:pt x="442360" y="86309"/>
                </a:lnTo>
                <a:lnTo>
                  <a:pt x="442262" y="86281"/>
                </a:lnTo>
                <a:lnTo>
                  <a:pt x="442158" y="86250"/>
                </a:lnTo>
                <a:lnTo>
                  <a:pt x="442049" y="86217"/>
                </a:lnTo>
                <a:lnTo>
                  <a:pt x="441935" y="86181"/>
                </a:lnTo>
                <a:lnTo>
                  <a:pt x="441816" y="86143"/>
                </a:lnTo>
                <a:lnTo>
                  <a:pt x="441691" y="86102"/>
                </a:lnTo>
                <a:lnTo>
                  <a:pt x="441562" y="86058"/>
                </a:lnTo>
                <a:lnTo>
                  <a:pt x="441426" y="86012"/>
                </a:lnTo>
                <a:lnTo>
                  <a:pt x="441286" y="85962"/>
                </a:lnTo>
                <a:lnTo>
                  <a:pt x="441140" y="85911"/>
                </a:lnTo>
                <a:lnTo>
                  <a:pt x="440989" y="85856"/>
                </a:lnTo>
                <a:lnTo>
                  <a:pt x="440832" y="85799"/>
                </a:lnTo>
                <a:lnTo>
                  <a:pt x="440671" y="85740"/>
                </a:lnTo>
                <a:lnTo>
                  <a:pt x="440504" y="85677"/>
                </a:lnTo>
                <a:lnTo>
                  <a:pt x="440264" y="85586"/>
                </a:lnTo>
                <a:lnTo>
                  <a:pt x="440028" y="85499"/>
                </a:lnTo>
                <a:lnTo>
                  <a:pt x="439797" y="85415"/>
                </a:lnTo>
                <a:lnTo>
                  <a:pt x="439570" y="85335"/>
                </a:lnTo>
                <a:lnTo>
                  <a:pt x="439348" y="85259"/>
                </a:lnTo>
                <a:lnTo>
                  <a:pt x="439129" y="85187"/>
                </a:lnTo>
                <a:lnTo>
                  <a:pt x="438915" y="85119"/>
                </a:lnTo>
                <a:lnTo>
                  <a:pt x="438705" y="85055"/>
                </a:lnTo>
                <a:lnTo>
                  <a:pt x="438499" y="84995"/>
                </a:lnTo>
                <a:lnTo>
                  <a:pt x="438298" y="84939"/>
                </a:lnTo>
                <a:lnTo>
                  <a:pt x="438100" y="84886"/>
                </a:lnTo>
                <a:lnTo>
                  <a:pt x="437907" y="84837"/>
                </a:lnTo>
                <a:lnTo>
                  <a:pt x="437719" y="84793"/>
                </a:lnTo>
                <a:lnTo>
                  <a:pt x="437534" y="84752"/>
                </a:lnTo>
                <a:lnTo>
                  <a:pt x="437354" y="84715"/>
                </a:lnTo>
                <a:lnTo>
                  <a:pt x="437178" y="84682"/>
                </a:lnTo>
                <a:lnTo>
                  <a:pt x="437006" y="84653"/>
                </a:lnTo>
                <a:lnTo>
                  <a:pt x="436838" y="84628"/>
                </a:lnTo>
                <a:lnTo>
                  <a:pt x="436675" y="84606"/>
                </a:lnTo>
                <a:lnTo>
                  <a:pt x="436516" y="84589"/>
                </a:lnTo>
                <a:lnTo>
                  <a:pt x="436361" y="84575"/>
                </a:lnTo>
                <a:lnTo>
                  <a:pt x="436210" y="84565"/>
                </a:lnTo>
                <a:lnTo>
                  <a:pt x="436064" y="84559"/>
                </a:lnTo>
                <a:lnTo>
                  <a:pt x="435922" y="84558"/>
                </a:lnTo>
                <a:lnTo>
                  <a:pt x="435720" y="84560"/>
                </a:lnTo>
                <a:lnTo>
                  <a:pt x="435522" y="84566"/>
                </a:lnTo>
                <a:lnTo>
                  <a:pt x="435327" y="84578"/>
                </a:lnTo>
                <a:lnTo>
                  <a:pt x="435136" y="84593"/>
                </a:lnTo>
                <a:lnTo>
                  <a:pt x="434949" y="84614"/>
                </a:lnTo>
                <a:lnTo>
                  <a:pt x="434765" y="84638"/>
                </a:lnTo>
                <a:lnTo>
                  <a:pt x="434585" y="84668"/>
                </a:lnTo>
                <a:lnTo>
                  <a:pt x="434409" y="84701"/>
                </a:lnTo>
                <a:lnTo>
                  <a:pt x="434236" y="84739"/>
                </a:lnTo>
                <a:lnTo>
                  <a:pt x="434067" y="84782"/>
                </a:lnTo>
                <a:lnTo>
                  <a:pt x="433901" y="84829"/>
                </a:lnTo>
                <a:lnTo>
                  <a:pt x="433739" y="84881"/>
                </a:lnTo>
                <a:lnTo>
                  <a:pt x="433581" y="84937"/>
                </a:lnTo>
                <a:lnTo>
                  <a:pt x="433426" y="84998"/>
                </a:lnTo>
                <a:lnTo>
                  <a:pt x="433275" y="85063"/>
                </a:lnTo>
                <a:lnTo>
                  <a:pt x="433128" y="85132"/>
                </a:lnTo>
                <a:lnTo>
                  <a:pt x="432984" y="85206"/>
                </a:lnTo>
                <a:lnTo>
                  <a:pt x="432844" y="85285"/>
                </a:lnTo>
                <a:lnTo>
                  <a:pt x="432707" y="85368"/>
                </a:lnTo>
                <a:lnTo>
                  <a:pt x="432574" y="85456"/>
                </a:lnTo>
                <a:lnTo>
                  <a:pt x="432445" y="85548"/>
                </a:lnTo>
                <a:lnTo>
                  <a:pt x="432319" y="85644"/>
                </a:lnTo>
                <a:lnTo>
                  <a:pt x="432197" y="85745"/>
                </a:lnTo>
                <a:lnTo>
                  <a:pt x="432078" y="85851"/>
                </a:lnTo>
                <a:lnTo>
                  <a:pt x="431964" y="85960"/>
                </a:lnTo>
                <a:lnTo>
                  <a:pt x="431855" y="86072"/>
                </a:lnTo>
                <a:lnTo>
                  <a:pt x="431750" y="86187"/>
                </a:lnTo>
                <a:lnTo>
                  <a:pt x="431651" y="86305"/>
                </a:lnTo>
                <a:lnTo>
                  <a:pt x="431556" y="86426"/>
                </a:lnTo>
                <a:lnTo>
                  <a:pt x="431466" y="86549"/>
                </a:lnTo>
                <a:lnTo>
                  <a:pt x="431381" y="86676"/>
                </a:lnTo>
                <a:lnTo>
                  <a:pt x="431301" y="86805"/>
                </a:lnTo>
                <a:lnTo>
                  <a:pt x="431225" y="86937"/>
                </a:lnTo>
                <a:lnTo>
                  <a:pt x="431155" y="87072"/>
                </a:lnTo>
                <a:lnTo>
                  <a:pt x="431089" y="87210"/>
                </a:lnTo>
                <a:lnTo>
                  <a:pt x="431028" y="87350"/>
                </a:lnTo>
                <a:lnTo>
                  <a:pt x="430973" y="87494"/>
                </a:lnTo>
                <a:lnTo>
                  <a:pt x="430922" y="87640"/>
                </a:lnTo>
                <a:lnTo>
                  <a:pt x="430875" y="87789"/>
                </a:lnTo>
                <a:lnTo>
                  <a:pt x="430834" y="87941"/>
                </a:lnTo>
                <a:lnTo>
                  <a:pt x="430798" y="88096"/>
                </a:lnTo>
                <a:lnTo>
                  <a:pt x="430766" y="88253"/>
                </a:lnTo>
                <a:lnTo>
                  <a:pt x="430739" y="88414"/>
                </a:lnTo>
                <a:lnTo>
                  <a:pt x="430717" y="88577"/>
                </a:lnTo>
                <a:lnTo>
                  <a:pt x="430700" y="88743"/>
                </a:lnTo>
                <a:lnTo>
                  <a:pt x="430688" y="88912"/>
                </a:lnTo>
                <a:lnTo>
                  <a:pt x="430681" y="89084"/>
                </a:lnTo>
                <a:lnTo>
                  <a:pt x="430678" y="89259"/>
                </a:lnTo>
                <a:lnTo>
                  <a:pt x="430682" y="89442"/>
                </a:lnTo>
                <a:lnTo>
                  <a:pt x="430692" y="89624"/>
                </a:lnTo>
                <a:lnTo>
                  <a:pt x="430709" y="89804"/>
                </a:lnTo>
                <a:lnTo>
                  <a:pt x="430732" y="89982"/>
                </a:lnTo>
                <a:lnTo>
                  <a:pt x="430762" y="90159"/>
                </a:lnTo>
                <a:lnTo>
                  <a:pt x="430799" y="90334"/>
                </a:lnTo>
                <a:lnTo>
                  <a:pt x="430843" y="90507"/>
                </a:lnTo>
                <a:lnTo>
                  <a:pt x="430893" y="90678"/>
                </a:lnTo>
                <a:lnTo>
                  <a:pt x="430951" y="90847"/>
                </a:lnTo>
                <a:lnTo>
                  <a:pt x="431014" y="91015"/>
                </a:lnTo>
                <a:lnTo>
                  <a:pt x="431085" y="91181"/>
                </a:lnTo>
                <a:lnTo>
                  <a:pt x="431162" y="91346"/>
                </a:lnTo>
                <a:lnTo>
                  <a:pt x="431246" y="91508"/>
                </a:lnTo>
                <a:lnTo>
                  <a:pt x="431337" y="91669"/>
                </a:lnTo>
                <a:lnTo>
                  <a:pt x="431434" y="91828"/>
                </a:lnTo>
                <a:lnTo>
                  <a:pt x="431538" y="91986"/>
                </a:lnTo>
                <a:lnTo>
                  <a:pt x="431649" y="92141"/>
                </a:lnTo>
                <a:lnTo>
                  <a:pt x="431767" y="92295"/>
                </a:lnTo>
                <a:lnTo>
                  <a:pt x="431891" y="92447"/>
                </a:lnTo>
                <a:lnTo>
                  <a:pt x="432022" y="92598"/>
                </a:lnTo>
                <a:lnTo>
                  <a:pt x="432160" y="92746"/>
                </a:lnTo>
                <a:lnTo>
                  <a:pt x="432304" y="92893"/>
                </a:lnTo>
                <a:lnTo>
                  <a:pt x="432455" y="93038"/>
                </a:lnTo>
                <a:lnTo>
                  <a:pt x="432613" y="93182"/>
                </a:lnTo>
                <a:lnTo>
                  <a:pt x="432776" y="93321"/>
                </a:lnTo>
                <a:lnTo>
                  <a:pt x="432943" y="93455"/>
                </a:lnTo>
                <a:lnTo>
                  <a:pt x="433113" y="93582"/>
                </a:lnTo>
                <a:lnTo>
                  <a:pt x="433287" y="93704"/>
                </a:lnTo>
                <a:lnTo>
                  <a:pt x="433465" y="93820"/>
                </a:lnTo>
                <a:lnTo>
                  <a:pt x="433647" y="93930"/>
                </a:lnTo>
                <a:lnTo>
                  <a:pt x="433832" y="94034"/>
                </a:lnTo>
                <a:lnTo>
                  <a:pt x="434021" y="94132"/>
                </a:lnTo>
                <a:lnTo>
                  <a:pt x="434214" y="94224"/>
                </a:lnTo>
                <a:lnTo>
                  <a:pt x="434411" y="94310"/>
                </a:lnTo>
                <a:lnTo>
                  <a:pt x="434611" y="94390"/>
                </a:lnTo>
                <a:lnTo>
                  <a:pt x="434815" y="94464"/>
                </a:lnTo>
                <a:lnTo>
                  <a:pt x="435022" y="94532"/>
                </a:lnTo>
                <a:lnTo>
                  <a:pt x="435234" y="94595"/>
                </a:lnTo>
                <a:lnTo>
                  <a:pt x="435449" y="94651"/>
                </a:lnTo>
                <a:lnTo>
                  <a:pt x="435667" y="94702"/>
                </a:lnTo>
                <a:lnTo>
                  <a:pt x="435890" y="94746"/>
                </a:lnTo>
                <a:lnTo>
                  <a:pt x="436116" y="94785"/>
                </a:lnTo>
                <a:lnTo>
                  <a:pt x="436346" y="94818"/>
                </a:lnTo>
                <a:lnTo>
                  <a:pt x="436580" y="94844"/>
                </a:lnTo>
                <a:lnTo>
                  <a:pt x="436817" y="94865"/>
                </a:lnTo>
                <a:lnTo>
                  <a:pt x="437058" y="94880"/>
                </a:lnTo>
                <a:lnTo>
                  <a:pt x="437303" y="94889"/>
                </a:lnTo>
                <a:lnTo>
                  <a:pt x="437551" y="94892"/>
                </a:lnTo>
                <a:lnTo>
                  <a:pt x="437895" y="94886"/>
                </a:lnTo>
                <a:lnTo>
                  <a:pt x="438241" y="94868"/>
                </a:lnTo>
                <a:lnTo>
                  <a:pt x="438587" y="94838"/>
                </a:lnTo>
                <a:lnTo>
                  <a:pt x="438935" y="94796"/>
                </a:lnTo>
                <a:lnTo>
                  <a:pt x="439283" y="94741"/>
                </a:lnTo>
                <a:lnTo>
                  <a:pt x="439633" y="94675"/>
                </a:lnTo>
                <a:lnTo>
                  <a:pt x="439985" y="94597"/>
                </a:lnTo>
                <a:lnTo>
                  <a:pt x="440337" y="94507"/>
                </a:lnTo>
                <a:lnTo>
                  <a:pt x="440690" y="94405"/>
                </a:lnTo>
                <a:lnTo>
                  <a:pt x="441045" y="94291"/>
                </a:lnTo>
                <a:lnTo>
                  <a:pt x="441400" y="94165"/>
                </a:lnTo>
                <a:lnTo>
                  <a:pt x="441757" y="94026"/>
                </a:lnTo>
                <a:lnTo>
                  <a:pt x="442115" y="93876"/>
                </a:lnTo>
                <a:lnTo>
                  <a:pt x="442474" y="93714"/>
                </a:lnTo>
                <a:lnTo>
                  <a:pt x="442835" y="93540"/>
                </a:lnTo>
                <a:lnTo>
                  <a:pt x="443196" y="93353"/>
                </a:lnTo>
                <a:lnTo>
                  <a:pt x="443559" y="93155"/>
                </a:lnTo>
                <a:lnTo>
                  <a:pt x="443922" y="92945"/>
                </a:lnTo>
                <a:lnTo>
                  <a:pt x="444287" y="92722"/>
                </a:lnTo>
                <a:lnTo>
                  <a:pt x="444653" y="92488"/>
                </a:lnTo>
                <a:lnTo>
                  <a:pt x="445020" y="92241"/>
                </a:lnTo>
                <a:lnTo>
                  <a:pt x="445389" y="91983"/>
                </a:lnTo>
                <a:lnTo>
                  <a:pt x="445758" y="91712"/>
                </a:lnTo>
                <a:lnTo>
                  <a:pt x="446129" y="91430"/>
                </a:lnTo>
                <a:lnTo>
                  <a:pt x="446497" y="91136"/>
                </a:lnTo>
                <a:lnTo>
                  <a:pt x="446859" y="90830"/>
                </a:lnTo>
                <a:lnTo>
                  <a:pt x="447216" y="90513"/>
                </a:lnTo>
                <a:lnTo>
                  <a:pt x="447566" y="90184"/>
                </a:lnTo>
                <a:lnTo>
                  <a:pt x="447911" y="89844"/>
                </a:lnTo>
                <a:lnTo>
                  <a:pt x="448250" y="89492"/>
                </a:lnTo>
                <a:lnTo>
                  <a:pt x="448582" y="89129"/>
                </a:lnTo>
                <a:lnTo>
                  <a:pt x="448909" y="88755"/>
                </a:lnTo>
                <a:lnTo>
                  <a:pt x="449230" y="88368"/>
                </a:lnTo>
                <a:lnTo>
                  <a:pt x="449545" y="87971"/>
                </a:lnTo>
                <a:lnTo>
                  <a:pt x="449854" y="87562"/>
                </a:lnTo>
                <a:lnTo>
                  <a:pt x="450157" y="87141"/>
                </a:lnTo>
                <a:lnTo>
                  <a:pt x="450454" y="86709"/>
                </a:lnTo>
                <a:lnTo>
                  <a:pt x="450745" y="86265"/>
                </a:lnTo>
                <a:lnTo>
                  <a:pt x="451031" y="85810"/>
                </a:lnTo>
                <a:lnTo>
                  <a:pt x="451310" y="85344"/>
                </a:lnTo>
                <a:lnTo>
                  <a:pt x="451584" y="84866"/>
                </a:lnTo>
                <a:lnTo>
                  <a:pt x="451851" y="84376"/>
                </a:lnTo>
                <a:lnTo>
                  <a:pt x="452113" y="83875"/>
                </a:lnTo>
                <a:lnTo>
                  <a:pt x="452369" y="83363"/>
                </a:lnTo>
                <a:lnTo>
                  <a:pt x="452618" y="82839"/>
                </a:lnTo>
                <a:lnTo>
                  <a:pt x="452862" y="82303"/>
                </a:lnTo>
                <a:lnTo>
                  <a:pt x="453100" y="81756"/>
                </a:lnTo>
                <a:lnTo>
                  <a:pt x="453332" y="81198"/>
                </a:lnTo>
                <a:lnTo>
                  <a:pt x="472321" y="34668"/>
                </a:lnTo>
                <a:lnTo>
                  <a:pt x="472426" y="34405"/>
                </a:lnTo>
                <a:lnTo>
                  <a:pt x="472527" y="34151"/>
                </a:lnTo>
                <a:lnTo>
                  <a:pt x="472626" y="33905"/>
                </a:lnTo>
                <a:lnTo>
                  <a:pt x="472722" y="33668"/>
                </a:lnTo>
                <a:lnTo>
                  <a:pt x="472816" y="33440"/>
                </a:lnTo>
                <a:lnTo>
                  <a:pt x="472906" y="33220"/>
                </a:lnTo>
                <a:lnTo>
                  <a:pt x="472994" y="33009"/>
                </a:lnTo>
                <a:lnTo>
                  <a:pt x="473079" y="32807"/>
                </a:lnTo>
                <a:lnTo>
                  <a:pt x="473161" y="32613"/>
                </a:lnTo>
                <a:lnTo>
                  <a:pt x="473240" y="32428"/>
                </a:lnTo>
                <a:lnTo>
                  <a:pt x="473316" y="32252"/>
                </a:lnTo>
                <a:lnTo>
                  <a:pt x="473390" y="32085"/>
                </a:lnTo>
                <a:lnTo>
                  <a:pt x="473461" y="31926"/>
                </a:lnTo>
                <a:lnTo>
                  <a:pt x="473529" y="31775"/>
                </a:lnTo>
                <a:lnTo>
                  <a:pt x="473594" y="31633"/>
                </a:lnTo>
                <a:lnTo>
                  <a:pt x="473656" y="31500"/>
                </a:lnTo>
                <a:lnTo>
                  <a:pt x="473715" y="31376"/>
                </a:lnTo>
                <a:lnTo>
                  <a:pt x="473772" y="31260"/>
                </a:lnTo>
                <a:lnTo>
                  <a:pt x="473825" y="31153"/>
                </a:lnTo>
                <a:lnTo>
                  <a:pt x="473876" y="31055"/>
                </a:lnTo>
                <a:lnTo>
                  <a:pt x="473924" y="30965"/>
                </a:lnTo>
                <a:lnTo>
                  <a:pt x="473970" y="30884"/>
                </a:lnTo>
                <a:lnTo>
                  <a:pt x="474012" y="30812"/>
                </a:lnTo>
                <a:lnTo>
                  <a:pt x="474052" y="30748"/>
                </a:lnTo>
                <a:lnTo>
                  <a:pt x="474153" y="30610"/>
                </a:lnTo>
                <a:lnTo>
                  <a:pt x="474254" y="30476"/>
                </a:lnTo>
                <a:lnTo>
                  <a:pt x="474354" y="30345"/>
                </a:lnTo>
                <a:lnTo>
                  <a:pt x="474453" y="30218"/>
                </a:lnTo>
                <a:lnTo>
                  <a:pt x="474552" y="30095"/>
                </a:lnTo>
                <a:lnTo>
                  <a:pt x="474650" y="29975"/>
                </a:lnTo>
                <a:lnTo>
                  <a:pt x="474747" y="29859"/>
                </a:lnTo>
                <a:lnTo>
                  <a:pt x="474844" y="29747"/>
                </a:lnTo>
                <a:lnTo>
                  <a:pt x="474939" y="29639"/>
                </a:lnTo>
                <a:lnTo>
                  <a:pt x="475035" y="29534"/>
                </a:lnTo>
                <a:lnTo>
                  <a:pt x="475129" y="29433"/>
                </a:lnTo>
                <a:lnTo>
                  <a:pt x="475223" y="29335"/>
                </a:lnTo>
                <a:lnTo>
                  <a:pt x="475316" y="29242"/>
                </a:lnTo>
                <a:lnTo>
                  <a:pt x="475408" y="29152"/>
                </a:lnTo>
                <a:lnTo>
                  <a:pt x="475499" y="29066"/>
                </a:lnTo>
                <a:lnTo>
                  <a:pt x="475590" y="28983"/>
                </a:lnTo>
                <a:lnTo>
                  <a:pt x="475680" y="28905"/>
                </a:lnTo>
                <a:lnTo>
                  <a:pt x="475770" y="28830"/>
                </a:lnTo>
                <a:lnTo>
                  <a:pt x="475859" y="28758"/>
                </a:lnTo>
                <a:lnTo>
                  <a:pt x="475947" y="28691"/>
                </a:lnTo>
                <a:lnTo>
                  <a:pt x="476034" y="28627"/>
                </a:lnTo>
                <a:lnTo>
                  <a:pt x="476121" y="28567"/>
                </a:lnTo>
                <a:lnTo>
                  <a:pt x="476206" y="28510"/>
                </a:lnTo>
                <a:lnTo>
                  <a:pt x="476292" y="28457"/>
                </a:lnTo>
                <a:lnTo>
                  <a:pt x="476378" y="28407"/>
                </a:lnTo>
                <a:lnTo>
                  <a:pt x="476467" y="28358"/>
                </a:lnTo>
                <a:lnTo>
                  <a:pt x="476560" y="28311"/>
                </a:lnTo>
                <a:lnTo>
                  <a:pt x="476655" y="28265"/>
                </a:lnTo>
                <a:lnTo>
                  <a:pt x="476753" y="28220"/>
                </a:lnTo>
                <a:lnTo>
                  <a:pt x="476855" y="28177"/>
                </a:lnTo>
                <a:lnTo>
                  <a:pt x="476959" y="28136"/>
                </a:lnTo>
                <a:lnTo>
                  <a:pt x="477067" y="28095"/>
                </a:lnTo>
                <a:lnTo>
                  <a:pt x="477177" y="28056"/>
                </a:lnTo>
                <a:lnTo>
                  <a:pt x="477290" y="28019"/>
                </a:lnTo>
                <a:lnTo>
                  <a:pt x="477407" y="27983"/>
                </a:lnTo>
                <a:lnTo>
                  <a:pt x="477526" y="27948"/>
                </a:lnTo>
                <a:lnTo>
                  <a:pt x="477649" y="27915"/>
                </a:lnTo>
                <a:lnTo>
                  <a:pt x="477774" y="27883"/>
                </a:lnTo>
                <a:lnTo>
                  <a:pt x="477902" y="27853"/>
                </a:lnTo>
                <a:lnTo>
                  <a:pt x="478034" y="27824"/>
                </a:lnTo>
                <a:lnTo>
                  <a:pt x="478168" y="27796"/>
                </a:lnTo>
                <a:lnTo>
                  <a:pt x="478306" y="27770"/>
                </a:lnTo>
                <a:lnTo>
                  <a:pt x="478446" y="27745"/>
                </a:lnTo>
                <a:lnTo>
                  <a:pt x="478590" y="27722"/>
                </a:lnTo>
                <a:lnTo>
                  <a:pt x="478736" y="27700"/>
                </a:lnTo>
                <a:lnTo>
                  <a:pt x="478885" y="27680"/>
                </a:lnTo>
                <a:lnTo>
                  <a:pt x="479038" y="27660"/>
                </a:lnTo>
                <a:lnTo>
                  <a:pt x="479193" y="27643"/>
                </a:lnTo>
                <a:lnTo>
                  <a:pt x="479193" y="25759"/>
                </a:lnTo>
                <a:lnTo>
                  <a:pt x="464023" y="25759"/>
                </a:lnTo>
                <a:lnTo>
                  <a:pt x="464023" y="27643"/>
                </a:lnTo>
                <a:lnTo>
                  <a:pt x="464203" y="27643"/>
                </a:lnTo>
                <a:lnTo>
                  <a:pt x="464379" y="27645"/>
                </a:lnTo>
                <a:lnTo>
                  <a:pt x="464550" y="27648"/>
                </a:lnTo>
                <a:lnTo>
                  <a:pt x="464716" y="27652"/>
                </a:lnTo>
                <a:lnTo>
                  <a:pt x="464878" y="27657"/>
                </a:lnTo>
                <a:lnTo>
                  <a:pt x="465035" y="27664"/>
                </a:lnTo>
                <a:lnTo>
                  <a:pt x="465187" y="27671"/>
                </a:lnTo>
                <a:lnTo>
                  <a:pt x="465335" y="27680"/>
                </a:lnTo>
                <a:lnTo>
                  <a:pt x="465479" y="27689"/>
                </a:lnTo>
                <a:lnTo>
                  <a:pt x="465617" y="27700"/>
                </a:lnTo>
                <a:lnTo>
                  <a:pt x="465751" y="27712"/>
                </a:lnTo>
                <a:lnTo>
                  <a:pt x="465881" y="27726"/>
                </a:lnTo>
                <a:lnTo>
                  <a:pt x="466006" y="27740"/>
                </a:lnTo>
                <a:lnTo>
                  <a:pt x="466126" y="27755"/>
                </a:lnTo>
                <a:lnTo>
                  <a:pt x="466242" y="27772"/>
                </a:lnTo>
                <a:lnTo>
                  <a:pt x="466353" y="27790"/>
                </a:lnTo>
                <a:lnTo>
                  <a:pt x="466460" y="27809"/>
                </a:lnTo>
                <a:lnTo>
                  <a:pt x="466562" y="27829"/>
                </a:lnTo>
                <a:lnTo>
                  <a:pt x="466659" y="27850"/>
                </a:lnTo>
                <a:lnTo>
                  <a:pt x="466752" y="27873"/>
                </a:lnTo>
                <a:lnTo>
                  <a:pt x="466840" y="27896"/>
                </a:lnTo>
                <a:lnTo>
                  <a:pt x="466924" y="27921"/>
                </a:lnTo>
                <a:lnTo>
                  <a:pt x="467003" y="27947"/>
                </a:lnTo>
                <a:lnTo>
                  <a:pt x="467077" y="27974"/>
                </a:lnTo>
                <a:lnTo>
                  <a:pt x="467149" y="28002"/>
                </a:lnTo>
                <a:lnTo>
                  <a:pt x="467218" y="28030"/>
                </a:lnTo>
                <a:lnTo>
                  <a:pt x="467287" y="28060"/>
                </a:lnTo>
                <a:lnTo>
                  <a:pt x="467353" y="28090"/>
                </a:lnTo>
                <a:lnTo>
                  <a:pt x="467418" y="28122"/>
                </a:lnTo>
                <a:lnTo>
                  <a:pt x="467481" y="28153"/>
                </a:lnTo>
                <a:lnTo>
                  <a:pt x="467543" y="28186"/>
                </a:lnTo>
                <a:lnTo>
                  <a:pt x="467603" y="28220"/>
                </a:lnTo>
                <a:lnTo>
                  <a:pt x="467662" y="28254"/>
                </a:lnTo>
                <a:lnTo>
                  <a:pt x="467719" y="28289"/>
                </a:lnTo>
                <a:lnTo>
                  <a:pt x="467774" y="28325"/>
                </a:lnTo>
                <a:lnTo>
                  <a:pt x="467828" y="28362"/>
                </a:lnTo>
                <a:lnTo>
                  <a:pt x="467881" y="28399"/>
                </a:lnTo>
                <a:lnTo>
                  <a:pt x="467931" y="28438"/>
                </a:lnTo>
                <a:lnTo>
                  <a:pt x="467980" y="28477"/>
                </a:lnTo>
                <a:lnTo>
                  <a:pt x="468028" y="28517"/>
                </a:lnTo>
                <a:lnTo>
                  <a:pt x="468074" y="28557"/>
                </a:lnTo>
                <a:lnTo>
                  <a:pt x="468118" y="28599"/>
                </a:lnTo>
                <a:lnTo>
                  <a:pt x="468161" y="28641"/>
                </a:lnTo>
                <a:lnTo>
                  <a:pt x="468202" y="28684"/>
                </a:lnTo>
                <a:lnTo>
                  <a:pt x="468241" y="28728"/>
                </a:lnTo>
                <a:lnTo>
                  <a:pt x="468279" y="28773"/>
                </a:lnTo>
                <a:lnTo>
                  <a:pt x="468315" y="28818"/>
                </a:lnTo>
                <a:lnTo>
                  <a:pt x="468350" y="28865"/>
                </a:lnTo>
                <a:lnTo>
                  <a:pt x="468379" y="28904"/>
                </a:lnTo>
                <a:lnTo>
                  <a:pt x="468407" y="28944"/>
                </a:lnTo>
                <a:lnTo>
                  <a:pt x="468434" y="28986"/>
                </a:lnTo>
                <a:lnTo>
                  <a:pt x="468459" y="29030"/>
                </a:lnTo>
                <a:lnTo>
                  <a:pt x="468483" y="29075"/>
                </a:lnTo>
                <a:lnTo>
                  <a:pt x="468506" y="29122"/>
                </a:lnTo>
                <a:lnTo>
                  <a:pt x="468528" y="29171"/>
                </a:lnTo>
                <a:lnTo>
                  <a:pt x="468548" y="29221"/>
                </a:lnTo>
                <a:lnTo>
                  <a:pt x="468567" y="29273"/>
                </a:lnTo>
                <a:lnTo>
                  <a:pt x="468585" y="29326"/>
                </a:lnTo>
                <a:lnTo>
                  <a:pt x="468602" y="29381"/>
                </a:lnTo>
                <a:lnTo>
                  <a:pt x="468617" y="29437"/>
                </a:lnTo>
                <a:lnTo>
                  <a:pt x="468632" y="29495"/>
                </a:lnTo>
                <a:lnTo>
                  <a:pt x="468645" y="29555"/>
                </a:lnTo>
                <a:lnTo>
                  <a:pt x="468656" y="29616"/>
                </a:lnTo>
                <a:lnTo>
                  <a:pt x="468667" y="29679"/>
                </a:lnTo>
                <a:lnTo>
                  <a:pt x="468676" y="29744"/>
                </a:lnTo>
                <a:lnTo>
                  <a:pt x="468684" y="29810"/>
                </a:lnTo>
                <a:lnTo>
                  <a:pt x="468691" y="29877"/>
                </a:lnTo>
                <a:lnTo>
                  <a:pt x="468697" y="29946"/>
                </a:lnTo>
                <a:lnTo>
                  <a:pt x="468701" y="30017"/>
                </a:lnTo>
                <a:lnTo>
                  <a:pt x="468704" y="30090"/>
                </a:lnTo>
                <a:lnTo>
                  <a:pt x="468706" y="30164"/>
                </a:lnTo>
                <a:lnTo>
                  <a:pt x="468706" y="30239"/>
                </a:lnTo>
                <a:lnTo>
                  <a:pt x="468705" y="30409"/>
                </a:lnTo>
                <a:lnTo>
                  <a:pt x="468700" y="30579"/>
                </a:lnTo>
                <a:lnTo>
                  <a:pt x="468693" y="30749"/>
                </a:lnTo>
                <a:lnTo>
                  <a:pt x="468682" y="30919"/>
                </a:lnTo>
                <a:lnTo>
                  <a:pt x="468669" y="31090"/>
                </a:lnTo>
                <a:lnTo>
                  <a:pt x="468652" y="31260"/>
                </a:lnTo>
                <a:lnTo>
                  <a:pt x="468633" y="31431"/>
                </a:lnTo>
                <a:lnTo>
                  <a:pt x="468610" y="31602"/>
                </a:lnTo>
                <a:lnTo>
                  <a:pt x="468585" y="31773"/>
                </a:lnTo>
                <a:lnTo>
                  <a:pt x="468556" y="31945"/>
                </a:lnTo>
                <a:lnTo>
                  <a:pt x="468525" y="32116"/>
                </a:lnTo>
                <a:lnTo>
                  <a:pt x="468490" y="32288"/>
                </a:lnTo>
                <a:lnTo>
                  <a:pt x="468453" y="32460"/>
                </a:lnTo>
                <a:lnTo>
                  <a:pt x="468412" y="32632"/>
                </a:lnTo>
                <a:lnTo>
                  <a:pt x="468368" y="32804"/>
                </a:lnTo>
                <a:lnTo>
                  <a:pt x="468322" y="32977"/>
                </a:lnTo>
                <a:lnTo>
                  <a:pt x="468272" y="33149"/>
                </a:lnTo>
                <a:lnTo>
                  <a:pt x="468220" y="33322"/>
                </a:lnTo>
                <a:lnTo>
                  <a:pt x="468164" y="33495"/>
                </a:lnTo>
                <a:lnTo>
                  <a:pt x="468105" y="33668"/>
                </a:lnTo>
                <a:lnTo>
                  <a:pt x="468044" y="33842"/>
                </a:lnTo>
                <a:lnTo>
                  <a:pt x="467979" y="34015"/>
                </a:lnTo>
                <a:lnTo>
                  <a:pt x="467912" y="34189"/>
                </a:lnTo>
                <a:lnTo>
                  <a:pt x="467841" y="34363"/>
                </a:lnTo>
                <a:lnTo>
                  <a:pt x="457405" y="60122"/>
                </a:lnTo>
                <a:lnTo>
                  <a:pt x="446053" y="36603"/>
                </a:lnTo>
                <a:lnTo>
                  <a:pt x="445915" y="36312"/>
                </a:lnTo>
                <a:lnTo>
                  <a:pt x="445784" y="36028"/>
                </a:lnTo>
                <a:lnTo>
                  <a:pt x="445659" y="35748"/>
                </a:lnTo>
                <a:lnTo>
                  <a:pt x="445539" y="35474"/>
                </a:lnTo>
                <a:lnTo>
                  <a:pt x="445425" y="35205"/>
                </a:lnTo>
                <a:lnTo>
                  <a:pt x="445318" y="34942"/>
                </a:lnTo>
                <a:lnTo>
                  <a:pt x="445215" y="34683"/>
                </a:lnTo>
                <a:lnTo>
                  <a:pt x="445119" y="34430"/>
                </a:lnTo>
                <a:lnTo>
                  <a:pt x="445029" y="34183"/>
                </a:lnTo>
                <a:lnTo>
                  <a:pt x="444944" y="33941"/>
                </a:lnTo>
                <a:lnTo>
                  <a:pt x="444866" y="33703"/>
                </a:lnTo>
                <a:lnTo>
                  <a:pt x="444793" y="33472"/>
                </a:lnTo>
                <a:lnTo>
                  <a:pt x="444726" y="33245"/>
                </a:lnTo>
                <a:lnTo>
                  <a:pt x="444664" y="33024"/>
                </a:lnTo>
                <a:lnTo>
                  <a:pt x="444609" y="32808"/>
                </a:lnTo>
                <a:lnTo>
                  <a:pt x="444559" y="32598"/>
                </a:lnTo>
                <a:lnTo>
                  <a:pt x="444516" y="32393"/>
                </a:lnTo>
                <a:lnTo>
                  <a:pt x="444478" y="32193"/>
                </a:lnTo>
                <a:lnTo>
                  <a:pt x="444446" y="31998"/>
                </a:lnTo>
                <a:lnTo>
                  <a:pt x="444419" y="31809"/>
                </a:lnTo>
                <a:lnTo>
                  <a:pt x="444399" y="31625"/>
                </a:lnTo>
                <a:lnTo>
                  <a:pt x="444384" y="31446"/>
                </a:lnTo>
                <a:lnTo>
                  <a:pt x="444376" y="31273"/>
                </a:lnTo>
                <a:lnTo>
                  <a:pt x="444373" y="31105"/>
                </a:lnTo>
                <a:lnTo>
                  <a:pt x="444375" y="30982"/>
                </a:lnTo>
                <a:lnTo>
                  <a:pt x="444381" y="30862"/>
                </a:lnTo>
                <a:lnTo>
                  <a:pt x="444391" y="30743"/>
                </a:lnTo>
                <a:lnTo>
                  <a:pt x="444404" y="30626"/>
                </a:lnTo>
                <a:lnTo>
                  <a:pt x="444422" y="30510"/>
                </a:lnTo>
                <a:lnTo>
                  <a:pt x="444444" y="30397"/>
                </a:lnTo>
                <a:lnTo>
                  <a:pt x="444470" y="30284"/>
                </a:lnTo>
                <a:lnTo>
                  <a:pt x="444500" y="30174"/>
                </a:lnTo>
                <a:lnTo>
                  <a:pt x="444534" y="30065"/>
                </a:lnTo>
                <a:lnTo>
                  <a:pt x="444571" y="29958"/>
                </a:lnTo>
                <a:lnTo>
                  <a:pt x="444613" y="29853"/>
                </a:lnTo>
                <a:lnTo>
                  <a:pt x="444659" y="29749"/>
                </a:lnTo>
                <a:lnTo>
                  <a:pt x="444709" y="29647"/>
                </a:lnTo>
                <a:lnTo>
                  <a:pt x="444762" y="29547"/>
                </a:lnTo>
                <a:lnTo>
                  <a:pt x="444820" y="29448"/>
                </a:lnTo>
                <a:lnTo>
                  <a:pt x="444882" y="29351"/>
                </a:lnTo>
                <a:lnTo>
                  <a:pt x="444947" y="29256"/>
                </a:lnTo>
                <a:lnTo>
                  <a:pt x="445017" y="29162"/>
                </a:lnTo>
                <a:lnTo>
                  <a:pt x="445090" y="29070"/>
                </a:lnTo>
                <a:lnTo>
                  <a:pt x="445168" y="28980"/>
                </a:lnTo>
                <a:lnTo>
                  <a:pt x="445250" y="28891"/>
                </a:lnTo>
                <a:lnTo>
                  <a:pt x="445335" y="28804"/>
                </a:lnTo>
                <a:lnTo>
                  <a:pt x="445425" y="28719"/>
                </a:lnTo>
                <a:lnTo>
                  <a:pt x="445518" y="28636"/>
                </a:lnTo>
                <a:lnTo>
                  <a:pt x="445615" y="28555"/>
                </a:lnTo>
                <a:lnTo>
                  <a:pt x="445717" y="28477"/>
                </a:lnTo>
                <a:lnTo>
                  <a:pt x="445822" y="28403"/>
                </a:lnTo>
                <a:lnTo>
                  <a:pt x="445932" y="28332"/>
                </a:lnTo>
                <a:lnTo>
                  <a:pt x="446045" y="28265"/>
                </a:lnTo>
                <a:lnTo>
                  <a:pt x="446162" y="28201"/>
                </a:lnTo>
                <a:lnTo>
                  <a:pt x="446284" y="28141"/>
                </a:lnTo>
                <a:lnTo>
                  <a:pt x="446409" y="28084"/>
                </a:lnTo>
                <a:lnTo>
                  <a:pt x="446538" y="28031"/>
                </a:lnTo>
                <a:lnTo>
                  <a:pt x="446671" y="27981"/>
                </a:lnTo>
                <a:lnTo>
                  <a:pt x="446809" y="27934"/>
                </a:lnTo>
                <a:lnTo>
                  <a:pt x="446950" y="27891"/>
                </a:lnTo>
                <a:lnTo>
                  <a:pt x="447095" y="27851"/>
                </a:lnTo>
                <a:lnTo>
                  <a:pt x="447244" y="27815"/>
                </a:lnTo>
                <a:lnTo>
                  <a:pt x="447397" y="27782"/>
                </a:lnTo>
                <a:lnTo>
                  <a:pt x="447554" y="27753"/>
                </a:lnTo>
                <a:lnTo>
                  <a:pt x="447715" y="27727"/>
                </a:lnTo>
                <a:lnTo>
                  <a:pt x="447880" y="27705"/>
                </a:lnTo>
                <a:lnTo>
                  <a:pt x="448049" y="27686"/>
                </a:lnTo>
                <a:lnTo>
                  <a:pt x="448222" y="27670"/>
                </a:lnTo>
                <a:lnTo>
                  <a:pt x="448399" y="27658"/>
                </a:lnTo>
                <a:lnTo>
                  <a:pt x="448580" y="27650"/>
                </a:lnTo>
                <a:lnTo>
                  <a:pt x="448765" y="27645"/>
                </a:lnTo>
                <a:lnTo>
                  <a:pt x="448954" y="27643"/>
                </a:lnTo>
                <a:lnTo>
                  <a:pt x="450023" y="27643"/>
                </a:lnTo>
                <a:lnTo>
                  <a:pt x="450023" y="25759"/>
                </a:lnTo>
                <a:lnTo>
                  <a:pt x="428286" y="25759"/>
                </a:lnTo>
                <a:lnTo>
                  <a:pt x="428286" y="27643"/>
                </a:lnTo>
                <a:lnTo>
                  <a:pt x="428500" y="27694"/>
                </a:lnTo>
                <a:lnTo>
                  <a:pt x="428709" y="27746"/>
                </a:lnTo>
                <a:lnTo>
                  <a:pt x="428913" y="27799"/>
                </a:lnTo>
                <a:close/>
                <a:moveTo>
                  <a:pt x="361751" y="62560"/>
                </a:moveTo>
                <a:lnTo>
                  <a:pt x="361567" y="62585"/>
                </a:lnTo>
                <a:lnTo>
                  <a:pt x="361385" y="62616"/>
                </a:lnTo>
                <a:lnTo>
                  <a:pt x="361205" y="62653"/>
                </a:lnTo>
                <a:lnTo>
                  <a:pt x="361028" y="62696"/>
                </a:lnTo>
                <a:lnTo>
                  <a:pt x="360853" y="62744"/>
                </a:lnTo>
                <a:lnTo>
                  <a:pt x="360681" y="62797"/>
                </a:lnTo>
                <a:lnTo>
                  <a:pt x="360511" y="62857"/>
                </a:lnTo>
                <a:lnTo>
                  <a:pt x="360343" y="62922"/>
                </a:lnTo>
                <a:lnTo>
                  <a:pt x="360178" y="62992"/>
                </a:lnTo>
                <a:lnTo>
                  <a:pt x="360015" y="63069"/>
                </a:lnTo>
                <a:lnTo>
                  <a:pt x="359854" y="63151"/>
                </a:lnTo>
                <a:lnTo>
                  <a:pt x="359696" y="63239"/>
                </a:lnTo>
                <a:lnTo>
                  <a:pt x="359540" y="63332"/>
                </a:lnTo>
                <a:lnTo>
                  <a:pt x="359387" y="63431"/>
                </a:lnTo>
                <a:lnTo>
                  <a:pt x="359236" y="63535"/>
                </a:lnTo>
                <a:lnTo>
                  <a:pt x="359087" y="63646"/>
                </a:lnTo>
                <a:lnTo>
                  <a:pt x="358941" y="63762"/>
                </a:lnTo>
                <a:lnTo>
                  <a:pt x="358797" y="63883"/>
                </a:lnTo>
                <a:lnTo>
                  <a:pt x="358656" y="64011"/>
                </a:lnTo>
                <a:lnTo>
                  <a:pt x="358517" y="64144"/>
                </a:lnTo>
                <a:lnTo>
                  <a:pt x="358382" y="64281"/>
                </a:lnTo>
                <a:lnTo>
                  <a:pt x="358252" y="64420"/>
                </a:lnTo>
                <a:lnTo>
                  <a:pt x="358129" y="64563"/>
                </a:lnTo>
                <a:lnTo>
                  <a:pt x="358011" y="64708"/>
                </a:lnTo>
                <a:lnTo>
                  <a:pt x="357899" y="64855"/>
                </a:lnTo>
                <a:lnTo>
                  <a:pt x="357793" y="65006"/>
                </a:lnTo>
                <a:lnTo>
                  <a:pt x="357692" y="65159"/>
                </a:lnTo>
                <a:lnTo>
                  <a:pt x="357597" y="65314"/>
                </a:lnTo>
                <a:lnTo>
                  <a:pt x="357508" y="65473"/>
                </a:lnTo>
                <a:lnTo>
                  <a:pt x="357425" y="65634"/>
                </a:lnTo>
                <a:lnTo>
                  <a:pt x="357348" y="65797"/>
                </a:lnTo>
                <a:lnTo>
                  <a:pt x="357276" y="65964"/>
                </a:lnTo>
                <a:lnTo>
                  <a:pt x="357210" y="66132"/>
                </a:lnTo>
                <a:lnTo>
                  <a:pt x="357149" y="66304"/>
                </a:lnTo>
                <a:lnTo>
                  <a:pt x="357095" y="66478"/>
                </a:lnTo>
                <a:lnTo>
                  <a:pt x="357046" y="66655"/>
                </a:lnTo>
                <a:lnTo>
                  <a:pt x="357003" y="66835"/>
                </a:lnTo>
                <a:lnTo>
                  <a:pt x="356966" y="67017"/>
                </a:lnTo>
                <a:lnTo>
                  <a:pt x="356934" y="67201"/>
                </a:lnTo>
                <a:lnTo>
                  <a:pt x="356908" y="67389"/>
                </a:lnTo>
                <a:lnTo>
                  <a:pt x="356888" y="67579"/>
                </a:lnTo>
                <a:lnTo>
                  <a:pt x="356874" y="67772"/>
                </a:lnTo>
                <a:lnTo>
                  <a:pt x="356865" y="67967"/>
                </a:lnTo>
                <a:lnTo>
                  <a:pt x="356862" y="68165"/>
                </a:lnTo>
                <a:lnTo>
                  <a:pt x="356865" y="68359"/>
                </a:lnTo>
                <a:lnTo>
                  <a:pt x="356874" y="68551"/>
                </a:lnTo>
                <a:lnTo>
                  <a:pt x="356888" y="68740"/>
                </a:lnTo>
                <a:lnTo>
                  <a:pt x="356908" y="68927"/>
                </a:lnTo>
                <a:lnTo>
                  <a:pt x="356934" y="69111"/>
                </a:lnTo>
                <a:lnTo>
                  <a:pt x="356966" y="69293"/>
                </a:lnTo>
                <a:lnTo>
                  <a:pt x="357003" y="69473"/>
                </a:lnTo>
                <a:lnTo>
                  <a:pt x="357046" y="69650"/>
                </a:lnTo>
                <a:lnTo>
                  <a:pt x="357095" y="69825"/>
                </a:lnTo>
                <a:lnTo>
                  <a:pt x="357149" y="69997"/>
                </a:lnTo>
                <a:lnTo>
                  <a:pt x="357210" y="70167"/>
                </a:lnTo>
                <a:lnTo>
                  <a:pt x="357276" y="70335"/>
                </a:lnTo>
                <a:lnTo>
                  <a:pt x="357348" y="70501"/>
                </a:lnTo>
                <a:lnTo>
                  <a:pt x="357425" y="70663"/>
                </a:lnTo>
                <a:lnTo>
                  <a:pt x="357508" y="70824"/>
                </a:lnTo>
                <a:lnTo>
                  <a:pt x="357597" y="70982"/>
                </a:lnTo>
                <a:lnTo>
                  <a:pt x="357692" y="71138"/>
                </a:lnTo>
                <a:lnTo>
                  <a:pt x="357793" y="71291"/>
                </a:lnTo>
                <a:lnTo>
                  <a:pt x="357899" y="71442"/>
                </a:lnTo>
                <a:lnTo>
                  <a:pt x="358011" y="71591"/>
                </a:lnTo>
                <a:lnTo>
                  <a:pt x="358129" y="71737"/>
                </a:lnTo>
                <a:lnTo>
                  <a:pt x="358252" y="71881"/>
                </a:lnTo>
                <a:lnTo>
                  <a:pt x="358382" y="72022"/>
                </a:lnTo>
                <a:lnTo>
                  <a:pt x="358517" y="72162"/>
                </a:lnTo>
                <a:lnTo>
                  <a:pt x="358656" y="72297"/>
                </a:lnTo>
                <a:lnTo>
                  <a:pt x="358797" y="72426"/>
                </a:lnTo>
                <a:lnTo>
                  <a:pt x="358941" y="72549"/>
                </a:lnTo>
                <a:lnTo>
                  <a:pt x="359087" y="72667"/>
                </a:lnTo>
                <a:lnTo>
                  <a:pt x="359236" y="72779"/>
                </a:lnTo>
                <a:lnTo>
                  <a:pt x="359387" y="72885"/>
                </a:lnTo>
                <a:lnTo>
                  <a:pt x="359540" y="72986"/>
                </a:lnTo>
                <a:lnTo>
                  <a:pt x="359696" y="73081"/>
                </a:lnTo>
                <a:lnTo>
                  <a:pt x="359854" y="73170"/>
                </a:lnTo>
                <a:lnTo>
                  <a:pt x="360015" y="73253"/>
                </a:lnTo>
                <a:lnTo>
                  <a:pt x="360178" y="73331"/>
                </a:lnTo>
                <a:lnTo>
                  <a:pt x="360343" y="73402"/>
                </a:lnTo>
                <a:lnTo>
                  <a:pt x="360511" y="73468"/>
                </a:lnTo>
                <a:lnTo>
                  <a:pt x="360681" y="73529"/>
                </a:lnTo>
                <a:lnTo>
                  <a:pt x="360853" y="73583"/>
                </a:lnTo>
                <a:lnTo>
                  <a:pt x="361028" y="73632"/>
                </a:lnTo>
                <a:lnTo>
                  <a:pt x="361205" y="73675"/>
                </a:lnTo>
                <a:lnTo>
                  <a:pt x="361385" y="73713"/>
                </a:lnTo>
                <a:lnTo>
                  <a:pt x="361567" y="73744"/>
                </a:lnTo>
                <a:lnTo>
                  <a:pt x="361751" y="73770"/>
                </a:lnTo>
                <a:lnTo>
                  <a:pt x="361938" y="73790"/>
                </a:lnTo>
                <a:lnTo>
                  <a:pt x="362127" y="73805"/>
                </a:lnTo>
                <a:lnTo>
                  <a:pt x="362319" y="73813"/>
                </a:lnTo>
                <a:lnTo>
                  <a:pt x="362513" y="73816"/>
                </a:lnTo>
                <a:lnTo>
                  <a:pt x="362707" y="73813"/>
                </a:lnTo>
                <a:lnTo>
                  <a:pt x="362898" y="73805"/>
                </a:lnTo>
                <a:lnTo>
                  <a:pt x="363088" y="73790"/>
                </a:lnTo>
                <a:lnTo>
                  <a:pt x="363274" y="73770"/>
                </a:lnTo>
                <a:lnTo>
                  <a:pt x="363459" y="73744"/>
                </a:lnTo>
                <a:lnTo>
                  <a:pt x="363641" y="73713"/>
                </a:lnTo>
                <a:lnTo>
                  <a:pt x="363820" y="73675"/>
                </a:lnTo>
                <a:lnTo>
                  <a:pt x="363998" y="73632"/>
                </a:lnTo>
                <a:lnTo>
                  <a:pt x="364173" y="73583"/>
                </a:lnTo>
                <a:lnTo>
                  <a:pt x="364345" y="73529"/>
                </a:lnTo>
                <a:lnTo>
                  <a:pt x="364515" y="73468"/>
                </a:lnTo>
                <a:lnTo>
                  <a:pt x="364683" y="73402"/>
                </a:lnTo>
                <a:lnTo>
                  <a:pt x="364848" y="73331"/>
                </a:lnTo>
                <a:lnTo>
                  <a:pt x="365011" y="73253"/>
                </a:lnTo>
                <a:lnTo>
                  <a:pt x="365172" y="73170"/>
                </a:lnTo>
                <a:lnTo>
                  <a:pt x="365330" y="73081"/>
                </a:lnTo>
                <a:lnTo>
                  <a:pt x="365486" y="72986"/>
                </a:lnTo>
                <a:lnTo>
                  <a:pt x="365639" y="72885"/>
                </a:lnTo>
                <a:lnTo>
                  <a:pt x="365790" y="72779"/>
                </a:lnTo>
                <a:lnTo>
                  <a:pt x="365939" y="72667"/>
                </a:lnTo>
                <a:lnTo>
                  <a:pt x="366085" y="72549"/>
                </a:lnTo>
                <a:lnTo>
                  <a:pt x="366229" y="72426"/>
                </a:lnTo>
                <a:lnTo>
                  <a:pt x="366370" y="72297"/>
                </a:lnTo>
                <a:lnTo>
                  <a:pt x="366509" y="72162"/>
                </a:lnTo>
                <a:lnTo>
                  <a:pt x="366644" y="72022"/>
                </a:lnTo>
                <a:lnTo>
                  <a:pt x="366773" y="71881"/>
                </a:lnTo>
                <a:lnTo>
                  <a:pt x="366897" y="71737"/>
                </a:lnTo>
                <a:lnTo>
                  <a:pt x="367015" y="71591"/>
                </a:lnTo>
                <a:lnTo>
                  <a:pt x="367127" y="71442"/>
                </a:lnTo>
                <a:lnTo>
                  <a:pt x="367233" y="71291"/>
                </a:lnTo>
                <a:lnTo>
                  <a:pt x="367334" y="71138"/>
                </a:lnTo>
                <a:lnTo>
                  <a:pt x="367428" y="70982"/>
                </a:lnTo>
                <a:lnTo>
                  <a:pt x="367517" y="70824"/>
                </a:lnTo>
                <a:lnTo>
                  <a:pt x="367601" y="70663"/>
                </a:lnTo>
                <a:lnTo>
                  <a:pt x="367678" y="70501"/>
                </a:lnTo>
                <a:lnTo>
                  <a:pt x="367750" y="70335"/>
                </a:lnTo>
                <a:lnTo>
                  <a:pt x="367816" y="70167"/>
                </a:lnTo>
                <a:lnTo>
                  <a:pt x="367876" y="69997"/>
                </a:lnTo>
                <a:lnTo>
                  <a:pt x="367931" y="69825"/>
                </a:lnTo>
                <a:lnTo>
                  <a:pt x="367980" y="69650"/>
                </a:lnTo>
                <a:lnTo>
                  <a:pt x="368023" y="69473"/>
                </a:lnTo>
                <a:lnTo>
                  <a:pt x="368060" y="69293"/>
                </a:lnTo>
                <a:lnTo>
                  <a:pt x="368092" y="69111"/>
                </a:lnTo>
                <a:lnTo>
                  <a:pt x="368118" y="68927"/>
                </a:lnTo>
                <a:lnTo>
                  <a:pt x="368138" y="68740"/>
                </a:lnTo>
                <a:lnTo>
                  <a:pt x="368152" y="68551"/>
                </a:lnTo>
                <a:lnTo>
                  <a:pt x="368161" y="68359"/>
                </a:lnTo>
                <a:lnTo>
                  <a:pt x="368164" y="68165"/>
                </a:lnTo>
                <a:lnTo>
                  <a:pt x="368161" y="67971"/>
                </a:lnTo>
                <a:lnTo>
                  <a:pt x="368152" y="67780"/>
                </a:lnTo>
                <a:lnTo>
                  <a:pt x="368138" y="67591"/>
                </a:lnTo>
                <a:lnTo>
                  <a:pt x="368118" y="67404"/>
                </a:lnTo>
                <a:lnTo>
                  <a:pt x="368093" y="67219"/>
                </a:lnTo>
                <a:lnTo>
                  <a:pt x="368062" y="67037"/>
                </a:lnTo>
                <a:lnTo>
                  <a:pt x="368025" y="66858"/>
                </a:lnTo>
                <a:lnTo>
                  <a:pt x="367983" y="66680"/>
                </a:lnTo>
                <a:lnTo>
                  <a:pt x="367935" y="66506"/>
                </a:lnTo>
                <a:lnTo>
                  <a:pt x="367881" y="66333"/>
                </a:lnTo>
                <a:lnTo>
                  <a:pt x="367821" y="66163"/>
                </a:lnTo>
                <a:lnTo>
                  <a:pt x="367756" y="65995"/>
                </a:lnTo>
                <a:lnTo>
                  <a:pt x="367686" y="65830"/>
                </a:lnTo>
                <a:lnTo>
                  <a:pt x="367609" y="65667"/>
                </a:lnTo>
                <a:lnTo>
                  <a:pt x="367527" y="65507"/>
                </a:lnTo>
                <a:lnTo>
                  <a:pt x="367440" y="65348"/>
                </a:lnTo>
                <a:lnTo>
                  <a:pt x="367346" y="65193"/>
                </a:lnTo>
                <a:lnTo>
                  <a:pt x="367247" y="65039"/>
                </a:lnTo>
                <a:lnTo>
                  <a:pt x="367143" y="64888"/>
                </a:lnTo>
                <a:lnTo>
                  <a:pt x="367032" y="64740"/>
                </a:lnTo>
                <a:lnTo>
                  <a:pt x="366916" y="64593"/>
                </a:lnTo>
                <a:lnTo>
                  <a:pt x="366795" y="64450"/>
                </a:lnTo>
                <a:lnTo>
                  <a:pt x="366668" y="64308"/>
                </a:lnTo>
                <a:lnTo>
                  <a:pt x="366535" y="64169"/>
                </a:lnTo>
                <a:lnTo>
                  <a:pt x="366398" y="64034"/>
                </a:lnTo>
                <a:lnTo>
                  <a:pt x="366258" y="63905"/>
                </a:lnTo>
                <a:lnTo>
                  <a:pt x="366115" y="63781"/>
                </a:lnTo>
                <a:lnTo>
                  <a:pt x="365970" y="63663"/>
                </a:lnTo>
                <a:lnTo>
                  <a:pt x="365823" y="63551"/>
                </a:lnTo>
                <a:lnTo>
                  <a:pt x="365672" y="63445"/>
                </a:lnTo>
                <a:lnTo>
                  <a:pt x="365519" y="63345"/>
                </a:lnTo>
                <a:lnTo>
                  <a:pt x="365364" y="63250"/>
                </a:lnTo>
                <a:lnTo>
                  <a:pt x="365205" y="63161"/>
                </a:lnTo>
                <a:lnTo>
                  <a:pt x="365044" y="63078"/>
                </a:lnTo>
                <a:lnTo>
                  <a:pt x="364881" y="63000"/>
                </a:lnTo>
                <a:lnTo>
                  <a:pt x="364715" y="62928"/>
                </a:lnTo>
                <a:lnTo>
                  <a:pt x="364546" y="62862"/>
                </a:lnTo>
                <a:lnTo>
                  <a:pt x="364374" y="62802"/>
                </a:lnTo>
                <a:lnTo>
                  <a:pt x="364200" y="62747"/>
                </a:lnTo>
                <a:lnTo>
                  <a:pt x="364023" y="62698"/>
                </a:lnTo>
                <a:lnTo>
                  <a:pt x="363844" y="62655"/>
                </a:lnTo>
                <a:lnTo>
                  <a:pt x="363661" y="62618"/>
                </a:lnTo>
                <a:lnTo>
                  <a:pt x="363477" y="62586"/>
                </a:lnTo>
                <a:lnTo>
                  <a:pt x="363289" y="62560"/>
                </a:lnTo>
                <a:lnTo>
                  <a:pt x="363099" y="62540"/>
                </a:lnTo>
                <a:lnTo>
                  <a:pt x="362906" y="62526"/>
                </a:lnTo>
                <a:lnTo>
                  <a:pt x="362711" y="62517"/>
                </a:lnTo>
                <a:lnTo>
                  <a:pt x="362513" y="62515"/>
                </a:lnTo>
                <a:lnTo>
                  <a:pt x="362319" y="62517"/>
                </a:lnTo>
                <a:lnTo>
                  <a:pt x="362127" y="62526"/>
                </a:lnTo>
                <a:lnTo>
                  <a:pt x="361938" y="62540"/>
                </a:lnTo>
                <a:lnTo>
                  <a:pt x="361751" y="62560"/>
                </a:lnTo>
                <a:close/>
                <a:moveTo>
                  <a:pt x="298268" y="94892"/>
                </a:moveTo>
                <a:lnTo>
                  <a:pt x="350397" y="94892"/>
                </a:lnTo>
                <a:lnTo>
                  <a:pt x="350397" y="90666"/>
                </a:lnTo>
                <a:lnTo>
                  <a:pt x="298268" y="90666"/>
                </a:lnTo>
                <a:lnTo>
                  <a:pt x="296486" y="90666"/>
                </a:lnTo>
                <a:lnTo>
                  <a:pt x="244356" y="90666"/>
                </a:lnTo>
                <a:lnTo>
                  <a:pt x="244356" y="94892"/>
                </a:lnTo>
                <a:lnTo>
                  <a:pt x="296486" y="94892"/>
                </a:lnTo>
                <a:lnTo>
                  <a:pt x="298268" y="948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modeling">
            <a:extLst xmlns:a="http://schemas.openxmlformats.org/drawingml/2006/main">
              <a:ext uri="{FF2B5EF4-FFF2-40B4-BE49-F238E27FC236}">
                <a16:creationId xmlns:a16="http://schemas.microsoft.com/office/drawing/2014/main" id="{A2CA08D1-3AD7-4781-9969-0508AC8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16" y="2343127"/>
            <a:ext cx="392569" cy="94892"/>
          </a:xfrm>
          <a:custGeom xmlns:a="http://schemas.openxmlformats.org/drawingml/2006/main">
            <a:pathLst>
              <a:path w="392569" h="94892">
                <a:moveTo>
                  <a:pt x="16240" y="34363"/>
                </a:moveTo>
                <a:cubicBezTo>
                  <a:pt x="19633" y="30969"/>
                  <a:pt x="21636" y="29017"/>
                  <a:pt x="22247" y="28508"/>
                </a:cubicBezTo>
                <a:cubicBezTo>
                  <a:pt x="23774" y="27219"/>
                  <a:pt x="25420" y="26217"/>
                  <a:pt x="27185" y="25505"/>
                </a:cubicBezTo>
                <a:cubicBezTo>
                  <a:pt x="28949" y="24792"/>
                  <a:pt x="30697" y="24436"/>
                  <a:pt x="32428" y="24436"/>
                </a:cubicBezTo>
                <a:cubicBezTo>
                  <a:pt x="35347" y="24436"/>
                  <a:pt x="37858" y="25284"/>
                  <a:pt x="39962" y="26981"/>
                </a:cubicBezTo>
                <a:cubicBezTo>
                  <a:pt x="42067" y="28678"/>
                  <a:pt x="43475" y="31138"/>
                  <a:pt x="44188" y="34363"/>
                </a:cubicBezTo>
                <a:cubicBezTo>
                  <a:pt x="47683" y="30290"/>
                  <a:pt x="50636" y="27617"/>
                  <a:pt x="53046" y="26345"/>
                </a:cubicBezTo>
                <a:cubicBezTo>
                  <a:pt x="55455" y="25072"/>
                  <a:pt x="57933" y="24436"/>
                  <a:pt x="60478" y="24436"/>
                </a:cubicBezTo>
                <a:cubicBezTo>
                  <a:pt x="62956" y="24436"/>
                  <a:pt x="65153" y="25071"/>
                  <a:pt x="67071" y="26341"/>
                </a:cubicBezTo>
                <a:cubicBezTo>
                  <a:pt x="68988" y="27611"/>
                  <a:pt x="70507" y="29685"/>
                  <a:pt x="71627" y="32563"/>
                </a:cubicBezTo>
                <a:cubicBezTo>
                  <a:pt x="72374" y="34528"/>
                  <a:pt x="72747" y="37609"/>
                  <a:pt x="72747" y="41808"/>
                </a:cubicBezTo>
                <a:lnTo>
                  <a:pt x="72747" y="61821"/>
                </a:lnTo>
                <a:cubicBezTo>
                  <a:pt x="72747" y="64733"/>
                  <a:pt x="72968" y="66731"/>
                  <a:pt x="73409" y="67815"/>
                </a:cubicBezTo>
                <a:cubicBezTo>
                  <a:pt x="73748" y="68560"/>
                  <a:pt x="74376" y="69195"/>
                  <a:pt x="75292" y="69720"/>
                </a:cubicBezTo>
                <a:cubicBezTo>
                  <a:pt x="76209" y="70245"/>
                  <a:pt x="77702" y="70507"/>
                  <a:pt x="79772" y="70507"/>
                </a:cubicBezTo>
                <a:lnTo>
                  <a:pt x="79772" y="72391"/>
                </a:lnTo>
                <a:lnTo>
                  <a:pt x="56762" y="72391"/>
                </a:lnTo>
                <a:lnTo>
                  <a:pt x="56762" y="70507"/>
                </a:lnTo>
                <a:lnTo>
                  <a:pt x="57729" y="70507"/>
                </a:lnTo>
                <a:cubicBezTo>
                  <a:pt x="59732" y="70507"/>
                  <a:pt x="61293" y="70119"/>
                  <a:pt x="62413" y="69342"/>
                </a:cubicBezTo>
                <a:cubicBezTo>
                  <a:pt x="63193" y="68802"/>
                  <a:pt x="63753" y="67940"/>
                  <a:pt x="64093" y="66759"/>
                </a:cubicBezTo>
                <a:cubicBezTo>
                  <a:pt x="64228" y="66185"/>
                  <a:pt x="64296" y="64548"/>
                  <a:pt x="64296" y="61846"/>
                </a:cubicBezTo>
                <a:lnTo>
                  <a:pt x="64296" y="41891"/>
                </a:lnTo>
                <a:cubicBezTo>
                  <a:pt x="64296" y="38109"/>
                  <a:pt x="63838" y="35441"/>
                  <a:pt x="62922" y="33889"/>
                </a:cubicBezTo>
                <a:cubicBezTo>
                  <a:pt x="61598" y="31727"/>
                  <a:pt x="59477" y="30646"/>
                  <a:pt x="56558" y="30646"/>
                </a:cubicBezTo>
                <a:cubicBezTo>
                  <a:pt x="54760" y="30646"/>
                  <a:pt x="52952" y="31094"/>
                  <a:pt x="51137" y="31989"/>
                </a:cubicBezTo>
                <a:cubicBezTo>
                  <a:pt x="49321" y="32883"/>
                  <a:pt x="47123" y="34546"/>
                  <a:pt x="44544" y="36978"/>
                </a:cubicBezTo>
                <a:lnTo>
                  <a:pt x="44442" y="37535"/>
                </a:lnTo>
                <a:lnTo>
                  <a:pt x="44544" y="39713"/>
                </a:lnTo>
                <a:lnTo>
                  <a:pt x="44544" y="61846"/>
                </a:lnTo>
                <a:cubicBezTo>
                  <a:pt x="44544" y="65021"/>
                  <a:pt x="44722" y="66996"/>
                  <a:pt x="45079" y="67772"/>
                </a:cubicBezTo>
                <a:cubicBezTo>
                  <a:pt x="45435" y="68549"/>
                  <a:pt x="46105" y="69199"/>
                  <a:pt x="47090" y="69723"/>
                </a:cubicBezTo>
                <a:cubicBezTo>
                  <a:pt x="48074" y="70246"/>
                  <a:pt x="49754" y="70507"/>
                  <a:pt x="52129" y="70507"/>
                </a:cubicBezTo>
                <a:lnTo>
                  <a:pt x="52129" y="72391"/>
                </a:lnTo>
                <a:lnTo>
                  <a:pt x="28559" y="72391"/>
                </a:lnTo>
                <a:lnTo>
                  <a:pt x="28559" y="70507"/>
                </a:lnTo>
                <a:cubicBezTo>
                  <a:pt x="31138" y="70507"/>
                  <a:pt x="32912" y="70203"/>
                  <a:pt x="33879" y="69595"/>
                </a:cubicBezTo>
                <a:cubicBezTo>
                  <a:pt x="34846" y="68988"/>
                  <a:pt x="35517" y="68076"/>
                  <a:pt x="35890" y="66861"/>
                </a:cubicBezTo>
                <a:cubicBezTo>
                  <a:pt x="36060" y="66286"/>
                  <a:pt x="36144" y="64614"/>
                  <a:pt x="36144" y="61846"/>
                </a:cubicBezTo>
                <a:lnTo>
                  <a:pt x="36144" y="41891"/>
                </a:lnTo>
                <a:cubicBezTo>
                  <a:pt x="36144" y="38109"/>
                  <a:pt x="35584" y="35390"/>
                  <a:pt x="34464" y="33736"/>
                </a:cubicBezTo>
                <a:cubicBezTo>
                  <a:pt x="32971" y="31574"/>
                  <a:pt x="30884" y="30494"/>
                  <a:pt x="28203" y="30494"/>
                </a:cubicBezTo>
                <a:cubicBezTo>
                  <a:pt x="26370" y="30494"/>
                  <a:pt x="24554" y="30983"/>
                  <a:pt x="22756" y="31962"/>
                </a:cubicBezTo>
                <a:cubicBezTo>
                  <a:pt x="19939" y="33448"/>
                  <a:pt x="17767" y="35119"/>
                  <a:pt x="16240" y="36976"/>
                </a:cubicBezTo>
                <a:lnTo>
                  <a:pt x="16240" y="61846"/>
                </a:lnTo>
                <a:cubicBezTo>
                  <a:pt x="16240" y="64885"/>
                  <a:pt x="16452" y="66860"/>
                  <a:pt x="16876" y="67772"/>
                </a:cubicBezTo>
                <a:cubicBezTo>
                  <a:pt x="17300" y="68683"/>
                  <a:pt x="17928" y="69367"/>
                  <a:pt x="18759" y="69823"/>
                </a:cubicBezTo>
                <a:cubicBezTo>
                  <a:pt x="19591" y="70279"/>
                  <a:pt x="21279" y="70507"/>
                  <a:pt x="23825" y="70507"/>
                </a:cubicBezTo>
                <a:lnTo>
                  <a:pt x="23825" y="72391"/>
                </a:lnTo>
                <a:lnTo>
                  <a:pt x="764" y="72391"/>
                </a:lnTo>
                <a:lnTo>
                  <a:pt x="764" y="70507"/>
                </a:lnTo>
                <a:cubicBezTo>
                  <a:pt x="2902" y="70507"/>
                  <a:pt x="4395" y="70278"/>
                  <a:pt x="5243" y="69821"/>
                </a:cubicBezTo>
                <a:cubicBezTo>
                  <a:pt x="6092" y="69364"/>
                  <a:pt x="6737" y="68636"/>
                  <a:pt x="7178" y="67637"/>
                </a:cubicBezTo>
                <a:cubicBezTo>
                  <a:pt x="7619" y="66638"/>
                  <a:pt x="7840" y="64699"/>
                  <a:pt x="7840" y="61821"/>
                </a:cubicBezTo>
                <a:lnTo>
                  <a:pt x="7840" y="44043"/>
                </a:lnTo>
                <a:cubicBezTo>
                  <a:pt x="7840" y="38929"/>
                  <a:pt x="7687" y="35627"/>
                  <a:pt x="7382" y="34138"/>
                </a:cubicBezTo>
                <a:cubicBezTo>
                  <a:pt x="7144" y="33020"/>
                  <a:pt x="6771" y="32250"/>
                  <a:pt x="6262" y="31827"/>
                </a:cubicBezTo>
                <a:cubicBezTo>
                  <a:pt x="5753" y="31404"/>
                  <a:pt x="5057" y="31192"/>
                  <a:pt x="4174" y="31192"/>
                </a:cubicBezTo>
                <a:cubicBezTo>
                  <a:pt x="3224" y="31192"/>
                  <a:pt x="2087" y="31446"/>
                  <a:pt x="764" y="31954"/>
                </a:cubicBezTo>
                <a:lnTo>
                  <a:pt x="0" y="30125"/>
                </a:lnTo>
                <a:lnTo>
                  <a:pt x="14050" y="24436"/>
                </a:lnTo>
                <a:lnTo>
                  <a:pt x="16240" y="24436"/>
                </a:lnTo>
                <a:lnTo>
                  <a:pt x="16240" y="34363"/>
                </a:lnTo>
                <a:close/>
                <a:moveTo>
                  <a:pt x="106646" y="24436"/>
                </a:moveTo>
                <a:cubicBezTo>
                  <a:pt x="113705" y="24436"/>
                  <a:pt x="119373" y="27114"/>
                  <a:pt x="123649" y="32471"/>
                </a:cubicBezTo>
                <a:cubicBezTo>
                  <a:pt x="127281" y="37047"/>
                  <a:pt x="129096" y="42303"/>
                  <a:pt x="129096" y="48237"/>
                </a:cubicBezTo>
                <a:cubicBezTo>
                  <a:pt x="129096" y="52407"/>
                  <a:pt x="128095" y="56628"/>
                  <a:pt x="126093" y="60900"/>
                </a:cubicBezTo>
                <a:cubicBezTo>
                  <a:pt x="124091" y="65171"/>
                  <a:pt x="121333" y="68391"/>
                  <a:pt x="117820" y="70561"/>
                </a:cubicBezTo>
                <a:cubicBezTo>
                  <a:pt x="114308" y="72731"/>
                  <a:pt x="110396" y="73816"/>
                  <a:pt x="106086" y="73816"/>
                </a:cubicBezTo>
                <a:cubicBezTo>
                  <a:pt x="99061" y="73816"/>
                  <a:pt x="93478" y="71019"/>
                  <a:pt x="89338" y="65424"/>
                </a:cubicBezTo>
                <a:cubicBezTo>
                  <a:pt x="85842" y="60712"/>
                  <a:pt x="84094" y="55424"/>
                  <a:pt x="84094" y="49559"/>
                </a:cubicBezTo>
                <a:cubicBezTo>
                  <a:pt x="84094" y="45287"/>
                  <a:pt x="85155" y="41040"/>
                  <a:pt x="87276" y="36819"/>
                </a:cubicBezTo>
                <a:cubicBezTo>
                  <a:pt x="89397" y="32598"/>
                  <a:pt x="92188" y="29479"/>
                  <a:pt x="95650" y="27461"/>
                </a:cubicBezTo>
                <a:cubicBezTo>
                  <a:pt x="99112" y="25444"/>
                  <a:pt x="102777" y="24436"/>
                  <a:pt x="106646" y="24436"/>
                </a:cubicBezTo>
                <a:moveTo>
                  <a:pt x="105068" y="27796"/>
                </a:moveTo>
                <a:cubicBezTo>
                  <a:pt x="103269" y="27796"/>
                  <a:pt x="101462" y="28330"/>
                  <a:pt x="99646" y="29398"/>
                </a:cubicBezTo>
                <a:cubicBezTo>
                  <a:pt x="97831" y="30466"/>
                  <a:pt x="96363" y="32339"/>
                  <a:pt x="95243" y="35016"/>
                </a:cubicBezTo>
                <a:cubicBezTo>
                  <a:pt x="94123" y="37694"/>
                  <a:pt x="93563" y="41135"/>
                  <a:pt x="93563" y="45338"/>
                </a:cubicBezTo>
                <a:cubicBezTo>
                  <a:pt x="93563" y="52117"/>
                  <a:pt x="94912" y="57965"/>
                  <a:pt x="97610" y="62880"/>
                </a:cubicBezTo>
                <a:cubicBezTo>
                  <a:pt x="100308" y="67795"/>
                  <a:pt x="103863" y="70252"/>
                  <a:pt x="108275" y="70252"/>
                </a:cubicBezTo>
                <a:cubicBezTo>
                  <a:pt x="111567" y="70252"/>
                  <a:pt x="114282" y="68897"/>
                  <a:pt x="116420" y="66185"/>
                </a:cubicBezTo>
                <a:cubicBezTo>
                  <a:pt x="118559" y="63473"/>
                  <a:pt x="119628" y="58812"/>
                  <a:pt x="119628" y="52203"/>
                </a:cubicBezTo>
                <a:cubicBezTo>
                  <a:pt x="119628" y="43931"/>
                  <a:pt x="117846" y="37422"/>
                  <a:pt x="114282" y="32676"/>
                </a:cubicBezTo>
                <a:cubicBezTo>
                  <a:pt x="111873" y="29422"/>
                  <a:pt x="108801" y="27796"/>
                  <a:pt x="105068" y="27796"/>
                </a:cubicBezTo>
                <a:close/>
                <a:moveTo>
                  <a:pt x="168906" y="67147"/>
                </a:moveTo>
                <a:cubicBezTo>
                  <a:pt x="166632" y="69523"/>
                  <a:pt x="164409" y="71228"/>
                  <a:pt x="162237" y="72263"/>
                </a:cubicBezTo>
                <a:cubicBezTo>
                  <a:pt x="160065" y="73298"/>
                  <a:pt x="157723" y="73816"/>
                  <a:pt x="155212" y="73816"/>
                </a:cubicBezTo>
                <a:cubicBezTo>
                  <a:pt x="150121" y="73816"/>
                  <a:pt x="145675" y="71691"/>
                  <a:pt x="141874" y="67441"/>
                </a:cubicBezTo>
                <a:cubicBezTo>
                  <a:pt x="138073" y="63191"/>
                  <a:pt x="136173" y="57729"/>
                  <a:pt x="136173" y="51056"/>
                </a:cubicBezTo>
                <a:cubicBezTo>
                  <a:pt x="136173" y="44383"/>
                  <a:pt x="138277" y="38279"/>
                  <a:pt x="142485" y="32742"/>
                </a:cubicBezTo>
                <a:cubicBezTo>
                  <a:pt x="146693" y="27204"/>
                  <a:pt x="152107" y="24436"/>
                  <a:pt x="158725" y="24436"/>
                </a:cubicBezTo>
                <a:cubicBezTo>
                  <a:pt x="162831" y="24436"/>
                  <a:pt x="166225" y="25742"/>
                  <a:pt x="168906" y="28356"/>
                </a:cubicBezTo>
                <a:lnTo>
                  <a:pt x="168906" y="19733"/>
                </a:lnTo>
                <a:cubicBezTo>
                  <a:pt x="168906" y="14382"/>
                  <a:pt x="168779" y="11094"/>
                  <a:pt x="168524" y="9867"/>
                </a:cubicBezTo>
                <a:cubicBezTo>
                  <a:pt x="168270" y="8639"/>
                  <a:pt x="167871" y="7805"/>
                  <a:pt x="167328" y="7363"/>
                </a:cubicBezTo>
                <a:cubicBezTo>
                  <a:pt x="166785" y="6919"/>
                  <a:pt x="166106" y="6698"/>
                  <a:pt x="165292" y="6698"/>
                </a:cubicBezTo>
                <a:cubicBezTo>
                  <a:pt x="164409" y="6698"/>
                  <a:pt x="163238" y="6970"/>
                  <a:pt x="161779" y="7515"/>
                </a:cubicBezTo>
                <a:lnTo>
                  <a:pt x="161117" y="5726"/>
                </a:lnTo>
                <a:lnTo>
                  <a:pt x="175015" y="0"/>
                </a:lnTo>
                <a:lnTo>
                  <a:pt x="177306" y="0"/>
                </a:lnTo>
                <a:lnTo>
                  <a:pt x="177306" y="53911"/>
                </a:lnTo>
                <a:cubicBezTo>
                  <a:pt x="177306" y="59375"/>
                  <a:pt x="177433" y="62710"/>
                  <a:pt x="177688" y="63914"/>
                </a:cubicBezTo>
                <a:cubicBezTo>
                  <a:pt x="177942" y="65119"/>
                  <a:pt x="178349" y="65959"/>
                  <a:pt x="178909" y="66434"/>
                </a:cubicBezTo>
                <a:cubicBezTo>
                  <a:pt x="179469" y="66910"/>
                  <a:pt x="180123" y="67147"/>
                  <a:pt x="180869" y="67147"/>
                </a:cubicBezTo>
                <a:cubicBezTo>
                  <a:pt x="181786" y="67147"/>
                  <a:pt x="183008" y="66859"/>
                  <a:pt x="184535" y="66282"/>
                </a:cubicBezTo>
                <a:lnTo>
                  <a:pt x="185095" y="68063"/>
                </a:lnTo>
                <a:lnTo>
                  <a:pt x="171248" y="73816"/>
                </a:lnTo>
                <a:lnTo>
                  <a:pt x="168906" y="73816"/>
                </a:lnTo>
                <a:lnTo>
                  <a:pt x="168906" y="67147"/>
                </a:lnTo>
                <a:moveTo>
                  <a:pt x="168906" y="63595"/>
                </a:moveTo>
                <a:lnTo>
                  <a:pt x="168906" y="39627"/>
                </a:lnTo>
                <a:cubicBezTo>
                  <a:pt x="168703" y="37324"/>
                  <a:pt x="168092" y="35225"/>
                  <a:pt x="167073" y="33330"/>
                </a:cubicBezTo>
                <a:cubicBezTo>
                  <a:pt x="166055" y="31434"/>
                  <a:pt x="164706" y="30004"/>
                  <a:pt x="163026" y="29040"/>
                </a:cubicBezTo>
                <a:cubicBezTo>
                  <a:pt x="161346" y="28074"/>
                  <a:pt x="159709" y="27592"/>
                  <a:pt x="158114" y="27592"/>
                </a:cubicBezTo>
                <a:cubicBezTo>
                  <a:pt x="155127" y="27592"/>
                  <a:pt x="152463" y="28929"/>
                  <a:pt x="150121" y="31604"/>
                </a:cubicBezTo>
                <a:cubicBezTo>
                  <a:pt x="147033" y="35124"/>
                  <a:pt x="145489" y="40269"/>
                  <a:pt x="145489" y="47040"/>
                </a:cubicBezTo>
                <a:cubicBezTo>
                  <a:pt x="145489" y="53879"/>
                  <a:pt x="146982" y="59118"/>
                  <a:pt x="149969" y="62758"/>
                </a:cubicBezTo>
                <a:cubicBezTo>
                  <a:pt x="152955" y="66397"/>
                  <a:pt x="156281" y="68216"/>
                  <a:pt x="159946" y="68216"/>
                </a:cubicBezTo>
                <a:cubicBezTo>
                  <a:pt x="163035" y="68216"/>
                  <a:pt x="166021" y="66676"/>
                  <a:pt x="168906" y="63595"/>
                </a:cubicBezTo>
                <a:close/>
                <a:moveTo>
                  <a:pt x="195938" y="43373"/>
                </a:moveTo>
                <a:cubicBezTo>
                  <a:pt x="195904" y="50281"/>
                  <a:pt x="197584" y="55699"/>
                  <a:pt x="200978" y="59627"/>
                </a:cubicBezTo>
                <a:cubicBezTo>
                  <a:pt x="204372" y="63554"/>
                  <a:pt x="208360" y="65518"/>
                  <a:pt x="212941" y="65518"/>
                </a:cubicBezTo>
                <a:cubicBezTo>
                  <a:pt x="215996" y="65518"/>
                  <a:pt x="218651" y="64678"/>
                  <a:pt x="220908" y="62998"/>
                </a:cubicBezTo>
                <a:cubicBezTo>
                  <a:pt x="223165" y="61318"/>
                  <a:pt x="225057" y="58442"/>
                  <a:pt x="226584" y="54369"/>
                </a:cubicBezTo>
                <a:lnTo>
                  <a:pt x="228163" y="55387"/>
                </a:lnTo>
                <a:cubicBezTo>
                  <a:pt x="227450" y="60037"/>
                  <a:pt x="225380" y="64271"/>
                  <a:pt x="221952" y="68089"/>
                </a:cubicBezTo>
                <a:cubicBezTo>
                  <a:pt x="218524" y="71907"/>
                  <a:pt x="214231" y="73816"/>
                  <a:pt x="209072" y="73816"/>
                </a:cubicBezTo>
                <a:cubicBezTo>
                  <a:pt x="203472" y="73816"/>
                  <a:pt x="198679" y="71640"/>
                  <a:pt x="194691" y="67289"/>
                </a:cubicBezTo>
                <a:cubicBezTo>
                  <a:pt x="190703" y="62936"/>
                  <a:pt x="188709" y="57085"/>
                  <a:pt x="188709" y="49735"/>
                </a:cubicBezTo>
                <a:cubicBezTo>
                  <a:pt x="188709" y="41777"/>
                  <a:pt x="190754" y="35571"/>
                  <a:pt x="194844" y="31117"/>
                </a:cubicBezTo>
                <a:cubicBezTo>
                  <a:pt x="198933" y="26663"/>
                  <a:pt x="204066" y="24436"/>
                  <a:pt x="210243" y="24436"/>
                </a:cubicBezTo>
                <a:cubicBezTo>
                  <a:pt x="215470" y="24436"/>
                  <a:pt x="219763" y="26154"/>
                  <a:pt x="223123" y="29590"/>
                </a:cubicBezTo>
                <a:cubicBezTo>
                  <a:pt x="226483" y="33025"/>
                  <a:pt x="228163" y="37620"/>
                  <a:pt x="228163" y="43373"/>
                </a:cubicBezTo>
                <a:lnTo>
                  <a:pt x="195938" y="43373"/>
                </a:lnTo>
                <a:moveTo>
                  <a:pt x="195938" y="40421"/>
                </a:moveTo>
                <a:lnTo>
                  <a:pt x="217523" y="40421"/>
                </a:lnTo>
                <a:cubicBezTo>
                  <a:pt x="217353" y="37434"/>
                  <a:pt x="216997" y="35330"/>
                  <a:pt x="216454" y="34108"/>
                </a:cubicBezTo>
                <a:cubicBezTo>
                  <a:pt x="215605" y="32208"/>
                  <a:pt x="214341" y="30714"/>
                  <a:pt x="212661" y="29628"/>
                </a:cubicBezTo>
                <a:cubicBezTo>
                  <a:pt x="210981" y="28542"/>
                  <a:pt x="209225" y="27999"/>
                  <a:pt x="207392" y="27999"/>
                </a:cubicBezTo>
                <a:cubicBezTo>
                  <a:pt x="204575" y="27999"/>
                  <a:pt x="202055" y="29094"/>
                  <a:pt x="199833" y="31283"/>
                </a:cubicBezTo>
                <a:cubicBezTo>
                  <a:pt x="197610" y="33472"/>
                  <a:pt x="196311" y="36518"/>
                  <a:pt x="195938" y="40421"/>
                </a:cubicBezTo>
                <a:close/>
                <a:moveTo>
                  <a:pt x="250832" y="0"/>
                </a:moveTo>
                <a:lnTo>
                  <a:pt x="250832" y="61808"/>
                </a:lnTo>
                <a:cubicBezTo>
                  <a:pt x="250832" y="64725"/>
                  <a:pt x="251044" y="66658"/>
                  <a:pt x="251468" y="67608"/>
                </a:cubicBezTo>
                <a:cubicBezTo>
                  <a:pt x="251892" y="68558"/>
                  <a:pt x="252546" y="69278"/>
                  <a:pt x="253428" y="69770"/>
                </a:cubicBezTo>
                <a:cubicBezTo>
                  <a:pt x="254310" y="70261"/>
                  <a:pt x="255956" y="70507"/>
                  <a:pt x="258366" y="70507"/>
                </a:cubicBezTo>
                <a:lnTo>
                  <a:pt x="258366" y="72391"/>
                </a:lnTo>
                <a:lnTo>
                  <a:pt x="235508" y="72391"/>
                </a:lnTo>
                <a:lnTo>
                  <a:pt x="235508" y="70507"/>
                </a:lnTo>
                <a:cubicBezTo>
                  <a:pt x="237647" y="70507"/>
                  <a:pt x="239106" y="70287"/>
                  <a:pt x="239887" y="69847"/>
                </a:cubicBezTo>
                <a:cubicBezTo>
                  <a:pt x="240667" y="69406"/>
                  <a:pt x="241278" y="68676"/>
                  <a:pt x="241719" y="67659"/>
                </a:cubicBezTo>
                <a:cubicBezTo>
                  <a:pt x="242160" y="66641"/>
                  <a:pt x="242381" y="64691"/>
                  <a:pt x="242381" y="61808"/>
                </a:cubicBezTo>
                <a:lnTo>
                  <a:pt x="242381" y="19483"/>
                </a:lnTo>
                <a:cubicBezTo>
                  <a:pt x="242381" y="14227"/>
                  <a:pt x="242262" y="10997"/>
                  <a:pt x="242025" y="9793"/>
                </a:cubicBezTo>
                <a:cubicBezTo>
                  <a:pt x="241787" y="8589"/>
                  <a:pt x="241405" y="7766"/>
                  <a:pt x="240879" y="7326"/>
                </a:cubicBezTo>
                <a:cubicBezTo>
                  <a:pt x="240353" y="6885"/>
                  <a:pt x="239683" y="6664"/>
                  <a:pt x="238868" y="6664"/>
                </a:cubicBezTo>
                <a:cubicBezTo>
                  <a:pt x="237986" y="6664"/>
                  <a:pt x="236866" y="6936"/>
                  <a:pt x="235508" y="7479"/>
                </a:cubicBezTo>
                <a:lnTo>
                  <a:pt x="234643" y="5697"/>
                </a:lnTo>
                <a:lnTo>
                  <a:pt x="248541" y="0"/>
                </a:lnTo>
                <a:lnTo>
                  <a:pt x="250832" y="0"/>
                </a:lnTo>
                <a:close/>
                <a:moveTo>
                  <a:pt x="275985" y="0"/>
                </a:moveTo>
                <a:cubicBezTo>
                  <a:pt x="277411" y="0"/>
                  <a:pt x="278624" y="503"/>
                  <a:pt x="279625" y="1510"/>
                </a:cubicBezTo>
                <a:cubicBezTo>
                  <a:pt x="280626" y="2515"/>
                  <a:pt x="281127" y="3734"/>
                  <a:pt x="281127" y="5167"/>
                </a:cubicBezTo>
                <a:cubicBezTo>
                  <a:pt x="281127" y="6600"/>
                  <a:pt x="280626" y="7828"/>
                  <a:pt x="279625" y="8852"/>
                </a:cubicBezTo>
                <a:cubicBezTo>
                  <a:pt x="278624" y="9874"/>
                  <a:pt x="277411" y="10385"/>
                  <a:pt x="275985" y="10385"/>
                </a:cubicBezTo>
                <a:cubicBezTo>
                  <a:pt x="274560" y="10385"/>
                  <a:pt x="273338" y="9874"/>
                  <a:pt x="272320" y="8852"/>
                </a:cubicBezTo>
                <a:cubicBezTo>
                  <a:pt x="271302" y="7828"/>
                  <a:pt x="270793" y="6600"/>
                  <a:pt x="270793" y="5167"/>
                </a:cubicBezTo>
                <a:cubicBezTo>
                  <a:pt x="270793" y="3734"/>
                  <a:pt x="271293" y="2515"/>
                  <a:pt x="272294" y="1510"/>
                </a:cubicBezTo>
                <a:cubicBezTo>
                  <a:pt x="273296" y="503"/>
                  <a:pt x="274526" y="0"/>
                  <a:pt x="275985" y="0"/>
                </a:cubicBezTo>
                <a:moveTo>
                  <a:pt x="280211" y="24436"/>
                </a:moveTo>
                <a:lnTo>
                  <a:pt x="280211" y="61821"/>
                </a:lnTo>
                <a:cubicBezTo>
                  <a:pt x="280211" y="64733"/>
                  <a:pt x="280423" y="66672"/>
                  <a:pt x="280847" y="67637"/>
                </a:cubicBezTo>
                <a:cubicBezTo>
                  <a:pt x="281271" y="68602"/>
                  <a:pt x="281899" y="69322"/>
                  <a:pt x="282731" y="69796"/>
                </a:cubicBezTo>
                <a:cubicBezTo>
                  <a:pt x="283562" y="70270"/>
                  <a:pt x="285081" y="70507"/>
                  <a:pt x="287287" y="70507"/>
                </a:cubicBezTo>
                <a:lnTo>
                  <a:pt x="287287" y="72391"/>
                </a:lnTo>
                <a:lnTo>
                  <a:pt x="264633" y="72391"/>
                </a:lnTo>
                <a:lnTo>
                  <a:pt x="264633" y="70507"/>
                </a:lnTo>
                <a:cubicBezTo>
                  <a:pt x="266907" y="70507"/>
                  <a:pt x="268434" y="70287"/>
                  <a:pt x="269215" y="69847"/>
                </a:cubicBezTo>
                <a:cubicBezTo>
                  <a:pt x="269995" y="69407"/>
                  <a:pt x="270615" y="68679"/>
                  <a:pt x="271073" y="67663"/>
                </a:cubicBezTo>
                <a:cubicBezTo>
                  <a:pt x="271531" y="66647"/>
                  <a:pt x="271760" y="64699"/>
                  <a:pt x="271760" y="61821"/>
                </a:cubicBezTo>
                <a:lnTo>
                  <a:pt x="271760" y="43890"/>
                </a:lnTo>
                <a:cubicBezTo>
                  <a:pt x="271760" y="38844"/>
                  <a:pt x="271607" y="35576"/>
                  <a:pt x="271302" y="34087"/>
                </a:cubicBezTo>
                <a:cubicBezTo>
                  <a:pt x="271064" y="33003"/>
                  <a:pt x="270691" y="32250"/>
                  <a:pt x="270182" y="31827"/>
                </a:cubicBezTo>
                <a:cubicBezTo>
                  <a:pt x="269673" y="31404"/>
                  <a:pt x="268977" y="31192"/>
                  <a:pt x="268095" y="31192"/>
                </a:cubicBezTo>
                <a:cubicBezTo>
                  <a:pt x="267144" y="31192"/>
                  <a:pt x="265990" y="31446"/>
                  <a:pt x="264633" y="31954"/>
                </a:cubicBezTo>
                <a:lnTo>
                  <a:pt x="263920" y="30125"/>
                </a:lnTo>
                <a:lnTo>
                  <a:pt x="277971" y="24436"/>
                </a:lnTo>
                <a:lnTo>
                  <a:pt x="280211" y="24436"/>
                </a:lnTo>
                <a:close/>
                <a:moveTo>
                  <a:pt x="307044" y="34312"/>
                </a:moveTo>
                <a:cubicBezTo>
                  <a:pt x="312508" y="27728"/>
                  <a:pt x="317718" y="24436"/>
                  <a:pt x="322673" y="24436"/>
                </a:cubicBezTo>
                <a:cubicBezTo>
                  <a:pt x="325218" y="24436"/>
                  <a:pt x="327407" y="25071"/>
                  <a:pt x="329240" y="26341"/>
                </a:cubicBezTo>
                <a:cubicBezTo>
                  <a:pt x="331072" y="27611"/>
                  <a:pt x="332532" y="29702"/>
                  <a:pt x="333618" y="32614"/>
                </a:cubicBezTo>
                <a:cubicBezTo>
                  <a:pt x="334365" y="34645"/>
                  <a:pt x="334738" y="37761"/>
                  <a:pt x="334738" y="41961"/>
                </a:cubicBezTo>
                <a:lnTo>
                  <a:pt x="334738" y="61821"/>
                </a:lnTo>
                <a:cubicBezTo>
                  <a:pt x="334738" y="64767"/>
                  <a:pt x="334975" y="66765"/>
                  <a:pt x="335451" y="67815"/>
                </a:cubicBezTo>
                <a:cubicBezTo>
                  <a:pt x="335824" y="68662"/>
                  <a:pt x="336426" y="69322"/>
                  <a:pt x="337258" y="69796"/>
                </a:cubicBezTo>
                <a:cubicBezTo>
                  <a:pt x="338089" y="70270"/>
                  <a:pt x="339625" y="70507"/>
                  <a:pt x="341865" y="70507"/>
                </a:cubicBezTo>
                <a:lnTo>
                  <a:pt x="341865" y="72391"/>
                </a:lnTo>
                <a:lnTo>
                  <a:pt x="318804" y="72391"/>
                </a:lnTo>
                <a:lnTo>
                  <a:pt x="318804" y="70507"/>
                </a:lnTo>
                <a:lnTo>
                  <a:pt x="319771" y="70507"/>
                </a:lnTo>
                <a:cubicBezTo>
                  <a:pt x="321943" y="70507"/>
                  <a:pt x="323462" y="70178"/>
                  <a:pt x="324327" y="69519"/>
                </a:cubicBezTo>
                <a:cubicBezTo>
                  <a:pt x="325193" y="68860"/>
                  <a:pt x="325795" y="67890"/>
                  <a:pt x="326134" y="66608"/>
                </a:cubicBezTo>
                <a:cubicBezTo>
                  <a:pt x="326270" y="66101"/>
                  <a:pt x="326338" y="64514"/>
                  <a:pt x="326338" y="61846"/>
                </a:cubicBezTo>
                <a:lnTo>
                  <a:pt x="326338" y="42853"/>
                </a:lnTo>
                <a:cubicBezTo>
                  <a:pt x="326338" y="38633"/>
                  <a:pt x="325787" y="35569"/>
                  <a:pt x="324684" y="33661"/>
                </a:cubicBezTo>
                <a:cubicBezTo>
                  <a:pt x="323581" y="31753"/>
                  <a:pt x="321722" y="30799"/>
                  <a:pt x="319109" y="30799"/>
                </a:cubicBezTo>
                <a:cubicBezTo>
                  <a:pt x="315071" y="30799"/>
                  <a:pt x="311049" y="32994"/>
                  <a:pt x="307044" y="37384"/>
                </a:cubicBezTo>
                <a:lnTo>
                  <a:pt x="307044" y="61846"/>
                </a:lnTo>
                <a:cubicBezTo>
                  <a:pt x="307044" y="64987"/>
                  <a:pt x="307231" y="66928"/>
                  <a:pt x="307604" y="67671"/>
                </a:cubicBezTo>
                <a:cubicBezTo>
                  <a:pt x="308079" y="68649"/>
                  <a:pt x="308733" y="69367"/>
                  <a:pt x="309564" y="69823"/>
                </a:cubicBezTo>
                <a:cubicBezTo>
                  <a:pt x="310396" y="70279"/>
                  <a:pt x="312084" y="70507"/>
                  <a:pt x="314629" y="70507"/>
                </a:cubicBezTo>
                <a:lnTo>
                  <a:pt x="314629" y="72391"/>
                </a:lnTo>
                <a:lnTo>
                  <a:pt x="291568" y="72391"/>
                </a:lnTo>
                <a:lnTo>
                  <a:pt x="291568" y="70507"/>
                </a:lnTo>
                <a:lnTo>
                  <a:pt x="292586" y="70507"/>
                </a:lnTo>
                <a:cubicBezTo>
                  <a:pt x="294962" y="70507"/>
                  <a:pt x="296566" y="69906"/>
                  <a:pt x="297397" y="68705"/>
                </a:cubicBezTo>
                <a:cubicBezTo>
                  <a:pt x="298229" y="67502"/>
                  <a:pt x="298644" y="65207"/>
                  <a:pt x="298644" y="61821"/>
                </a:cubicBezTo>
                <a:lnTo>
                  <a:pt x="298644" y="44551"/>
                </a:lnTo>
                <a:cubicBezTo>
                  <a:pt x="298644" y="38963"/>
                  <a:pt x="298517" y="35561"/>
                  <a:pt x="298263" y="34342"/>
                </a:cubicBezTo>
                <a:cubicBezTo>
                  <a:pt x="298008" y="33122"/>
                  <a:pt x="297618" y="32292"/>
                  <a:pt x="297092" y="31852"/>
                </a:cubicBezTo>
                <a:cubicBezTo>
                  <a:pt x="296566" y="31412"/>
                  <a:pt x="295861" y="31192"/>
                  <a:pt x="294979" y="31192"/>
                </a:cubicBezTo>
                <a:cubicBezTo>
                  <a:pt x="294029" y="31192"/>
                  <a:pt x="292892" y="31446"/>
                  <a:pt x="291568" y="31954"/>
                </a:cubicBezTo>
                <a:lnTo>
                  <a:pt x="290805" y="30125"/>
                </a:lnTo>
                <a:lnTo>
                  <a:pt x="304855" y="24436"/>
                </a:lnTo>
                <a:lnTo>
                  <a:pt x="307044" y="24436"/>
                </a:lnTo>
                <a:lnTo>
                  <a:pt x="307044" y="34312"/>
                </a:lnTo>
                <a:close/>
                <a:moveTo>
                  <a:pt x="358054" y="55399"/>
                </a:moveTo>
                <a:cubicBezTo>
                  <a:pt x="355203" y="54009"/>
                  <a:pt x="353014" y="52069"/>
                  <a:pt x="351486" y="49578"/>
                </a:cubicBezTo>
                <a:cubicBezTo>
                  <a:pt x="349959" y="47086"/>
                  <a:pt x="349196" y="44332"/>
                  <a:pt x="349196" y="41315"/>
                </a:cubicBezTo>
                <a:cubicBezTo>
                  <a:pt x="349196" y="36705"/>
                  <a:pt x="350935" y="32740"/>
                  <a:pt x="354414" y="29418"/>
                </a:cubicBezTo>
                <a:cubicBezTo>
                  <a:pt x="357892" y="26097"/>
                  <a:pt x="362347" y="24436"/>
                  <a:pt x="367777" y="24436"/>
                </a:cubicBezTo>
                <a:cubicBezTo>
                  <a:pt x="372223" y="24436"/>
                  <a:pt x="376075" y="25522"/>
                  <a:pt x="379333" y="27694"/>
                </a:cubicBezTo>
                <a:lnTo>
                  <a:pt x="389209" y="27694"/>
                </a:lnTo>
                <a:cubicBezTo>
                  <a:pt x="390668" y="27694"/>
                  <a:pt x="391517" y="27736"/>
                  <a:pt x="391754" y="27819"/>
                </a:cubicBezTo>
                <a:cubicBezTo>
                  <a:pt x="391992" y="27903"/>
                  <a:pt x="392162" y="28046"/>
                  <a:pt x="392263" y="28247"/>
                </a:cubicBezTo>
                <a:cubicBezTo>
                  <a:pt x="392467" y="28550"/>
                  <a:pt x="392569" y="29087"/>
                  <a:pt x="392569" y="29859"/>
                </a:cubicBezTo>
                <a:cubicBezTo>
                  <a:pt x="392569" y="30731"/>
                  <a:pt x="392484" y="31335"/>
                  <a:pt x="392314" y="31671"/>
                </a:cubicBezTo>
                <a:cubicBezTo>
                  <a:pt x="392212" y="31838"/>
                  <a:pt x="392034" y="31973"/>
                  <a:pt x="391780" y="32073"/>
                </a:cubicBezTo>
                <a:cubicBezTo>
                  <a:pt x="391525" y="32174"/>
                  <a:pt x="390668" y="32225"/>
                  <a:pt x="389209" y="32225"/>
                </a:cubicBezTo>
                <a:lnTo>
                  <a:pt x="383151" y="32225"/>
                </a:lnTo>
                <a:cubicBezTo>
                  <a:pt x="385051" y="34673"/>
                  <a:pt x="386002" y="37802"/>
                  <a:pt x="386002" y="41611"/>
                </a:cubicBezTo>
                <a:cubicBezTo>
                  <a:pt x="386002" y="45963"/>
                  <a:pt x="384339" y="49687"/>
                  <a:pt x="381013" y="52782"/>
                </a:cubicBezTo>
                <a:cubicBezTo>
                  <a:pt x="377687" y="55876"/>
                  <a:pt x="373224" y="57424"/>
                  <a:pt x="367624" y="57424"/>
                </a:cubicBezTo>
                <a:cubicBezTo>
                  <a:pt x="365316" y="57424"/>
                  <a:pt x="362958" y="57077"/>
                  <a:pt x="360548" y="56385"/>
                </a:cubicBezTo>
                <a:cubicBezTo>
                  <a:pt x="359055" y="57674"/>
                  <a:pt x="358045" y="58801"/>
                  <a:pt x="357519" y="59769"/>
                </a:cubicBezTo>
                <a:cubicBezTo>
                  <a:pt x="356993" y="60735"/>
                  <a:pt x="356730" y="61557"/>
                  <a:pt x="356730" y="62235"/>
                </a:cubicBezTo>
                <a:cubicBezTo>
                  <a:pt x="356730" y="62811"/>
                  <a:pt x="357010" y="63371"/>
                  <a:pt x="357570" y="63914"/>
                </a:cubicBezTo>
                <a:cubicBezTo>
                  <a:pt x="358130" y="64456"/>
                  <a:pt x="359224" y="64846"/>
                  <a:pt x="360853" y="65084"/>
                </a:cubicBezTo>
                <a:cubicBezTo>
                  <a:pt x="361804" y="65220"/>
                  <a:pt x="364179" y="65338"/>
                  <a:pt x="367980" y="65440"/>
                </a:cubicBezTo>
                <a:cubicBezTo>
                  <a:pt x="374972" y="65609"/>
                  <a:pt x="379503" y="65846"/>
                  <a:pt x="381573" y="66151"/>
                </a:cubicBezTo>
                <a:cubicBezTo>
                  <a:pt x="384729" y="66592"/>
                  <a:pt x="387249" y="67763"/>
                  <a:pt x="389133" y="69662"/>
                </a:cubicBezTo>
                <a:cubicBezTo>
                  <a:pt x="391016" y="71561"/>
                  <a:pt x="391958" y="73900"/>
                  <a:pt x="391958" y="76681"/>
                </a:cubicBezTo>
                <a:cubicBezTo>
                  <a:pt x="391958" y="80513"/>
                  <a:pt x="390159" y="84108"/>
                  <a:pt x="386562" y="87466"/>
                </a:cubicBezTo>
                <a:cubicBezTo>
                  <a:pt x="381267" y="92416"/>
                  <a:pt x="374361" y="94892"/>
                  <a:pt x="365842" y="94892"/>
                </a:cubicBezTo>
                <a:cubicBezTo>
                  <a:pt x="359292" y="94892"/>
                  <a:pt x="353760" y="93418"/>
                  <a:pt x="349246" y="90469"/>
                </a:cubicBezTo>
                <a:cubicBezTo>
                  <a:pt x="346701" y="88774"/>
                  <a:pt x="345428" y="87012"/>
                  <a:pt x="345428" y="85181"/>
                </a:cubicBezTo>
                <a:cubicBezTo>
                  <a:pt x="345428" y="84369"/>
                  <a:pt x="345615" y="83556"/>
                  <a:pt x="345988" y="82742"/>
                </a:cubicBezTo>
                <a:cubicBezTo>
                  <a:pt x="346565" y="81488"/>
                  <a:pt x="347753" y="79742"/>
                  <a:pt x="349552" y="77505"/>
                </a:cubicBezTo>
                <a:cubicBezTo>
                  <a:pt x="349790" y="77201"/>
                  <a:pt x="351520" y="75371"/>
                  <a:pt x="354745" y="72015"/>
                </a:cubicBezTo>
                <a:cubicBezTo>
                  <a:pt x="352980" y="70962"/>
                  <a:pt x="351732" y="70019"/>
                  <a:pt x="351003" y="69187"/>
                </a:cubicBezTo>
                <a:cubicBezTo>
                  <a:pt x="350273" y="68354"/>
                  <a:pt x="349908" y="67411"/>
                  <a:pt x="349908" y="66358"/>
                </a:cubicBezTo>
                <a:cubicBezTo>
                  <a:pt x="349908" y="65168"/>
                  <a:pt x="350392" y="63774"/>
                  <a:pt x="351359" y="62177"/>
                </a:cubicBezTo>
                <a:cubicBezTo>
                  <a:pt x="352326" y="60580"/>
                  <a:pt x="354558" y="58320"/>
                  <a:pt x="358054" y="55399"/>
                </a:cubicBezTo>
                <a:moveTo>
                  <a:pt x="366911" y="26981"/>
                </a:moveTo>
                <a:cubicBezTo>
                  <a:pt x="364400" y="26981"/>
                  <a:pt x="362296" y="27977"/>
                  <a:pt x="360599" y="29969"/>
                </a:cubicBezTo>
                <a:cubicBezTo>
                  <a:pt x="358902" y="31959"/>
                  <a:pt x="358054" y="35014"/>
                  <a:pt x="358054" y="39132"/>
                </a:cubicBezTo>
                <a:cubicBezTo>
                  <a:pt x="358054" y="44466"/>
                  <a:pt x="359207" y="48600"/>
                  <a:pt x="361515" y="51536"/>
                </a:cubicBezTo>
                <a:cubicBezTo>
                  <a:pt x="363280" y="53764"/>
                  <a:pt x="365520" y="54878"/>
                  <a:pt x="368235" y="54878"/>
                </a:cubicBezTo>
                <a:cubicBezTo>
                  <a:pt x="370814" y="54878"/>
                  <a:pt x="372935" y="53916"/>
                  <a:pt x="374598" y="51993"/>
                </a:cubicBezTo>
                <a:cubicBezTo>
                  <a:pt x="376261" y="50069"/>
                  <a:pt x="377093" y="47048"/>
                  <a:pt x="377093" y="42929"/>
                </a:cubicBezTo>
                <a:cubicBezTo>
                  <a:pt x="377093" y="37563"/>
                  <a:pt x="375922" y="33360"/>
                  <a:pt x="373580" y="30322"/>
                </a:cubicBezTo>
                <a:cubicBezTo>
                  <a:pt x="371849" y="28095"/>
                  <a:pt x="369626" y="26981"/>
                  <a:pt x="366911" y="26981"/>
                </a:cubicBezTo>
                <a:moveTo>
                  <a:pt x="357544" y="72421"/>
                </a:moveTo>
                <a:cubicBezTo>
                  <a:pt x="355949" y="74148"/>
                  <a:pt x="354745" y="75757"/>
                  <a:pt x="353930" y="77247"/>
                </a:cubicBezTo>
                <a:cubicBezTo>
                  <a:pt x="353115" y="78739"/>
                  <a:pt x="352708" y="80111"/>
                  <a:pt x="352708" y="81365"/>
                </a:cubicBezTo>
                <a:cubicBezTo>
                  <a:pt x="352708" y="82991"/>
                  <a:pt x="353692" y="84413"/>
                  <a:pt x="355661" y="85633"/>
                </a:cubicBezTo>
                <a:cubicBezTo>
                  <a:pt x="359055" y="87733"/>
                  <a:pt x="363959" y="88783"/>
                  <a:pt x="370373" y="88783"/>
                </a:cubicBezTo>
                <a:cubicBezTo>
                  <a:pt x="376482" y="88783"/>
                  <a:pt x="380987" y="87707"/>
                  <a:pt x="383889" y="85555"/>
                </a:cubicBezTo>
                <a:cubicBezTo>
                  <a:pt x="386791" y="83404"/>
                  <a:pt x="388242" y="81110"/>
                  <a:pt x="388242" y="78671"/>
                </a:cubicBezTo>
                <a:cubicBezTo>
                  <a:pt x="388242" y="76910"/>
                  <a:pt x="387376" y="75656"/>
                  <a:pt x="385645" y="74911"/>
                </a:cubicBezTo>
                <a:cubicBezTo>
                  <a:pt x="383881" y="74165"/>
                  <a:pt x="380385" y="73725"/>
                  <a:pt x="375158" y="73590"/>
                </a:cubicBezTo>
                <a:cubicBezTo>
                  <a:pt x="367522" y="73386"/>
                  <a:pt x="361651" y="72997"/>
                  <a:pt x="357544" y="724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_f">
            <a:extLst xmlns:a="http://schemas.openxmlformats.org/drawingml/2006/main">
              <a:ext uri="{FF2B5EF4-FFF2-40B4-BE49-F238E27FC236}">
                <a16:creationId xmlns:a16="http://schemas.microsoft.com/office/drawing/2014/main" id="{123F213E-F3BD-4491-9B83-F0C634D9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30" y="2485298"/>
            <a:ext cx="98303" cy="94892"/>
          </a:xfrm>
          <a:custGeom xmlns:a="http://schemas.openxmlformats.org/drawingml/2006/main">
            <a:pathLst>
              <a:path w="98303" h="94892">
                <a:moveTo>
                  <a:pt x="53911" y="94892"/>
                </a:moveTo>
                <a:lnTo>
                  <a:pt x="0" y="94892"/>
                </a:lnTo>
                <a:lnTo>
                  <a:pt x="0" y="90666"/>
                </a:lnTo>
                <a:lnTo>
                  <a:pt x="53911" y="90666"/>
                </a:lnTo>
                <a:lnTo>
                  <a:pt x="53911" y="94892"/>
                </a:lnTo>
                <a:close/>
                <a:moveTo>
                  <a:pt x="74478" y="29323"/>
                </a:moveTo>
                <a:lnTo>
                  <a:pt x="74478" y="60007"/>
                </a:lnTo>
                <a:cubicBezTo>
                  <a:pt x="74478" y="64357"/>
                  <a:pt x="74953" y="67109"/>
                  <a:pt x="75903" y="68264"/>
                </a:cubicBezTo>
                <a:cubicBezTo>
                  <a:pt x="77159" y="69759"/>
                  <a:pt x="78839" y="70507"/>
                  <a:pt x="80943" y="70507"/>
                </a:cubicBezTo>
                <a:lnTo>
                  <a:pt x="85168" y="70507"/>
                </a:lnTo>
                <a:lnTo>
                  <a:pt x="85168" y="72391"/>
                </a:lnTo>
                <a:lnTo>
                  <a:pt x="57322" y="72391"/>
                </a:lnTo>
                <a:lnTo>
                  <a:pt x="57322" y="70507"/>
                </a:lnTo>
                <a:lnTo>
                  <a:pt x="59409" y="70507"/>
                </a:lnTo>
                <a:cubicBezTo>
                  <a:pt x="60767" y="70507"/>
                  <a:pt x="62005" y="70167"/>
                  <a:pt x="63125" y="69487"/>
                </a:cubicBezTo>
                <a:cubicBezTo>
                  <a:pt x="64245" y="68807"/>
                  <a:pt x="65017" y="67890"/>
                  <a:pt x="65442" y="66735"/>
                </a:cubicBezTo>
                <a:cubicBezTo>
                  <a:pt x="65866" y="65580"/>
                  <a:pt x="66078" y="63338"/>
                  <a:pt x="66078" y="60007"/>
                </a:cubicBezTo>
                <a:lnTo>
                  <a:pt x="66078" y="29323"/>
                </a:lnTo>
                <a:lnTo>
                  <a:pt x="57016" y="29323"/>
                </a:lnTo>
                <a:lnTo>
                  <a:pt x="57016" y="25759"/>
                </a:lnTo>
                <a:lnTo>
                  <a:pt x="66078" y="25759"/>
                </a:lnTo>
                <a:lnTo>
                  <a:pt x="66078" y="22692"/>
                </a:lnTo>
                <a:cubicBezTo>
                  <a:pt x="66078" y="18024"/>
                  <a:pt x="66825" y="14072"/>
                  <a:pt x="68318" y="10835"/>
                </a:cubicBezTo>
                <a:cubicBezTo>
                  <a:pt x="69811" y="7598"/>
                  <a:pt x="72094" y="4984"/>
                  <a:pt x="75165" y="2991"/>
                </a:cubicBezTo>
                <a:cubicBezTo>
                  <a:pt x="78236" y="997"/>
                  <a:pt x="81690" y="0"/>
                  <a:pt x="85525" y="0"/>
                </a:cubicBezTo>
                <a:cubicBezTo>
                  <a:pt x="89088" y="0"/>
                  <a:pt x="92363" y="1154"/>
                  <a:pt x="95350" y="3462"/>
                </a:cubicBezTo>
                <a:cubicBezTo>
                  <a:pt x="97318" y="4989"/>
                  <a:pt x="98303" y="6703"/>
                  <a:pt x="98303" y="8603"/>
                </a:cubicBezTo>
                <a:cubicBezTo>
                  <a:pt x="98303" y="9622"/>
                  <a:pt x="97861" y="10580"/>
                  <a:pt x="96979" y="11480"/>
                </a:cubicBezTo>
                <a:cubicBezTo>
                  <a:pt x="96097" y="12379"/>
                  <a:pt x="95146" y="12829"/>
                  <a:pt x="94128" y="12829"/>
                </a:cubicBezTo>
                <a:cubicBezTo>
                  <a:pt x="93348" y="12829"/>
                  <a:pt x="92525" y="12546"/>
                  <a:pt x="91659" y="11979"/>
                </a:cubicBezTo>
                <a:cubicBezTo>
                  <a:pt x="90794" y="11413"/>
                  <a:pt x="89733" y="10195"/>
                  <a:pt x="88477" y="8325"/>
                </a:cubicBezTo>
                <a:cubicBezTo>
                  <a:pt x="87222" y="6455"/>
                  <a:pt x="86068" y="5194"/>
                  <a:pt x="85016" y="4542"/>
                </a:cubicBezTo>
                <a:cubicBezTo>
                  <a:pt x="83964" y="3890"/>
                  <a:pt x="82793" y="3564"/>
                  <a:pt x="81503" y="3564"/>
                </a:cubicBezTo>
                <a:cubicBezTo>
                  <a:pt x="79942" y="3564"/>
                  <a:pt x="78618" y="3984"/>
                  <a:pt x="77532" y="4823"/>
                </a:cubicBezTo>
                <a:cubicBezTo>
                  <a:pt x="76446" y="5662"/>
                  <a:pt x="75666" y="6964"/>
                  <a:pt x="75190" y="8727"/>
                </a:cubicBezTo>
                <a:cubicBezTo>
                  <a:pt x="74715" y="10491"/>
                  <a:pt x="74478" y="15038"/>
                  <a:pt x="74478" y="22368"/>
                </a:cubicBezTo>
                <a:lnTo>
                  <a:pt x="74478" y="25759"/>
                </a:lnTo>
                <a:lnTo>
                  <a:pt x="86492" y="25759"/>
                </a:lnTo>
                <a:lnTo>
                  <a:pt x="86492" y="29323"/>
                </a:lnTo>
                <a:lnTo>
                  <a:pt x="74478" y="29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itting_parallel.py">
            <a:extLst xmlns:a="http://schemas.openxmlformats.org/drawingml/2006/main">
              <a:ext uri="{FF2B5EF4-FFF2-40B4-BE49-F238E27FC236}">
                <a16:creationId xmlns:a16="http://schemas.microsoft.com/office/drawing/2014/main" id="{2CA1B50F-D820-4341-8EF7-35D79852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729" y="2485298"/>
            <a:ext cx="715303" cy="94892"/>
          </a:xfrm>
          <a:custGeom xmlns:a="http://schemas.openxmlformats.org/drawingml/2006/main">
            <a:pathLst>
              <a:path w="715303" h="94892">
                <a:moveTo>
                  <a:pt x="11355" y="42"/>
                </a:moveTo>
                <a:lnTo>
                  <a:pt x="11183" y="66"/>
                </a:lnTo>
                <a:lnTo>
                  <a:pt x="11014" y="94"/>
                </a:lnTo>
                <a:lnTo>
                  <a:pt x="10847" y="128"/>
                </a:lnTo>
                <a:lnTo>
                  <a:pt x="10682" y="168"/>
                </a:lnTo>
                <a:lnTo>
                  <a:pt x="10520" y="212"/>
                </a:lnTo>
                <a:lnTo>
                  <a:pt x="10360" y="262"/>
                </a:lnTo>
                <a:lnTo>
                  <a:pt x="10203" y="317"/>
                </a:lnTo>
                <a:lnTo>
                  <a:pt x="10048" y="377"/>
                </a:lnTo>
                <a:lnTo>
                  <a:pt x="9895" y="443"/>
                </a:lnTo>
                <a:lnTo>
                  <a:pt x="9745" y="514"/>
                </a:lnTo>
                <a:lnTo>
                  <a:pt x="9597" y="590"/>
                </a:lnTo>
                <a:lnTo>
                  <a:pt x="9452" y="671"/>
                </a:lnTo>
                <a:lnTo>
                  <a:pt x="9309" y="757"/>
                </a:lnTo>
                <a:lnTo>
                  <a:pt x="9168" y="849"/>
                </a:lnTo>
                <a:lnTo>
                  <a:pt x="9030" y="946"/>
                </a:lnTo>
                <a:lnTo>
                  <a:pt x="8894" y="1048"/>
                </a:lnTo>
                <a:lnTo>
                  <a:pt x="8760" y="1156"/>
                </a:lnTo>
                <a:lnTo>
                  <a:pt x="8629" y="1269"/>
                </a:lnTo>
                <a:lnTo>
                  <a:pt x="8501" y="1387"/>
                </a:lnTo>
                <a:lnTo>
                  <a:pt x="8374" y="1510"/>
                </a:lnTo>
                <a:lnTo>
                  <a:pt x="8252" y="1637"/>
                </a:lnTo>
                <a:lnTo>
                  <a:pt x="8134" y="1766"/>
                </a:lnTo>
                <a:lnTo>
                  <a:pt x="8022" y="1897"/>
                </a:lnTo>
                <a:lnTo>
                  <a:pt x="7915" y="2030"/>
                </a:lnTo>
                <a:lnTo>
                  <a:pt x="7814" y="2166"/>
                </a:lnTo>
                <a:lnTo>
                  <a:pt x="7717" y="2304"/>
                </a:lnTo>
                <a:lnTo>
                  <a:pt x="7626" y="2444"/>
                </a:lnTo>
                <a:lnTo>
                  <a:pt x="7540" y="2586"/>
                </a:lnTo>
                <a:lnTo>
                  <a:pt x="7459" y="2731"/>
                </a:lnTo>
                <a:lnTo>
                  <a:pt x="7384" y="2878"/>
                </a:lnTo>
                <a:lnTo>
                  <a:pt x="7313" y="3027"/>
                </a:lnTo>
                <a:lnTo>
                  <a:pt x="7248" y="3178"/>
                </a:lnTo>
                <a:lnTo>
                  <a:pt x="7188" y="3332"/>
                </a:lnTo>
                <a:lnTo>
                  <a:pt x="7133" y="3487"/>
                </a:lnTo>
                <a:lnTo>
                  <a:pt x="7084" y="3645"/>
                </a:lnTo>
                <a:lnTo>
                  <a:pt x="7039" y="3806"/>
                </a:lnTo>
                <a:lnTo>
                  <a:pt x="7000" y="3968"/>
                </a:lnTo>
                <a:lnTo>
                  <a:pt x="6966" y="4133"/>
                </a:lnTo>
                <a:lnTo>
                  <a:pt x="6938" y="4299"/>
                </a:lnTo>
                <a:lnTo>
                  <a:pt x="6914" y="4469"/>
                </a:lnTo>
                <a:lnTo>
                  <a:pt x="6896" y="4640"/>
                </a:lnTo>
                <a:lnTo>
                  <a:pt x="6883" y="4813"/>
                </a:lnTo>
                <a:lnTo>
                  <a:pt x="6875" y="4989"/>
                </a:lnTo>
                <a:lnTo>
                  <a:pt x="6873" y="5167"/>
                </a:lnTo>
                <a:lnTo>
                  <a:pt x="6875" y="5345"/>
                </a:lnTo>
                <a:lnTo>
                  <a:pt x="6883" y="5521"/>
                </a:lnTo>
                <a:lnTo>
                  <a:pt x="6896" y="5695"/>
                </a:lnTo>
                <a:lnTo>
                  <a:pt x="6915" y="5866"/>
                </a:lnTo>
                <a:lnTo>
                  <a:pt x="6939" y="6036"/>
                </a:lnTo>
                <a:lnTo>
                  <a:pt x="6968" y="6203"/>
                </a:lnTo>
                <a:lnTo>
                  <a:pt x="7002" y="6369"/>
                </a:lnTo>
                <a:lnTo>
                  <a:pt x="7042" y="6532"/>
                </a:lnTo>
                <a:lnTo>
                  <a:pt x="7087" y="6693"/>
                </a:lnTo>
                <a:lnTo>
                  <a:pt x="7138" y="6852"/>
                </a:lnTo>
                <a:lnTo>
                  <a:pt x="7193" y="7008"/>
                </a:lnTo>
                <a:lnTo>
                  <a:pt x="7254" y="7163"/>
                </a:lnTo>
                <a:lnTo>
                  <a:pt x="7321" y="7315"/>
                </a:lnTo>
                <a:lnTo>
                  <a:pt x="7392" y="7466"/>
                </a:lnTo>
                <a:lnTo>
                  <a:pt x="7469" y="7614"/>
                </a:lnTo>
                <a:lnTo>
                  <a:pt x="7551" y="7760"/>
                </a:lnTo>
                <a:lnTo>
                  <a:pt x="7639" y="7904"/>
                </a:lnTo>
                <a:lnTo>
                  <a:pt x="7732" y="8046"/>
                </a:lnTo>
                <a:lnTo>
                  <a:pt x="7830" y="8185"/>
                </a:lnTo>
                <a:lnTo>
                  <a:pt x="7933" y="8323"/>
                </a:lnTo>
                <a:lnTo>
                  <a:pt x="8042" y="8458"/>
                </a:lnTo>
                <a:lnTo>
                  <a:pt x="8156" y="8591"/>
                </a:lnTo>
                <a:lnTo>
                  <a:pt x="8275" y="8723"/>
                </a:lnTo>
                <a:lnTo>
                  <a:pt x="8400" y="8852"/>
                </a:lnTo>
                <a:lnTo>
                  <a:pt x="8528" y="8977"/>
                </a:lnTo>
                <a:lnTo>
                  <a:pt x="8659" y="9097"/>
                </a:lnTo>
                <a:lnTo>
                  <a:pt x="8791" y="9211"/>
                </a:lnTo>
                <a:lnTo>
                  <a:pt x="8926" y="9320"/>
                </a:lnTo>
                <a:lnTo>
                  <a:pt x="9063" y="9424"/>
                </a:lnTo>
                <a:lnTo>
                  <a:pt x="9202" y="9523"/>
                </a:lnTo>
                <a:lnTo>
                  <a:pt x="9343" y="9616"/>
                </a:lnTo>
                <a:lnTo>
                  <a:pt x="9486" y="9704"/>
                </a:lnTo>
                <a:lnTo>
                  <a:pt x="9631" y="9786"/>
                </a:lnTo>
                <a:lnTo>
                  <a:pt x="9778" y="9863"/>
                </a:lnTo>
                <a:lnTo>
                  <a:pt x="9928" y="9935"/>
                </a:lnTo>
                <a:lnTo>
                  <a:pt x="10080" y="10002"/>
                </a:lnTo>
                <a:lnTo>
                  <a:pt x="10233" y="10063"/>
                </a:lnTo>
                <a:lnTo>
                  <a:pt x="10389" y="10119"/>
                </a:lnTo>
                <a:lnTo>
                  <a:pt x="10547" y="10169"/>
                </a:lnTo>
                <a:lnTo>
                  <a:pt x="10708" y="10215"/>
                </a:lnTo>
                <a:lnTo>
                  <a:pt x="10870" y="10255"/>
                </a:lnTo>
                <a:lnTo>
                  <a:pt x="11034" y="10289"/>
                </a:lnTo>
                <a:lnTo>
                  <a:pt x="11201" y="10319"/>
                </a:lnTo>
                <a:lnTo>
                  <a:pt x="11369" y="10343"/>
                </a:lnTo>
                <a:lnTo>
                  <a:pt x="11540" y="10361"/>
                </a:lnTo>
                <a:lnTo>
                  <a:pt x="11713" y="10374"/>
                </a:lnTo>
                <a:lnTo>
                  <a:pt x="11888" y="10382"/>
                </a:lnTo>
                <a:lnTo>
                  <a:pt x="12065" y="10385"/>
                </a:lnTo>
                <a:lnTo>
                  <a:pt x="12242" y="10382"/>
                </a:lnTo>
                <a:lnTo>
                  <a:pt x="12417" y="10374"/>
                </a:lnTo>
                <a:lnTo>
                  <a:pt x="12590" y="10361"/>
                </a:lnTo>
                <a:lnTo>
                  <a:pt x="12760" y="10343"/>
                </a:lnTo>
                <a:lnTo>
                  <a:pt x="12928" y="10319"/>
                </a:lnTo>
                <a:lnTo>
                  <a:pt x="13094" y="10289"/>
                </a:lnTo>
                <a:lnTo>
                  <a:pt x="13258" y="10255"/>
                </a:lnTo>
                <a:lnTo>
                  <a:pt x="13420" y="10215"/>
                </a:lnTo>
                <a:lnTo>
                  <a:pt x="13579" y="10169"/>
                </a:lnTo>
                <a:lnTo>
                  <a:pt x="13736" y="10119"/>
                </a:lnTo>
                <a:lnTo>
                  <a:pt x="13891" y="10063"/>
                </a:lnTo>
                <a:lnTo>
                  <a:pt x="14044" y="10002"/>
                </a:lnTo>
                <a:lnTo>
                  <a:pt x="14195" y="9935"/>
                </a:lnTo>
                <a:lnTo>
                  <a:pt x="14343" y="9863"/>
                </a:lnTo>
                <a:lnTo>
                  <a:pt x="14489" y="9786"/>
                </a:lnTo>
                <a:lnTo>
                  <a:pt x="14633" y="9704"/>
                </a:lnTo>
                <a:lnTo>
                  <a:pt x="14775" y="9616"/>
                </a:lnTo>
                <a:lnTo>
                  <a:pt x="14914" y="9523"/>
                </a:lnTo>
                <a:lnTo>
                  <a:pt x="15052" y="9424"/>
                </a:lnTo>
                <a:lnTo>
                  <a:pt x="15187" y="9320"/>
                </a:lnTo>
                <a:lnTo>
                  <a:pt x="15320" y="9211"/>
                </a:lnTo>
                <a:lnTo>
                  <a:pt x="15450" y="9097"/>
                </a:lnTo>
                <a:lnTo>
                  <a:pt x="15579" y="8977"/>
                </a:lnTo>
                <a:lnTo>
                  <a:pt x="15705" y="8852"/>
                </a:lnTo>
                <a:lnTo>
                  <a:pt x="15828" y="8723"/>
                </a:lnTo>
                <a:lnTo>
                  <a:pt x="15945" y="8591"/>
                </a:lnTo>
                <a:lnTo>
                  <a:pt x="16057" y="8458"/>
                </a:lnTo>
                <a:lnTo>
                  <a:pt x="16164" y="8323"/>
                </a:lnTo>
                <a:lnTo>
                  <a:pt x="16266" y="8185"/>
                </a:lnTo>
                <a:lnTo>
                  <a:pt x="16362" y="8046"/>
                </a:lnTo>
                <a:lnTo>
                  <a:pt x="16453" y="7904"/>
                </a:lnTo>
                <a:lnTo>
                  <a:pt x="16539" y="7760"/>
                </a:lnTo>
                <a:lnTo>
                  <a:pt x="16620" y="7614"/>
                </a:lnTo>
                <a:lnTo>
                  <a:pt x="16696" y="7466"/>
                </a:lnTo>
                <a:lnTo>
                  <a:pt x="16766" y="7315"/>
                </a:lnTo>
                <a:lnTo>
                  <a:pt x="16831" y="7163"/>
                </a:lnTo>
                <a:lnTo>
                  <a:pt x="16891" y="7008"/>
                </a:lnTo>
                <a:lnTo>
                  <a:pt x="16946" y="6852"/>
                </a:lnTo>
                <a:lnTo>
                  <a:pt x="16996" y="6693"/>
                </a:lnTo>
                <a:lnTo>
                  <a:pt x="17040" y="6532"/>
                </a:lnTo>
                <a:lnTo>
                  <a:pt x="17079" y="6369"/>
                </a:lnTo>
                <a:lnTo>
                  <a:pt x="17113" y="6203"/>
                </a:lnTo>
                <a:lnTo>
                  <a:pt x="17142" y="6036"/>
                </a:lnTo>
                <a:lnTo>
                  <a:pt x="17165" y="5866"/>
                </a:lnTo>
                <a:lnTo>
                  <a:pt x="17183" y="5695"/>
                </a:lnTo>
                <a:lnTo>
                  <a:pt x="17196" y="5521"/>
                </a:lnTo>
                <a:lnTo>
                  <a:pt x="17204" y="5345"/>
                </a:lnTo>
                <a:lnTo>
                  <a:pt x="17207" y="5167"/>
                </a:lnTo>
                <a:lnTo>
                  <a:pt x="17204" y="4989"/>
                </a:lnTo>
                <a:lnTo>
                  <a:pt x="17196" y="4813"/>
                </a:lnTo>
                <a:lnTo>
                  <a:pt x="17183" y="4640"/>
                </a:lnTo>
                <a:lnTo>
                  <a:pt x="17165" y="4469"/>
                </a:lnTo>
                <a:lnTo>
                  <a:pt x="17142" y="4299"/>
                </a:lnTo>
                <a:lnTo>
                  <a:pt x="17113" y="4133"/>
                </a:lnTo>
                <a:lnTo>
                  <a:pt x="17079" y="3968"/>
                </a:lnTo>
                <a:lnTo>
                  <a:pt x="17040" y="3806"/>
                </a:lnTo>
                <a:lnTo>
                  <a:pt x="16996" y="3645"/>
                </a:lnTo>
                <a:lnTo>
                  <a:pt x="16946" y="3487"/>
                </a:lnTo>
                <a:lnTo>
                  <a:pt x="16891" y="3332"/>
                </a:lnTo>
                <a:lnTo>
                  <a:pt x="16831" y="3178"/>
                </a:lnTo>
                <a:lnTo>
                  <a:pt x="16766" y="3027"/>
                </a:lnTo>
                <a:lnTo>
                  <a:pt x="16696" y="2878"/>
                </a:lnTo>
                <a:lnTo>
                  <a:pt x="16620" y="2731"/>
                </a:lnTo>
                <a:lnTo>
                  <a:pt x="16539" y="2586"/>
                </a:lnTo>
                <a:lnTo>
                  <a:pt x="16453" y="2444"/>
                </a:lnTo>
                <a:lnTo>
                  <a:pt x="16362" y="2304"/>
                </a:lnTo>
                <a:lnTo>
                  <a:pt x="16266" y="2166"/>
                </a:lnTo>
                <a:lnTo>
                  <a:pt x="16164" y="2030"/>
                </a:lnTo>
                <a:lnTo>
                  <a:pt x="16057" y="1897"/>
                </a:lnTo>
                <a:lnTo>
                  <a:pt x="15945" y="1766"/>
                </a:lnTo>
                <a:lnTo>
                  <a:pt x="15828" y="1637"/>
                </a:lnTo>
                <a:lnTo>
                  <a:pt x="15705" y="1510"/>
                </a:lnTo>
                <a:lnTo>
                  <a:pt x="15579" y="1387"/>
                </a:lnTo>
                <a:lnTo>
                  <a:pt x="15450" y="1269"/>
                </a:lnTo>
                <a:lnTo>
                  <a:pt x="15320" y="1156"/>
                </a:lnTo>
                <a:lnTo>
                  <a:pt x="15187" y="1048"/>
                </a:lnTo>
                <a:lnTo>
                  <a:pt x="15052" y="946"/>
                </a:lnTo>
                <a:lnTo>
                  <a:pt x="14914" y="849"/>
                </a:lnTo>
                <a:lnTo>
                  <a:pt x="14775" y="757"/>
                </a:lnTo>
                <a:lnTo>
                  <a:pt x="14633" y="671"/>
                </a:lnTo>
                <a:lnTo>
                  <a:pt x="14489" y="590"/>
                </a:lnTo>
                <a:lnTo>
                  <a:pt x="14343" y="514"/>
                </a:lnTo>
                <a:lnTo>
                  <a:pt x="14195" y="443"/>
                </a:lnTo>
                <a:lnTo>
                  <a:pt x="14044" y="377"/>
                </a:lnTo>
                <a:lnTo>
                  <a:pt x="13891" y="317"/>
                </a:lnTo>
                <a:lnTo>
                  <a:pt x="13736" y="262"/>
                </a:lnTo>
                <a:lnTo>
                  <a:pt x="13579" y="212"/>
                </a:lnTo>
                <a:lnTo>
                  <a:pt x="13420" y="168"/>
                </a:lnTo>
                <a:lnTo>
                  <a:pt x="13258" y="128"/>
                </a:lnTo>
                <a:lnTo>
                  <a:pt x="13094" y="94"/>
                </a:lnTo>
                <a:lnTo>
                  <a:pt x="12928" y="66"/>
                </a:lnTo>
                <a:lnTo>
                  <a:pt x="12760" y="42"/>
                </a:lnTo>
                <a:lnTo>
                  <a:pt x="12590" y="24"/>
                </a:lnTo>
                <a:lnTo>
                  <a:pt x="12417" y="10"/>
                </a:lnTo>
                <a:lnTo>
                  <a:pt x="12242" y="3"/>
                </a:lnTo>
                <a:lnTo>
                  <a:pt x="12065" y="0"/>
                </a:lnTo>
                <a:lnTo>
                  <a:pt x="11884" y="3"/>
                </a:lnTo>
                <a:lnTo>
                  <a:pt x="11705" y="10"/>
                </a:lnTo>
                <a:lnTo>
                  <a:pt x="11529" y="24"/>
                </a:lnTo>
                <a:lnTo>
                  <a:pt x="11355" y="42"/>
                </a:lnTo>
                <a:close/>
                <a:moveTo>
                  <a:pt x="99328" y="42"/>
                </a:moveTo>
                <a:lnTo>
                  <a:pt x="99156" y="66"/>
                </a:lnTo>
                <a:lnTo>
                  <a:pt x="98987" y="94"/>
                </a:lnTo>
                <a:lnTo>
                  <a:pt x="98820" y="128"/>
                </a:lnTo>
                <a:lnTo>
                  <a:pt x="98656" y="168"/>
                </a:lnTo>
                <a:lnTo>
                  <a:pt x="98493" y="212"/>
                </a:lnTo>
                <a:lnTo>
                  <a:pt x="98334" y="262"/>
                </a:lnTo>
                <a:lnTo>
                  <a:pt x="98176" y="317"/>
                </a:lnTo>
                <a:lnTo>
                  <a:pt x="98021" y="377"/>
                </a:lnTo>
                <a:lnTo>
                  <a:pt x="97869" y="443"/>
                </a:lnTo>
                <a:lnTo>
                  <a:pt x="97719" y="514"/>
                </a:lnTo>
                <a:lnTo>
                  <a:pt x="97571" y="590"/>
                </a:lnTo>
                <a:lnTo>
                  <a:pt x="97425" y="671"/>
                </a:lnTo>
                <a:lnTo>
                  <a:pt x="97282" y="757"/>
                </a:lnTo>
                <a:lnTo>
                  <a:pt x="97142" y="849"/>
                </a:lnTo>
                <a:lnTo>
                  <a:pt x="97003" y="946"/>
                </a:lnTo>
                <a:lnTo>
                  <a:pt x="96867" y="1048"/>
                </a:lnTo>
                <a:lnTo>
                  <a:pt x="96734" y="1156"/>
                </a:lnTo>
                <a:lnTo>
                  <a:pt x="96603" y="1269"/>
                </a:lnTo>
                <a:lnTo>
                  <a:pt x="96474" y="1387"/>
                </a:lnTo>
                <a:lnTo>
                  <a:pt x="96348" y="1510"/>
                </a:lnTo>
                <a:lnTo>
                  <a:pt x="96225" y="1637"/>
                </a:lnTo>
                <a:lnTo>
                  <a:pt x="96108" y="1766"/>
                </a:lnTo>
                <a:lnTo>
                  <a:pt x="95996" y="1897"/>
                </a:lnTo>
                <a:lnTo>
                  <a:pt x="95889" y="2030"/>
                </a:lnTo>
                <a:lnTo>
                  <a:pt x="95787" y="2166"/>
                </a:lnTo>
                <a:lnTo>
                  <a:pt x="95691" y="2304"/>
                </a:lnTo>
                <a:lnTo>
                  <a:pt x="95600" y="2444"/>
                </a:lnTo>
                <a:lnTo>
                  <a:pt x="95513" y="2586"/>
                </a:lnTo>
                <a:lnTo>
                  <a:pt x="95433" y="2731"/>
                </a:lnTo>
                <a:lnTo>
                  <a:pt x="95357" y="2878"/>
                </a:lnTo>
                <a:lnTo>
                  <a:pt x="95287" y="3027"/>
                </a:lnTo>
                <a:lnTo>
                  <a:pt x="95221" y="3178"/>
                </a:lnTo>
                <a:lnTo>
                  <a:pt x="95162" y="3332"/>
                </a:lnTo>
                <a:lnTo>
                  <a:pt x="95107" y="3487"/>
                </a:lnTo>
                <a:lnTo>
                  <a:pt x="95057" y="3645"/>
                </a:lnTo>
                <a:lnTo>
                  <a:pt x="95013" y="3806"/>
                </a:lnTo>
                <a:lnTo>
                  <a:pt x="94974" y="3968"/>
                </a:lnTo>
                <a:lnTo>
                  <a:pt x="94940" y="4133"/>
                </a:lnTo>
                <a:lnTo>
                  <a:pt x="94911" y="4299"/>
                </a:lnTo>
                <a:lnTo>
                  <a:pt x="94888" y="4469"/>
                </a:lnTo>
                <a:lnTo>
                  <a:pt x="94869" y="4640"/>
                </a:lnTo>
                <a:lnTo>
                  <a:pt x="94856" y="4813"/>
                </a:lnTo>
                <a:lnTo>
                  <a:pt x="94849" y="4989"/>
                </a:lnTo>
                <a:lnTo>
                  <a:pt x="94846" y="5167"/>
                </a:lnTo>
                <a:lnTo>
                  <a:pt x="94849" y="5345"/>
                </a:lnTo>
                <a:lnTo>
                  <a:pt x="94857" y="5521"/>
                </a:lnTo>
                <a:lnTo>
                  <a:pt x="94870" y="5695"/>
                </a:lnTo>
                <a:lnTo>
                  <a:pt x="94888" y="5866"/>
                </a:lnTo>
                <a:lnTo>
                  <a:pt x="94912" y="6036"/>
                </a:lnTo>
                <a:lnTo>
                  <a:pt x="94941" y="6203"/>
                </a:lnTo>
                <a:lnTo>
                  <a:pt x="94976" y="6369"/>
                </a:lnTo>
                <a:lnTo>
                  <a:pt x="95016" y="6532"/>
                </a:lnTo>
                <a:lnTo>
                  <a:pt x="95061" y="6693"/>
                </a:lnTo>
                <a:lnTo>
                  <a:pt x="95111" y="6852"/>
                </a:lnTo>
                <a:lnTo>
                  <a:pt x="95167" y="7008"/>
                </a:lnTo>
                <a:lnTo>
                  <a:pt x="95228" y="7163"/>
                </a:lnTo>
                <a:lnTo>
                  <a:pt x="95294" y="7315"/>
                </a:lnTo>
                <a:lnTo>
                  <a:pt x="95366" y="7466"/>
                </a:lnTo>
                <a:lnTo>
                  <a:pt x="95443" y="7614"/>
                </a:lnTo>
                <a:lnTo>
                  <a:pt x="95525" y="7760"/>
                </a:lnTo>
                <a:lnTo>
                  <a:pt x="95612" y="7904"/>
                </a:lnTo>
                <a:lnTo>
                  <a:pt x="95705" y="8046"/>
                </a:lnTo>
                <a:lnTo>
                  <a:pt x="95803" y="8185"/>
                </a:lnTo>
                <a:lnTo>
                  <a:pt x="95907" y="8323"/>
                </a:lnTo>
                <a:lnTo>
                  <a:pt x="96015" y="8458"/>
                </a:lnTo>
                <a:lnTo>
                  <a:pt x="96129" y="8591"/>
                </a:lnTo>
                <a:lnTo>
                  <a:pt x="96249" y="8723"/>
                </a:lnTo>
                <a:lnTo>
                  <a:pt x="96373" y="8852"/>
                </a:lnTo>
                <a:lnTo>
                  <a:pt x="96502" y="8977"/>
                </a:lnTo>
                <a:lnTo>
                  <a:pt x="96632" y="9097"/>
                </a:lnTo>
                <a:lnTo>
                  <a:pt x="96765" y="9211"/>
                </a:lnTo>
                <a:lnTo>
                  <a:pt x="96899" y="9320"/>
                </a:lnTo>
                <a:lnTo>
                  <a:pt x="97036" y="9424"/>
                </a:lnTo>
                <a:lnTo>
                  <a:pt x="97175" y="9523"/>
                </a:lnTo>
                <a:lnTo>
                  <a:pt x="97316" y="9616"/>
                </a:lnTo>
                <a:lnTo>
                  <a:pt x="97459" y="9704"/>
                </a:lnTo>
                <a:lnTo>
                  <a:pt x="97605" y="9786"/>
                </a:lnTo>
                <a:lnTo>
                  <a:pt x="97752" y="9863"/>
                </a:lnTo>
                <a:lnTo>
                  <a:pt x="97902" y="9935"/>
                </a:lnTo>
                <a:lnTo>
                  <a:pt x="98053" y="10002"/>
                </a:lnTo>
                <a:lnTo>
                  <a:pt x="98207" y="10063"/>
                </a:lnTo>
                <a:lnTo>
                  <a:pt x="98363" y="10119"/>
                </a:lnTo>
                <a:lnTo>
                  <a:pt x="98521" y="10169"/>
                </a:lnTo>
                <a:lnTo>
                  <a:pt x="98681" y="10215"/>
                </a:lnTo>
                <a:lnTo>
                  <a:pt x="98843" y="10255"/>
                </a:lnTo>
                <a:lnTo>
                  <a:pt x="99008" y="10289"/>
                </a:lnTo>
                <a:lnTo>
                  <a:pt x="99174" y="10319"/>
                </a:lnTo>
                <a:lnTo>
                  <a:pt x="99343" y="10343"/>
                </a:lnTo>
                <a:lnTo>
                  <a:pt x="99514" y="10361"/>
                </a:lnTo>
                <a:lnTo>
                  <a:pt x="99686" y="10374"/>
                </a:lnTo>
                <a:lnTo>
                  <a:pt x="99861" y="10382"/>
                </a:lnTo>
                <a:lnTo>
                  <a:pt x="100039" y="10385"/>
                </a:lnTo>
                <a:lnTo>
                  <a:pt x="100216" y="10382"/>
                </a:lnTo>
                <a:lnTo>
                  <a:pt x="100391" y="10374"/>
                </a:lnTo>
                <a:lnTo>
                  <a:pt x="100563" y="10361"/>
                </a:lnTo>
                <a:lnTo>
                  <a:pt x="100734" y="10343"/>
                </a:lnTo>
                <a:lnTo>
                  <a:pt x="100902" y="10319"/>
                </a:lnTo>
                <a:lnTo>
                  <a:pt x="101068" y="10289"/>
                </a:lnTo>
                <a:lnTo>
                  <a:pt x="101232" y="10255"/>
                </a:lnTo>
                <a:lnTo>
                  <a:pt x="101393" y="10215"/>
                </a:lnTo>
                <a:lnTo>
                  <a:pt x="101553" y="10169"/>
                </a:lnTo>
                <a:lnTo>
                  <a:pt x="101710" y="10119"/>
                </a:lnTo>
                <a:lnTo>
                  <a:pt x="101865" y="10063"/>
                </a:lnTo>
                <a:lnTo>
                  <a:pt x="102018" y="10002"/>
                </a:lnTo>
                <a:lnTo>
                  <a:pt x="102168" y="9935"/>
                </a:lnTo>
                <a:lnTo>
                  <a:pt x="102317" y="9863"/>
                </a:lnTo>
                <a:lnTo>
                  <a:pt x="102463" y="9786"/>
                </a:lnTo>
                <a:lnTo>
                  <a:pt x="102607" y="9704"/>
                </a:lnTo>
                <a:lnTo>
                  <a:pt x="102748" y="9616"/>
                </a:lnTo>
                <a:lnTo>
                  <a:pt x="102888" y="9523"/>
                </a:lnTo>
                <a:lnTo>
                  <a:pt x="103025" y="9424"/>
                </a:lnTo>
                <a:lnTo>
                  <a:pt x="103160" y="9320"/>
                </a:lnTo>
                <a:lnTo>
                  <a:pt x="103293" y="9211"/>
                </a:lnTo>
                <a:lnTo>
                  <a:pt x="103424" y="9097"/>
                </a:lnTo>
                <a:lnTo>
                  <a:pt x="103552" y="8977"/>
                </a:lnTo>
                <a:lnTo>
                  <a:pt x="103678" y="8852"/>
                </a:lnTo>
                <a:lnTo>
                  <a:pt x="103801" y="8723"/>
                </a:lnTo>
                <a:lnTo>
                  <a:pt x="103918" y="8591"/>
                </a:lnTo>
                <a:lnTo>
                  <a:pt x="104030" y="8458"/>
                </a:lnTo>
                <a:lnTo>
                  <a:pt x="104137" y="8323"/>
                </a:lnTo>
                <a:lnTo>
                  <a:pt x="104239" y="8185"/>
                </a:lnTo>
                <a:lnTo>
                  <a:pt x="104336" y="8046"/>
                </a:lnTo>
                <a:lnTo>
                  <a:pt x="104427" y="7904"/>
                </a:lnTo>
                <a:lnTo>
                  <a:pt x="104513" y="7760"/>
                </a:lnTo>
                <a:lnTo>
                  <a:pt x="104594" y="7614"/>
                </a:lnTo>
                <a:lnTo>
                  <a:pt x="104669" y="7466"/>
                </a:lnTo>
                <a:lnTo>
                  <a:pt x="104740" y="7315"/>
                </a:lnTo>
                <a:lnTo>
                  <a:pt x="104805" y="7163"/>
                </a:lnTo>
                <a:lnTo>
                  <a:pt x="104865" y="7008"/>
                </a:lnTo>
                <a:lnTo>
                  <a:pt x="104920" y="6852"/>
                </a:lnTo>
                <a:lnTo>
                  <a:pt x="104969" y="6693"/>
                </a:lnTo>
                <a:lnTo>
                  <a:pt x="105013" y="6532"/>
                </a:lnTo>
                <a:lnTo>
                  <a:pt x="105053" y="6369"/>
                </a:lnTo>
                <a:lnTo>
                  <a:pt x="105086" y="6203"/>
                </a:lnTo>
                <a:lnTo>
                  <a:pt x="105115" y="6036"/>
                </a:lnTo>
                <a:lnTo>
                  <a:pt x="105139" y="5866"/>
                </a:lnTo>
                <a:lnTo>
                  <a:pt x="105157" y="5695"/>
                </a:lnTo>
                <a:lnTo>
                  <a:pt x="105170" y="5521"/>
                </a:lnTo>
                <a:lnTo>
                  <a:pt x="105178" y="5345"/>
                </a:lnTo>
                <a:lnTo>
                  <a:pt x="105180" y="5167"/>
                </a:lnTo>
                <a:lnTo>
                  <a:pt x="105178" y="4989"/>
                </a:lnTo>
                <a:lnTo>
                  <a:pt x="105170" y="4813"/>
                </a:lnTo>
                <a:lnTo>
                  <a:pt x="105157" y="4640"/>
                </a:lnTo>
                <a:lnTo>
                  <a:pt x="105139" y="4469"/>
                </a:lnTo>
                <a:lnTo>
                  <a:pt x="105115" y="4299"/>
                </a:lnTo>
                <a:lnTo>
                  <a:pt x="105086" y="4133"/>
                </a:lnTo>
                <a:lnTo>
                  <a:pt x="105053" y="3968"/>
                </a:lnTo>
                <a:lnTo>
                  <a:pt x="105013" y="3806"/>
                </a:lnTo>
                <a:lnTo>
                  <a:pt x="104969" y="3645"/>
                </a:lnTo>
                <a:lnTo>
                  <a:pt x="104920" y="3487"/>
                </a:lnTo>
                <a:lnTo>
                  <a:pt x="104865" y="3332"/>
                </a:lnTo>
                <a:lnTo>
                  <a:pt x="104805" y="3178"/>
                </a:lnTo>
                <a:lnTo>
                  <a:pt x="104740" y="3027"/>
                </a:lnTo>
                <a:lnTo>
                  <a:pt x="104669" y="2878"/>
                </a:lnTo>
                <a:lnTo>
                  <a:pt x="104594" y="2731"/>
                </a:lnTo>
                <a:lnTo>
                  <a:pt x="104513" y="2586"/>
                </a:lnTo>
                <a:lnTo>
                  <a:pt x="104427" y="2444"/>
                </a:lnTo>
                <a:lnTo>
                  <a:pt x="104336" y="2304"/>
                </a:lnTo>
                <a:lnTo>
                  <a:pt x="104239" y="2166"/>
                </a:lnTo>
                <a:lnTo>
                  <a:pt x="104137" y="2030"/>
                </a:lnTo>
                <a:lnTo>
                  <a:pt x="104030" y="1897"/>
                </a:lnTo>
                <a:lnTo>
                  <a:pt x="103918" y="1766"/>
                </a:lnTo>
                <a:lnTo>
                  <a:pt x="103801" y="1637"/>
                </a:lnTo>
                <a:lnTo>
                  <a:pt x="103678" y="1510"/>
                </a:lnTo>
                <a:lnTo>
                  <a:pt x="103552" y="1387"/>
                </a:lnTo>
                <a:lnTo>
                  <a:pt x="103424" y="1269"/>
                </a:lnTo>
                <a:lnTo>
                  <a:pt x="103293" y="1156"/>
                </a:lnTo>
                <a:lnTo>
                  <a:pt x="103160" y="1048"/>
                </a:lnTo>
                <a:lnTo>
                  <a:pt x="103025" y="946"/>
                </a:lnTo>
                <a:lnTo>
                  <a:pt x="102888" y="849"/>
                </a:lnTo>
                <a:lnTo>
                  <a:pt x="102748" y="757"/>
                </a:lnTo>
                <a:lnTo>
                  <a:pt x="102607" y="671"/>
                </a:lnTo>
                <a:lnTo>
                  <a:pt x="102463" y="590"/>
                </a:lnTo>
                <a:lnTo>
                  <a:pt x="102317" y="514"/>
                </a:lnTo>
                <a:lnTo>
                  <a:pt x="102168" y="443"/>
                </a:lnTo>
                <a:lnTo>
                  <a:pt x="102018" y="377"/>
                </a:lnTo>
                <a:lnTo>
                  <a:pt x="101865" y="317"/>
                </a:lnTo>
                <a:lnTo>
                  <a:pt x="101710" y="262"/>
                </a:lnTo>
                <a:lnTo>
                  <a:pt x="101553" y="212"/>
                </a:lnTo>
                <a:lnTo>
                  <a:pt x="101393" y="168"/>
                </a:lnTo>
                <a:lnTo>
                  <a:pt x="101232" y="128"/>
                </a:lnTo>
                <a:lnTo>
                  <a:pt x="101068" y="94"/>
                </a:lnTo>
                <a:lnTo>
                  <a:pt x="100902" y="66"/>
                </a:lnTo>
                <a:lnTo>
                  <a:pt x="100734" y="42"/>
                </a:lnTo>
                <a:lnTo>
                  <a:pt x="100563" y="24"/>
                </a:lnTo>
                <a:lnTo>
                  <a:pt x="100391" y="10"/>
                </a:lnTo>
                <a:lnTo>
                  <a:pt x="100216" y="3"/>
                </a:lnTo>
                <a:lnTo>
                  <a:pt x="100039" y="0"/>
                </a:lnTo>
                <a:lnTo>
                  <a:pt x="99857" y="3"/>
                </a:lnTo>
                <a:lnTo>
                  <a:pt x="99679" y="10"/>
                </a:lnTo>
                <a:lnTo>
                  <a:pt x="99502" y="24"/>
                </a:lnTo>
                <a:lnTo>
                  <a:pt x="99328" y="42"/>
                </a:lnTo>
                <a:close/>
                <a:moveTo>
                  <a:pt x="40987" y="11624"/>
                </a:moveTo>
                <a:lnTo>
                  <a:pt x="40825" y="12015"/>
                </a:lnTo>
                <a:lnTo>
                  <a:pt x="40665" y="12394"/>
                </a:lnTo>
                <a:lnTo>
                  <a:pt x="40509" y="12763"/>
                </a:lnTo>
                <a:lnTo>
                  <a:pt x="40355" y="13120"/>
                </a:lnTo>
                <a:lnTo>
                  <a:pt x="40205" y="13466"/>
                </a:lnTo>
                <a:lnTo>
                  <a:pt x="40058" y="13801"/>
                </a:lnTo>
                <a:lnTo>
                  <a:pt x="39915" y="14124"/>
                </a:lnTo>
                <a:lnTo>
                  <a:pt x="39774" y="14437"/>
                </a:lnTo>
                <a:lnTo>
                  <a:pt x="39637" y="14738"/>
                </a:lnTo>
                <a:lnTo>
                  <a:pt x="39503" y="15028"/>
                </a:lnTo>
                <a:lnTo>
                  <a:pt x="39372" y="15307"/>
                </a:lnTo>
                <a:lnTo>
                  <a:pt x="39244" y="15575"/>
                </a:lnTo>
                <a:lnTo>
                  <a:pt x="39119" y="15832"/>
                </a:lnTo>
                <a:lnTo>
                  <a:pt x="38998" y="16077"/>
                </a:lnTo>
                <a:lnTo>
                  <a:pt x="38880" y="16311"/>
                </a:lnTo>
                <a:lnTo>
                  <a:pt x="38764" y="16534"/>
                </a:lnTo>
                <a:lnTo>
                  <a:pt x="38653" y="16746"/>
                </a:lnTo>
                <a:lnTo>
                  <a:pt x="38544" y="16947"/>
                </a:lnTo>
                <a:lnTo>
                  <a:pt x="38438" y="17136"/>
                </a:lnTo>
                <a:lnTo>
                  <a:pt x="38336" y="17315"/>
                </a:lnTo>
                <a:lnTo>
                  <a:pt x="38237" y="17482"/>
                </a:lnTo>
                <a:lnTo>
                  <a:pt x="38045" y="17787"/>
                </a:lnTo>
                <a:lnTo>
                  <a:pt x="37851" y="18088"/>
                </a:lnTo>
                <a:lnTo>
                  <a:pt x="37654" y="18386"/>
                </a:lnTo>
                <a:lnTo>
                  <a:pt x="37456" y="18680"/>
                </a:lnTo>
                <a:lnTo>
                  <a:pt x="37255" y="18971"/>
                </a:lnTo>
                <a:lnTo>
                  <a:pt x="37052" y="19258"/>
                </a:lnTo>
                <a:lnTo>
                  <a:pt x="36846" y="19542"/>
                </a:lnTo>
                <a:lnTo>
                  <a:pt x="36639" y="19822"/>
                </a:lnTo>
                <a:lnTo>
                  <a:pt x="36429" y="20099"/>
                </a:lnTo>
                <a:lnTo>
                  <a:pt x="36217" y="20373"/>
                </a:lnTo>
                <a:lnTo>
                  <a:pt x="36003" y="20643"/>
                </a:lnTo>
                <a:lnTo>
                  <a:pt x="35787" y="20909"/>
                </a:lnTo>
                <a:lnTo>
                  <a:pt x="35568" y="21173"/>
                </a:lnTo>
                <a:lnTo>
                  <a:pt x="35348" y="21432"/>
                </a:lnTo>
                <a:lnTo>
                  <a:pt x="35125" y="21689"/>
                </a:lnTo>
                <a:lnTo>
                  <a:pt x="34900" y="21941"/>
                </a:lnTo>
                <a:lnTo>
                  <a:pt x="34672" y="22191"/>
                </a:lnTo>
                <a:lnTo>
                  <a:pt x="34443" y="22437"/>
                </a:lnTo>
                <a:lnTo>
                  <a:pt x="34211" y="22679"/>
                </a:lnTo>
                <a:lnTo>
                  <a:pt x="33977" y="22918"/>
                </a:lnTo>
                <a:lnTo>
                  <a:pt x="33741" y="23153"/>
                </a:lnTo>
                <a:lnTo>
                  <a:pt x="33502" y="23385"/>
                </a:lnTo>
                <a:lnTo>
                  <a:pt x="33262" y="23614"/>
                </a:lnTo>
                <a:lnTo>
                  <a:pt x="33019" y="23839"/>
                </a:lnTo>
                <a:lnTo>
                  <a:pt x="32775" y="24060"/>
                </a:lnTo>
                <a:lnTo>
                  <a:pt x="32532" y="24275"/>
                </a:lnTo>
                <a:lnTo>
                  <a:pt x="32289" y="24485"/>
                </a:lnTo>
                <a:lnTo>
                  <a:pt x="32047" y="24689"/>
                </a:lnTo>
                <a:lnTo>
                  <a:pt x="31805" y="24888"/>
                </a:lnTo>
                <a:lnTo>
                  <a:pt x="31563" y="25082"/>
                </a:lnTo>
                <a:lnTo>
                  <a:pt x="31322" y="25270"/>
                </a:lnTo>
                <a:lnTo>
                  <a:pt x="31081" y="25453"/>
                </a:lnTo>
                <a:lnTo>
                  <a:pt x="30841" y="25631"/>
                </a:lnTo>
                <a:lnTo>
                  <a:pt x="30602" y="25803"/>
                </a:lnTo>
                <a:lnTo>
                  <a:pt x="30362" y="25969"/>
                </a:lnTo>
                <a:lnTo>
                  <a:pt x="30123" y="26130"/>
                </a:lnTo>
                <a:lnTo>
                  <a:pt x="29885" y="26286"/>
                </a:lnTo>
                <a:lnTo>
                  <a:pt x="29647" y="26436"/>
                </a:lnTo>
                <a:lnTo>
                  <a:pt x="29410" y="26581"/>
                </a:lnTo>
                <a:lnTo>
                  <a:pt x="29172" y="26721"/>
                </a:lnTo>
                <a:lnTo>
                  <a:pt x="28936" y="26855"/>
                </a:lnTo>
                <a:lnTo>
                  <a:pt x="28700" y="26984"/>
                </a:lnTo>
                <a:lnTo>
                  <a:pt x="28464" y="27107"/>
                </a:lnTo>
                <a:lnTo>
                  <a:pt x="28229" y="27225"/>
                </a:lnTo>
                <a:lnTo>
                  <a:pt x="27994" y="27338"/>
                </a:lnTo>
                <a:lnTo>
                  <a:pt x="27759" y="27445"/>
                </a:lnTo>
                <a:lnTo>
                  <a:pt x="27525" y="27547"/>
                </a:lnTo>
                <a:lnTo>
                  <a:pt x="27292" y="27643"/>
                </a:lnTo>
                <a:lnTo>
                  <a:pt x="27292" y="29323"/>
                </a:lnTo>
                <a:lnTo>
                  <a:pt x="34673" y="29323"/>
                </a:lnTo>
                <a:lnTo>
                  <a:pt x="34673" y="60718"/>
                </a:lnTo>
                <a:lnTo>
                  <a:pt x="34675" y="61134"/>
                </a:lnTo>
                <a:lnTo>
                  <a:pt x="34681" y="61541"/>
                </a:lnTo>
                <a:lnTo>
                  <a:pt x="34690" y="61939"/>
                </a:lnTo>
                <a:lnTo>
                  <a:pt x="34703" y="62328"/>
                </a:lnTo>
                <a:lnTo>
                  <a:pt x="34720" y="62707"/>
                </a:lnTo>
                <a:lnTo>
                  <a:pt x="34740" y="63077"/>
                </a:lnTo>
                <a:lnTo>
                  <a:pt x="34764" y="63439"/>
                </a:lnTo>
                <a:lnTo>
                  <a:pt x="34792" y="63791"/>
                </a:lnTo>
                <a:lnTo>
                  <a:pt x="34824" y="64134"/>
                </a:lnTo>
                <a:lnTo>
                  <a:pt x="34859" y="64468"/>
                </a:lnTo>
                <a:lnTo>
                  <a:pt x="34898" y="64793"/>
                </a:lnTo>
                <a:lnTo>
                  <a:pt x="34941" y="65108"/>
                </a:lnTo>
                <a:lnTo>
                  <a:pt x="34987" y="65415"/>
                </a:lnTo>
                <a:lnTo>
                  <a:pt x="35037" y="65712"/>
                </a:lnTo>
                <a:lnTo>
                  <a:pt x="35091" y="66001"/>
                </a:lnTo>
                <a:lnTo>
                  <a:pt x="35148" y="66280"/>
                </a:lnTo>
                <a:lnTo>
                  <a:pt x="35210" y="66550"/>
                </a:lnTo>
                <a:lnTo>
                  <a:pt x="35275" y="66811"/>
                </a:lnTo>
                <a:lnTo>
                  <a:pt x="35343" y="67063"/>
                </a:lnTo>
                <a:lnTo>
                  <a:pt x="35416" y="67306"/>
                </a:lnTo>
                <a:lnTo>
                  <a:pt x="35492" y="67540"/>
                </a:lnTo>
                <a:lnTo>
                  <a:pt x="35572" y="67764"/>
                </a:lnTo>
                <a:lnTo>
                  <a:pt x="35655" y="67980"/>
                </a:lnTo>
                <a:lnTo>
                  <a:pt x="35742" y="68186"/>
                </a:lnTo>
                <a:lnTo>
                  <a:pt x="35833" y="68386"/>
                </a:lnTo>
                <a:lnTo>
                  <a:pt x="35929" y="68581"/>
                </a:lnTo>
                <a:lnTo>
                  <a:pt x="36028" y="68773"/>
                </a:lnTo>
                <a:lnTo>
                  <a:pt x="36131" y="68961"/>
                </a:lnTo>
                <a:lnTo>
                  <a:pt x="36239" y="69146"/>
                </a:lnTo>
                <a:lnTo>
                  <a:pt x="36350" y="69326"/>
                </a:lnTo>
                <a:lnTo>
                  <a:pt x="36466" y="69502"/>
                </a:lnTo>
                <a:lnTo>
                  <a:pt x="36585" y="69675"/>
                </a:lnTo>
                <a:lnTo>
                  <a:pt x="36709" y="69843"/>
                </a:lnTo>
                <a:lnTo>
                  <a:pt x="36837" y="70008"/>
                </a:lnTo>
                <a:lnTo>
                  <a:pt x="36968" y="70169"/>
                </a:lnTo>
                <a:lnTo>
                  <a:pt x="37104" y="70326"/>
                </a:lnTo>
                <a:lnTo>
                  <a:pt x="37244" y="70479"/>
                </a:lnTo>
                <a:lnTo>
                  <a:pt x="37388" y="70628"/>
                </a:lnTo>
                <a:lnTo>
                  <a:pt x="37536" y="70773"/>
                </a:lnTo>
                <a:lnTo>
                  <a:pt x="37688" y="70914"/>
                </a:lnTo>
                <a:lnTo>
                  <a:pt x="37844" y="71052"/>
                </a:lnTo>
                <a:lnTo>
                  <a:pt x="38005" y="71186"/>
                </a:lnTo>
                <a:lnTo>
                  <a:pt x="38169" y="71315"/>
                </a:lnTo>
                <a:lnTo>
                  <a:pt x="38337" y="71441"/>
                </a:lnTo>
                <a:lnTo>
                  <a:pt x="38510" y="71563"/>
                </a:lnTo>
                <a:lnTo>
                  <a:pt x="38686" y="71681"/>
                </a:lnTo>
                <a:lnTo>
                  <a:pt x="38867" y="71795"/>
                </a:lnTo>
                <a:lnTo>
                  <a:pt x="39051" y="71905"/>
                </a:lnTo>
                <a:lnTo>
                  <a:pt x="39238" y="72011"/>
                </a:lnTo>
                <a:lnTo>
                  <a:pt x="39425" y="72113"/>
                </a:lnTo>
                <a:lnTo>
                  <a:pt x="39613" y="72210"/>
                </a:lnTo>
                <a:lnTo>
                  <a:pt x="39801" y="72303"/>
                </a:lnTo>
                <a:lnTo>
                  <a:pt x="39989" y="72391"/>
                </a:lnTo>
                <a:lnTo>
                  <a:pt x="40178" y="72474"/>
                </a:lnTo>
                <a:lnTo>
                  <a:pt x="40367" y="72553"/>
                </a:lnTo>
                <a:lnTo>
                  <a:pt x="40556" y="72627"/>
                </a:lnTo>
                <a:lnTo>
                  <a:pt x="40746" y="72697"/>
                </a:lnTo>
                <a:lnTo>
                  <a:pt x="40936" y="72763"/>
                </a:lnTo>
                <a:lnTo>
                  <a:pt x="41126" y="72824"/>
                </a:lnTo>
                <a:lnTo>
                  <a:pt x="41317" y="72880"/>
                </a:lnTo>
                <a:lnTo>
                  <a:pt x="41508" y="72932"/>
                </a:lnTo>
                <a:lnTo>
                  <a:pt x="41699" y="72979"/>
                </a:lnTo>
                <a:lnTo>
                  <a:pt x="41891" y="73022"/>
                </a:lnTo>
                <a:lnTo>
                  <a:pt x="42083" y="73061"/>
                </a:lnTo>
                <a:lnTo>
                  <a:pt x="42276" y="73095"/>
                </a:lnTo>
                <a:lnTo>
                  <a:pt x="42469" y="73124"/>
                </a:lnTo>
                <a:lnTo>
                  <a:pt x="42662" y="73149"/>
                </a:lnTo>
                <a:lnTo>
                  <a:pt x="42855" y="73169"/>
                </a:lnTo>
                <a:lnTo>
                  <a:pt x="43049" y="73185"/>
                </a:lnTo>
                <a:lnTo>
                  <a:pt x="43243" y="73196"/>
                </a:lnTo>
                <a:lnTo>
                  <a:pt x="43438" y="73203"/>
                </a:lnTo>
                <a:lnTo>
                  <a:pt x="43633" y="73205"/>
                </a:lnTo>
                <a:lnTo>
                  <a:pt x="43921" y="73201"/>
                </a:lnTo>
                <a:lnTo>
                  <a:pt x="44209" y="73187"/>
                </a:lnTo>
                <a:lnTo>
                  <a:pt x="44495" y="73165"/>
                </a:lnTo>
                <a:lnTo>
                  <a:pt x="44781" y="73134"/>
                </a:lnTo>
                <a:lnTo>
                  <a:pt x="45067" y="73094"/>
                </a:lnTo>
                <a:lnTo>
                  <a:pt x="45351" y="73045"/>
                </a:lnTo>
                <a:lnTo>
                  <a:pt x="45635" y="72987"/>
                </a:lnTo>
                <a:lnTo>
                  <a:pt x="45918" y="72920"/>
                </a:lnTo>
                <a:lnTo>
                  <a:pt x="46201" y="72845"/>
                </a:lnTo>
                <a:lnTo>
                  <a:pt x="46482" y="72760"/>
                </a:lnTo>
                <a:lnTo>
                  <a:pt x="46764" y="72667"/>
                </a:lnTo>
                <a:lnTo>
                  <a:pt x="47044" y="72564"/>
                </a:lnTo>
                <a:lnTo>
                  <a:pt x="47323" y="72453"/>
                </a:lnTo>
                <a:lnTo>
                  <a:pt x="47602" y="72333"/>
                </a:lnTo>
                <a:lnTo>
                  <a:pt x="47881" y="72204"/>
                </a:lnTo>
                <a:lnTo>
                  <a:pt x="48158" y="72066"/>
                </a:lnTo>
                <a:lnTo>
                  <a:pt x="48435" y="71919"/>
                </a:lnTo>
                <a:lnTo>
                  <a:pt x="48711" y="71763"/>
                </a:lnTo>
                <a:lnTo>
                  <a:pt x="48986" y="71599"/>
                </a:lnTo>
                <a:lnTo>
                  <a:pt x="49261" y="71425"/>
                </a:lnTo>
                <a:lnTo>
                  <a:pt x="49535" y="71243"/>
                </a:lnTo>
                <a:lnTo>
                  <a:pt x="49808" y="71052"/>
                </a:lnTo>
                <a:lnTo>
                  <a:pt x="50081" y="70851"/>
                </a:lnTo>
                <a:lnTo>
                  <a:pt x="50353" y="70642"/>
                </a:lnTo>
                <a:lnTo>
                  <a:pt x="50622" y="70424"/>
                </a:lnTo>
                <a:lnTo>
                  <a:pt x="50886" y="70198"/>
                </a:lnTo>
                <a:lnTo>
                  <a:pt x="51144" y="69963"/>
                </a:lnTo>
                <a:lnTo>
                  <a:pt x="51398" y="69720"/>
                </a:lnTo>
                <a:lnTo>
                  <a:pt x="51646" y="69468"/>
                </a:lnTo>
                <a:lnTo>
                  <a:pt x="51890" y="69208"/>
                </a:lnTo>
                <a:lnTo>
                  <a:pt x="52128" y="68939"/>
                </a:lnTo>
                <a:lnTo>
                  <a:pt x="52361" y="68662"/>
                </a:lnTo>
                <a:lnTo>
                  <a:pt x="52589" y="68376"/>
                </a:lnTo>
                <a:lnTo>
                  <a:pt x="52812" y="68082"/>
                </a:lnTo>
                <a:lnTo>
                  <a:pt x="53029" y="67779"/>
                </a:lnTo>
                <a:lnTo>
                  <a:pt x="53242" y="67468"/>
                </a:lnTo>
                <a:lnTo>
                  <a:pt x="53449" y="67149"/>
                </a:lnTo>
                <a:lnTo>
                  <a:pt x="53652" y="66820"/>
                </a:lnTo>
                <a:lnTo>
                  <a:pt x="53849" y="66484"/>
                </a:lnTo>
                <a:lnTo>
                  <a:pt x="54041" y="66139"/>
                </a:lnTo>
                <a:lnTo>
                  <a:pt x="54228" y="65786"/>
                </a:lnTo>
                <a:lnTo>
                  <a:pt x="54410" y="65424"/>
                </a:lnTo>
                <a:lnTo>
                  <a:pt x="54586" y="65053"/>
                </a:lnTo>
                <a:lnTo>
                  <a:pt x="54758" y="64675"/>
                </a:lnTo>
                <a:lnTo>
                  <a:pt x="54924" y="64287"/>
                </a:lnTo>
                <a:lnTo>
                  <a:pt x="55085" y="63891"/>
                </a:lnTo>
                <a:lnTo>
                  <a:pt x="55242" y="63487"/>
                </a:lnTo>
                <a:lnTo>
                  <a:pt x="55393" y="63075"/>
                </a:lnTo>
                <a:lnTo>
                  <a:pt x="53407" y="63075"/>
                </a:lnTo>
                <a:lnTo>
                  <a:pt x="53334" y="63242"/>
                </a:lnTo>
                <a:lnTo>
                  <a:pt x="53258" y="63407"/>
                </a:lnTo>
                <a:lnTo>
                  <a:pt x="53180" y="63568"/>
                </a:lnTo>
                <a:lnTo>
                  <a:pt x="53099" y="63726"/>
                </a:lnTo>
                <a:lnTo>
                  <a:pt x="53016" y="63880"/>
                </a:lnTo>
                <a:lnTo>
                  <a:pt x="52930" y="64031"/>
                </a:lnTo>
                <a:lnTo>
                  <a:pt x="52842" y="64178"/>
                </a:lnTo>
                <a:lnTo>
                  <a:pt x="52751" y="64322"/>
                </a:lnTo>
                <a:lnTo>
                  <a:pt x="52658" y="64462"/>
                </a:lnTo>
                <a:lnTo>
                  <a:pt x="52562" y="64599"/>
                </a:lnTo>
                <a:lnTo>
                  <a:pt x="52464" y="64733"/>
                </a:lnTo>
                <a:lnTo>
                  <a:pt x="52364" y="64863"/>
                </a:lnTo>
                <a:lnTo>
                  <a:pt x="52261" y="64989"/>
                </a:lnTo>
                <a:lnTo>
                  <a:pt x="52155" y="65112"/>
                </a:lnTo>
                <a:lnTo>
                  <a:pt x="52047" y="65232"/>
                </a:lnTo>
                <a:lnTo>
                  <a:pt x="51937" y="65348"/>
                </a:lnTo>
                <a:lnTo>
                  <a:pt x="51824" y="65461"/>
                </a:lnTo>
                <a:lnTo>
                  <a:pt x="51708" y="65571"/>
                </a:lnTo>
                <a:lnTo>
                  <a:pt x="51590" y="65676"/>
                </a:lnTo>
                <a:lnTo>
                  <a:pt x="51470" y="65779"/>
                </a:lnTo>
                <a:lnTo>
                  <a:pt x="51347" y="65878"/>
                </a:lnTo>
                <a:lnTo>
                  <a:pt x="51222" y="65974"/>
                </a:lnTo>
                <a:lnTo>
                  <a:pt x="51094" y="66066"/>
                </a:lnTo>
                <a:lnTo>
                  <a:pt x="50964" y="66154"/>
                </a:lnTo>
                <a:lnTo>
                  <a:pt x="50832" y="66240"/>
                </a:lnTo>
                <a:lnTo>
                  <a:pt x="50700" y="66321"/>
                </a:lnTo>
                <a:lnTo>
                  <a:pt x="50568" y="66399"/>
                </a:lnTo>
                <a:lnTo>
                  <a:pt x="50435" y="66473"/>
                </a:lnTo>
                <a:lnTo>
                  <a:pt x="50302" y="66544"/>
                </a:lnTo>
                <a:lnTo>
                  <a:pt x="50168" y="66611"/>
                </a:lnTo>
                <a:lnTo>
                  <a:pt x="50034" y="66674"/>
                </a:lnTo>
                <a:lnTo>
                  <a:pt x="49900" y="66734"/>
                </a:lnTo>
                <a:lnTo>
                  <a:pt x="49766" y="66790"/>
                </a:lnTo>
                <a:lnTo>
                  <a:pt x="49631" y="66843"/>
                </a:lnTo>
                <a:lnTo>
                  <a:pt x="49496" y="66892"/>
                </a:lnTo>
                <a:lnTo>
                  <a:pt x="49360" y="66937"/>
                </a:lnTo>
                <a:lnTo>
                  <a:pt x="49224" y="66979"/>
                </a:lnTo>
                <a:lnTo>
                  <a:pt x="49088" y="67017"/>
                </a:lnTo>
                <a:lnTo>
                  <a:pt x="48951" y="67051"/>
                </a:lnTo>
                <a:lnTo>
                  <a:pt x="48814" y="67082"/>
                </a:lnTo>
                <a:lnTo>
                  <a:pt x="48677" y="67109"/>
                </a:lnTo>
                <a:lnTo>
                  <a:pt x="48539" y="67133"/>
                </a:lnTo>
                <a:lnTo>
                  <a:pt x="48401" y="67153"/>
                </a:lnTo>
                <a:lnTo>
                  <a:pt x="48263" y="67169"/>
                </a:lnTo>
                <a:lnTo>
                  <a:pt x="48124" y="67182"/>
                </a:lnTo>
                <a:lnTo>
                  <a:pt x="47985" y="67191"/>
                </a:lnTo>
                <a:lnTo>
                  <a:pt x="47845" y="67196"/>
                </a:lnTo>
                <a:lnTo>
                  <a:pt x="47706" y="67198"/>
                </a:lnTo>
                <a:lnTo>
                  <a:pt x="47537" y="67195"/>
                </a:lnTo>
                <a:lnTo>
                  <a:pt x="47371" y="67187"/>
                </a:lnTo>
                <a:lnTo>
                  <a:pt x="47208" y="67173"/>
                </a:lnTo>
                <a:lnTo>
                  <a:pt x="47047" y="67154"/>
                </a:lnTo>
                <a:lnTo>
                  <a:pt x="46889" y="67130"/>
                </a:lnTo>
                <a:lnTo>
                  <a:pt x="46734" y="67100"/>
                </a:lnTo>
                <a:lnTo>
                  <a:pt x="46581" y="67064"/>
                </a:lnTo>
                <a:lnTo>
                  <a:pt x="46430" y="67023"/>
                </a:lnTo>
                <a:lnTo>
                  <a:pt x="46282" y="66977"/>
                </a:lnTo>
                <a:lnTo>
                  <a:pt x="46137" y="66925"/>
                </a:lnTo>
                <a:lnTo>
                  <a:pt x="45994" y="66867"/>
                </a:lnTo>
                <a:lnTo>
                  <a:pt x="45854" y="66804"/>
                </a:lnTo>
                <a:lnTo>
                  <a:pt x="45716" y="66736"/>
                </a:lnTo>
                <a:lnTo>
                  <a:pt x="45581" y="66662"/>
                </a:lnTo>
                <a:lnTo>
                  <a:pt x="45449" y="66583"/>
                </a:lnTo>
                <a:lnTo>
                  <a:pt x="45319" y="66498"/>
                </a:lnTo>
                <a:lnTo>
                  <a:pt x="45191" y="66408"/>
                </a:lnTo>
                <a:lnTo>
                  <a:pt x="45066" y="66312"/>
                </a:lnTo>
                <a:lnTo>
                  <a:pt x="44944" y="66211"/>
                </a:lnTo>
                <a:lnTo>
                  <a:pt x="44824" y="66104"/>
                </a:lnTo>
                <a:lnTo>
                  <a:pt x="44707" y="65992"/>
                </a:lnTo>
                <a:lnTo>
                  <a:pt x="44593" y="65875"/>
                </a:lnTo>
                <a:lnTo>
                  <a:pt x="44481" y="65752"/>
                </a:lnTo>
                <a:lnTo>
                  <a:pt x="44371" y="65623"/>
                </a:lnTo>
                <a:lnTo>
                  <a:pt x="44265" y="65487"/>
                </a:lnTo>
                <a:lnTo>
                  <a:pt x="44164" y="65340"/>
                </a:lnTo>
                <a:lnTo>
                  <a:pt x="44067" y="65183"/>
                </a:lnTo>
                <a:lnTo>
                  <a:pt x="43975" y="65016"/>
                </a:lnTo>
                <a:lnTo>
                  <a:pt x="43887" y="64838"/>
                </a:lnTo>
                <a:lnTo>
                  <a:pt x="43803" y="64650"/>
                </a:lnTo>
                <a:lnTo>
                  <a:pt x="43724" y="64453"/>
                </a:lnTo>
                <a:lnTo>
                  <a:pt x="43650" y="64244"/>
                </a:lnTo>
                <a:lnTo>
                  <a:pt x="43580" y="64026"/>
                </a:lnTo>
                <a:lnTo>
                  <a:pt x="43515" y="63797"/>
                </a:lnTo>
                <a:lnTo>
                  <a:pt x="43454" y="63558"/>
                </a:lnTo>
                <a:lnTo>
                  <a:pt x="43398" y="63309"/>
                </a:lnTo>
                <a:lnTo>
                  <a:pt x="43346" y="63050"/>
                </a:lnTo>
                <a:lnTo>
                  <a:pt x="43298" y="62780"/>
                </a:lnTo>
                <a:lnTo>
                  <a:pt x="43256" y="62500"/>
                </a:lnTo>
                <a:lnTo>
                  <a:pt x="43217" y="62210"/>
                </a:lnTo>
                <a:lnTo>
                  <a:pt x="43183" y="61910"/>
                </a:lnTo>
                <a:lnTo>
                  <a:pt x="43154" y="61599"/>
                </a:lnTo>
                <a:lnTo>
                  <a:pt x="43129" y="61278"/>
                </a:lnTo>
                <a:lnTo>
                  <a:pt x="43109" y="60947"/>
                </a:lnTo>
                <a:lnTo>
                  <a:pt x="43093" y="60606"/>
                </a:lnTo>
                <a:lnTo>
                  <a:pt x="43082" y="60254"/>
                </a:lnTo>
                <a:lnTo>
                  <a:pt x="43075" y="59893"/>
                </a:lnTo>
                <a:lnTo>
                  <a:pt x="43073" y="59521"/>
                </a:lnTo>
                <a:lnTo>
                  <a:pt x="43073" y="29323"/>
                </a:lnTo>
                <a:lnTo>
                  <a:pt x="53967" y="29323"/>
                </a:lnTo>
                <a:lnTo>
                  <a:pt x="53967" y="25759"/>
                </a:lnTo>
                <a:lnTo>
                  <a:pt x="43073" y="25759"/>
                </a:lnTo>
                <a:lnTo>
                  <a:pt x="43073" y="10385"/>
                </a:lnTo>
                <a:lnTo>
                  <a:pt x="41495" y="10385"/>
                </a:lnTo>
                <a:lnTo>
                  <a:pt x="41323" y="10809"/>
                </a:lnTo>
                <a:lnTo>
                  <a:pt x="41153" y="11222"/>
                </a:lnTo>
                <a:lnTo>
                  <a:pt x="40987" y="11624"/>
                </a:lnTo>
                <a:close/>
                <a:moveTo>
                  <a:pt x="70153" y="12015"/>
                </a:moveTo>
                <a:lnTo>
                  <a:pt x="69993" y="12394"/>
                </a:lnTo>
                <a:lnTo>
                  <a:pt x="69837" y="12763"/>
                </a:lnTo>
                <a:lnTo>
                  <a:pt x="69683" y="13120"/>
                </a:lnTo>
                <a:lnTo>
                  <a:pt x="69533" y="13466"/>
                </a:lnTo>
                <a:lnTo>
                  <a:pt x="69386" y="13801"/>
                </a:lnTo>
                <a:lnTo>
                  <a:pt x="69243" y="14124"/>
                </a:lnTo>
                <a:lnTo>
                  <a:pt x="69102" y="14437"/>
                </a:lnTo>
                <a:lnTo>
                  <a:pt x="68965" y="14738"/>
                </a:lnTo>
                <a:lnTo>
                  <a:pt x="68831" y="15028"/>
                </a:lnTo>
                <a:lnTo>
                  <a:pt x="68700" y="15307"/>
                </a:lnTo>
                <a:lnTo>
                  <a:pt x="68572" y="15575"/>
                </a:lnTo>
                <a:lnTo>
                  <a:pt x="68447" y="15832"/>
                </a:lnTo>
                <a:lnTo>
                  <a:pt x="68326" y="16077"/>
                </a:lnTo>
                <a:lnTo>
                  <a:pt x="68208" y="16311"/>
                </a:lnTo>
                <a:lnTo>
                  <a:pt x="68092" y="16534"/>
                </a:lnTo>
                <a:lnTo>
                  <a:pt x="67981" y="16746"/>
                </a:lnTo>
                <a:lnTo>
                  <a:pt x="67872" y="16947"/>
                </a:lnTo>
                <a:lnTo>
                  <a:pt x="67766" y="17136"/>
                </a:lnTo>
                <a:lnTo>
                  <a:pt x="67664" y="17315"/>
                </a:lnTo>
                <a:lnTo>
                  <a:pt x="67565" y="17482"/>
                </a:lnTo>
                <a:lnTo>
                  <a:pt x="67373" y="17787"/>
                </a:lnTo>
                <a:lnTo>
                  <a:pt x="67179" y="18088"/>
                </a:lnTo>
                <a:lnTo>
                  <a:pt x="66982" y="18386"/>
                </a:lnTo>
                <a:lnTo>
                  <a:pt x="66784" y="18680"/>
                </a:lnTo>
                <a:lnTo>
                  <a:pt x="66583" y="18971"/>
                </a:lnTo>
                <a:lnTo>
                  <a:pt x="66380" y="19258"/>
                </a:lnTo>
                <a:lnTo>
                  <a:pt x="66174" y="19542"/>
                </a:lnTo>
                <a:lnTo>
                  <a:pt x="65967" y="19822"/>
                </a:lnTo>
                <a:lnTo>
                  <a:pt x="65757" y="20099"/>
                </a:lnTo>
                <a:lnTo>
                  <a:pt x="65545" y="20373"/>
                </a:lnTo>
                <a:lnTo>
                  <a:pt x="65331" y="20643"/>
                </a:lnTo>
                <a:lnTo>
                  <a:pt x="65115" y="20909"/>
                </a:lnTo>
                <a:lnTo>
                  <a:pt x="64896" y="21173"/>
                </a:lnTo>
                <a:lnTo>
                  <a:pt x="64676" y="21432"/>
                </a:lnTo>
                <a:lnTo>
                  <a:pt x="64453" y="21689"/>
                </a:lnTo>
                <a:lnTo>
                  <a:pt x="64228" y="21941"/>
                </a:lnTo>
                <a:lnTo>
                  <a:pt x="64000" y="22191"/>
                </a:lnTo>
                <a:lnTo>
                  <a:pt x="63771" y="22437"/>
                </a:lnTo>
                <a:lnTo>
                  <a:pt x="63539" y="22679"/>
                </a:lnTo>
                <a:lnTo>
                  <a:pt x="63305" y="22918"/>
                </a:lnTo>
                <a:lnTo>
                  <a:pt x="63069" y="23153"/>
                </a:lnTo>
                <a:lnTo>
                  <a:pt x="62830" y="23385"/>
                </a:lnTo>
                <a:lnTo>
                  <a:pt x="62590" y="23614"/>
                </a:lnTo>
                <a:lnTo>
                  <a:pt x="62347" y="23839"/>
                </a:lnTo>
                <a:lnTo>
                  <a:pt x="62103" y="24060"/>
                </a:lnTo>
                <a:lnTo>
                  <a:pt x="61860" y="24275"/>
                </a:lnTo>
                <a:lnTo>
                  <a:pt x="61617" y="24485"/>
                </a:lnTo>
                <a:lnTo>
                  <a:pt x="61375" y="24689"/>
                </a:lnTo>
                <a:lnTo>
                  <a:pt x="61133" y="24888"/>
                </a:lnTo>
                <a:lnTo>
                  <a:pt x="60891" y="25082"/>
                </a:lnTo>
                <a:lnTo>
                  <a:pt x="60650" y="25270"/>
                </a:lnTo>
                <a:lnTo>
                  <a:pt x="60410" y="25453"/>
                </a:lnTo>
                <a:lnTo>
                  <a:pt x="60169" y="25631"/>
                </a:lnTo>
                <a:lnTo>
                  <a:pt x="59930" y="25803"/>
                </a:lnTo>
                <a:lnTo>
                  <a:pt x="59690" y="25969"/>
                </a:lnTo>
                <a:lnTo>
                  <a:pt x="59451" y="26130"/>
                </a:lnTo>
                <a:lnTo>
                  <a:pt x="59213" y="26286"/>
                </a:lnTo>
                <a:lnTo>
                  <a:pt x="58975" y="26436"/>
                </a:lnTo>
                <a:lnTo>
                  <a:pt x="58738" y="26581"/>
                </a:lnTo>
                <a:lnTo>
                  <a:pt x="58500" y="26721"/>
                </a:lnTo>
                <a:lnTo>
                  <a:pt x="58264" y="26855"/>
                </a:lnTo>
                <a:lnTo>
                  <a:pt x="58028" y="26984"/>
                </a:lnTo>
                <a:lnTo>
                  <a:pt x="57792" y="27107"/>
                </a:lnTo>
                <a:lnTo>
                  <a:pt x="57557" y="27225"/>
                </a:lnTo>
                <a:lnTo>
                  <a:pt x="57322" y="27338"/>
                </a:lnTo>
                <a:lnTo>
                  <a:pt x="57087" y="27445"/>
                </a:lnTo>
                <a:lnTo>
                  <a:pt x="56853" y="27547"/>
                </a:lnTo>
                <a:lnTo>
                  <a:pt x="56620" y="27643"/>
                </a:lnTo>
                <a:lnTo>
                  <a:pt x="56620" y="29323"/>
                </a:lnTo>
                <a:lnTo>
                  <a:pt x="64001" y="29323"/>
                </a:lnTo>
                <a:lnTo>
                  <a:pt x="64001" y="60718"/>
                </a:lnTo>
                <a:lnTo>
                  <a:pt x="64003" y="61134"/>
                </a:lnTo>
                <a:lnTo>
                  <a:pt x="64009" y="61541"/>
                </a:lnTo>
                <a:lnTo>
                  <a:pt x="64018" y="61939"/>
                </a:lnTo>
                <a:lnTo>
                  <a:pt x="64031" y="62328"/>
                </a:lnTo>
                <a:lnTo>
                  <a:pt x="64048" y="62707"/>
                </a:lnTo>
                <a:lnTo>
                  <a:pt x="64068" y="63077"/>
                </a:lnTo>
                <a:lnTo>
                  <a:pt x="64092" y="63439"/>
                </a:lnTo>
                <a:lnTo>
                  <a:pt x="64120" y="63791"/>
                </a:lnTo>
                <a:lnTo>
                  <a:pt x="64152" y="64134"/>
                </a:lnTo>
                <a:lnTo>
                  <a:pt x="64187" y="64468"/>
                </a:lnTo>
                <a:lnTo>
                  <a:pt x="64226" y="64793"/>
                </a:lnTo>
                <a:lnTo>
                  <a:pt x="64269" y="65108"/>
                </a:lnTo>
                <a:lnTo>
                  <a:pt x="64315" y="65415"/>
                </a:lnTo>
                <a:lnTo>
                  <a:pt x="64365" y="65712"/>
                </a:lnTo>
                <a:lnTo>
                  <a:pt x="64419" y="66001"/>
                </a:lnTo>
                <a:lnTo>
                  <a:pt x="64476" y="66280"/>
                </a:lnTo>
                <a:lnTo>
                  <a:pt x="64538" y="66550"/>
                </a:lnTo>
                <a:lnTo>
                  <a:pt x="64603" y="66811"/>
                </a:lnTo>
                <a:lnTo>
                  <a:pt x="64671" y="67063"/>
                </a:lnTo>
                <a:lnTo>
                  <a:pt x="64744" y="67306"/>
                </a:lnTo>
                <a:lnTo>
                  <a:pt x="64820" y="67540"/>
                </a:lnTo>
                <a:lnTo>
                  <a:pt x="64900" y="67764"/>
                </a:lnTo>
                <a:lnTo>
                  <a:pt x="64983" y="67980"/>
                </a:lnTo>
                <a:lnTo>
                  <a:pt x="65070" y="68186"/>
                </a:lnTo>
                <a:lnTo>
                  <a:pt x="65161" y="68386"/>
                </a:lnTo>
                <a:lnTo>
                  <a:pt x="65257" y="68581"/>
                </a:lnTo>
                <a:lnTo>
                  <a:pt x="65356" y="68773"/>
                </a:lnTo>
                <a:lnTo>
                  <a:pt x="65459" y="68961"/>
                </a:lnTo>
                <a:lnTo>
                  <a:pt x="65567" y="69146"/>
                </a:lnTo>
                <a:lnTo>
                  <a:pt x="65678" y="69326"/>
                </a:lnTo>
                <a:lnTo>
                  <a:pt x="65794" y="69502"/>
                </a:lnTo>
                <a:lnTo>
                  <a:pt x="65913" y="69675"/>
                </a:lnTo>
                <a:lnTo>
                  <a:pt x="66037" y="69843"/>
                </a:lnTo>
                <a:lnTo>
                  <a:pt x="66165" y="70008"/>
                </a:lnTo>
                <a:lnTo>
                  <a:pt x="66296" y="70169"/>
                </a:lnTo>
                <a:lnTo>
                  <a:pt x="66432" y="70326"/>
                </a:lnTo>
                <a:lnTo>
                  <a:pt x="66572" y="70479"/>
                </a:lnTo>
                <a:lnTo>
                  <a:pt x="66716" y="70628"/>
                </a:lnTo>
                <a:lnTo>
                  <a:pt x="66864" y="70773"/>
                </a:lnTo>
                <a:lnTo>
                  <a:pt x="67016" y="70914"/>
                </a:lnTo>
                <a:lnTo>
                  <a:pt x="67172" y="71052"/>
                </a:lnTo>
                <a:lnTo>
                  <a:pt x="67333" y="71186"/>
                </a:lnTo>
                <a:lnTo>
                  <a:pt x="67497" y="71315"/>
                </a:lnTo>
                <a:lnTo>
                  <a:pt x="67665" y="71441"/>
                </a:lnTo>
                <a:lnTo>
                  <a:pt x="67838" y="71563"/>
                </a:lnTo>
                <a:lnTo>
                  <a:pt x="68014" y="71681"/>
                </a:lnTo>
                <a:lnTo>
                  <a:pt x="68195" y="71795"/>
                </a:lnTo>
                <a:lnTo>
                  <a:pt x="68379" y="71905"/>
                </a:lnTo>
                <a:lnTo>
                  <a:pt x="68566" y="72011"/>
                </a:lnTo>
                <a:lnTo>
                  <a:pt x="68753" y="72113"/>
                </a:lnTo>
                <a:lnTo>
                  <a:pt x="68941" y="72210"/>
                </a:lnTo>
                <a:lnTo>
                  <a:pt x="69129" y="72303"/>
                </a:lnTo>
                <a:lnTo>
                  <a:pt x="69317" y="72391"/>
                </a:lnTo>
                <a:lnTo>
                  <a:pt x="69506" y="72474"/>
                </a:lnTo>
                <a:lnTo>
                  <a:pt x="69695" y="72553"/>
                </a:lnTo>
                <a:lnTo>
                  <a:pt x="69884" y="72627"/>
                </a:lnTo>
                <a:lnTo>
                  <a:pt x="70074" y="72697"/>
                </a:lnTo>
                <a:lnTo>
                  <a:pt x="70264" y="72763"/>
                </a:lnTo>
                <a:lnTo>
                  <a:pt x="70454" y="72824"/>
                </a:lnTo>
                <a:lnTo>
                  <a:pt x="70645" y="72880"/>
                </a:lnTo>
                <a:lnTo>
                  <a:pt x="70836" y="72932"/>
                </a:lnTo>
                <a:lnTo>
                  <a:pt x="71027" y="72979"/>
                </a:lnTo>
                <a:lnTo>
                  <a:pt x="71219" y="73022"/>
                </a:lnTo>
                <a:lnTo>
                  <a:pt x="71411" y="73061"/>
                </a:lnTo>
                <a:lnTo>
                  <a:pt x="71604" y="73095"/>
                </a:lnTo>
                <a:lnTo>
                  <a:pt x="71797" y="73124"/>
                </a:lnTo>
                <a:lnTo>
                  <a:pt x="71990" y="73149"/>
                </a:lnTo>
                <a:lnTo>
                  <a:pt x="72183" y="73169"/>
                </a:lnTo>
                <a:lnTo>
                  <a:pt x="72377" y="73185"/>
                </a:lnTo>
                <a:lnTo>
                  <a:pt x="72571" y="73196"/>
                </a:lnTo>
                <a:lnTo>
                  <a:pt x="72766" y="73203"/>
                </a:lnTo>
                <a:lnTo>
                  <a:pt x="72961" y="73205"/>
                </a:lnTo>
                <a:lnTo>
                  <a:pt x="73249" y="73201"/>
                </a:lnTo>
                <a:lnTo>
                  <a:pt x="73537" y="73187"/>
                </a:lnTo>
                <a:lnTo>
                  <a:pt x="73823" y="73165"/>
                </a:lnTo>
                <a:lnTo>
                  <a:pt x="74109" y="73134"/>
                </a:lnTo>
                <a:lnTo>
                  <a:pt x="74395" y="73094"/>
                </a:lnTo>
                <a:lnTo>
                  <a:pt x="74679" y="73045"/>
                </a:lnTo>
                <a:lnTo>
                  <a:pt x="74963" y="72987"/>
                </a:lnTo>
                <a:lnTo>
                  <a:pt x="75246" y="72920"/>
                </a:lnTo>
                <a:lnTo>
                  <a:pt x="75529" y="72845"/>
                </a:lnTo>
                <a:lnTo>
                  <a:pt x="75810" y="72760"/>
                </a:lnTo>
                <a:lnTo>
                  <a:pt x="76092" y="72667"/>
                </a:lnTo>
                <a:lnTo>
                  <a:pt x="76372" y="72564"/>
                </a:lnTo>
                <a:lnTo>
                  <a:pt x="76651" y="72453"/>
                </a:lnTo>
                <a:lnTo>
                  <a:pt x="76930" y="72333"/>
                </a:lnTo>
                <a:lnTo>
                  <a:pt x="77209" y="72204"/>
                </a:lnTo>
                <a:lnTo>
                  <a:pt x="77486" y="72066"/>
                </a:lnTo>
                <a:lnTo>
                  <a:pt x="77763" y="71919"/>
                </a:lnTo>
                <a:lnTo>
                  <a:pt x="78039" y="71763"/>
                </a:lnTo>
                <a:lnTo>
                  <a:pt x="78314" y="71599"/>
                </a:lnTo>
                <a:lnTo>
                  <a:pt x="78589" y="71425"/>
                </a:lnTo>
                <a:lnTo>
                  <a:pt x="78863" y="71243"/>
                </a:lnTo>
                <a:lnTo>
                  <a:pt x="79136" y="71052"/>
                </a:lnTo>
                <a:lnTo>
                  <a:pt x="79409" y="70851"/>
                </a:lnTo>
                <a:lnTo>
                  <a:pt x="79681" y="70642"/>
                </a:lnTo>
                <a:lnTo>
                  <a:pt x="79950" y="70424"/>
                </a:lnTo>
                <a:lnTo>
                  <a:pt x="80214" y="70198"/>
                </a:lnTo>
                <a:lnTo>
                  <a:pt x="80472" y="69963"/>
                </a:lnTo>
                <a:lnTo>
                  <a:pt x="80726" y="69720"/>
                </a:lnTo>
                <a:lnTo>
                  <a:pt x="80974" y="69468"/>
                </a:lnTo>
                <a:lnTo>
                  <a:pt x="81218" y="69208"/>
                </a:lnTo>
                <a:lnTo>
                  <a:pt x="81456" y="68939"/>
                </a:lnTo>
                <a:lnTo>
                  <a:pt x="81689" y="68662"/>
                </a:lnTo>
                <a:lnTo>
                  <a:pt x="81917" y="68376"/>
                </a:lnTo>
                <a:lnTo>
                  <a:pt x="82140" y="68082"/>
                </a:lnTo>
                <a:lnTo>
                  <a:pt x="82357" y="67779"/>
                </a:lnTo>
                <a:lnTo>
                  <a:pt x="82570" y="67468"/>
                </a:lnTo>
                <a:lnTo>
                  <a:pt x="82777" y="67149"/>
                </a:lnTo>
                <a:lnTo>
                  <a:pt x="82980" y="66820"/>
                </a:lnTo>
                <a:lnTo>
                  <a:pt x="83177" y="66484"/>
                </a:lnTo>
                <a:lnTo>
                  <a:pt x="83369" y="66139"/>
                </a:lnTo>
                <a:lnTo>
                  <a:pt x="83556" y="65786"/>
                </a:lnTo>
                <a:lnTo>
                  <a:pt x="83738" y="65424"/>
                </a:lnTo>
                <a:lnTo>
                  <a:pt x="83914" y="65053"/>
                </a:lnTo>
                <a:lnTo>
                  <a:pt x="84086" y="64675"/>
                </a:lnTo>
                <a:lnTo>
                  <a:pt x="84252" y="64287"/>
                </a:lnTo>
                <a:lnTo>
                  <a:pt x="84413" y="63891"/>
                </a:lnTo>
                <a:lnTo>
                  <a:pt x="84570" y="63487"/>
                </a:lnTo>
                <a:lnTo>
                  <a:pt x="84721" y="63075"/>
                </a:lnTo>
                <a:lnTo>
                  <a:pt x="82735" y="63075"/>
                </a:lnTo>
                <a:lnTo>
                  <a:pt x="82662" y="63242"/>
                </a:lnTo>
                <a:lnTo>
                  <a:pt x="82586" y="63407"/>
                </a:lnTo>
                <a:lnTo>
                  <a:pt x="82508" y="63568"/>
                </a:lnTo>
                <a:lnTo>
                  <a:pt x="82427" y="63726"/>
                </a:lnTo>
                <a:lnTo>
                  <a:pt x="82344" y="63880"/>
                </a:lnTo>
                <a:lnTo>
                  <a:pt x="82258" y="64031"/>
                </a:lnTo>
                <a:lnTo>
                  <a:pt x="82170" y="64178"/>
                </a:lnTo>
                <a:lnTo>
                  <a:pt x="82079" y="64322"/>
                </a:lnTo>
                <a:lnTo>
                  <a:pt x="81986" y="64462"/>
                </a:lnTo>
                <a:lnTo>
                  <a:pt x="81890" y="64599"/>
                </a:lnTo>
                <a:lnTo>
                  <a:pt x="81792" y="64733"/>
                </a:lnTo>
                <a:lnTo>
                  <a:pt x="81692" y="64863"/>
                </a:lnTo>
                <a:lnTo>
                  <a:pt x="81589" y="64989"/>
                </a:lnTo>
                <a:lnTo>
                  <a:pt x="81483" y="65112"/>
                </a:lnTo>
                <a:lnTo>
                  <a:pt x="81375" y="65232"/>
                </a:lnTo>
                <a:lnTo>
                  <a:pt x="81265" y="65348"/>
                </a:lnTo>
                <a:lnTo>
                  <a:pt x="81152" y="65461"/>
                </a:lnTo>
                <a:lnTo>
                  <a:pt x="81036" y="65571"/>
                </a:lnTo>
                <a:lnTo>
                  <a:pt x="80918" y="65676"/>
                </a:lnTo>
                <a:lnTo>
                  <a:pt x="80798" y="65779"/>
                </a:lnTo>
                <a:lnTo>
                  <a:pt x="80675" y="65878"/>
                </a:lnTo>
                <a:lnTo>
                  <a:pt x="80550" y="65974"/>
                </a:lnTo>
                <a:lnTo>
                  <a:pt x="80422" y="66066"/>
                </a:lnTo>
                <a:lnTo>
                  <a:pt x="80292" y="66154"/>
                </a:lnTo>
                <a:lnTo>
                  <a:pt x="80160" y="66240"/>
                </a:lnTo>
                <a:lnTo>
                  <a:pt x="80028" y="66321"/>
                </a:lnTo>
                <a:lnTo>
                  <a:pt x="79896" y="66399"/>
                </a:lnTo>
                <a:lnTo>
                  <a:pt x="79763" y="66473"/>
                </a:lnTo>
                <a:lnTo>
                  <a:pt x="79630" y="66544"/>
                </a:lnTo>
                <a:lnTo>
                  <a:pt x="79496" y="66611"/>
                </a:lnTo>
                <a:lnTo>
                  <a:pt x="79363" y="66674"/>
                </a:lnTo>
                <a:lnTo>
                  <a:pt x="79228" y="66734"/>
                </a:lnTo>
                <a:lnTo>
                  <a:pt x="79094" y="66790"/>
                </a:lnTo>
                <a:lnTo>
                  <a:pt x="78959" y="66843"/>
                </a:lnTo>
                <a:lnTo>
                  <a:pt x="78824" y="66892"/>
                </a:lnTo>
                <a:lnTo>
                  <a:pt x="78688" y="66937"/>
                </a:lnTo>
                <a:lnTo>
                  <a:pt x="78552" y="66979"/>
                </a:lnTo>
                <a:lnTo>
                  <a:pt x="78416" y="67017"/>
                </a:lnTo>
                <a:lnTo>
                  <a:pt x="78279" y="67051"/>
                </a:lnTo>
                <a:lnTo>
                  <a:pt x="78142" y="67082"/>
                </a:lnTo>
                <a:lnTo>
                  <a:pt x="78005" y="67109"/>
                </a:lnTo>
                <a:lnTo>
                  <a:pt x="77867" y="67133"/>
                </a:lnTo>
                <a:lnTo>
                  <a:pt x="77729" y="67153"/>
                </a:lnTo>
                <a:lnTo>
                  <a:pt x="77591" y="67169"/>
                </a:lnTo>
                <a:lnTo>
                  <a:pt x="77452" y="67182"/>
                </a:lnTo>
                <a:lnTo>
                  <a:pt x="77313" y="67191"/>
                </a:lnTo>
                <a:lnTo>
                  <a:pt x="77173" y="67196"/>
                </a:lnTo>
                <a:lnTo>
                  <a:pt x="77034" y="67198"/>
                </a:lnTo>
                <a:lnTo>
                  <a:pt x="76865" y="67195"/>
                </a:lnTo>
                <a:lnTo>
                  <a:pt x="76699" y="67187"/>
                </a:lnTo>
                <a:lnTo>
                  <a:pt x="76536" y="67173"/>
                </a:lnTo>
                <a:lnTo>
                  <a:pt x="76375" y="67154"/>
                </a:lnTo>
                <a:lnTo>
                  <a:pt x="76217" y="67130"/>
                </a:lnTo>
                <a:lnTo>
                  <a:pt x="76062" y="67100"/>
                </a:lnTo>
                <a:lnTo>
                  <a:pt x="75909" y="67064"/>
                </a:lnTo>
                <a:lnTo>
                  <a:pt x="75758" y="67023"/>
                </a:lnTo>
                <a:lnTo>
                  <a:pt x="75610" y="66977"/>
                </a:lnTo>
                <a:lnTo>
                  <a:pt x="75465" y="66925"/>
                </a:lnTo>
                <a:lnTo>
                  <a:pt x="75322" y="66867"/>
                </a:lnTo>
                <a:lnTo>
                  <a:pt x="75182" y="66804"/>
                </a:lnTo>
                <a:lnTo>
                  <a:pt x="75044" y="66736"/>
                </a:lnTo>
                <a:lnTo>
                  <a:pt x="74909" y="66662"/>
                </a:lnTo>
                <a:lnTo>
                  <a:pt x="74777" y="66583"/>
                </a:lnTo>
                <a:lnTo>
                  <a:pt x="74647" y="66498"/>
                </a:lnTo>
                <a:lnTo>
                  <a:pt x="74519" y="66408"/>
                </a:lnTo>
                <a:lnTo>
                  <a:pt x="74394" y="66312"/>
                </a:lnTo>
                <a:lnTo>
                  <a:pt x="74272" y="66211"/>
                </a:lnTo>
                <a:lnTo>
                  <a:pt x="74152" y="66104"/>
                </a:lnTo>
                <a:lnTo>
                  <a:pt x="74035" y="65992"/>
                </a:lnTo>
                <a:lnTo>
                  <a:pt x="73921" y="65875"/>
                </a:lnTo>
                <a:lnTo>
                  <a:pt x="73809" y="65752"/>
                </a:lnTo>
                <a:lnTo>
                  <a:pt x="73699" y="65623"/>
                </a:lnTo>
                <a:lnTo>
                  <a:pt x="73593" y="65487"/>
                </a:lnTo>
                <a:lnTo>
                  <a:pt x="73492" y="65340"/>
                </a:lnTo>
                <a:lnTo>
                  <a:pt x="73395" y="65183"/>
                </a:lnTo>
                <a:lnTo>
                  <a:pt x="73303" y="65016"/>
                </a:lnTo>
                <a:lnTo>
                  <a:pt x="73215" y="64838"/>
                </a:lnTo>
                <a:lnTo>
                  <a:pt x="73131" y="64650"/>
                </a:lnTo>
                <a:lnTo>
                  <a:pt x="73052" y="64453"/>
                </a:lnTo>
                <a:lnTo>
                  <a:pt x="72978" y="64244"/>
                </a:lnTo>
                <a:lnTo>
                  <a:pt x="72908" y="64026"/>
                </a:lnTo>
                <a:lnTo>
                  <a:pt x="72843" y="63797"/>
                </a:lnTo>
                <a:lnTo>
                  <a:pt x="72782" y="63558"/>
                </a:lnTo>
                <a:lnTo>
                  <a:pt x="72726" y="63309"/>
                </a:lnTo>
                <a:lnTo>
                  <a:pt x="72674" y="63050"/>
                </a:lnTo>
                <a:lnTo>
                  <a:pt x="72626" y="62780"/>
                </a:lnTo>
                <a:lnTo>
                  <a:pt x="72584" y="62500"/>
                </a:lnTo>
                <a:lnTo>
                  <a:pt x="72545" y="62210"/>
                </a:lnTo>
                <a:lnTo>
                  <a:pt x="72511" y="61910"/>
                </a:lnTo>
                <a:lnTo>
                  <a:pt x="72482" y="61599"/>
                </a:lnTo>
                <a:lnTo>
                  <a:pt x="72457" y="61278"/>
                </a:lnTo>
                <a:lnTo>
                  <a:pt x="72437" y="60947"/>
                </a:lnTo>
                <a:lnTo>
                  <a:pt x="72421" y="60606"/>
                </a:lnTo>
                <a:lnTo>
                  <a:pt x="72410" y="60254"/>
                </a:lnTo>
                <a:lnTo>
                  <a:pt x="72403" y="59893"/>
                </a:lnTo>
                <a:lnTo>
                  <a:pt x="72401" y="59521"/>
                </a:lnTo>
                <a:lnTo>
                  <a:pt x="72401" y="29323"/>
                </a:lnTo>
                <a:lnTo>
                  <a:pt x="83295" y="29323"/>
                </a:lnTo>
                <a:lnTo>
                  <a:pt x="83295" y="25759"/>
                </a:lnTo>
                <a:lnTo>
                  <a:pt x="72401" y="25759"/>
                </a:lnTo>
                <a:lnTo>
                  <a:pt x="72401" y="10385"/>
                </a:lnTo>
                <a:lnTo>
                  <a:pt x="70823" y="10385"/>
                </a:lnTo>
                <a:lnTo>
                  <a:pt x="70651" y="10809"/>
                </a:lnTo>
                <a:lnTo>
                  <a:pt x="70481" y="11222"/>
                </a:lnTo>
                <a:lnTo>
                  <a:pt x="70315" y="11624"/>
                </a:lnTo>
                <a:lnTo>
                  <a:pt x="70153" y="12015"/>
                </a:lnTo>
                <a:close/>
                <a:moveTo>
                  <a:pt x="1048" y="31832"/>
                </a:moveTo>
                <a:lnTo>
                  <a:pt x="1212" y="31775"/>
                </a:lnTo>
                <a:lnTo>
                  <a:pt x="1375" y="31721"/>
                </a:lnTo>
                <a:lnTo>
                  <a:pt x="1535" y="31670"/>
                </a:lnTo>
                <a:lnTo>
                  <a:pt x="1693" y="31621"/>
                </a:lnTo>
                <a:lnTo>
                  <a:pt x="1849" y="31574"/>
                </a:lnTo>
                <a:lnTo>
                  <a:pt x="2002" y="31531"/>
                </a:lnTo>
                <a:lnTo>
                  <a:pt x="2154" y="31490"/>
                </a:lnTo>
                <a:lnTo>
                  <a:pt x="2304" y="31451"/>
                </a:lnTo>
                <a:lnTo>
                  <a:pt x="2451" y="31416"/>
                </a:lnTo>
                <a:lnTo>
                  <a:pt x="2596" y="31383"/>
                </a:lnTo>
                <a:lnTo>
                  <a:pt x="2739" y="31352"/>
                </a:lnTo>
                <a:lnTo>
                  <a:pt x="2881" y="31324"/>
                </a:lnTo>
                <a:lnTo>
                  <a:pt x="3019" y="31299"/>
                </a:lnTo>
                <a:lnTo>
                  <a:pt x="3156" y="31277"/>
                </a:lnTo>
                <a:lnTo>
                  <a:pt x="3291" y="31257"/>
                </a:lnTo>
                <a:lnTo>
                  <a:pt x="3424" y="31240"/>
                </a:lnTo>
                <a:lnTo>
                  <a:pt x="3554" y="31225"/>
                </a:lnTo>
                <a:lnTo>
                  <a:pt x="3682" y="31213"/>
                </a:lnTo>
                <a:lnTo>
                  <a:pt x="3809" y="31204"/>
                </a:lnTo>
                <a:lnTo>
                  <a:pt x="3933" y="31197"/>
                </a:lnTo>
                <a:lnTo>
                  <a:pt x="4055" y="31193"/>
                </a:lnTo>
                <a:lnTo>
                  <a:pt x="4174" y="31192"/>
                </a:lnTo>
                <a:lnTo>
                  <a:pt x="4284" y="31193"/>
                </a:lnTo>
                <a:lnTo>
                  <a:pt x="4391" y="31196"/>
                </a:lnTo>
                <a:lnTo>
                  <a:pt x="4497" y="31202"/>
                </a:lnTo>
                <a:lnTo>
                  <a:pt x="4600" y="31210"/>
                </a:lnTo>
                <a:lnTo>
                  <a:pt x="4702" y="31220"/>
                </a:lnTo>
                <a:lnTo>
                  <a:pt x="4801" y="31232"/>
                </a:lnTo>
                <a:lnTo>
                  <a:pt x="4899" y="31246"/>
                </a:lnTo>
                <a:lnTo>
                  <a:pt x="4995" y="31263"/>
                </a:lnTo>
                <a:lnTo>
                  <a:pt x="5088" y="31281"/>
                </a:lnTo>
                <a:lnTo>
                  <a:pt x="5180" y="31302"/>
                </a:lnTo>
                <a:lnTo>
                  <a:pt x="5270" y="31325"/>
                </a:lnTo>
                <a:lnTo>
                  <a:pt x="5358" y="31351"/>
                </a:lnTo>
                <a:lnTo>
                  <a:pt x="5444" y="31378"/>
                </a:lnTo>
                <a:lnTo>
                  <a:pt x="5528" y="31408"/>
                </a:lnTo>
                <a:lnTo>
                  <a:pt x="5610" y="31440"/>
                </a:lnTo>
                <a:lnTo>
                  <a:pt x="5690" y="31474"/>
                </a:lnTo>
                <a:lnTo>
                  <a:pt x="5769" y="31511"/>
                </a:lnTo>
                <a:lnTo>
                  <a:pt x="5845" y="31549"/>
                </a:lnTo>
                <a:lnTo>
                  <a:pt x="5919" y="31590"/>
                </a:lnTo>
                <a:lnTo>
                  <a:pt x="5992" y="31633"/>
                </a:lnTo>
                <a:lnTo>
                  <a:pt x="6062" y="31678"/>
                </a:lnTo>
                <a:lnTo>
                  <a:pt x="6130" y="31725"/>
                </a:lnTo>
                <a:lnTo>
                  <a:pt x="6197" y="31775"/>
                </a:lnTo>
                <a:lnTo>
                  <a:pt x="6262" y="31827"/>
                </a:lnTo>
                <a:lnTo>
                  <a:pt x="6325" y="31881"/>
                </a:lnTo>
                <a:lnTo>
                  <a:pt x="6386" y="31939"/>
                </a:lnTo>
                <a:lnTo>
                  <a:pt x="6446" y="32001"/>
                </a:lnTo>
                <a:lnTo>
                  <a:pt x="6505" y="32066"/>
                </a:lnTo>
                <a:lnTo>
                  <a:pt x="6562" y="32134"/>
                </a:lnTo>
                <a:lnTo>
                  <a:pt x="6618" y="32206"/>
                </a:lnTo>
                <a:lnTo>
                  <a:pt x="6672" y="32281"/>
                </a:lnTo>
                <a:lnTo>
                  <a:pt x="6725" y="32360"/>
                </a:lnTo>
                <a:lnTo>
                  <a:pt x="6777" y="32442"/>
                </a:lnTo>
                <a:lnTo>
                  <a:pt x="6827" y="32528"/>
                </a:lnTo>
                <a:lnTo>
                  <a:pt x="6876" y="32617"/>
                </a:lnTo>
                <a:lnTo>
                  <a:pt x="6923" y="32709"/>
                </a:lnTo>
                <a:lnTo>
                  <a:pt x="6969" y="32805"/>
                </a:lnTo>
                <a:lnTo>
                  <a:pt x="7014" y="32905"/>
                </a:lnTo>
                <a:lnTo>
                  <a:pt x="7057" y="33007"/>
                </a:lnTo>
                <a:lnTo>
                  <a:pt x="7099" y="33114"/>
                </a:lnTo>
                <a:lnTo>
                  <a:pt x="7139" y="33223"/>
                </a:lnTo>
                <a:lnTo>
                  <a:pt x="7178" y="33336"/>
                </a:lnTo>
                <a:lnTo>
                  <a:pt x="7215" y="33453"/>
                </a:lnTo>
                <a:lnTo>
                  <a:pt x="7252" y="33573"/>
                </a:lnTo>
                <a:lnTo>
                  <a:pt x="7286" y="33696"/>
                </a:lnTo>
                <a:lnTo>
                  <a:pt x="7319" y="33823"/>
                </a:lnTo>
                <a:lnTo>
                  <a:pt x="7351" y="33954"/>
                </a:lnTo>
                <a:lnTo>
                  <a:pt x="7382" y="34087"/>
                </a:lnTo>
                <a:lnTo>
                  <a:pt x="7419" y="34283"/>
                </a:lnTo>
                <a:lnTo>
                  <a:pt x="7455" y="34497"/>
                </a:lnTo>
                <a:lnTo>
                  <a:pt x="7489" y="34729"/>
                </a:lnTo>
                <a:lnTo>
                  <a:pt x="7522" y="34980"/>
                </a:lnTo>
                <a:lnTo>
                  <a:pt x="7553" y="35250"/>
                </a:lnTo>
                <a:lnTo>
                  <a:pt x="7582" y="35538"/>
                </a:lnTo>
                <a:lnTo>
                  <a:pt x="7610" y="35844"/>
                </a:lnTo>
                <a:lnTo>
                  <a:pt x="7636" y="36169"/>
                </a:lnTo>
                <a:lnTo>
                  <a:pt x="7661" y="36513"/>
                </a:lnTo>
                <a:lnTo>
                  <a:pt x="7684" y="36875"/>
                </a:lnTo>
                <a:lnTo>
                  <a:pt x="7705" y="37256"/>
                </a:lnTo>
                <a:lnTo>
                  <a:pt x="7725" y="37655"/>
                </a:lnTo>
                <a:lnTo>
                  <a:pt x="7744" y="38073"/>
                </a:lnTo>
                <a:lnTo>
                  <a:pt x="7760" y="38509"/>
                </a:lnTo>
                <a:lnTo>
                  <a:pt x="7775" y="38964"/>
                </a:lnTo>
                <a:lnTo>
                  <a:pt x="7789" y="39437"/>
                </a:lnTo>
                <a:lnTo>
                  <a:pt x="7801" y="39929"/>
                </a:lnTo>
                <a:lnTo>
                  <a:pt x="7811" y="40439"/>
                </a:lnTo>
                <a:lnTo>
                  <a:pt x="7820" y="40968"/>
                </a:lnTo>
                <a:lnTo>
                  <a:pt x="7827" y="41515"/>
                </a:lnTo>
                <a:lnTo>
                  <a:pt x="7833" y="42081"/>
                </a:lnTo>
                <a:lnTo>
                  <a:pt x="7837" y="42666"/>
                </a:lnTo>
                <a:lnTo>
                  <a:pt x="7839" y="43269"/>
                </a:lnTo>
                <a:lnTo>
                  <a:pt x="7840" y="43890"/>
                </a:lnTo>
                <a:lnTo>
                  <a:pt x="7840" y="61821"/>
                </a:lnTo>
                <a:lnTo>
                  <a:pt x="7839" y="62176"/>
                </a:lnTo>
                <a:lnTo>
                  <a:pt x="7835" y="62521"/>
                </a:lnTo>
                <a:lnTo>
                  <a:pt x="7829" y="62857"/>
                </a:lnTo>
                <a:lnTo>
                  <a:pt x="7821" y="63183"/>
                </a:lnTo>
                <a:lnTo>
                  <a:pt x="7810" y="63499"/>
                </a:lnTo>
                <a:lnTo>
                  <a:pt x="7797" y="63805"/>
                </a:lnTo>
                <a:lnTo>
                  <a:pt x="7781" y="64102"/>
                </a:lnTo>
                <a:lnTo>
                  <a:pt x="7763" y="64389"/>
                </a:lnTo>
                <a:lnTo>
                  <a:pt x="7743" y="64666"/>
                </a:lnTo>
                <a:lnTo>
                  <a:pt x="7720" y="64934"/>
                </a:lnTo>
                <a:lnTo>
                  <a:pt x="7695" y="65192"/>
                </a:lnTo>
                <a:lnTo>
                  <a:pt x="7668" y="65440"/>
                </a:lnTo>
                <a:lnTo>
                  <a:pt x="7638" y="65679"/>
                </a:lnTo>
                <a:lnTo>
                  <a:pt x="7606" y="65908"/>
                </a:lnTo>
                <a:lnTo>
                  <a:pt x="7571" y="66127"/>
                </a:lnTo>
                <a:lnTo>
                  <a:pt x="7534" y="66336"/>
                </a:lnTo>
                <a:lnTo>
                  <a:pt x="7495" y="66536"/>
                </a:lnTo>
                <a:lnTo>
                  <a:pt x="7453" y="66726"/>
                </a:lnTo>
                <a:lnTo>
                  <a:pt x="7409" y="66906"/>
                </a:lnTo>
                <a:lnTo>
                  <a:pt x="7363" y="67077"/>
                </a:lnTo>
                <a:lnTo>
                  <a:pt x="7314" y="67238"/>
                </a:lnTo>
                <a:lnTo>
                  <a:pt x="7262" y="67389"/>
                </a:lnTo>
                <a:lnTo>
                  <a:pt x="7209" y="67531"/>
                </a:lnTo>
                <a:lnTo>
                  <a:pt x="7153" y="67663"/>
                </a:lnTo>
                <a:lnTo>
                  <a:pt x="7094" y="67788"/>
                </a:lnTo>
                <a:lnTo>
                  <a:pt x="7035" y="67911"/>
                </a:lnTo>
                <a:lnTo>
                  <a:pt x="6973" y="68030"/>
                </a:lnTo>
                <a:lnTo>
                  <a:pt x="6910" y="68147"/>
                </a:lnTo>
                <a:lnTo>
                  <a:pt x="6845" y="68260"/>
                </a:lnTo>
                <a:lnTo>
                  <a:pt x="6779" y="68371"/>
                </a:lnTo>
                <a:lnTo>
                  <a:pt x="6710" y="68478"/>
                </a:lnTo>
                <a:lnTo>
                  <a:pt x="6641" y="68583"/>
                </a:lnTo>
                <a:lnTo>
                  <a:pt x="6569" y="68684"/>
                </a:lnTo>
                <a:lnTo>
                  <a:pt x="6496" y="68783"/>
                </a:lnTo>
                <a:lnTo>
                  <a:pt x="6421" y="68878"/>
                </a:lnTo>
                <a:lnTo>
                  <a:pt x="6344" y="68971"/>
                </a:lnTo>
                <a:lnTo>
                  <a:pt x="6266" y="69060"/>
                </a:lnTo>
                <a:lnTo>
                  <a:pt x="6186" y="69147"/>
                </a:lnTo>
                <a:lnTo>
                  <a:pt x="6105" y="69230"/>
                </a:lnTo>
                <a:lnTo>
                  <a:pt x="6021" y="69311"/>
                </a:lnTo>
                <a:lnTo>
                  <a:pt x="5936" y="69388"/>
                </a:lnTo>
                <a:lnTo>
                  <a:pt x="5850" y="69463"/>
                </a:lnTo>
                <a:lnTo>
                  <a:pt x="5761" y="69534"/>
                </a:lnTo>
                <a:lnTo>
                  <a:pt x="5671" y="69603"/>
                </a:lnTo>
                <a:lnTo>
                  <a:pt x="5580" y="69668"/>
                </a:lnTo>
                <a:lnTo>
                  <a:pt x="5486" y="69731"/>
                </a:lnTo>
                <a:lnTo>
                  <a:pt x="5391" y="69790"/>
                </a:lnTo>
                <a:lnTo>
                  <a:pt x="5294" y="69847"/>
                </a:lnTo>
                <a:lnTo>
                  <a:pt x="5193" y="69901"/>
                </a:lnTo>
                <a:lnTo>
                  <a:pt x="5084" y="69952"/>
                </a:lnTo>
                <a:lnTo>
                  <a:pt x="4967" y="70002"/>
                </a:lnTo>
                <a:lnTo>
                  <a:pt x="4842" y="70049"/>
                </a:lnTo>
                <a:lnTo>
                  <a:pt x="4709" y="70093"/>
                </a:lnTo>
                <a:lnTo>
                  <a:pt x="4569" y="70136"/>
                </a:lnTo>
                <a:lnTo>
                  <a:pt x="4421" y="70176"/>
                </a:lnTo>
                <a:lnTo>
                  <a:pt x="4265" y="70214"/>
                </a:lnTo>
                <a:lnTo>
                  <a:pt x="4101" y="70249"/>
                </a:lnTo>
                <a:lnTo>
                  <a:pt x="3930" y="70282"/>
                </a:lnTo>
                <a:lnTo>
                  <a:pt x="3751" y="70313"/>
                </a:lnTo>
                <a:lnTo>
                  <a:pt x="3564" y="70342"/>
                </a:lnTo>
                <a:lnTo>
                  <a:pt x="3369" y="70368"/>
                </a:lnTo>
                <a:lnTo>
                  <a:pt x="3166" y="70392"/>
                </a:lnTo>
                <a:lnTo>
                  <a:pt x="2956" y="70414"/>
                </a:lnTo>
                <a:lnTo>
                  <a:pt x="2738" y="70434"/>
                </a:lnTo>
                <a:lnTo>
                  <a:pt x="2512" y="70451"/>
                </a:lnTo>
                <a:lnTo>
                  <a:pt x="2278" y="70466"/>
                </a:lnTo>
                <a:lnTo>
                  <a:pt x="2037" y="70478"/>
                </a:lnTo>
                <a:lnTo>
                  <a:pt x="1787" y="70489"/>
                </a:lnTo>
                <a:lnTo>
                  <a:pt x="1530" y="70497"/>
                </a:lnTo>
                <a:lnTo>
                  <a:pt x="1266" y="70502"/>
                </a:lnTo>
                <a:lnTo>
                  <a:pt x="993" y="70506"/>
                </a:lnTo>
                <a:lnTo>
                  <a:pt x="713" y="70507"/>
                </a:lnTo>
                <a:lnTo>
                  <a:pt x="713" y="72391"/>
                </a:lnTo>
                <a:lnTo>
                  <a:pt x="23367" y="72391"/>
                </a:lnTo>
                <a:lnTo>
                  <a:pt x="23367" y="70507"/>
                </a:lnTo>
                <a:lnTo>
                  <a:pt x="23094" y="70506"/>
                </a:lnTo>
                <a:lnTo>
                  <a:pt x="22829" y="70502"/>
                </a:lnTo>
                <a:lnTo>
                  <a:pt x="22572" y="70496"/>
                </a:lnTo>
                <a:lnTo>
                  <a:pt x="22321" y="70487"/>
                </a:lnTo>
                <a:lnTo>
                  <a:pt x="22077" y="70476"/>
                </a:lnTo>
                <a:lnTo>
                  <a:pt x="21841" y="70463"/>
                </a:lnTo>
                <a:lnTo>
                  <a:pt x="21612" y="70447"/>
                </a:lnTo>
                <a:lnTo>
                  <a:pt x="21390" y="70428"/>
                </a:lnTo>
                <a:lnTo>
                  <a:pt x="21175" y="70407"/>
                </a:lnTo>
                <a:lnTo>
                  <a:pt x="20967" y="70384"/>
                </a:lnTo>
                <a:lnTo>
                  <a:pt x="20766" y="70358"/>
                </a:lnTo>
                <a:lnTo>
                  <a:pt x="20573" y="70329"/>
                </a:lnTo>
                <a:lnTo>
                  <a:pt x="20387" y="70298"/>
                </a:lnTo>
                <a:lnTo>
                  <a:pt x="20208" y="70265"/>
                </a:lnTo>
                <a:lnTo>
                  <a:pt x="20036" y="70229"/>
                </a:lnTo>
                <a:lnTo>
                  <a:pt x="19871" y="70191"/>
                </a:lnTo>
                <a:lnTo>
                  <a:pt x="19713" y="70150"/>
                </a:lnTo>
                <a:lnTo>
                  <a:pt x="19563" y="70107"/>
                </a:lnTo>
                <a:lnTo>
                  <a:pt x="19420" y="70061"/>
                </a:lnTo>
                <a:lnTo>
                  <a:pt x="19283" y="70013"/>
                </a:lnTo>
                <a:lnTo>
                  <a:pt x="19154" y="69963"/>
                </a:lnTo>
                <a:lnTo>
                  <a:pt x="19033" y="69909"/>
                </a:lnTo>
                <a:lnTo>
                  <a:pt x="18918" y="69854"/>
                </a:lnTo>
                <a:lnTo>
                  <a:pt x="18810" y="69796"/>
                </a:lnTo>
                <a:lnTo>
                  <a:pt x="18707" y="69735"/>
                </a:lnTo>
                <a:lnTo>
                  <a:pt x="18607" y="69672"/>
                </a:lnTo>
                <a:lnTo>
                  <a:pt x="18508" y="69607"/>
                </a:lnTo>
                <a:lnTo>
                  <a:pt x="18412" y="69538"/>
                </a:lnTo>
                <a:lnTo>
                  <a:pt x="18317" y="69468"/>
                </a:lnTo>
                <a:lnTo>
                  <a:pt x="18225" y="69394"/>
                </a:lnTo>
                <a:lnTo>
                  <a:pt x="18135" y="69318"/>
                </a:lnTo>
                <a:lnTo>
                  <a:pt x="18047" y="69240"/>
                </a:lnTo>
                <a:lnTo>
                  <a:pt x="17961" y="69159"/>
                </a:lnTo>
                <a:lnTo>
                  <a:pt x="17877" y="69075"/>
                </a:lnTo>
                <a:lnTo>
                  <a:pt x="17795" y="68989"/>
                </a:lnTo>
                <a:lnTo>
                  <a:pt x="17716" y="68901"/>
                </a:lnTo>
                <a:lnTo>
                  <a:pt x="17638" y="68809"/>
                </a:lnTo>
                <a:lnTo>
                  <a:pt x="17563" y="68716"/>
                </a:lnTo>
                <a:lnTo>
                  <a:pt x="17490" y="68619"/>
                </a:lnTo>
                <a:lnTo>
                  <a:pt x="17419" y="68520"/>
                </a:lnTo>
                <a:lnTo>
                  <a:pt x="17350" y="68419"/>
                </a:lnTo>
                <a:lnTo>
                  <a:pt x="17283" y="68315"/>
                </a:lnTo>
                <a:lnTo>
                  <a:pt x="17218" y="68208"/>
                </a:lnTo>
                <a:lnTo>
                  <a:pt x="17156" y="68099"/>
                </a:lnTo>
                <a:lnTo>
                  <a:pt x="17095" y="67988"/>
                </a:lnTo>
                <a:lnTo>
                  <a:pt x="17037" y="67873"/>
                </a:lnTo>
                <a:lnTo>
                  <a:pt x="16981" y="67756"/>
                </a:lnTo>
                <a:lnTo>
                  <a:pt x="16927" y="67637"/>
                </a:lnTo>
                <a:lnTo>
                  <a:pt x="16875" y="67511"/>
                </a:lnTo>
                <a:lnTo>
                  <a:pt x="16825" y="67376"/>
                </a:lnTo>
                <a:lnTo>
                  <a:pt x="16778" y="67230"/>
                </a:lnTo>
                <a:lnTo>
                  <a:pt x="16732" y="67073"/>
                </a:lnTo>
                <a:lnTo>
                  <a:pt x="16689" y="66907"/>
                </a:lnTo>
                <a:lnTo>
                  <a:pt x="16648" y="66731"/>
                </a:lnTo>
                <a:lnTo>
                  <a:pt x="16610" y="66544"/>
                </a:lnTo>
                <a:lnTo>
                  <a:pt x="16573" y="66347"/>
                </a:lnTo>
                <a:lnTo>
                  <a:pt x="16539" y="66141"/>
                </a:lnTo>
                <a:lnTo>
                  <a:pt x="16507" y="65924"/>
                </a:lnTo>
                <a:lnTo>
                  <a:pt x="16477" y="65696"/>
                </a:lnTo>
                <a:lnTo>
                  <a:pt x="16450" y="65459"/>
                </a:lnTo>
                <a:lnTo>
                  <a:pt x="16424" y="65212"/>
                </a:lnTo>
                <a:lnTo>
                  <a:pt x="16401" y="64954"/>
                </a:lnTo>
                <a:lnTo>
                  <a:pt x="16380" y="64687"/>
                </a:lnTo>
                <a:lnTo>
                  <a:pt x="16361" y="64409"/>
                </a:lnTo>
                <a:lnTo>
                  <a:pt x="16345" y="64121"/>
                </a:lnTo>
                <a:lnTo>
                  <a:pt x="16330" y="63823"/>
                </a:lnTo>
                <a:lnTo>
                  <a:pt x="16318" y="63514"/>
                </a:lnTo>
                <a:lnTo>
                  <a:pt x="16308" y="63196"/>
                </a:lnTo>
                <a:lnTo>
                  <a:pt x="16300" y="62867"/>
                </a:lnTo>
                <a:lnTo>
                  <a:pt x="16295" y="62529"/>
                </a:lnTo>
                <a:lnTo>
                  <a:pt x="16292" y="62180"/>
                </a:lnTo>
                <a:lnTo>
                  <a:pt x="16290" y="61821"/>
                </a:lnTo>
                <a:lnTo>
                  <a:pt x="16290" y="24436"/>
                </a:lnTo>
                <a:lnTo>
                  <a:pt x="14050" y="24436"/>
                </a:lnTo>
                <a:lnTo>
                  <a:pt x="0" y="30125"/>
                </a:lnTo>
                <a:lnTo>
                  <a:pt x="713" y="31954"/>
                </a:lnTo>
                <a:lnTo>
                  <a:pt x="881" y="31892"/>
                </a:lnTo>
                <a:lnTo>
                  <a:pt x="1048" y="31832"/>
                </a:lnTo>
                <a:close/>
                <a:moveTo>
                  <a:pt x="88855" y="31892"/>
                </a:moveTo>
                <a:lnTo>
                  <a:pt x="89021" y="31832"/>
                </a:lnTo>
                <a:lnTo>
                  <a:pt x="89186" y="31775"/>
                </a:lnTo>
                <a:lnTo>
                  <a:pt x="89348" y="31721"/>
                </a:lnTo>
                <a:lnTo>
                  <a:pt x="89508" y="31670"/>
                </a:lnTo>
                <a:lnTo>
                  <a:pt x="89666" y="31621"/>
                </a:lnTo>
                <a:lnTo>
                  <a:pt x="89822" y="31574"/>
                </a:lnTo>
                <a:lnTo>
                  <a:pt x="89976" y="31531"/>
                </a:lnTo>
                <a:lnTo>
                  <a:pt x="90128" y="31490"/>
                </a:lnTo>
                <a:lnTo>
                  <a:pt x="90277" y="31451"/>
                </a:lnTo>
                <a:lnTo>
                  <a:pt x="90424" y="31416"/>
                </a:lnTo>
                <a:lnTo>
                  <a:pt x="90570" y="31383"/>
                </a:lnTo>
                <a:lnTo>
                  <a:pt x="90713" y="31352"/>
                </a:lnTo>
                <a:lnTo>
                  <a:pt x="90854" y="31324"/>
                </a:lnTo>
                <a:lnTo>
                  <a:pt x="90993" y="31299"/>
                </a:lnTo>
                <a:lnTo>
                  <a:pt x="91130" y="31277"/>
                </a:lnTo>
                <a:lnTo>
                  <a:pt x="91264" y="31257"/>
                </a:lnTo>
                <a:lnTo>
                  <a:pt x="91397" y="31240"/>
                </a:lnTo>
                <a:lnTo>
                  <a:pt x="91527" y="31225"/>
                </a:lnTo>
                <a:lnTo>
                  <a:pt x="91656" y="31213"/>
                </a:lnTo>
                <a:lnTo>
                  <a:pt x="91782" y="31204"/>
                </a:lnTo>
                <a:lnTo>
                  <a:pt x="91906" y="31197"/>
                </a:lnTo>
                <a:lnTo>
                  <a:pt x="92028" y="31193"/>
                </a:lnTo>
                <a:lnTo>
                  <a:pt x="92148" y="31192"/>
                </a:lnTo>
                <a:lnTo>
                  <a:pt x="92257" y="31193"/>
                </a:lnTo>
                <a:lnTo>
                  <a:pt x="92365" y="31196"/>
                </a:lnTo>
                <a:lnTo>
                  <a:pt x="92470" y="31202"/>
                </a:lnTo>
                <a:lnTo>
                  <a:pt x="92574" y="31210"/>
                </a:lnTo>
                <a:lnTo>
                  <a:pt x="92675" y="31220"/>
                </a:lnTo>
                <a:lnTo>
                  <a:pt x="92775" y="31232"/>
                </a:lnTo>
                <a:lnTo>
                  <a:pt x="92872" y="31246"/>
                </a:lnTo>
                <a:lnTo>
                  <a:pt x="92968" y="31263"/>
                </a:lnTo>
                <a:lnTo>
                  <a:pt x="93062" y="31281"/>
                </a:lnTo>
                <a:lnTo>
                  <a:pt x="93154" y="31302"/>
                </a:lnTo>
                <a:lnTo>
                  <a:pt x="93244" y="31325"/>
                </a:lnTo>
                <a:lnTo>
                  <a:pt x="93332" y="31351"/>
                </a:lnTo>
                <a:lnTo>
                  <a:pt x="93418" y="31378"/>
                </a:lnTo>
                <a:lnTo>
                  <a:pt x="93502" y="31408"/>
                </a:lnTo>
                <a:lnTo>
                  <a:pt x="93584" y="31440"/>
                </a:lnTo>
                <a:lnTo>
                  <a:pt x="93664" y="31474"/>
                </a:lnTo>
                <a:lnTo>
                  <a:pt x="93742" y="31511"/>
                </a:lnTo>
                <a:lnTo>
                  <a:pt x="93818" y="31549"/>
                </a:lnTo>
                <a:lnTo>
                  <a:pt x="93893" y="31590"/>
                </a:lnTo>
                <a:lnTo>
                  <a:pt x="93965" y="31633"/>
                </a:lnTo>
                <a:lnTo>
                  <a:pt x="94035" y="31678"/>
                </a:lnTo>
                <a:lnTo>
                  <a:pt x="94104" y="31725"/>
                </a:lnTo>
                <a:lnTo>
                  <a:pt x="94171" y="31775"/>
                </a:lnTo>
                <a:lnTo>
                  <a:pt x="94235" y="31827"/>
                </a:lnTo>
                <a:lnTo>
                  <a:pt x="94298" y="31881"/>
                </a:lnTo>
                <a:lnTo>
                  <a:pt x="94360" y="31939"/>
                </a:lnTo>
                <a:lnTo>
                  <a:pt x="94420" y="32001"/>
                </a:lnTo>
                <a:lnTo>
                  <a:pt x="94478" y="32066"/>
                </a:lnTo>
                <a:lnTo>
                  <a:pt x="94536" y="32134"/>
                </a:lnTo>
                <a:lnTo>
                  <a:pt x="94591" y="32206"/>
                </a:lnTo>
                <a:lnTo>
                  <a:pt x="94646" y="32281"/>
                </a:lnTo>
                <a:lnTo>
                  <a:pt x="94699" y="32360"/>
                </a:lnTo>
                <a:lnTo>
                  <a:pt x="94751" y="32442"/>
                </a:lnTo>
                <a:lnTo>
                  <a:pt x="94801" y="32528"/>
                </a:lnTo>
                <a:lnTo>
                  <a:pt x="94850" y="32617"/>
                </a:lnTo>
                <a:lnTo>
                  <a:pt x="94897" y="32709"/>
                </a:lnTo>
                <a:lnTo>
                  <a:pt x="94943" y="32805"/>
                </a:lnTo>
                <a:lnTo>
                  <a:pt x="94987" y="32905"/>
                </a:lnTo>
                <a:lnTo>
                  <a:pt x="95031" y="33007"/>
                </a:lnTo>
                <a:lnTo>
                  <a:pt x="95072" y="33114"/>
                </a:lnTo>
                <a:lnTo>
                  <a:pt x="95113" y="33223"/>
                </a:lnTo>
                <a:lnTo>
                  <a:pt x="95151" y="33336"/>
                </a:lnTo>
                <a:lnTo>
                  <a:pt x="95189" y="33453"/>
                </a:lnTo>
                <a:lnTo>
                  <a:pt x="95225" y="33573"/>
                </a:lnTo>
                <a:lnTo>
                  <a:pt x="95260" y="33696"/>
                </a:lnTo>
                <a:lnTo>
                  <a:pt x="95293" y="33823"/>
                </a:lnTo>
                <a:lnTo>
                  <a:pt x="95325" y="33954"/>
                </a:lnTo>
                <a:lnTo>
                  <a:pt x="95355" y="34087"/>
                </a:lnTo>
                <a:lnTo>
                  <a:pt x="95392" y="34283"/>
                </a:lnTo>
                <a:lnTo>
                  <a:pt x="95428" y="34497"/>
                </a:lnTo>
                <a:lnTo>
                  <a:pt x="95462" y="34729"/>
                </a:lnTo>
                <a:lnTo>
                  <a:pt x="95495" y="34980"/>
                </a:lnTo>
                <a:lnTo>
                  <a:pt x="95526" y="35250"/>
                </a:lnTo>
                <a:lnTo>
                  <a:pt x="95556" y="35538"/>
                </a:lnTo>
                <a:lnTo>
                  <a:pt x="95583" y="35844"/>
                </a:lnTo>
                <a:lnTo>
                  <a:pt x="95610" y="36169"/>
                </a:lnTo>
                <a:lnTo>
                  <a:pt x="95634" y="36513"/>
                </a:lnTo>
                <a:lnTo>
                  <a:pt x="95657" y="36875"/>
                </a:lnTo>
                <a:lnTo>
                  <a:pt x="95679" y="37256"/>
                </a:lnTo>
                <a:lnTo>
                  <a:pt x="95699" y="37655"/>
                </a:lnTo>
                <a:lnTo>
                  <a:pt x="95717" y="38073"/>
                </a:lnTo>
                <a:lnTo>
                  <a:pt x="95734" y="38509"/>
                </a:lnTo>
                <a:lnTo>
                  <a:pt x="95749" y="38964"/>
                </a:lnTo>
                <a:lnTo>
                  <a:pt x="95762" y="39437"/>
                </a:lnTo>
                <a:lnTo>
                  <a:pt x="95774" y="39929"/>
                </a:lnTo>
                <a:lnTo>
                  <a:pt x="95785" y="40439"/>
                </a:lnTo>
                <a:lnTo>
                  <a:pt x="95793" y="40968"/>
                </a:lnTo>
                <a:lnTo>
                  <a:pt x="95801" y="41515"/>
                </a:lnTo>
                <a:lnTo>
                  <a:pt x="95806" y="42081"/>
                </a:lnTo>
                <a:lnTo>
                  <a:pt x="95810" y="42666"/>
                </a:lnTo>
                <a:lnTo>
                  <a:pt x="95812" y="43269"/>
                </a:lnTo>
                <a:lnTo>
                  <a:pt x="95813" y="43890"/>
                </a:lnTo>
                <a:lnTo>
                  <a:pt x="95813" y="61821"/>
                </a:lnTo>
                <a:lnTo>
                  <a:pt x="95812" y="62176"/>
                </a:lnTo>
                <a:lnTo>
                  <a:pt x="95809" y="62521"/>
                </a:lnTo>
                <a:lnTo>
                  <a:pt x="95803" y="62857"/>
                </a:lnTo>
                <a:lnTo>
                  <a:pt x="95794" y="63183"/>
                </a:lnTo>
                <a:lnTo>
                  <a:pt x="95783" y="63499"/>
                </a:lnTo>
                <a:lnTo>
                  <a:pt x="95770" y="63805"/>
                </a:lnTo>
                <a:lnTo>
                  <a:pt x="95755" y="64102"/>
                </a:lnTo>
                <a:lnTo>
                  <a:pt x="95737" y="64389"/>
                </a:lnTo>
                <a:lnTo>
                  <a:pt x="95717" y="64666"/>
                </a:lnTo>
                <a:lnTo>
                  <a:pt x="95694" y="64934"/>
                </a:lnTo>
                <a:lnTo>
                  <a:pt x="95669" y="65192"/>
                </a:lnTo>
                <a:lnTo>
                  <a:pt x="95641" y="65440"/>
                </a:lnTo>
                <a:lnTo>
                  <a:pt x="95612" y="65679"/>
                </a:lnTo>
                <a:lnTo>
                  <a:pt x="95579" y="65908"/>
                </a:lnTo>
                <a:lnTo>
                  <a:pt x="95545" y="66127"/>
                </a:lnTo>
                <a:lnTo>
                  <a:pt x="95508" y="66336"/>
                </a:lnTo>
                <a:lnTo>
                  <a:pt x="95468" y="66536"/>
                </a:lnTo>
                <a:lnTo>
                  <a:pt x="95427" y="66726"/>
                </a:lnTo>
                <a:lnTo>
                  <a:pt x="95383" y="66906"/>
                </a:lnTo>
                <a:lnTo>
                  <a:pt x="95336" y="67077"/>
                </a:lnTo>
                <a:lnTo>
                  <a:pt x="95287" y="67238"/>
                </a:lnTo>
                <a:lnTo>
                  <a:pt x="95236" y="67389"/>
                </a:lnTo>
                <a:lnTo>
                  <a:pt x="95182" y="67531"/>
                </a:lnTo>
                <a:lnTo>
                  <a:pt x="95126" y="67663"/>
                </a:lnTo>
                <a:lnTo>
                  <a:pt x="95068" y="67788"/>
                </a:lnTo>
                <a:lnTo>
                  <a:pt x="95008" y="67911"/>
                </a:lnTo>
                <a:lnTo>
                  <a:pt x="94947" y="68030"/>
                </a:lnTo>
                <a:lnTo>
                  <a:pt x="94884" y="68147"/>
                </a:lnTo>
                <a:lnTo>
                  <a:pt x="94819" y="68260"/>
                </a:lnTo>
                <a:lnTo>
                  <a:pt x="94752" y="68371"/>
                </a:lnTo>
                <a:lnTo>
                  <a:pt x="94684" y="68478"/>
                </a:lnTo>
                <a:lnTo>
                  <a:pt x="94614" y="68583"/>
                </a:lnTo>
                <a:lnTo>
                  <a:pt x="94543" y="68684"/>
                </a:lnTo>
                <a:lnTo>
                  <a:pt x="94469" y="68783"/>
                </a:lnTo>
                <a:lnTo>
                  <a:pt x="94394" y="68878"/>
                </a:lnTo>
                <a:lnTo>
                  <a:pt x="94318" y="68971"/>
                </a:lnTo>
                <a:lnTo>
                  <a:pt x="94240" y="69060"/>
                </a:lnTo>
                <a:lnTo>
                  <a:pt x="94160" y="69147"/>
                </a:lnTo>
                <a:lnTo>
                  <a:pt x="94078" y="69230"/>
                </a:lnTo>
                <a:lnTo>
                  <a:pt x="93995" y="69311"/>
                </a:lnTo>
                <a:lnTo>
                  <a:pt x="93910" y="69388"/>
                </a:lnTo>
                <a:lnTo>
                  <a:pt x="93823" y="69463"/>
                </a:lnTo>
                <a:lnTo>
                  <a:pt x="93735" y="69534"/>
                </a:lnTo>
                <a:lnTo>
                  <a:pt x="93645" y="69603"/>
                </a:lnTo>
                <a:lnTo>
                  <a:pt x="93553" y="69668"/>
                </a:lnTo>
                <a:lnTo>
                  <a:pt x="93460" y="69731"/>
                </a:lnTo>
                <a:lnTo>
                  <a:pt x="93365" y="69790"/>
                </a:lnTo>
                <a:lnTo>
                  <a:pt x="93268" y="69847"/>
                </a:lnTo>
                <a:lnTo>
                  <a:pt x="93166" y="69901"/>
                </a:lnTo>
                <a:lnTo>
                  <a:pt x="93057" y="69952"/>
                </a:lnTo>
                <a:lnTo>
                  <a:pt x="92940" y="70002"/>
                </a:lnTo>
                <a:lnTo>
                  <a:pt x="92815" y="70049"/>
                </a:lnTo>
                <a:lnTo>
                  <a:pt x="92683" y="70093"/>
                </a:lnTo>
                <a:lnTo>
                  <a:pt x="92542" y="70136"/>
                </a:lnTo>
                <a:lnTo>
                  <a:pt x="92394" y="70176"/>
                </a:lnTo>
                <a:lnTo>
                  <a:pt x="92238" y="70214"/>
                </a:lnTo>
                <a:lnTo>
                  <a:pt x="92075" y="70249"/>
                </a:lnTo>
                <a:lnTo>
                  <a:pt x="91903" y="70282"/>
                </a:lnTo>
                <a:lnTo>
                  <a:pt x="91724" y="70313"/>
                </a:lnTo>
                <a:lnTo>
                  <a:pt x="91537" y="70342"/>
                </a:lnTo>
                <a:lnTo>
                  <a:pt x="91342" y="70368"/>
                </a:lnTo>
                <a:lnTo>
                  <a:pt x="91140" y="70392"/>
                </a:lnTo>
                <a:lnTo>
                  <a:pt x="90929" y="70414"/>
                </a:lnTo>
                <a:lnTo>
                  <a:pt x="90711" y="70434"/>
                </a:lnTo>
                <a:lnTo>
                  <a:pt x="90485" y="70451"/>
                </a:lnTo>
                <a:lnTo>
                  <a:pt x="90252" y="70466"/>
                </a:lnTo>
                <a:lnTo>
                  <a:pt x="90010" y="70478"/>
                </a:lnTo>
                <a:lnTo>
                  <a:pt x="89761" y="70489"/>
                </a:lnTo>
                <a:lnTo>
                  <a:pt x="89504" y="70497"/>
                </a:lnTo>
                <a:lnTo>
                  <a:pt x="89239" y="70502"/>
                </a:lnTo>
                <a:lnTo>
                  <a:pt x="88967" y="70506"/>
                </a:lnTo>
                <a:lnTo>
                  <a:pt x="88686" y="70507"/>
                </a:lnTo>
                <a:lnTo>
                  <a:pt x="88686" y="72391"/>
                </a:lnTo>
                <a:lnTo>
                  <a:pt x="111340" y="72391"/>
                </a:lnTo>
                <a:lnTo>
                  <a:pt x="111340" y="70507"/>
                </a:lnTo>
                <a:lnTo>
                  <a:pt x="111068" y="70506"/>
                </a:lnTo>
                <a:lnTo>
                  <a:pt x="110803" y="70502"/>
                </a:lnTo>
                <a:lnTo>
                  <a:pt x="110545" y="70496"/>
                </a:lnTo>
                <a:lnTo>
                  <a:pt x="110294" y="70487"/>
                </a:lnTo>
                <a:lnTo>
                  <a:pt x="110051" y="70476"/>
                </a:lnTo>
                <a:lnTo>
                  <a:pt x="109814" y="70463"/>
                </a:lnTo>
                <a:lnTo>
                  <a:pt x="109585" y="70447"/>
                </a:lnTo>
                <a:lnTo>
                  <a:pt x="109363" y="70428"/>
                </a:lnTo>
                <a:lnTo>
                  <a:pt x="109148" y="70407"/>
                </a:lnTo>
                <a:lnTo>
                  <a:pt x="108941" y="70384"/>
                </a:lnTo>
                <a:lnTo>
                  <a:pt x="108740" y="70358"/>
                </a:lnTo>
                <a:lnTo>
                  <a:pt x="108547" y="70329"/>
                </a:lnTo>
                <a:lnTo>
                  <a:pt x="108360" y="70298"/>
                </a:lnTo>
                <a:lnTo>
                  <a:pt x="108181" y="70265"/>
                </a:lnTo>
                <a:lnTo>
                  <a:pt x="108009" y="70229"/>
                </a:lnTo>
                <a:lnTo>
                  <a:pt x="107844" y="70191"/>
                </a:lnTo>
                <a:lnTo>
                  <a:pt x="107687" y="70150"/>
                </a:lnTo>
                <a:lnTo>
                  <a:pt x="107536" y="70107"/>
                </a:lnTo>
                <a:lnTo>
                  <a:pt x="107393" y="70061"/>
                </a:lnTo>
                <a:lnTo>
                  <a:pt x="107257" y="70013"/>
                </a:lnTo>
                <a:lnTo>
                  <a:pt x="107128" y="69963"/>
                </a:lnTo>
                <a:lnTo>
                  <a:pt x="107006" y="69909"/>
                </a:lnTo>
                <a:lnTo>
                  <a:pt x="106891" y="69854"/>
                </a:lnTo>
                <a:lnTo>
                  <a:pt x="106784" y="69796"/>
                </a:lnTo>
                <a:lnTo>
                  <a:pt x="106681" y="69735"/>
                </a:lnTo>
                <a:lnTo>
                  <a:pt x="106580" y="69672"/>
                </a:lnTo>
                <a:lnTo>
                  <a:pt x="106482" y="69607"/>
                </a:lnTo>
                <a:lnTo>
                  <a:pt x="106385" y="69538"/>
                </a:lnTo>
                <a:lnTo>
                  <a:pt x="106291" y="69468"/>
                </a:lnTo>
                <a:lnTo>
                  <a:pt x="106198" y="69394"/>
                </a:lnTo>
                <a:lnTo>
                  <a:pt x="106108" y="69318"/>
                </a:lnTo>
                <a:lnTo>
                  <a:pt x="106020" y="69240"/>
                </a:lnTo>
                <a:lnTo>
                  <a:pt x="105934" y="69159"/>
                </a:lnTo>
                <a:lnTo>
                  <a:pt x="105851" y="69075"/>
                </a:lnTo>
                <a:lnTo>
                  <a:pt x="105769" y="68989"/>
                </a:lnTo>
                <a:lnTo>
                  <a:pt x="105689" y="68901"/>
                </a:lnTo>
                <a:lnTo>
                  <a:pt x="105612" y="68809"/>
                </a:lnTo>
                <a:lnTo>
                  <a:pt x="105537" y="68716"/>
                </a:lnTo>
                <a:lnTo>
                  <a:pt x="105463" y="68619"/>
                </a:lnTo>
                <a:lnTo>
                  <a:pt x="105392" y="68520"/>
                </a:lnTo>
                <a:lnTo>
                  <a:pt x="105323" y="68419"/>
                </a:lnTo>
                <a:lnTo>
                  <a:pt x="105257" y="68315"/>
                </a:lnTo>
                <a:lnTo>
                  <a:pt x="105192" y="68208"/>
                </a:lnTo>
                <a:lnTo>
                  <a:pt x="105129" y="68099"/>
                </a:lnTo>
                <a:lnTo>
                  <a:pt x="105069" y="67988"/>
                </a:lnTo>
                <a:lnTo>
                  <a:pt x="105011" y="67873"/>
                </a:lnTo>
                <a:lnTo>
                  <a:pt x="104954" y="67756"/>
                </a:lnTo>
                <a:lnTo>
                  <a:pt x="104900" y="67637"/>
                </a:lnTo>
                <a:lnTo>
                  <a:pt x="104848" y="67511"/>
                </a:lnTo>
                <a:lnTo>
                  <a:pt x="104799" y="67376"/>
                </a:lnTo>
                <a:lnTo>
                  <a:pt x="104751" y="67230"/>
                </a:lnTo>
                <a:lnTo>
                  <a:pt x="104706" y="67073"/>
                </a:lnTo>
                <a:lnTo>
                  <a:pt x="104663" y="66907"/>
                </a:lnTo>
                <a:lnTo>
                  <a:pt x="104622" y="66731"/>
                </a:lnTo>
                <a:lnTo>
                  <a:pt x="104583" y="66544"/>
                </a:lnTo>
                <a:lnTo>
                  <a:pt x="104547" y="66347"/>
                </a:lnTo>
                <a:lnTo>
                  <a:pt x="104513" y="66141"/>
                </a:lnTo>
                <a:lnTo>
                  <a:pt x="104480" y="65924"/>
                </a:lnTo>
                <a:lnTo>
                  <a:pt x="104451" y="65696"/>
                </a:lnTo>
                <a:lnTo>
                  <a:pt x="104423" y="65459"/>
                </a:lnTo>
                <a:lnTo>
                  <a:pt x="104398" y="65212"/>
                </a:lnTo>
                <a:lnTo>
                  <a:pt x="104374" y="64954"/>
                </a:lnTo>
                <a:lnTo>
                  <a:pt x="104353" y="64687"/>
                </a:lnTo>
                <a:lnTo>
                  <a:pt x="104335" y="64409"/>
                </a:lnTo>
                <a:lnTo>
                  <a:pt x="104318" y="64121"/>
                </a:lnTo>
                <a:lnTo>
                  <a:pt x="104304" y="63823"/>
                </a:lnTo>
                <a:lnTo>
                  <a:pt x="104292" y="63514"/>
                </a:lnTo>
                <a:lnTo>
                  <a:pt x="104282" y="63196"/>
                </a:lnTo>
                <a:lnTo>
                  <a:pt x="104274" y="62867"/>
                </a:lnTo>
                <a:lnTo>
                  <a:pt x="104268" y="62529"/>
                </a:lnTo>
                <a:lnTo>
                  <a:pt x="104265" y="62180"/>
                </a:lnTo>
                <a:lnTo>
                  <a:pt x="104264" y="61821"/>
                </a:lnTo>
                <a:lnTo>
                  <a:pt x="104264" y="24436"/>
                </a:lnTo>
                <a:lnTo>
                  <a:pt x="102024" y="24436"/>
                </a:lnTo>
                <a:lnTo>
                  <a:pt x="87974" y="30125"/>
                </a:lnTo>
                <a:lnTo>
                  <a:pt x="88686" y="31954"/>
                </a:lnTo>
                <a:lnTo>
                  <a:pt x="88855" y="31892"/>
                </a:lnTo>
                <a:close/>
                <a:moveTo>
                  <a:pt x="115622" y="31954"/>
                </a:moveTo>
                <a:lnTo>
                  <a:pt x="115786" y="31892"/>
                </a:lnTo>
                <a:lnTo>
                  <a:pt x="115949" y="31832"/>
                </a:lnTo>
                <a:lnTo>
                  <a:pt x="116109" y="31775"/>
                </a:lnTo>
                <a:lnTo>
                  <a:pt x="116268" y="31721"/>
                </a:lnTo>
                <a:lnTo>
                  <a:pt x="116425" y="31670"/>
                </a:lnTo>
                <a:lnTo>
                  <a:pt x="116579" y="31621"/>
                </a:lnTo>
                <a:lnTo>
                  <a:pt x="116732" y="31574"/>
                </a:lnTo>
                <a:lnTo>
                  <a:pt x="116883" y="31531"/>
                </a:lnTo>
                <a:lnTo>
                  <a:pt x="117032" y="31490"/>
                </a:lnTo>
                <a:lnTo>
                  <a:pt x="117179" y="31451"/>
                </a:lnTo>
                <a:lnTo>
                  <a:pt x="117324" y="31416"/>
                </a:lnTo>
                <a:lnTo>
                  <a:pt x="117467" y="31383"/>
                </a:lnTo>
                <a:lnTo>
                  <a:pt x="117608" y="31352"/>
                </a:lnTo>
                <a:lnTo>
                  <a:pt x="117747" y="31324"/>
                </a:lnTo>
                <a:lnTo>
                  <a:pt x="117885" y="31299"/>
                </a:lnTo>
                <a:lnTo>
                  <a:pt x="118020" y="31277"/>
                </a:lnTo>
                <a:lnTo>
                  <a:pt x="118153" y="31257"/>
                </a:lnTo>
                <a:lnTo>
                  <a:pt x="118285" y="31240"/>
                </a:lnTo>
                <a:lnTo>
                  <a:pt x="118414" y="31225"/>
                </a:lnTo>
                <a:lnTo>
                  <a:pt x="118542" y="31213"/>
                </a:lnTo>
                <a:lnTo>
                  <a:pt x="118667" y="31204"/>
                </a:lnTo>
                <a:lnTo>
                  <a:pt x="118791" y="31197"/>
                </a:lnTo>
                <a:lnTo>
                  <a:pt x="118913" y="31193"/>
                </a:lnTo>
                <a:lnTo>
                  <a:pt x="119032" y="31192"/>
                </a:lnTo>
                <a:lnTo>
                  <a:pt x="119142" y="31193"/>
                </a:lnTo>
                <a:lnTo>
                  <a:pt x="119249" y="31197"/>
                </a:lnTo>
                <a:lnTo>
                  <a:pt x="119355" y="31202"/>
                </a:lnTo>
                <a:lnTo>
                  <a:pt x="119459" y="31210"/>
                </a:lnTo>
                <a:lnTo>
                  <a:pt x="119561" y="31221"/>
                </a:lnTo>
                <a:lnTo>
                  <a:pt x="119661" y="31233"/>
                </a:lnTo>
                <a:lnTo>
                  <a:pt x="119759" y="31248"/>
                </a:lnTo>
                <a:lnTo>
                  <a:pt x="119855" y="31265"/>
                </a:lnTo>
                <a:lnTo>
                  <a:pt x="119950" y="31285"/>
                </a:lnTo>
                <a:lnTo>
                  <a:pt x="120043" y="31307"/>
                </a:lnTo>
                <a:lnTo>
                  <a:pt x="120133" y="31331"/>
                </a:lnTo>
                <a:lnTo>
                  <a:pt x="120222" y="31357"/>
                </a:lnTo>
                <a:lnTo>
                  <a:pt x="120309" y="31386"/>
                </a:lnTo>
                <a:lnTo>
                  <a:pt x="120395" y="31417"/>
                </a:lnTo>
                <a:lnTo>
                  <a:pt x="120478" y="31450"/>
                </a:lnTo>
                <a:lnTo>
                  <a:pt x="120560" y="31485"/>
                </a:lnTo>
                <a:lnTo>
                  <a:pt x="120639" y="31523"/>
                </a:lnTo>
                <a:lnTo>
                  <a:pt x="120717" y="31563"/>
                </a:lnTo>
                <a:lnTo>
                  <a:pt x="120793" y="31606"/>
                </a:lnTo>
                <a:lnTo>
                  <a:pt x="120867" y="31651"/>
                </a:lnTo>
                <a:lnTo>
                  <a:pt x="120939" y="31698"/>
                </a:lnTo>
                <a:lnTo>
                  <a:pt x="121010" y="31747"/>
                </a:lnTo>
                <a:lnTo>
                  <a:pt x="121078" y="31798"/>
                </a:lnTo>
                <a:lnTo>
                  <a:pt x="121145" y="31852"/>
                </a:lnTo>
                <a:lnTo>
                  <a:pt x="121210" y="31909"/>
                </a:lnTo>
                <a:lnTo>
                  <a:pt x="121274" y="31970"/>
                </a:lnTo>
                <a:lnTo>
                  <a:pt x="121336" y="32036"/>
                </a:lnTo>
                <a:lnTo>
                  <a:pt x="121397" y="32105"/>
                </a:lnTo>
                <a:lnTo>
                  <a:pt x="121456" y="32178"/>
                </a:lnTo>
                <a:lnTo>
                  <a:pt x="121514" y="32255"/>
                </a:lnTo>
                <a:lnTo>
                  <a:pt x="121571" y="32337"/>
                </a:lnTo>
                <a:lnTo>
                  <a:pt x="121626" y="32422"/>
                </a:lnTo>
                <a:lnTo>
                  <a:pt x="121680" y="32512"/>
                </a:lnTo>
                <a:lnTo>
                  <a:pt x="121732" y="32605"/>
                </a:lnTo>
                <a:lnTo>
                  <a:pt x="121783" y="32703"/>
                </a:lnTo>
                <a:lnTo>
                  <a:pt x="121832" y="32805"/>
                </a:lnTo>
                <a:lnTo>
                  <a:pt x="121880" y="32911"/>
                </a:lnTo>
                <a:lnTo>
                  <a:pt x="121927" y="33020"/>
                </a:lnTo>
                <a:lnTo>
                  <a:pt x="121972" y="33134"/>
                </a:lnTo>
                <a:lnTo>
                  <a:pt x="122016" y="33252"/>
                </a:lnTo>
                <a:lnTo>
                  <a:pt x="122059" y="33374"/>
                </a:lnTo>
                <a:lnTo>
                  <a:pt x="122100" y="33500"/>
                </a:lnTo>
                <a:lnTo>
                  <a:pt x="122139" y="33630"/>
                </a:lnTo>
                <a:lnTo>
                  <a:pt x="122177" y="33765"/>
                </a:lnTo>
                <a:lnTo>
                  <a:pt x="122214" y="33903"/>
                </a:lnTo>
                <a:lnTo>
                  <a:pt x="122250" y="34045"/>
                </a:lnTo>
                <a:lnTo>
                  <a:pt x="122283" y="34192"/>
                </a:lnTo>
                <a:lnTo>
                  <a:pt x="122316" y="34342"/>
                </a:lnTo>
                <a:lnTo>
                  <a:pt x="122347" y="34506"/>
                </a:lnTo>
                <a:lnTo>
                  <a:pt x="122377" y="34692"/>
                </a:lnTo>
                <a:lnTo>
                  <a:pt x="122405" y="34901"/>
                </a:lnTo>
                <a:lnTo>
                  <a:pt x="122433" y="35133"/>
                </a:lnTo>
                <a:lnTo>
                  <a:pt x="122458" y="35388"/>
                </a:lnTo>
                <a:lnTo>
                  <a:pt x="122483" y="35665"/>
                </a:lnTo>
                <a:lnTo>
                  <a:pt x="122506" y="35966"/>
                </a:lnTo>
                <a:lnTo>
                  <a:pt x="122528" y="36289"/>
                </a:lnTo>
                <a:lnTo>
                  <a:pt x="122549" y="36634"/>
                </a:lnTo>
                <a:lnTo>
                  <a:pt x="122568" y="37003"/>
                </a:lnTo>
                <a:lnTo>
                  <a:pt x="122586" y="37394"/>
                </a:lnTo>
                <a:lnTo>
                  <a:pt x="122602" y="37808"/>
                </a:lnTo>
                <a:lnTo>
                  <a:pt x="122618" y="38245"/>
                </a:lnTo>
                <a:lnTo>
                  <a:pt x="122631" y="38704"/>
                </a:lnTo>
                <a:lnTo>
                  <a:pt x="122644" y="39186"/>
                </a:lnTo>
                <a:lnTo>
                  <a:pt x="122655" y="39691"/>
                </a:lnTo>
                <a:lnTo>
                  <a:pt x="122665" y="40219"/>
                </a:lnTo>
                <a:lnTo>
                  <a:pt x="122674" y="40770"/>
                </a:lnTo>
                <a:lnTo>
                  <a:pt x="122681" y="41343"/>
                </a:lnTo>
                <a:lnTo>
                  <a:pt x="122687" y="41939"/>
                </a:lnTo>
                <a:lnTo>
                  <a:pt x="122692" y="42558"/>
                </a:lnTo>
                <a:lnTo>
                  <a:pt x="122695" y="43199"/>
                </a:lnTo>
                <a:lnTo>
                  <a:pt x="122697" y="43863"/>
                </a:lnTo>
                <a:lnTo>
                  <a:pt x="122698" y="44551"/>
                </a:lnTo>
                <a:lnTo>
                  <a:pt x="122698" y="61821"/>
                </a:lnTo>
                <a:lnTo>
                  <a:pt x="122696" y="62239"/>
                </a:lnTo>
                <a:lnTo>
                  <a:pt x="122689" y="62645"/>
                </a:lnTo>
                <a:lnTo>
                  <a:pt x="122678" y="63040"/>
                </a:lnTo>
                <a:lnTo>
                  <a:pt x="122663" y="63423"/>
                </a:lnTo>
                <a:lnTo>
                  <a:pt x="122644" y="63795"/>
                </a:lnTo>
                <a:lnTo>
                  <a:pt x="122620" y="64156"/>
                </a:lnTo>
                <a:lnTo>
                  <a:pt x="122592" y="64505"/>
                </a:lnTo>
                <a:lnTo>
                  <a:pt x="122559" y="64843"/>
                </a:lnTo>
                <a:lnTo>
                  <a:pt x="122522" y="65170"/>
                </a:lnTo>
                <a:lnTo>
                  <a:pt x="122481" y="65485"/>
                </a:lnTo>
                <a:lnTo>
                  <a:pt x="122436" y="65789"/>
                </a:lnTo>
                <a:lnTo>
                  <a:pt x="122386" y="66082"/>
                </a:lnTo>
                <a:lnTo>
                  <a:pt x="122332" y="66363"/>
                </a:lnTo>
                <a:lnTo>
                  <a:pt x="122273" y="66633"/>
                </a:lnTo>
                <a:lnTo>
                  <a:pt x="122211" y="66891"/>
                </a:lnTo>
                <a:lnTo>
                  <a:pt x="122143" y="67138"/>
                </a:lnTo>
                <a:lnTo>
                  <a:pt x="122072" y="67374"/>
                </a:lnTo>
                <a:lnTo>
                  <a:pt x="121996" y="67598"/>
                </a:lnTo>
                <a:lnTo>
                  <a:pt x="121916" y="67811"/>
                </a:lnTo>
                <a:lnTo>
                  <a:pt x="121832" y="68012"/>
                </a:lnTo>
                <a:lnTo>
                  <a:pt x="121743" y="68202"/>
                </a:lnTo>
                <a:lnTo>
                  <a:pt x="121650" y="68381"/>
                </a:lnTo>
                <a:lnTo>
                  <a:pt x="121552" y="68549"/>
                </a:lnTo>
                <a:lnTo>
                  <a:pt x="121451" y="68705"/>
                </a:lnTo>
                <a:lnTo>
                  <a:pt x="121343" y="68852"/>
                </a:lnTo>
                <a:lnTo>
                  <a:pt x="121227" y="68992"/>
                </a:lnTo>
                <a:lnTo>
                  <a:pt x="121103" y="69127"/>
                </a:lnTo>
                <a:lnTo>
                  <a:pt x="120970" y="69255"/>
                </a:lnTo>
                <a:lnTo>
                  <a:pt x="120830" y="69377"/>
                </a:lnTo>
                <a:lnTo>
                  <a:pt x="120682" y="69493"/>
                </a:lnTo>
                <a:lnTo>
                  <a:pt x="120526" y="69603"/>
                </a:lnTo>
                <a:lnTo>
                  <a:pt x="120362" y="69706"/>
                </a:lnTo>
                <a:lnTo>
                  <a:pt x="120189" y="69803"/>
                </a:lnTo>
                <a:lnTo>
                  <a:pt x="120009" y="69894"/>
                </a:lnTo>
                <a:lnTo>
                  <a:pt x="119821" y="69978"/>
                </a:lnTo>
                <a:lnTo>
                  <a:pt x="119624" y="70056"/>
                </a:lnTo>
                <a:lnTo>
                  <a:pt x="119420" y="70128"/>
                </a:lnTo>
                <a:lnTo>
                  <a:pt x="119207" y="70194"/>
                </a:lnTo>
                <a:lnTo>
                  <a:pt x="118987" y="70254"/>
                </a:lnTo>
                <a:lnTo>
                  <a:pt x="118758" y="70307"/>
                </a:lnTo>
                <a:lnTo>
                  <a:pt x="118521" y="70354"/>
                </a:lnTo>
                <a:lnTo>
                  <a:pt x="118277" y="70394"/>
                </a:lnTo>
                <a:lnTo>
                  <a:pt x="118024" y="70429"/>
                </a:lnTo>
                <a:lnTo>
                  <a:pt x="117763" y="70457"/>
                </a:lnTo>
                <a:lnTo>
                  <a:pt x="117494" y="70479"/>
                </a:lnTo>
                <a:lnTo>
                  <a:pt x="117218" y="70494"/>
                </a:lnTo>
                <a:lnTo>
                  <a:pt x="116933" y="70504"/>
                </a:lnTo>
                <a:lnTo>
                  <a:pt x="116640" y="70507"/>
                </a:lnTo>
                <a:lnTo>
                  <a:pt x="115622" y="70507"/>
                </a:lnTo>
                <a:lnTo>
                  <a:pt x="115622" y="72391"/>
                </a:lnTo>
                <a:lnTo>
                  <a:pt x="138683" y="72391"/>
                </a:lnTo>
                <a:lnTo>
                  <a:pt x="138683" y="70507"/>
                </a:lnTo>
                <a:lnTo>
                  <a:pt x="138369" y="70506"/>
                </a:lnTo>
                <a:lnTo>
                  <a:pt x="138064" y="70502"/>
                </a:lnTo>
                <a:lnTo>
                  <a:pt x="137768" y="70496"/>
                </a:lnTo>
                <a:lnTo>
                  <a:pt x="137481" y="70488"/>
                </a:lnTo>
                <a:lnTo>
                  <a:pt x="137203" y="70477"/>
                </a:lnTo>
                <a:lnTo>
                  <a:pt x="136934" y="70464"/>
                </a:lnTo>
                <a:lnTo>
                  <a:pt x="136674" y="70449"/>
                </a:lnTo>
                <a:lnTo>
                  <a:pt x="136423" y="70431"/>
                </a:lnTo>
                <a:lnTo>
                  <a:pt x="136181" y="70411"/>
                </a:lnTo>
                <a:lnTo>
                  <a:pt x="135947" y="70388"/>
                </a:lnTo>
                <a:lnTo>
                  <a:pt x="135723" y="70363"/>
                </a:lnTo>
                <a:lnTo>
                  <a:pt x="135507" y="70336"/>
                </a:lnTo>
                <a:lnTo>
                  <a:pt x="135301" y="70306"/>
                </a:lnTo>
                <a:lnTo>
                  <a:pt x="135103" y="70274"/>
                </a:lnTo>
                <a:lnTo>
                  <a:pt x="134914" y="70240"/>
                </a:lnTo>
                <a:lnTo>
                  <a:pt x="134735" y="70203"/>
                </a:lnTo>
                <a:lnTo>
                  <a:pt x="134564" y="70164"/>
                </a:lnTo>
                <a:lnTo>
                  <a:pt x="134402" y="70122"/>
                </a:lnTo>
                <a:lnTo>
                  <a:pt x="134249" y="70078"/>
                </a:lnTo>
                <a:lnTo>
                  <a:pt x="134105" y="70032"/>
                </a:lnTo>
                <a:lnTo>
                  <a:pt x="133969" y="69983"/>
                </a:lnTo>
                <a:lnTo>
                  <a:pt x="133843" y="69932"/>
                </a:lnTo>
                <a:lnTo>
                  <a:pt x="133726" y="69879"/>
                </a:lnTo>
                <a:lnTo>
                  <a:pt x="133617" y="69823"/>
                </a:lnTo>
                <a:lnTo>
                  <a:pt x="133514" y="69765"/>
                </a:lnTo>
                <a:lnTo>
                  <a:pt x="133413" y="69703"/>
                </a:lnTo>
                <a:lnTo>
                  <a:pt x="133314" y="69640"/>
                </a:lnTo>
                <a:lnTo>
                  <a:pt x="133217" y="69573"/>
                </a:lnTo>
                <a:lnTo>
                  <a:pt x="133121" y="69504"/>
                </a:lnTo>
                <a:lnTo>
                  <a:pt x="133027" y="69432"/>
                </a:lnTo>
                <a:lnTo>
                  <a:pt x="132935" y="69357"/>
                </a:lnTo>
                <a:lnTo>
                  <a:pt x="132845" y="69280"/>
                </a:lnTo>
                <a:lnTo>
                  <a:pt x="132757" y="69200"/>
                </a:lnTo>
                <a:lnTo>
                  <a:pt x="132671" y="69117"/>
                </a:lnTo>
                <a:lnTo>
                  <a:pt x="132586" y="69031"/>
                </a:lnTo>
                <a:lnTo>
                  <a:pt x="132504" y="68943"/>
                </a:lnTo>
                <a:lnTo>
                  <a:pt x="132423" y="68852"/>
                </a:lnTo>
                <a:lnTo>
                  <a:pt x="132344" y="68758"/>
                </a:lnTo>
                <a:lnTo>
                  <a:pt x="132267" y="68661"/>
                </a:lnTo>
                <a:lnTo>
                  <a:pt x="132192" y="68562"/>
                </a:lnTo>
                <a:lnTo>
                  <a:pt x="132119" y="68460"/>
                </a:lnTo>
                <a:lnTo>
                  <a:pt x="132047" y="68356"/>
                </a:lnTo>
                <a:lnTo>
                  <a:pt x="131978" y="68248"/>
                </a:lnTo>
                <a:lnTo>
                  <a:pt x="131910" y="68138"/>
                </a:lnTo>
                <a:lnTo>
                  <a:pt x="131844" y="68025"/>
                </a:lnTo>
                <a:lnTo>
                  <a:pt x="131780" y="67910"/>
                </a:lnTo>
                <a:lnTo>
                  <a:pt x="131718" y="67792"/>
                </a:lnTo>
                <a:lnTo>
                  <a:pt x="131658" y="67671"/>
                </a:lnTo>
                <a:lnTo>
                  <a:pt x="131612" y="67571"/>
                </a:lnTo>
                <a:lnTo>
                  <a:pt x="131568" y="67460"/>
                </a:lnTo>
                <a:lnTo>
                  <a:pt x="131526" y="67336"/>
                </a:lnTo>
                <a:lnTo>
                  <a:pt x="131486" y="67199"/>
                </a:lnTo>
                <a:lnTo>
                  <a:pt x="131448" y="67050"/>
                </a:lnTo>
                <a:lnTo>
                  <a:pt x="131413" y="66889"/>
                </a:lnTo>
                <a:lnTo>
                  <a:pt x="131378" y="66715"/>
                </a:lnTo>
                <a:lnTo>
                  <a:pt x="131346" y="66528"/>
                </a:lnTo>
                <a:lnTo>
                  <a:pt x="131316" y="66329"/>
                </a:lnTo>
                <a:lnTo>
                  <a:pt x="131288" y="66118"/>
                </a:lnTo>
                <a:lnTo>
                  <a:pt x="131262" y="65894"/>
                </a:lnTo>
                <a:lnTo>
                  <a:pt x="131238" y="65658"/>
                </a:lnTo>
                <a:lnTo>
                  <a:pt x="131215" y="65409"/>
                </a:lnTo>
                <a:lnTo>
                  <a:pt x="131195" y="65147"/>
                </a:lnTo>
                <a:lnTo>
                  <a:pt x="131176" y="64873"/>
                </a:lnTo>
                <a:lnTo>
                  <a:pt x="131160" y="64587"/>
                </a:lnTo>
                <a:lnTo>
                  <a:pt x="131145" y="64288"/>
                </a:lnTo>
                <a:lnTo>
                  <a:pt x="131133" y="63977"/>
                </a:lnTo>
                <a:lnTo>
                  <a:pt x="131122" y="63653"/>
                </a:lnTo>
                <a:lnTo>
                  <a:pt x="131113" y="63317"/>
                </a:lnTo>
                <a:lnTo>
                  <a:pt x="131106" y="62968"/>
                </a:lnTo>
                <a:lnTo>
                  <a:pt x="131101" y="62606"/>
                </a:lnTo>
                <a:lnTo>
                  <a:pt x="131099" y="62233"/>
                </a:lnTo>
                <a:lnTo>
                  <a:pt x="131098" y="61846"/>
                </a:lnTo>
                <a:lnTo>
                  <a:pt x="131098" y="37384"/>
                </a:lnTo>
                <a:lnTo>
                  <a:pt x="131598" y="36846"/>
                </a:lnTo>
                <a:lnTo>
                  <a:pt x="132099" y="36332"/>
                </a:lnTo>
                <a:lnTo>
                  <a:pt x="132600" y="35840"/>
                </a:lnTo>
                <a:lnTo>
                  <a:pt x="133101" y="35372"/>
                </a:lnTo>
                <a:lnTo>
                  <a:pt x="133603" y="34926"/>
                </a:lnTo>
                <a:lnTo>
                  <a:pt x="134104" y="34503"/>
                </a:lnTo>
                <a:lnTo>
                  <a:pt x="134606" y="34103"/>
                </a:lnTo>
                <a:lnTo>
                  <a:pt x="135108" y="33726"/>
                </a:lnTo>
                <a:lnTo>
                  <a:pt x="135610" y="33371"/>
                </a:lnTo>
                <a:lnTo>
                  <a:pt x="136112" y="33040"/>
                </a:lnTo>
                <a:lnTo>
                  <a:pt x="136615" y="32731"/>
                </a:lnTo>
                <a:lnTo>
                  <a:pt x="137117" y="32445"/>
                </a:lnTo>
                <a:lnTo>
                  <a:pt x="137620" y="32182"/>
                </a:lnTo>
                <a:lnTo>
                  <a:pt x="138123" y="31942"/>
                </a:lnTo>
                <a:lnTo>
                  <a:pt x="138626" y="31725"/>
                </a:lnTo>
                <a:lnTo>
                  <a:pt x="139130" y="31531"/>
                </a:lnTo>
                <a:lnTo>
                  <a:pt x="139633" y="31359"/>
                </a:lnTo>
                <a:lnTo>
                  <a:pt x="140137" y="31211"/>
                </a:lnTo>
                <a:lnTo>
                  <a:pt x="140641" y="31085"/>
                </a:lnTo>
                <a:lnTo>
                  <a:pt x="141145" y="30982"/>
                </a:lnTo>
                <a:lnTo>
                  <a:pt x="141649" y="30902"/>
                </a:lnTo>
                <a:lnTo>
                  <a:pt x="142153" y="30845"/>
                </a:lnTo>
                <a:lnTo>
                  <a:pt x="142658" y="30811"/>
                </a:lnTo>
                <a:lnTo>
                  <a:pt x="143163" y="30799"/>
                </a:lnTo>
                <a:lnTo>
                  <a:pt x="143485" y="30804"/>
                </a:lnTo>
                <a:lnTo>
                  <a:pt x="143800" y="30819"/>
                </a:lnTo>
                <a:lnTo>
                  <a:pt x="144107" y="30844"/>
                </a:lnTo>
                <a:lnTo>
                  <a:pt x="144406" y="30879"/>
                </a:lnTo>
                <a:lnTo>
                  <a:pt x="144698" y="30923"/>
                </a:lnTo>
                <a:lnTo>
                  <a:pt x="144981" y="30978"/>
                </a:lnTo>
                <a:lnTo>
                  <a:pt x="145257" y="31043"/>
                </a:lnTo>
                <a:lnTo>
                  <a:pt x="145524" y="31117"/>
                </a:lnTo>
                <a:lnTo>
                  <a:pt x="145784" y="31202"/>
                </a:lnTo>
                <a:lnTo>
                  <a:pt x="146036" y="31296"/>
                </a:lnTo>
                <a:lnTo>
                  <a:pt x="146280" y="31400"/>
                </a:lnTo>
                <a:lnTo>
                  <a:pt x="146516" y="31515"/>
                </a:lnTo>
                <a:lnTo>
                  <a:pt x="146744" y="31639"/>
                </a:lnTo>
                <a:lnTo>
                  <a:pt x="146965" y="31773"/>
                </a:lnTo>
                <a:lnTo>
                  <a:pt x="147178" y="31917"/>
                </a:lnTo>
                <a:lnTo>
                  <a:pt x="147382" y="32071"/>
                </a:lnTo>
                <a:lnTo>
                  <a:pt x="147579" y="32235"/>
                </a:lnTo>
                <a:lnTo>
                  <a:pt x="147768" y="32409"/>
                </a:lnTo>
                <a:lnTo>
                  <a:pt x="147949" y="32593"/>
                </a:lnTo>
                <a:lnTo>
                  <a:pt x="148123" y="32787"/>
                </a:lnTo>
                <a:lnTo>
                  <a:pt x="148288" y="32990"/>
                </a:lnTo>
                <a:lnTo>
                  <a:pt x="148446" y="33204"/>
                </a:lnTo>
                <a:lnTo>
                  <a:pt x="148595" y="33428"/>
                </a:lnTo>
                <a:lnTo>
                  <a:pt x="148737" y="33661"/>
                </a:lnTo>
                <a:lnTo>
                  <a:pt x="148872" y="33906"/>
                </a:lnTo>
                <a:lnTo>
                  <a:pt x="149001" y="34162"/>
                </a:lnTo>
                <a:lnTo>
                  <a:pt x="149125" y="34431"/>
                </a:lnTo>
                <a:lnTo>
                  <a:pt x="149243" y="34711"/>
                </a:lnTo>
                <a:lnTo>
                  <a:pt x="149355" y="35004"/>
                </a:lnTo>
                <a:lnTo>
                  <a:pt x="149461" y="35309"/>
                </a:lnTo>
                <a:lnTo>
                  <a:pt x="149561" y="35626"/>
                </a:lnTo>
                <a:lnTo>
                  <a:pt x="149656" y="35954"/>
                </a:lnTo>
                <a:lnTo>
                  <a:pt x="149745" y="36295"/>
                </a:lnTo>
                <a:lnTo>
                  <a:pt x="149829" y="36648"/>
                </a:lnTo>
                <a:lnTo>
                  <a:pt x="149906" y="37013"/>
                </a:lnTo>
                <a:lnTo>
                  <a:pt x="149978" y="37390"/>
                </a:lnTo>
                <a:lnTo>
                  <a:pt x="150044" y="37779"/>
                </a:lnTo>
                <a:lnTo>
                  <a:pt x="150104" y="38180"/>
                </a:lnTo>
                <a:lnTo>
                  <a:pt x="150159" y="38593"/>
                </a:lnTo>
                <a:lnTo>
                  <a:pt x="150208" y="39018"/>
                </a:lnTo>
                <a:lnTo>
                  <a:pt x="150251" y="39456"/>
                </a:lnTo>
                <a:lnTo>
                  <a:pt x="150288" y="39905"/>
                </a:lnTo>
                <a:lnTo>
                  <a:pt x="150320" y="40366"/>
                </a:lnTo>
                <a:lnTo>
                  <a:pt x="150346" y="40839"/>
                </a:lnTo>
                <a:lnTo>
                  <a:pt x="150366" y="41325"/>
                </a:lnTo>
                <a:lnTo>
                  <a:pt x="150380" y="41822"/>
                </a:lnTo>
                <a:lnTo>
                  <a:pt x="150389" y="42332"/>
                </a:lnTo>
                <a:lnTo>
                  <a:pt x="150392" y="42853"/>
                </a:lnTo>
                <a:lnTo>
                  <a:pt x="150392" y="61846"/>
                </a:lnTo>
                <a:lnTo>
                  <a:pt x="150391" y="62174"/>
                </a:lnTo>
                <a:lnTo>
                  <a:pt x="150390" y="62491"/>
                </a:lnTo>
                <a:lnTo>
                  <a:pt x="150388" y="62796"/>
                </a:lnTo>
                <a:lnTo>
                  <a:pt x="150386" y="63090"/>
                </a:lnTo>
                <a:lnTo>
                  <a:pt x="150383" y="63373"/>
                </a:lnTo>
                <a:lnTo>
                  <a:pt x="150379" y="63644"/>
                </a:lnTo>
                <a:lnTo>
                  <a:pt x="150374" y="63905"/>
                </a:lnTo>
                <a:lnTo>
                  <a:pt x="150369" y="64154"/>
                </a:lnTo>
                <a:lnTo>
                  <a:pt x="150363" y="64391"/>
                </a:lnTo>
                <a:lnTo>
                  <a:pt x="150356" y="64618"/>
                </a:lnTo>
                <a:lnTo>
                  <a:pt x="150349" y="64833"/>
                </a:lnTo>
                <a:lnTo>
                  <a:pt x="150341" y="65037"/>
                </a:lnTo>
                <a:lnTo>
                  <a:pt x="150332" y="65230"/>
                </a:lnTo>
                <a:lnTo>
                  <a:pt x="150322" y="65412"/>
                </a:lnTo>
                <a:lnTo>
                  <a:pt x="150312" y="65582"/>
                </a:lnTo>
                <a:lnTo>
                  <a:pt x="150301" y="65741"/>
                </a:lnTo>
                <a:lnTo>
                  <a:pt x="150289" y="65889"/>
                </a:lnTo>
                <a:lnTo>
                  <a:pt x="150277" y="66025"/>
                </a:lnTo>
                <a:lnTo>
                  <a:pt x="150264" y="66150"/>
                </a:lnTo>
                <a:lnTo>
                  <a:pt x="150250" y="66264"/>
                </a:lnTo>
                <a:lnTo>
                  <a:pt x="150236" y="66367"/>
                </a:lnTo>
                <a:lnTo>
                  <a:pt x="150220" y="66459"/>
                </a:lnTo>
                <a:lnTo>
                  <a:pt x="150204" y="66539"/>
                </a:lnTo>
                <a:lnTo>
                  <a:pt x="150188" y="66608"/>
                </a:lnTo>
                <a:lnTo>
                  <a:pt x="150144" y="66766"/>
                </a:lnTo>
                <a:lnTo>
                  <a:pt x="150098" y="66922"/>
                </a:lnTo>
                <a:lnTo>
                  <a:pt x="150048" y="67074"/>
                </a:lnTo>
                <a:lnTo>
                  <a:pt x="149996" y="67223"/>
                </a:lnTo>
                <a:lnTo>
                  <a:pt x="149942" y="67369"/>
                </a:lnTo>
                <a:lnTo>
                  <a:pt x="149884" y="67511"/>
                </a:lnTo>
                <a:lnTo>
                  <a:pt x="149824" y="67650"/>
                </a:lnTo>
                <a:lnTo>
                  <a:pt x="149761" y="67786"/>
                </a:lnTo>
                <a:lnTo>
                  <a:pt x="149695" y="67919"/>
                </a:lnTo>
                <a:lnTo>
                  <a:pt x="149627" y="68048"/>
                </a:lnTo>
                <a:lnTo>
                  <a:pt x="149555" y="68174"/>
                </a:lnTo>
                <a:lnTo>
                  <a:pt x="149482" y="68297"/>
                </a:lnTo>
                <a:lnTo>
                  <a:pt x="149405" y="68417"/>
                </a:lnTo>
                <a:lnTo>
                  <a:pt x="149325" y="68533"/>
                </a:lnTo>
                <a:lnTo>
                  <a:pt x="149243" y="68647"/>
                </a:lnTo>
                <a:lnTo>
                  <a:pt x="149158" y="68757"/>
                </a:lnTo>
                <a:lnTo>
                  <a:pt x="149071" y="68863"/>
                </a:lnTo>
                <a:lnTo>
                  <a:pt x="148980" y="68967"/>
                </a:lnTo>
                <a:lnTo>
                  <a:pt x="148887" y="69067"/>
                </a:lnTo>
                <a:lnTo>
                  <a:pt x="148791" y="69164"/>
                </a:lnTo>
                <a:lnTo>
                  <a:pt x="148693" y="69257"/>
                </a:lnTo>
                <a:lnTo>
                  <a:pt x="148592" y="69348"/>
                </a:lnTo>
                <a:lnTo>
                  <a:pt x="148487" y="69435"/>
                </a:lnTo>
                <a:lnTo>
                  <a:pt x="148381" y="69519"/>
                </a:lnTo>
                <a:lnTo>
                  <a:pt x="148269" y="69600"/>
                </a:lnTo>
                <a:lnTo>
                  <a:pt x="148151" y="69677"/>
                </a:lnTo>
                <a:lnTo>
                  <a:pt x="148025" y="69751"/>
                </a:lnTo>
                <a:lnTo>
                  <a:pt x="147894" y="69821"/>
                </a:lnTo>
                <a:lnTo>
                  <a:pt x="147755" y="69888"/>
                </a:lnTo>
                <a:lnTo>
                  <a:pt x="147609" y="69951"/>
                </a:lnTo>
                <a:lnTo>
                  <a:pt x="147457" y="70011"/>
                </a:lnTo>
                <a:lnTo>
                  <a:pt x="147297" y="70068"/>
                </a:lnTo>
                <a:lnTo>
                  <a:pt x="147131" y="70121"/>
                </a:lnTo>
                <a:lnTo>
                  <a:pt x="146959" y="70171"/>
                </a:lnTo>
                <a:lnTo>
                  <a:pt x="146779" y="70217"/>
                </a:lnTo>
                <a:lnTo>
                  <a:pt x="146593" y="70260"/>
                </a:lnTo>
                <a:lnTo>
                  <a:pt x="146399" y="70299"/>
                </a:lnTo>
                <a:lnTo>
                  <a:pt x="146199" y="70335"/>
                </a:lnTo>
                <a:lnTo>
                  <a:pt x="145992" y="70368"/>
                </a:lnTo>
                <a:lnTo>
                  <a:pt x="145779" y="70397"/>
                </a:lnTo>
                <a:lnTo>
                  <a:pt x="145558" y="70423"/>
                </a:lnTo>
                <a:lnTo>
                  <a:pt x="145331" y="70445"/>
                </a:lnTo>
                <a:lnTo>
                  <a:pt x="145097" y="70464"/>
                </a:lnTo>
                <a:lnTo>
                  <a:pt x="144856" y="70480"/>
                </a:lnTo>
                <a:lnTo>
                  <a:pt x="144608" y="70492"/>
                </a:lnTo>
                <a:lnTo>
                  <a:pt x="144354" y="70500"/>
                </a:lnTo>
                <a:lnTo>
                  <a:pt x="144093" y="70505"/>
                </a:lnTo>
                <a:lnTo>
                  <a:pt x="143824" y="70507"/>
                </a:lnTo>
                <a:lnTo>
                  <a:pt x="142857" y="70507"/>
                </a:lnTo>
                <a:lnTo>
                  <a:pt x="142857" y="72391"/>
                </a:lnTo>
                <a:lnTo>
                  <a:pt x="165918" y="72391"/>
                </a:lnTo>
                <a:lnTo>
                  <a:pt x="165918" y="70507"/>
                </a:lnTo>
                <a:lnTo>
                  <a:pt x="165642" y="70506"/>
                </a:lnTo>
                <a:lnTo>
                  <a:pt x="165373" y="70502"/>
                </a:lnTo>
                <a:lnTo>
                  <a:pt x="165111" y="70496"/>
                </a:lnTo>
                <a:lnTo>
                  <a:pt x="164857" y="70487"/>
                </a:lnTo>
                <a:lnTo>
                  <a:pt x="164610" y="70476"/>
                </a:lnTo>
                <a:lnTo>
                  <a:pt x="164370" y="70463"/>
                </a:lnTo>
                <a:lnTo>
                  <a:pt x="164138" y="70447"/>
                </a:lnTo>
                <a:lnTo>
                  <a:pt x="163913" y="70428"/>
                </a:lnTo>
                <a:lnTo>
                  <a:pt x="163695" y="70407"/>
                </a:lnTo>
                <a:lnTo>
                  <a:pt x="163485" y="70384"/>
                </a:lnTo>
                <a:lnTo>
                  <a:pt x="163282" y="70358"/>
                </a:lnTo>
                <a:lnTo>
                  <a:pt x="163087" y="70329"/>
                </a:lnTo>
                <a:lnTo>
                  <a:pt x="162898" y="70298"/>
                </a:lnTo>
                <a:lnTo>
                  <a:pt x="162717" y="70265"/>
                </a:lnTo>
                <a:lnTo>
                  <a:pt x="162544" y="70229"/>
                </a:lnTo>
                <a:lnTo>
                  <a:pt x="162377" y="70191"/>
                </a:lnTo>
                <a:lnTo>
                  <a:pt x="162218" y="70150"/>
                </a:lnTo>
                <a:lnTo>
                  <a:pt x="162067" y="70107"/>
                </a:lnTo>
                <a:lnTo>
                  <a:pt x="161923" y="70061"/>
                </a:lnTo>
                <a:lnTo>
                  <a:pt x="161786" y="70013"/>
                </a:lnTo>
                <a:lnTo>
                  <a:pt x="161656" y="69963"/>
                </a:lnTo>
                <a:lnTo>
                  <a:pt x="161534" y="69909"/>
                </a:lnTo>
                <a:lnTo>
                  <a:pt x="161419" y="69854"/>
                </a:lnTo>
                <a:lnTo>
                  <a:pt x="161311" y="69796"/>
                </a:lnTo>
                <a:lnTo>
                  <a:pt x="161208" y="69736"/>
                </a:lnTo>
                <a:lnTo>
                  <a:pt x="161108" y="69673"/>
                </a:lnTo>
                <a:lnTo>
                  <a:pt x="161010" y="69609"/>
                </a:lnTo>
                <a:lnTo>
                  <a:pt x="160915" y="69543"/>
                </a:lnTo>
                <a:lnTo>
                  <a:pt x="160821" y="69475"/>
                </a:lnTo>
                <a:lnTo>
                  <a:pt x="160731" y="69405"/>
                </a:lnTo>
                <a:lnTo>
                  <a:pt x="160642" y="69334"/>
                </a:lnTo>
                <a:lnTo>
                  <a:pt x="160556" y="69260"/>
                </a:lnTo>
                <a:lnTo>
                  <a:pt x="160472" y="69184"/>
                </a:lnTo>
                <a:lnTo>
                  <a:pt x="160391" y="69106"/>
                </a:lnTo>
                <a:lnTo>
                  <a:pt x="160312" y="69027"/>
                </a:lnTo>
                <a:lnTo>
                  <a:pt x="160236" y="68945"/>
                </a:lnTo>
                <a:lnTo>
                  <a:pt x="160162" y="68862"/>
                </a:lnTo>
                <a:lnTo>
                  <a:pt x="160090" y="68776"/>
                </a:lnTo>
                <a:lnTo>
                  <a:pt x="160021" y="68689"/>
                </a:lnTo>
                <a:lnTo>
                  <a:pt x="159954" y="68600"/>
                </a:lnTo>
                <a:lnTo>
                  <a:pt x="159889" y="68508"/>
                </a:lnTo>
                <a:lnTo>
                  <a:pt x="159827" y="68415"/>
                </a:lnTo>
                <a:lnTo>
                  <a:pt x="159767" y="68320"/>
                </a:lnTo>
                <a:lnTo>
                  <a:pt x="159710" y="68223"/>
                </a:lnTo>
                <a:lnTo>
                  <a:pt x="159655" y="68124"/>
                </a:lnTo>
                <a:lnTo>
                  <a:pt x="159602" y="68023"/>
                </a:lnTo>
                <a:lnTo>
                  <a:pt x="159552" y="67920"/>
                </a:lnTo>
                <a:lnTo>
                  <a:pt x="159504" y="67815"/>
                </a:lnTo>
                <a:lnTo>
                  <a:pt x="159446" y="67679"/>
                </a:lnTo>
                <a:lnTo>
                  <a:pt x="159390" y="67533"/>
                </a:lnTo>
                <a:lnTo>
                  <a:pt x="159337" y="67377"/>
                </a:lnTo>
                <a:lnTo>
                  <a:pt x="159286" y="67211"/>
                </a:lnTo>
                <a:lnTo>
                  <a:pt x="159238" y="67036"/>
                </a:lnTo>
                <a:lnTo>
                  <a:pt x="159192" y="66850"/>
                </a:lnTo>
                <a:lnTo>
                  <a:pt x="159149" y="66655"/>
                </a:lnTo>
                <a:lnTo>
                  <a:pt x="159108" y="66449"/>
                </a:lnTo>
                <a:lnTo>
                  <a:pt x="159070" y="66234"/>
                </a:lnTo>
                <a:lnTo>
                  <a:pt x="159034" y="66009"/>
                </a:lnTo>
                <a:lnTo>
                  <a:pt x="159000" y="65774"/>
                </a:lnTo>
                <a:lnTo>
                  <a:pt x="158969" y="65529"/>
                </a:lnTo>
                <a:lnTo>
                  <a:pt x="158941" y="65274"/>
                </a:lnTo>
                <a:lnTo>
                  <a:pt x="158915" y="65010"/>
                </a:lnTo>
                <a:lnTo>
                  <a:pt x="158891" y="64735"/>
                </a:lnTo>
                <a:lnTo>
                  <a:pt x="158870" y="64451"/>
                </a:lnTo>
                <a:lnTo>
                  <a:pt x="158852" y="64157"/>
                </a:lnTo>
                <a:lnTo>
                  <a:pt x="158836" y="63853"/>
                </a:lnTo>
                <a:lnTo>
                  <a:pt x="158822" y="63539"/>
                </a:lnTo>
                <a:lnTo>
                  <a:pt x="158811" y="63215"/>
                </a:lnTo>
                <a:lnTo>
                  <a:pt x="158802" y="62881"/>
                </a:lnTo>
                <a:lnTo>
                  <a:pt x="158796" y="62538"/>
                </a:lnTo>
                <a:lnTo>
                  <a:pt x="158792" y="62184"/>
                </a:lnTo>
                <a:lnTo>
                  <a:pt x="158791" y="61821"/>
                </a:lnTo>
                <a:lnTo>
                  <a:pt x="158791" y="41961"/>
                </a:lnTo>
                <a:lnTo>
                  <a:pt x="158789" y="41441"/>
                </a:lnTo>
                <a:lnTo>
                  <a:pt x="158783" y="40933"/>
                </a:lnTo>
                <a:lnTo>
                  <a:pt x="158774" y="40436"/>
                </a:lnTo>
                <a:lnTo>
                  <a:pt x="158760" y="39951"/>
                </a:lnTo>
                <a:lnTo>
                  <a:pt x="158743" y="39477"/>
                </a:lnTo>
                <a:lnTo>
                  <a:pt x="158721" y="39014"/>
                </a:lnTo>
                <a:lnTo>
                  <a:pt x="158696" y="38562"/>
                </a:lnTo>
                <a:lnTo>
                  <a:pt x="158667" y="38122"/>
                </a:lnTo>
                <a:lnTo>
                  <a:pt x="158634" y="37693"/>
                </a:lnTo>
                <a:lnTo>
                  <a:pt x="158597" y="37276"/>
                </a:lnTo>
                <a:lnTo>
                  <a:pt x="158556" y="36869"/>
                </a:lnTo>
                <a:lnTo>
                  <a:pt x="158511" y="36474"/>
                </a:lnTo>
                <a:lnTo>
                  <a:pt x="158463" y="36090"/>
                </a:lnTo>
                <a:lnTo>
                  <a:pt x="158410" y="35718"/>
                </a:lnTo>
                <a:lnTo>
                  <a:pt x="158354" y="35357"/>
                </a:lnTo>
                <a:lnTo>
                  <a:pt x="158293" y="35007"/>
                </a:lnTo>
                <a:lnTo>
                  <a:pt x="158229" y="34668"/>
                </a:lnTo>
                <a:lnTo>
                  <a:pt x="158161" y="34341"/>
                </a:lnTo>
                <a:lnTo>
                  <a:pt x="158089" y="34025"/>
                </a:lnTo>
                <a:lnTo>
                  <a:pt x="158014" y="33720"/>
                </a:lnTo>
                <a:lnTo>
                  <a:pt x="157934" y="33427"/>
                </a:lnTo>
                <a:lnTo>
                  <a:pt x="157850" y="33145"/>
                </a:lnTo>
                <a:lnTo>
                  <a:pt x="157763" y="32874"/>
                </a:lnTo>
                <a:lnTo>
                  <a:pt x="157671" y="32614"/>
                </a:lnTo>
                <a:lnTo>
                  <a:pt x="157534" y="32255"/>
                </a:lnTo>
                <a:lnTo>
                  <a:pt x="157392" y="31903"/>
                </a:lnTo>
                <a:lnTo>
                  <a:pt x="157247" y="31561"/>
                </a:lnTo>
                <a:lnTo>
                  <a:pt x="157097" y="31227"/>
                </a:lnTo>
                <a:lnTo>
                  <a:pt x="156944" y="30901"/>
                </a:lnTo>
                <a:lnTo>
                  <a:pt x="156787" y="30584"/>
                </a:lnTo>
                <a:lnTo>
                  <a:pt x="156626" y="30276"/>
                </a:lnTo>
                <a:lnTo>
                  <a:pt x="156461" y="29976"/>
                </a:lnTo>
                <a:lnTo>
                  <a:pt x="156292" y="29684"/>
                </a:lnTo>
                <a:lnTo>
                  <a:pt x="156119" y="29402"/>
                </a:lnTo>
                <a:lnTo>
                  <a:pt x="155943" y="29127"/>
                </a:lnTo>
                <a:lnTo>
                  <a:pt x="155762" y="28862"/>
                </a:lnTo>
                <a:lnTo>
                  <a:pt x="155578" y="28605"/>
                </a:lnTo>
                <a:lnTo>
                  <a:pt x="155390" y="28356"/>
                </a:lnTo>
                <a:lnTo>
                  <a:pt x="155198" y="28116"/>
                </a:lnTo>
                <a:lnTo>
                  <a:pt x="155001" y="27885"/>
                </a:lnTo>
                <a:lnTo>
                  <a:pt x="154802" y="27662"/>
                </a:lnTo>
                <a:lnTo>
                  <a:pt x="154598" y="27448"/>
                </a:lnTo>
                <a:lnTo>
                  <a:pt x="154390" y="27242"/>
                </a:lnTo>
                <a:lnTo>
                  <a:pt x="154178" y="27045"/>
                </a:lnTo>
                <a:lnTo>
                  <a:pt x="153963" y="26856"/>
                </a:lnTo>
                <a:lnTo>
                  <a:pt x="153744" y="26676"/>
                </a:lnTo>
                <a:lnTo>
                  <a:pt x="153520" y="26504"/>
                </a:lnTo>
                <a:lnTo>
                  <a:pt x="153293" y="26341"/>
                </a:lnTo>
                <a:lnTo>
                  <a:pt x="153062" y="26186"/>
                </a:lnTo>
                <a:lnTo>
                  <a:pt x="152828" y="26037"/>
                </a:lnTo>
                <a:lnTo>
                  <a:pt x="152589" y="25895"/>
                </a:lnTo>
                <a:lnTo>
                  <a:pt x="152347" y="25759"/>
                </a:lnTo>
                <a:lnTo>
                  <a:pt x="152101" y="25630"/>
                </a:lnTo>
                <a:lnTo>
                  <a:pt x="151852" y="25508"/>
                </a:lnTo>
                <a:lnTo>
                  <a:pt x="151599" y="25392"/>
                </a:lnTo>
                <a:lnTo>
                  <a:pt x="151342" y="25283"/>
                </a:lnTo>
                <a:lnTo>
                  <a:pt x="151081" y="25180"/>
                </a:lnTo>
                <a:lnTo>
                  <a:pt x="150817" y="25084"/>
                </a:lnTo>
                <a:lnTo>
                  <a:pt x="150549" y="24995"/>
                </a:lnTo>
                <a:lnTo>
                  <a:pt x="150277" y="24912"/>
                </a:lnTo>
                <a:lnTo>
                  <a:pt x="150001" y="24836"/>
                </a:lnTo>
                <a:lnTo>
                  <a:pt x="149722" y="24767"/>
                </a:lnTo>
                <a:lnTo>
                  <a:pt x="149439" y="24704"/>
                </a:lnTo>
                <a:lnTo>
                  <a:pt x="149153" y="24647"/>
                </a:lnTo>
                <a:lnTo>
                  <a:pt x="148862" y="24598"/>
                </a:lnTo>
                <a:lnTo>
                  <a:pt x="148568" y="24555"/>
                </a:lnTo>
                <a:lnTo>
                  <a:pt x="148271" y="24518"/>
                </a:lnTo>
                <a:lnTo>
                  <a:pt x="147969" y="24489"/>
                </a:lnTo>
                <a:lnTo>
                  <a:pt x="147664" y="24465"/>
                </a:lnTo>
                <a:lnTo>
                  <a:pt x="147355" y="24449"/>
                </a:lnTo>
                <a:lnTo>
                  <a:pt x="147042" y="24439"/>
                </a:lnTo>
                <a:lnTo>
                  <a:pt x="146726" y="24436"/>
                </a:lnTo>
                <a:lnTo>
                  <a:pt x="146105" y="24453"/>
                </a:lnTo>
                <a:lnTo>
                  <a:pt x="145482" y="24504"/>
                </a:lnTo>
                <a:lnTo>
                  <a:pt x="144856" y="24590"/>
                </a:lnTo>
                <a:lnTo>
                  <a:pt x="144227" y="24710"/>
                </a:lnTo>
                <a:lnTo>
                  <a:pt x="143596" y="24864"/>
                </a:lnTo>
                <a:lnTo>
                  <a:pt x="142962" y="25053"/>
                </a:lnTo>
                <a:lnTo>
                  <a:pt x="142326" y="25276"/>
                </a:lnTo>
                <a:lnTo>
                  <a:pt x="141686" y="25533"/>
                </a:lnTo>
                <a:lnTo>
                  <a:pt x="141044" y="25824"/>
                </a:lnTo>
                <a:lnTo>
                  <a:pt x="140400" y="26150"/>
                </a:lnTo>
                <a:lnTo>
                  <a:pt x="139753" y="26510"/>
                </a:lnTo>
                <a:lnTo>
                  <a:pt x="139103" y="26905"/>
                </a:lnTo>
                <a:lnTo>
                  <a:pt x="138450" y="27333"/>
                </a:lnTo>
                <a:lnTo>
                  <a:pt x="137795" y="27796"/>
                </a:lnTo>
                <a:lnTo>
                  <a:pt x="137137" y="28293"/>
                </a:lnTo>
                <a:lnTo>
                  <a:pt x="136477" y="28825"/>
                </a:lnTo>
                <a:lnTo>
                  <a:pt x="135814" y="29391"/>
                </a:lnTo>
                <a:lnTo>
                  <a:pt x="135148" y="29991"/>
                </a:lnTo>
                <a:lnTo>
                  <a:pt x="134479" y="30625"/>
                </a:lnTo>
                <a:lnTo>
                  <a:pt x="133808" y="31294"/>
                </a:lnTo>
                <a:lnTo>
                  <a:pt x="133135" y="31997"/>
                </a:lnTo>
                <a:lnTo>
                  <a:pt x="132458" y="32734"/>
                </a:lnTo>
                <a:lnTo>
                  <a:pt x="131779" y="33506"/>
                </a:lnTo>
                <a:lnTo>
                  <a:pt x="131098" y="34312"/>
                </a:lnTo>
                <a:lnTo>
                  <a:pt x="131098" y="24436"/>
                </a:lnTo>
                <a:lnTo>
                  <a:pt x="128909" y="24436"/>
                </a:lnTo>
                <a:lnTo>
                  <a:pt x="114858" y="30125"/>
                </a:lnTo>
                <a:lnTo>
                  <a:pt x="115622" y="31954"/>
                </a:lnTo>
                <a:close/>
                <a:moveTo>
                  <a:pt x="294400" y="92803"/>
                </a:moveTo>
                <a:lnTo>
                  <a:pt x="294095" y="92799"/>
                </a:lnTo>
                <a:lnTo>
                  <a:pt x="293797" y="92793"/>
                </a:lnTo>
                <a:lnTo>
                  <a:pt x="293508" y="92783"/>
                </a:lnTo>
                <a:lnTo>
                  <a:pt x="293226" y="92771"/>
                </a:lnTo>
                <a:lnTo>
                  <a:pt x="292953" y="92757"/>
                </a:lnTo>
                <a:lnTo>
                  <a:pt x="292689" y="92740"/>
                </a:lnTo>
                <a:lnTo>
                  <a:pt x="292432" y="92720"/>
                </a:lnTo>
                <a:lnTo>
                  <a:pt x="292184" y="92697"/>
                </a:lnTo>
                <a:lnTo>
                  <a:pt x="291944" y="92672"/>
                </a:lnTo>
                <a:lnTo>
                  <a:pt x="291712" y="92644"/>
                </a:lnTo>
                <a:lnTo>
                  <a:pt x="291488" y="92614"/>
                </a:lnTo>
                <a:lnTo>
                  <a:pt x="291273" y="92580"/>
                </a:lnTo>
                <a:lnTo>
                  <a:pt x="291066" y="92545"/>
                </a:lnTo>
                <a:lnTo>
                  <a:pt x="290867" y="92506"/>
                </a:lnTo>
                <a:lnTo>
                  <a:pt x="290676" y="92465"/>
                </a:lnTo>
                <a:lnTo>
                  <a:pt x="290493" y="92421"/>
                </a:lnTo>
                <a:lnTo>
                  <a:pt x="290319" y="92375"/>
                </a:lnTo>
                <a:lnTo>
                  <a:pt x="290153" y="92326"/>
                </a:lnTo>
                <a:lnTo>
                  <a:pt x="289995" y="92274"/>
                </a:lnTo>
                <a:lnTo>
                  <a:pt x="289845" y="92220"/>
                </a:lnTo>
                <a:lnTo>
                  <a:pt x="289704" y="92163"/>
                </a:lnTo>
                <a:lnTo>
                  <a:pt x="289571" y="92103"/>
                </a:lnTo>
                <a:lnTo>
                  <a:pt x="289446" y="92041"/>
                </a:lnTo>
                <a:lnTo>
                  <a:pt x="289326" y="91976"/>
                </a:lnTo>
                <a:lnTo>
                  <a:pt x="289210" y="91910"/>
                </a:lnTo>
                <a:lnTo>
                  <a:pt x="289096" y="91842"/>
                </a:lnTo>
                <a:lnTo>
                  <a:pt x="288986" y="91772"/>
                </a:lnTo>
                <a:lnTo>
                  <a:pt x="288879" y="91700"/>
                </a:lnTo>
                <a:lnTo>
                  <a:pt x="288774" y="91626"/>
                </a:lnTo>
                <a:lnTo>
                  <a:pt x="288673" y="91550"/>
                </a:lnTo>
                <a:lnTo>
                  <a:pt x="288575" y="91472"/>
                </a:lnTo>
                <a:lnTo>
                  <a:pt x="288479" y="91393"/>
                </a:lnTo>
                <a:lnTo>
                  <a:pt x="288387" y="91312"/>
                </a:lnTo>
                <a:lnTo>
                  <a:pt x="288297" y="91229"/>
                </a:lnTo>
                <a:lnTo>
                  <a:pt x="288211" y="91144"/>
                </a:lnTo>
                <a:lnTo>
                  <a:pt x="288128" y="91057"/>
                </a:lnTo>
                <a:lnTo>
                  <a:pt x="288047" y="90968"/>
                </a:lnTo>
                <a:lnTo>
                  <a:pt x="287970" y="90878"/>
                </a:lnTo>
                <a:lnTo>
                  <a:pt x="287896" y="90785"/>
                </a:lnTo>
                <a:lnTo>
                  <a:pt x="287824" y="90691"/>
                </a:lnTo>
                <a:lnTo>
                  <a:pt x="287756" y="90595"/>
                </a:lnTo>
                <a:lnTo>
                  <a:pt x="287691" y="90497"/>
                </a:lnTo>
                <a:lnTo>
                  <a:pt x="287628" y="90397"/>
                </a:lnTo>
                <a:lnTo>
                  <a:pt x="287569" y="90295"/>
                </a:lnTo>
                <a:lnTo>
                  <a:pt x="287513" y="90192"/>
                </a:lnTo>
                <a:lnTo>
                  <a:pt x="287460" y="90086"/>
                </a:lnTo>
                <a:lnTo>
                  <a:pt x="287409" y="89979"/>
                </a:lnTo>
                <a:lnTo>
                  <a:pt x="287362" y="89865"/>
                </a:lnTo>
                <a:lnTo>
                  <a:pt x="287316" y="89739"/>
                </a:lnTo>
                <a:lnTo>
                  <a:pt x="287272" y="89600"/>
                </a:lnTo>
                <a:lnTo>
                  <a:pt x="287230" y="89450"/>
                </a:lnTo>
                <a:lnTo>
                  <a:pt x="287191" y="89287"/>
                </a:lnTo>
                <a:lnTo>
                  <a:pt x="287153" y="89112"/>
                </a:lnTo>
                <a:lnTo>
                  <a:pt x="287118" y="88925"/>
                </a:lnTo>
                <a:lnTo>
                  <a:pt x="287084" y="88726"/>
                </a:lnTo>
                <a:lnTo>
                  <a:pt x="287053" y="88515"/>
                </a:lnTo>
                <a:lnTo>
                  <a:pt x="287023" y="88292"/>
                </a:lnTo>
                <a:lnTo>
                  <a:pt x="286996" y="88057"/>
                </a:lnTo>
                <a:lnTo>
                  <a:pt x="286970" y="87809"/>
                </a:lnTo>
                <a:lnTo>
                  <a:pt x="286947" y="87550"/>
                </a:lnTo>
                <a:lnTo>
                  <a:pt x="286925" y="87278"/>
                </a:lnTo>
                <a:lnTo>
                  <a:pt x="286906" y="86994"/>
                </a:lnTo>
                <a:lnTo>
                  <a:pt x="286889" y="86698"/>
                </a:lnTo>
                <a:lnTo>
                  <a:pt x="286874" y="86390"/>
                </a:lnTo>
                <a:lnTo>
                  <a:pt x="286860" y="86070"/>
                </a:lnTo>
                <a:lnTo>
                  <a:pt x="286849" y="85738"/>
                </a:lnTo>
                <a:lnTo>
                  <a:pt x="286840" y="85394"/>
                </a:lnTo>
                <a:lnTo>
                  <a:pt x="286833" y="85038"/>
                </a:lnTo>
                <a:lnTo>
                  <a:pt x="286828" y="84669"/>
                </a:lnTo>
                <a:lnTo>
                  <a:pt x="286825" y="84288"/>
                </a:lnTo>
                <a:lnTo>
                  <a:pt x="286824" y="83896"/>
                </a:lnTo>
                <a:lnTo>
                  <a:pt x="286824" y="69692"/>
                </a:lnTo>
                <a:lnTo>
                  <a:pt x="287035" y="69881"/>
                </a:lnTo>
                <a:lnTo>
                  <a:pt x="287245" y="70064"/>
                </a:lnTo>
                <a:lnTo>
                  <a:pt x="287452" y="70241"/>
                </a:lnTo>
                <a:lnTo>
                  <a:pt x="287658" y="70414"/>
                </a:lnTo>
                <a:lnTo>
                  <a:pt x="287862" y="70581"/>
                </a:lnTo>
                <a:lnTo>
                  <a:pt x="288065" y="70742"/>
                </a:lnTo>
                <a:lnTo>
                  <a:pt x="288265" y="70899"/>
                </a:lnTo>
                <a:lnTo>
                  <a:pt x="288464" y="71050"/>
                </a:lnTo>
                <a:lnTo>
                  <a:pt x="288661" y="71196"/>
                </a:lnTo>
                <a:lnTo>
                  <a:pt x="288857" y="71336"/>
                </a:lnTo>
                <a:lnTo>
                  <a:pt x="289050" y="71472"/>
                </a:lnTo>
                <a:lnTo>
                  <a:pt x="289242" y="71602"/>
                </a:lnTo>
                <a:lnTo>
                  <a:pt x="289432" y="71726"/>
                </a:lnTo>
                <a:lnTo>
                  <a:pt x="289620" y="71845"/>
                </a:lnTo>
                <a:lnTo>
                  <a:pt x="289807" y="71959"/>
                </a:lnTo>
                <a:lnTo>
                  <a:pt x="289991" y="72068"/>
                </a:lnTo>
                <a:lnTo>
                  <a:pt x="290174" y="72172"/>
                </a:lnTo>
                <a:lnTo>
                  <a:pt x="290356" y="72270"/>
                </a:lnTo>
                <a:lnTo>
                  <a:pt x="290535" y="72362"/>
                </a:lnTo>
                <a:lnTo>
                  <a:pt x="290713" y="72450"/>
                </a:lnTo>
                <a:lnTo>
                  <a:pt x="290889" y="72532"/>
                </a:lnTo>
                <a:lnTo>
                  <a:pt x="291063" y="72609"/>
                </a:lnTo>
                <a:lnTo>
                  <a:pt x="291235" y="72681"/>
                </a:lnTo>
                <a:lnTo>
                  <a:pt x="291406" y="72747"/>
                </a:lnTo>
                <a:lnTo>
                  <a:pt x="291636" y="72834"/>
                </a:lnTo>
                <a:lnTo>
                  <a:pt x="291871" y="72918"/>
                </a:lnTo>
                <a:lnTo>
                  <a:pt x="292109" y="72998"/>
                </a:lnTo>
                <a:lnTo>
                  <a:pt x="292350" y="73074"/>
                </a:lnTo>
                <a:lnTo>
                  <a:pt x="292595" y="73146"/>
                </a:lnTo>
                <a:lnTo>
                  <a:pt x="292844" y="73215"/>
                </a:lnTo>
                <a:lnTo>
                  <a:pt x="293096" y="73280"/>
                </a:lnTo>
                <a:lnTo>
                  <a:pt x="293351" y="73341"/>
                </a:lnTo>
                <a:lnTo>
                  <a:pt x="293610" y="73398"/>
                </a:lnTo>
                <a:lnTo>
                  <a:pt x="293873" y="73452"/>
                </a:lnTo>
                <a:lnTo>
                  <a:pt x="294139" y="73502"/>
                </a:lnTo>
                <a:lnTo>
                  <a:pt x="294409" y="73549"/>
                </a:lnTo>
                <a:lnTo>
                  <a:pt x="294682" y="73591"/>
                </a:lnTo>
                <a:lnTo>
                  <a:pt x="294959" y="73630"/>
                </a:lnTo>
                <a:lnTo>
                  <a:pt x="295240" y="73666"/>
                </a:lnTo>
                <a:lnTo>
                  <a:pt x="295523" y="73697"/>
                </a:lnTo>
                <a:lnTo>
                  <a:pt x="295811" y="73725"/>
                </a:lnTo>
                <a:lnTo>
                  <a:pt x="296102" y="73749"/>
                </a:lnTo>
                <a:lnTo>
                  <a:pt x="296396" y="73770"/>
                </a:lnTo>
                <a:lnTo>
                  <a:pt x="296694" y="73786"/>
                </a:lnTo>
                <a:lnTo>
                  <a:pt x="296996" y="73799"/>
                </a:lnTo>
                <a:lnTo>
                  <a:pt x="297301" y="73809"/>
                </a:lnTo>
                <a:lnTo>
                  <a:pt x="297610" y="73814"/>
                </a:lnTo>
                <a:lnTo>
                  <a:pt x="297922" y="73816"/>
                </a:lnTo>
                <a:lnTo>
                  <a:pt x="298638" y="73805"/>
                </a:lnTo>
                <a:lnTo>
                  <a:pt x="299344" y="73771"/>
                </a:lnTo>
                <a:lnTo>
                  <a:pt x="300039" y="73715"/>
                </a:lnTo>
                <a:lnTo>
                  <a:pt x="300724" y="73637"/>
                </a:lnTo>
                <a:lnTo>
                  <a:pt x="301400" y="73536"/>
                </a:lnTo>
                <a:lnTo>
                  <a:pt x="302064" y="73412"/>
                </a:lnTo>
                <a:lnTo>
                  <a:pt x="302719" y="73267"/>
                </a:lnTo>
                <a:lnTo>
                  <a:pt x="303363" y="73098"/>
                </a:lnTo>
                <a:lnTo>
                  <a:pt x="303997" y="72908"/>
                </a:lnTo>
                <a:lnTo>
                  <a:pt x="304621" y="72695"/>
                </a:lnTo>
                <a:lnTo>
                  <a:pt x="305235" y="72459"/>
                </a:lnTo>
                <a:lnTo>
                  <a:pt x="305838" y="72201"/>
                </a:lnTo>
                <a:lnTo>
                  <a:pt x="306431" y="71921"/>
                </a:lnTo>
                <a:lnTo>
                  <a:pt x="307014" y="71618"/>
                </a:lnTo>
                <a:lnTo>
                  <a:pt x="307586" y="71293"/>
                </a:lnTo>
                <a:lnTo>
                  <a:pt x="308148" y="70945"/>
                </a:lnTo>
                <a:lnTo>
                  <a:pt x="308701" y="70575"/>
                </a:lnTo>
                <a:lnTo>
                  <a:pt x="309242" y="70183"/>
                </a:lnTo>
                <a:lnTo>
                  <a:pt x="309774" y="69768"/>
                </a:lnTo>
                <a:lnTo>
                  <a:pt x="310295" y="69331"/>
                </a:lnTo>
                <a:lnTo>
                  <a:pt x="310806" y="68871"/>
                </a:lnTo>
                <a:lnTo>
                  <a:pt x="311307" y="68389"/>
                </a:lnTo>
                <a:lnTo>
                  <a:pt x="311797" y="67884"/>
                </a:lnTo>
                <a:lnTo>
                  <a:pt x="312278" y="67357"/>
                </a:lnTo>
                <a:lnTo>
                  <a:pt x="312843" y="66693"/>
                </a:lnTo>
                <a:lnTo>
                  <a:pt x="313383" y="66014"/>
                </a:lnTo>
                <a:lnTo>
                  <a:pt x="313900" y="65321"/>
                </a:lnTo>
                <a:lnTo>
                  <a:pt x="314393" y="64614"/>
                </a:lnTo>
                <a:lnTo>
                  <a:pt x="314862" y="63892"/>
                </a:lnTo>
                <a:lnTo>
                  <a:pt x="315307" y="63155"/>
                </a:lnTo>
                <a:lnTo>
                  <a:pt x="315727" y="62404"/>
                </a:lnTo>
                <a:lnTo>
                  <a:pt x="316124" y="61639"/>
                </a:lnTo>
                <a:lnTo>
                  <a:pt x="316497" y="60859"/>
                </a:lnTo>
                <a:lnTo>
                  <a:pt x="316845" y="60064"/>
                </a:lnTo>
                <a:lnTo>
                  <a:pt x="317170" y="59255"/>
                </a:lnTo>
                <a:lnTo>
                  <a:pt x="317470" y="58432"/>
                </a:lnTo>
                <a:lnTo>
                  <a:pt x="317747" y="57594"/>
                </a:lnTo>
                <a:lnTo>
                  <a:pt x="317999" y="56742"/>
                </a:lnTo>
                <a:lnTo>
                  <a:pt x="318227" y="55875"/>
                </a:lnTo>
                <a:lnTo>
                  <a:pt x="318432" y="54994"/>
                </a:lnTo>
                <a:lnTo>
                  <a:pt x="318612" y="54098"/>
                </a:lnTo>
                <a:lnTo>
                  <a:pt x="318768" y="53188"/>
                </a:lnTo>
                <a:lnTo>
                  <a:pt x="318901" y="52263"/>
                </a:lnTo>
                <a:lnTo>
                  <a:pt x="319009" y="51324"/>
                </a:lnTo>
                <a:lnTo>
                  <a:pt x="319093" y="50370"/>
                </a:lnTo>
                <a:lnTo>
                  <a:pt x="319153" y="49402"/>
                </a:lnTo>
                <a:lnTo>
                  <a:pt x="319189" y="48419"/>
                </a:lnTo>
                <a:lnTo>
                  <a:pt x="319201" y="47422"/>
                </a:lnTo>
                <a:lnTo>
                  <a:pt x="319191" y="46531"/>
                </a:lnTo>
                <a:lnTo>
                  <a:pt x="319161" y="45653"/>
                </a:lnTo>
                <a:lnTo>
                  <a:pt x="319111" y="44790"/>
                </a:lnTo>
                <a:lnTo>
                  <a:pt x="319041" y="43941"/>
                </a:lnTo>
                <a:lnTo>
                  <a:pt x="318951" y="43106"/>
                </a:lnTo>
                <a:lnTo>
                  <a:pt x="318842" y="42286"/>
                </a:lnTo>
                <a:lnTo>
                  <a:pt x="318712" y="41479"/>
                </a:lnTo>
                <a:lnTo>
                  <a:pt x="318562" y="40686"/>
                </a:lnTo>
                <a:lnTo>
                  <a:pt x="318392" y="39908"/>
                </a:lnTo>
                <a:lnTo>
                  <a:pt x="318202" y="39144"/>
                </a:lnTo>
                <a:lnTo>
                  <a:pt x="317993" y="38394"/>
                </a:lnTo>
                <a:lnTo>
                  <a:pt x="317763" y="37658"/>
                </a:lnTo>
                <a:lnTo>
                  <a:pt x="317513" y="36936"/>
                </a:lnTo>
                <a:lnTo>
                  <a:pt x="317244" y="36228"/>
                </a:lnTo>
                <a:lnTo>
                  <a:pt x="316954" y="35534"/>
                </a:lnTo>
                <a:lnTo>
                  <a:pt x="316644" y="34855"/>
                </a:lnTo>
                <a:lnTo>
                  <a:pt x="316315" y="34190"/>
                </a:lnTo>
                <a:lnTo>
                  <a:pt x="315965" y="33538"/>
                </a:lnTo>
                <a:lnTo>
                  <a:pt x="315596" y="32901"/>
                </a:lnTo>
                <a:lnTo>
                  <a:pt x="315206" y="32278"/>
                </a:lnTo>
                <a:lnTo>
                  <a:pt x="314797" y="31669"/>
                </a:lnTo>
                <a:lnTo>
                  <a:pt x="314367" y="31074"/>
                </a:lnTo>
                <a:lnTo>
                  <a:pt x="313918" y="30494"/>
                </a:lnTo>
                <a:lnTo>
                  <a:pt x="313449" y="29927"/>
                </a:lnTo>
                <a:lnTo>
                  <a:pt x="313054" y="29479"/>
                </a:lnTo>
                <a:lnTo>
                  <a:pt x="312652" y="29050"/>
                </a:lnTo>
                <a:lnTo>
                  <a:pt x="312241" y="28640"/>
                </a:lnTo>
                <a:lnTo>
                  <a:pt x="311822" y="28249"/>
                </a:lnTo>
                <a:lnTo>
                  <a:pt x="311395" y="27877"/>
                </a:lnTo>
                <a:lnTo>
                  <a:pt x="310960" y="27525"/>
                </a:lnTo>
                <a:lnTo>
                  <a:pt x="310517" y="27191"/>
                </a:lnTo>
                <a:lnTo>
                  <a:pt x="310066" y="26876"/>
                </a:lnTo>
                <a:lnTo>
                  <a:pt x="309607" y="26581"/>
                </a:lnTo>
                <a:lnTo>
                  <a:pt x="309139" y="26304"/>
                </a:lnTo>
                <a:lnTo>
                  <a:pt x="308663" y="26047"/>
                </a:lnTo>
                <a:lnTo>
                  <a:pt x="308180" y="25809"/>
                </a:lnTo>
                <a:lnTo>
                  <a:pt x="307688" y="25589"/>
                </a:lnTo>
                <a:lnTo>
                  <a:pt x="307188" y="25389"/>
                </a:lnTo>
                <a:lnTo>
                  <a:pt x="306679" y="25208"/>
                </a:lnTo>
                <a:lnTo>
                  <a:pt x="306163" y="25046"/>
                </a:lnTo>
                <a:lnTo>
                  <a:pt x="305639" y="24903"/>
                </a:lnTo>
                <a:lnTo>
                  <a:pt x="305106" y="24779"/>
                </a:lnTo>
                <a:lnTo>
                  <a:pt x="304565" y="24674"/>
                </a:lnTo>
                <a:lnTo>
                  <a:pt x="304016" y="24588"/>
                </a:lnTo>
                <a:lnTo>
                  <a:pt x="303459" y="24521"/>
                </a:lnTo>
                <a:lnTo>
                  <a:pt x="302894" y="24474"/>
                </a:lnTo>
                <a:lnTo>
                  <a:pt x="302321" y="24445"/>
                </a:lnTo>
                <a:lnTo>
                  <a:pt x="301740" y="24436"/>
                </a:lnTo>
                <a:lnTo>
                  <a:pt x="301405" y="24440"/>
                </a:lnTo>
                <a:lnTo>
                  <a:pt x="301072" y="24452"/>
                </a:lnTo>
                <a:lnTo>
                  <a:pt x="300740" y="24473"/>
                </a:lnTo>
                <a:lnTo>
                  <a:pt x="300410" y="24503"/>
                </a:lnTo>
                <a:lnTo>
                  <a:pt x="300081" y="24541"/>
                </a:lnTo>
                <a:lnTo>
                  <a:pt x="299753" y="24587"/>
                </a:lnTo>
                <a:lnTo>
                  <a:pt x="299426" y="24641"/>
                </a:lnTo>
                <a:lnTo>
                  <a:pt x="299101" y="24704"/>
                </a:lnTo>
                <a:lnTo>
                  <a:pt x="298777" y="24776"/>
                </a:lnTo>
                <a:lnTo>
                  <a:pt x="298455" y="24855"/>
                </a:lnTo>
                <a:lnTo>
                  <a:pt x="298133" y="24944"/>
                </a:lnTo>
                <a:lnTo>
                  <a:pt x="297814" y="25040"/>
                </a:lnTo>
                <a:lnTo>
                  <a:pt x="297495" y="25145"/>
                </a:lnTo>
                <a:lnTo>
                  <a:pt x="297178" y="25258"/>
                </a:lnTo>
                <a:lnTo>
                  <a:pt x="296862" y="25380"/>
                </a:lnTo>
                <a:lnTo>
                  <a:pt x="296547" y="25510"/>
                </a:lnTo>
                <a:lnTo>
                  <a:pt x="296234" y="25649"/>
                </a:lnTo>
                <a:lnTo>
                  <a:pt x="295922" y="25796"/>
                </a:lnTo>
                <a:lnTo>
                  <a:pt x="295611" y="25951"/>
                </a:lnTo>
                <a:lnTo>
                  <a:pt x="295302" y="26115"/>
                </a:lnTo>
                <a:lnTo>
                  <a:pt x="294994" y="26287"/>
                </a:lnTo>
                <a:lnTo>
                  <a:pt x="294687" y="26468"/>
                </a:lnTo>
                <a:lnTo>
                  <a:pt x="294382" y="26656"/>
                </a:lnTo>
                <a:lnTo>
                  <a:pt x="294078" y="26854"/>
                </a:lnTo>
                <a:lnTo>
                  <a:pt x="293775" y="27062"/>
                </a:lnTo>
                <a:lnTo>
                  <a:pt x="293472" y="27283"/>
                </a:lnTo>
                <a:lnTo>
                  <a:pt x="293169" y="27517"/>
                </a:lnTo>
                <a:lnTo>
                  <a:pt x="292866" y="27764"/>
                </a:lnTo>
                <a:lnTo>
                  <a:pt x="292563" y="28024"/>
                </a:lnTo>
                <a:lnTo>
                  <a:pt x="292260" y="28297"/>
                </a:lnTo>
                <a:lnTo>
                  <a:pt x="291957" y="28583"/>
                </a:lnTo>
                <a:lnTo>
                  <a:pt x="291654" y="28882"/>
                </a:lnTo>
                <a:lnTo>
                  <a:pt x="291352" y="29194"/>
                </a:lnTo>
                <a:lnTo>
                  <a:pt x="291049" y="29518"/>
                </a:lnTo>
                <a:lnTo>
                  <a:pt x="290747" y="29856"/>
                </a:lnTo>
                <a:lnTo>
                  <a:pt x="290445" y="30207"/>
                </a:lnTo>
                <a:lnTo>
                  <a:pt x="290142" y="30571"/>
                </a:lnTo>
                <a:lnTo>
                  <a:pt x="289840" y="30948"/>
                </a:lnTo>
                <a:lnTo>
                  <a:pt x="289538" y="31338"/>
                </a:lnTo>
                <a:lnTo>
                  <a:pt x="289236" y="31741"/>
                </a:lnTo>
                <a:lnTo>
                  <a:pt x="288934" y="32157"/>
                </a:lnTo>
                <a:lnTo>
                  <a:pt x="288633" y="32586"/>
                </a:lnTo>
                <a:lnTo>
                  <a:pt x="288331" y="33027"/>
                </a:lnTo>
                <a:lnTo>
                  <a:pt x="288029" y="33482"/>
                </a:lnTo>
                <a:lnTo>
                  <a:pt x="287728" y="33950"/>
                </a:lnTo>
                <a:lnTo>
                  <a:pt x="287426" y="34431"/>
                </a:lnTo>
                <a:lnTo>
                  <a:pt x="287125" y="34925"/>
                </a:lnTo>
                <a:lnTo>
                  <a:pt x="286824" y="35432"/>
                </a:lnTo>
                <a:lnTo>
                  <a:pt x="286824" y="24537"/>
                </a:lnTo>
                <a:lnTo>
                  <a:pt x="284889" y="24537"/>
                </a:lnTo>
                <a:lnTo>
                  <a:pt x="270533" y="30346"/>
                </a:lnTo>
                <a:lnTo>
                  <a:pt x="271144" y="31975"/>
                </a:lnTo>
                <a:lnTo>
                  <a:pt x="271300" y="31917"/>
                </a:lnTo>
                <a:lnTo>
                  <a:pt x="271454" y="31861"/>
                </a:lnTo>
                <a:lnTo>
                  <a:pt x="271605" y="31808"/>
                </a:lnTo>
                <a:lnTo>
                  <a:pt x="271754" y="31757"/>
                </a:lnTo>
                <a:lnTo>
                  <a:pt x="271900" y="31709"/>
                </a:lnTo>
                <a:lnTo>
                  <a:pt x="272045" y="31663"/>
                </a:lnTo>
                <a:lnTo>
                  <a:pt x="272187" y="31620"/>
                </a:lnTo>
                <a:lnTo>
                  <a:pt x="272327" y="31579"/>
                </a:lnTo>
                <a:lnTo>
                  <a:pt x="272464" y="31540"/>
                </a:lnTo>
                <a:lnTo>
                  <a:pt x="272599" y="31505"/>
                </a:lnTo>
                <a:lnTo>
                  <a:pt x="272732" y="31471"/>
                </a:lnTo>
                <a:lnTo>
                  <a:pt x="272862" y="31440"/>
                </a:lnTo>
                <a:lnTo>
                  <a:pt x="272991" y="31412"/>
                </a:lnTo>
                <a:lnTo>
                  <a:pt x="273117" y="31386"/>
                </a:lnTo>
                <a:lnTo>
                  <a:pt x="273240" y="31362"/>
                </a:lnTo>
                <a:lnTo>
                  <a:pt x="273362" y="31341"/>
                </a:lnTo>
                <a:lnTo>
                  <a:pt x="273481" y="31323"/>
                </a:lnTo>
                <a:lnTo>
                  <a:pt x="273597" y="31307"/>
                </a:lnTo>
                <a:lnTo>
                  <a:pt x="273712" y="31293"/>
                </a:lnTo>
                <a:lnTo>
                  <a:pt x="273824" y="31282"/>
                </a:lnTo>
                <a:lnTo>
                  <a:pt x="273934" y="31273"/>
                </a:lnTo>
                <a:lnTo>
                  <a:pt x="274041" y="31267"/>
                </a:lnTo>
                <a:lnTo>
                  <a:pt x="274147" y="31263"/>
                </a:lnTo>
                <a:lnTo>
                  <a:pt x="274250" y="31262"/>
                </a:lnTo>
                <a:lnTo>
                  <a:pt x="274376" y="31263"/>
                </a:lnTo>
                <a:lnTo>
                  <a:pt x="274500" y="31266"/>
                </a:lnTo>
                <a:lnTo>
                  <a:pt x="274622" y="31272"/>
                </a:lnTo>
                <a:lnTo>
                  <a:pt x="274741" y="31279"/>
                </a:lnTo>
                <a:lnTo>
                  <a:pt x="274858" y="31289"/>
                </a:lnTo>
                <a:lnTo>
                  <a:pt x="274974" y="31300"/>
                </a:lnTo>
                <a:lnTo>
                  <a:pt x="275086" y="31314"/>
                </a:lnTo>
                <a:lnTo>
                  <a:pt x="275197" y="31330"/>
                </a:lnTo>
                <a:lnTo>
                  <a:pt x="275306" y="31348"/>
                </a:lnTo>
                <a:lnTo>
                  <a:pt x="275412" y="31368"/>
                </a:lnTo>
                <a:lnTo>
                  <a:pt x="275516" y="31391"/>
                </a:lnTo>
                <a:lnTo>
                  <a:pt x="275618" y="31415"/>
                </a:lnTo>
                <a:lnTo>
                  <a:pt x="275717" y="31442"/>
                </a:lnTo>
                <a:lnTo>
                  <a:pt x="275815" y="31470"/>
                </a:lnTo>
                <a:lnTo>
                  <a:pt x="275910" y="31501"/>
                </a:lnTo>
                <a:lnTo>
                  <a:pt x="276003" y="31534"/>
                </a:lnTo>
                <a:lnTo>
                  <a:pt x="276094" y="31569"/>
                </a:lnTo>
                <a:lnTo>
                  <a:pt x="276183" y="31607"/>
                </a:lnTo>
                <a:lnTo>
                  <a:pt x="276269" y="31646"/>
                </a:lnTo>
                <a:lnTo>
                  <a:pt x="276353" y="31687"/>
                </a:lnTo>
                <a:lnTo>
                  <a:pt x="276435" y="31731"/>
                </a:lnTo>
                <a:lnTo>
                  <a:pt x="276515" y="31777"/>
                </a:lnTo>
                <a:lnTo>
                  <a:pt x="276592" y="31825"/>
                </a:lnTo>
                <a:lnTo>
                  <a:pt x="276668" y="31875"/>
                </a:lnTo>
                <a:lnTo>
                  <a:pt x="276741" y="31926"/>
                </a:lnTo>
                <a:lnTo>
                  <a:pt x="276813" y="31981"/>
                </a:lnTo>
                <a:lnTo>
                  <a:pt x="276883" y="32037"/>
                </a:lnTo>
                <a:lnTo>
                  <a:pt x="276951" y="32095"/>
                </a:lnTo>
                <a:lnTo>
                  <a:pt x="277018" y="32156"/>
                </a:lnTo>
                <a:lnTo>
                  <a:pt x="277083" y="32218"/>
                </a:lnTo>
                <a:lnTo>
                  <a:pt x="277146" y="32283"/>
                </a:lnTo>
                <a:lnTo>
                  <a:pt x="277208" y="32350"/>
                </a:lnTo>
                <a:lnTo>
                  <a:pt x="277268" y="32419"/>
                </a:lnTo>
                <a:lnTo>
                  <a:pt x="277326" y="32490"/>
                </a:lnTo>
                <a:lnTo>
                  <a:pt x="277383" y="32563"/>
                </a:lnTo>
                <a:lnTo>
                  <a:pt x="277438" y="32639"/>
                </a:lnTo>
                <a:lnTo>
                  <a:pt x="277491" y="32716"/>
                </a:lnTo>
                <a:lnTo>
                  <a:pt x="277543" y="32796"/>
                </a:lnTo>
                <a:lnTo>
                  <a:pt x="277592" y="32877"/>
                </a:lnTo>
                <a:lnTo>
                  <a:pt x="277641" y="32961"/>
                </a:lnTo>
                <a:lnTo>
                  <a:pt x="277687" y="33047"/>
                </a:lnTo>
                <a:lnTo>
                  <a:pt x="277732" y="33135"/>
                </a:lnTo>
                <a:lnTo>
                  <a:pt x="277775" y="33226"/>
                </a:lnTo>
                <a:lnTo>
                  <a:pt x="277817" y="33318"/>
                </a:lnTo>
                <a:lnTo>
                  <a:pt x="277857" y="33413"/>
                </a:lnTo>
                <a:lnTo>
                  <a:pt x="277895" y="33509"/>
                </a:lnTo>
                <a:lnTo>
                  <a:pt x="277931" y="33608"/>
                </a:lnTo>
                <a:lnTo>
                  <a:pt x="277966" y="33709"/>
                </a:lnTo>
                <a:lnTo>
                  <a:pt x="277999" y="33816"/>
                </a:lnTo>
                <a:lnTo>
                  <a:pt x="278031" y="33935"/>
                </a:lnTo>
                <a:lnTo>
                  <a:pt x="278061" y="34066"/>
                </a:lnTo>
                <a:lnTo>
                  <a:pt x="278090" y="34208"/>
                </a:lnTo>
                <a:lnTo>
                  <a:pt x="278118" y="34362"/>
                </a:lnTo>
                <a:lnTo>
                  <a:pt x="278144" y="34527"/>
                </a:lnTo>
                <a:lnTo>
                  <a:pt x="278169" y="34703"/>
                </a:lnTo>
                <a:lnTo>
                  <a:pt x="278192" y="34891"/>
                </a:lnTo>
                <a:lnTo>
                  <a:pt x="278214" y="35091"/>
                </a:lnTo>
                <a:lnTo>
                  <a:pt x="278235" y="35302"/>
                </a:lnTo>
                <a:lnTo>
                  <a:pt x="278254" y="35525"/>
                </a:lnTo>
                <a:lnTo>
                  <a:pt x="278271" y="35759"/>
                </a:lnTo>
                <a:lnTo>
                  <a:pt x="278288" y="36004"/>
                </a:lnTo>
                <a:lnTo>
                  <a:pt x="278302" y="36261"/>
                </a:lnTo>
                <a:lnTo>
                  <a:pt x="278316" y="36530"/>
                </a:lnTo>
                <a:lnTo>
                  <a:pt x="278328" y="36810"/>
                </a:lnTo>
                <a:lnTo>
                  <a:pt x="278339" y="37101"/>
                </a:lnTo>
                <a:lnTo>
                  <a:pt x="278348" y="37405"/>
                </a:lnTo>
                <a:lnTo>
                  <a:pt x="278356" y="37719"/>
                </a:lnTo>
                <a:lnTo>
                  <a:pt x="278362" y="38045"/>
                </a:lnTo>
                <a:lnTo>
                  <a:pt x="278367" y="38383"/>
                </a:lnTo>
                <a:lnTo>
                  <a:pt x="278370" y="38732"/>
                </a:lnTo>
                <a:lnTo>
                  <a:pt x="278372" y="39092"/>
                </a:lnTo>
                <a:lnTo>
                  <a:pt x="278373" y="39465"/>
                </a:lnTo>
                <a:lnTo>
                  <a:pt x="278373" y="83584"/>
                </a:lnTo>
                <a:lnTo>
                  <a:pt x="278372" y="84002"/>
                </a:lnTo>
                <a:lnTo>
                  <a:pt x="278369" y="84406"/>
                </a:lnTo>
                <a:lnTo>
                  <a:pt x="278365" y="84797"/>
                </a:lnTo>
                <a:lnTo>
                  <a:pt x="278358" y="85175"/>
                </a:lnTo>
                <a:lnTo>
                  <a:pt x="278350" y="85539"/>
                </a:lnTo>
                <a:lnTo>
                  <a:pt x="278340" y="85890"/>
                </a:lnTo>
                <a:lnTo>
                  <a:pt x="278328" y="86228"/>
                </a:lnTo>
                <a:lnTo>
                  <a:pt x="278314" y="86552"/>
                </a:lnTo>
                <a:lnTo>
                  <a:pt x="278298" y="86863"/>
                </a:lnTo>
                <a:lnTo>
                  <a:pt x="278280" y="87161"/>
                </a:lnTo>
                <a:lnTo>
                  <a:pt x="278261" y="87445"/>
                </a:lnTo>
                <a:lnTo>
                  <a:pt x="278240" y="87716"/>
                </a:lnTo>
                <a:lnTo>
                  <a:pt x="278216" y="87974"/>
                </a:lnTo>
                <a:lnTo>
                  <a:pt x="278191" y="88218"/>
                </a:lnTo>
                <a:lnTo>
                  <a:pt x="278164" y="88449"/>
                </a:lnTo>
                <a:lnTo>
                  <a:pt x="278136" y="88666"/>
                </a:lnTo>
                <a:lnTo>
                  <a:pt x="278105" y="88870"/>
                </a:lnTo>
                <a:lnTo>
                  <a:pt x="278073" y="89061"/>
                </a:lnTo>
                <a:lnTo>
                  <a:pt x="278038" y="89238"/>
                </a:lnTo>
                <a:lnTo>
                  <a:pt x="278002" y="89402"/>
                </a:lnTo>
                <a:lnTo>
                  <a:pt x="277964" y="89553"/>
                </a:lnTo>
                <a:lnTo>
                  <a:pt x="277924" y="89690"/>
                </a:lnTo>
                <a:lnTo>
                  <a:pt x="277882" y="89814"/>
                </a:lnTo>
                <a:lnTo>
                  <a:pt x="277839" y="89925"/>
                </a:lnTo>
                <a:lnTo>
                  <a:pt x="277793" y="90028"/>
                </a:lnTo>
                <a:lnTo>
                  <a:pt x="277747" y="90128"/>
                </a:lnTo>
                <a:lnTo>
                  <a:pt x="277698" y="90227"/>
                </a:lnTo>
                <a:lnTo>
                  <a:pt x="277648" y="90322"/>
                </a:lnTo>
                <a:lnTo>
                  <a:pt x="277597" y="90416"/>
                </a:lnTo>
                <a:lnTo>
                  <a:pt x="277544" y="90506"/>
                </a:lnTo>
                <a:lnTo>
                  <a:pt x="277490" y="90595"/>
                </a:lnTo>
                <a:lnTo>
                  <a:pt x="277434" y="90681"/>
                </a:lnTo>
                <a:lnTo>
                  <a:pt x="277377" y="90765"/>
                </a:lnTo>
                <a:lnTo>
                  <a:pt x="277318" y="90846"/>
                </a:lnTo>
                <a:lnTo>
                  <a:pt x="277258" y="90925"/>
                </a:lnTo>
                <a:lnTo>
                  <a:pt x="277196" y="91002"/>
                </a:lnTo>
                <a:lnTo>
                  <a:pt x="277133" y="91076"/>
                </a:lnTo>
                <a:lnTo>
                  <a:pt x="277068" y="91148"/>
                </a:lnTo>
                <a:lnTo>
                  <a:pt x="277001" y="91217"/>
                </a:lnTo>
                <a:lnTo>
                  <a:pt x="276934" y="91284"/>
                </a:lnTo>
                <a:lnTo>
                  <a:pt x="276864" y="91349"/>
                </a:lnTo>
                <a:lnTo>
                  <a:pt x="276793" y="91411"/>
                </a:lnTo>
                <a:lnTo>
                  <a:pt x="276721" y="91471"/>
                </a:lnTo>
                <a:lnTo>
                  <a:pt x="276647" y="91528"/>
                </a:lnTo>
                <a:lnTo>
                  <a:pt x="276572" y="91583"/>
                </a:lnTo>
                <a:lnTo>
                  <a:pt x="276495" y="91636"/>
                </a:lnTo>
                <a:lnTo>
                  <a:pt x="276417" y="91686"/>
                </a:lnTo>
                <a:lnTo>
                  <a:pt x="276337" y="91734"/>
                </a:lnTo>
                <a:lnTo>
                  <a:pt x="276170" y="91825"/>
                </a:lnTo>
                <a:lnTo>
                  <a:pt x="276000" y="91913"/>
                </a:lnTo>
                <a:lnTo>
                  <a:pt x="275828" y="91996"/>
                </a:lnTo>
                <a:lnTo>
                  <a:pt x="275652" y="92075"/>
                </a:lnTo>
                <a:lnTo>
                  <a:pt x="275474" y="92150"/>
                </a:lnTo>
                <a:lnTo>
                  <a:pt x="275293" y="92221"/>
                </a:lnTo>
                <a:lnTo>
                  <a:pt x="275109" y="92288"/>
                </a:lnTo>
                <a:lnTo>
                  <a:pt x="274923" y="92351"/>
                </a:lnTo>
                <a:lnTo>
                  <a:pt x="274733" y="92410"/>
                </a:lnTo>
                <a:lnTo>
                  <a:pt x="274541" y="92465"/>
                </a:lnTo>
                <a:lnTo>
                  <a:pt x="274346" y="92516"/>
                </a:lnTo>
                <a:lnTo>
                  <a:pt x="274148" y="92562"/>
                </a:lnTo>
                <a:lnTo>
                  <a:pt x="273947" y="92605"/>
                </a:lnTo>
                <a:lnTo>
                  <a:pt x="273743" y="92643"/>
                </a:lnTo>
                <a:lnTo>
                  <a:pt x="273537" y="92678"/>
                </a:lnTo>
                <a:lnTo>
                  <a:pt x="273328" y="92708"/>
                </a:lnTo>
                <a:lnTo>
                  <a:pt x="273116" y="92734"/>
                </a:lnTo>
                <a:lnTo>
                  <a:pt x="272901" y="92757"/>
                </a:lnTo>
                <a:lnTo>
                  <a:pt x="272683" y="92775"/>
                </a:lnTo>
                <a:lnTo>
                  <a:pt x="272462" y="92789"/>
                </a:lnTo>
                <a:lnTo>
                  <a:pt x="272239" y="92799"/>
                </a:lnTo>
                <a:lnTo>
                  <a:pt x="272013" y="92805"/>
                </a:lnTo>
                <a:lnTo>
                  <a:pt x="271783" y="92807"/>
                </a:lnTo>
                <a:lnTo>
                  <a:pt x="271552" y="92805"/>
                </a:lnTo>
                <a:lnTo>
                  <a:pt x="271551" y="92805"/>
                </a:lnTo>
                <a:lnTo>
                  <a:pt x="271551" y="90666"/>
                </a:lnTo>
                <a:lnTo>
                  <a:pt x="217640" y="90666"/>
                </a:lnTo>
                <a:lnTo>
                  <a:pt x="217640" y="94892"/>
                </a:lnTo>
                <a:lnTo>
                  <a:pt x="271551" y="94892"/>
                </a:lnTo>
                <a:lnTo>
                  <a:pt x="271551" y="94688"/>
                </a:lnTo>
                <a:lnTo>
                  <a:pt x="294715" y="94688"/>
                </a:lnTo>
                <a:lnTo>
                  <a:pt x="294715" y="92805"/>
                </a:lnTo>
                <a:lnTo>
                  <a:pt x="294400" y="92803"/>
                </a:lnTo>
                <a:close/>
                <a:moveTo>
                  <a:pt x="288166" y="37104"/>
                </a:moveTo>
                <a:lnTo>
                  <a:pt x="288481" y="36780"/>
                </a:lnTo>
                <a:lnTo>
                  <a:pt x="288787" y="36469"/>
                </a:lnTo>
                <a:lnTo>
                  <a:pt x="289085" y="36170"/>
                </a:lnTo>
                <a:lnTo>
                  <a:pt x="289375" y="35884"/>
                </a:lnTo>
                <a:lnTo>
                  <a:pt x="289656" y="35611"/>
                </a:lnTo>
                <a:lnTo>
                  <a:pt x="289930" y="35350"/>
                </a:lnTo>
                <a:lnTo>
                  <a:pt x="290194" y="35102"/>
                </a:lnTo>
                <a:lnTo>
                  <a:pt x="290451" y="34867"/>
                </a:lnTo>
                <a:lnTo>
                  <a:pt x="290699" y="34645"/>
                </a:lnTo>
                <a:lnTo>
                  <a:pt x="290939" y="34435"/>
                </a:lnTo>
                <a:lnTo>
                  <a:pt x="291171" y="34238"/>
                </a:lnTo>
                <a:lnTo>
                  <a:pt x="291394" y="34054"/>
                </a:lnTo>
                <a:lnTo>
                  <a:pt x="291609" y="33882"/>
                </a:lnTo>
                <a:lnTo>
                  <a:pt x="291816" y="33724"/>
                </a:lnTo>
                <a:lnTo>
                  <a:pt x="292014" y="33577"/>
                </a:lnTo>
                <a:lnTo>
                  <a:pt x="292204" y="33444"/>
                </a:lnTo>
                <a:lnTo>
                  <a:pt x="292386" y="33323"/>
                </a:lnTo>
                <a:lnTo>
                  <a:pt x="292560" y="33215"/>
                </a:lnTo>
                <a:lnTo>
                  <a:pt x="292725" y="33120"/>
                </a:lnTo>
                <a:lnTo>
                  <a:pt x="292882" y="33037"/>
                </a:lnTo>
                <a:lnTo>
                  <a:pt x="293081" y="32938"/>
                </a:lnTo>
                <a:lnTo>
                  <a:pt x="293281" y="32843"/>
                </a:lnTo>
                <a:lnTo>
                  <a:pt x="293481" y="32751"/>
                </a:lnTo>
                <a:lnTo>
                  <a:pt x="293681" y="32665"/>
                </a:lnTo>
                <a:lnTo>
                  <a:pt x="293881" y="32582"/>
                </a:lnTo>
                <a:lnTo>
                  <a:pt x="294081" y="32504"/>
                </a:lnTo>
                <a:lnTo>
                  <a:pt x="294282" y="32429"/>
                </a:lnTo>
                <a:lnTo>
                  <a:pt x="294483" y="32360"/>
                </a:lnTo>
                <a:lnTo>
                  <a:pt x="294684" y="32294"/>
                </a:lnTo>
                <a:lnTo>
                  <a:pt x="294885" y="32232"/>
                </a:lnTo>
                <a:lnTo>
                  <a:pt x="295086" y="32175"/>
                </a:lnTo>
                <a:lnTo>
                  <a:pt x="295287" y="32122"/>
                </a:lnTo>
                <a:lnTo>
                  <a:pt x="295489" y="32074"/>
                </a:lnTo>
                <a:lnTo>
                  <a:pt x="295691" y="32029"/>
                </a:lnTo>
                <a:lnTo>
                  <a:pt x="295893" y="31989"/>
                </a:lnTo>
                <a:lnTo>
                  <a:pt x="296095" y="31953"/>
                </a:lnTo>
                <a:lnTo>
                  <a:pt x="296297" y="31921"/>
                </a:lnTo>
                <a:lnTo>
                  <a:pt x="296499" y="31894"/>
                </a:lnTo>
                <a:lnTo>
                  <a:pt x="296702" y="31870"/>
                </a:lnTo>
                <a:lnTo>
                  <a:pt x="296905" y="31851"/>
                </a:lnTo>
                <a:lnTo>
                  <a:pt x="297108" y="31836"/>
                </a:lnTo>
                <a:lnTo>
                  <a:pt x="297311" y="31826"/>
                </a:lnTo>
                <a:lnTo>
                  <a:pt x="297515" y="31819"/>
                </a:lnTo>
                <a:lnTo>
                  <a:pt x="297718" y="31817"/>
                </a:lnTo>
                <a:lnTo>
                  <a:pt x="298089" y="31824"/>
                </a:lnTo>
                <a:lnTo>
                  <a:pt x="298456" y="31845"/>
                </a:lnTo>
                <a:lnTo>
                  <a:pt x="298819" y="31879"/>
                </a:lnTo>
                <a:lnTo>
                  <a:pt x="299177" y="31927"/>
                </a:lnTo>
                <a:lnTo>
                  <a:pt x="299532" y="31989"/>
                </a:lnTo>
                <a:lnTo>
                  <a:pt x="299882" y="32065"/>
                </a:lnTo>
                <a:lnTo>
                  <a:pt x="300227" y="32155"/>
                </a:lnTo>
                <a:lnTo>
                  <a:pt x="300569" y="32258"/>
                </a:lnTo>
                <a:lnTo>
                  <a:pt x="300906" y="32375"/>
                </a:lnTo>
                <a:lnTo>
                  <a:pt x="301239" y="32506"/>
                </a:lnTo>
                <a:lnTo>
                  <a:pt x="301568" y="32650"/>
                </a:lnTo>
                <a:lnTo>
                  <a:pt x="301892" y="32809"/>
                </a:lnTo>
                <a:lnTo>
                  <a:pt x="302213" y="32981"/>
                </a:lnTo>
                <a:lnTo>
                  <a:pt x="302529" y="33167"/>
                </a:lnTo>
                <a:lnTo>
                  <a:pt x="302841" y="33366"/>
                </a:lnTo>
                <a:lnTo>
                  <a:pt x="303148" y="33580"/>
                </a:lnTo>
                <a:lnTo>
                  <a:pt x="303452" y="33807"/>
                </a:lnTo>
                <a:lnTo>
                  <a:pt x="303751" y="34048"/>
                </a:lnTo>
                <a:lnTo>
                  <a:pt x="304045" y="34303"/>
                </a:lnTo>
                <a:lnTo>
                  <a:pt x="304336" y="34571"/>
                </a:lnTo>
                <a:lnTo>
                  <a:pt x="304622" y="34854"/>
                </a:lnTo>
                <a:lnTo>
                  <a:pt x="304905" y="35150"/>
                </a:lnTo>
                <a:lnTo>
                  <a:pt x="305182" y="35460"/>
                </a:lnTo>
                <a:lnTo>
                  <a:pt x="305456" y="35783"/>
                </a:lnTo>
                <a:lnTo>
                  <a:pt x="305838" y="36271"/>
                </a:lnTo>
                <a:lnTo>
                  <a:pt x="306204" y="36775"/>
                </a:lnTo>
                <a:lnTo>
                  <a:pt x="306554" y="37296"/>
                </a:lnTo>
                <a:lnTo>
                  <a:pt x="306887" y="37835"/>
                </a:lnTo>
                <a:lnTo>
                  <a:pt x="307204" y="38391"/>
                </a:lnTo>
                <a:lnTo>
                  <a:pt x="307505" y="38964"/>
                </a:lnTo>
                <a:lnTo>
                  <a:pt x="307790" y="39554"/>
                </a:lnTo>
                <a:lnTo>
                  <a:pt x="308058" y="40161"/>
                </a:lnTo>
                <a:lnTo>
                  <a:pt x="308310" y="40785"/>
                </a:lnTo>
                <a:lnTo>
                  <a:pt x="308546" y="41427"/>
                </a:lnTo>
                <a:lnTo>
                  <a:pt x="308765" y="42085"/>
                </a:lnTo>
                <a:lnTo>
                  <a:pt x="308969" y="42761"/>
                </a:lnTo>
                <a:lnTo>
                  <a:pt x="309156" y="43454"/>
                </a:lnTo>
                <a:lnTo>
                  <a:pt x="309326" y="44163"/>
                </a:lnTo>
                <a:lnTo>
                  <a:pt x="309481" y="44890"/>
                </a:lnTo>
                <a:lnTo>
                  <a:pt x="309619" y="45635"/>
                </a:lnTo>
                <a:lnTo>
                  <a:pt x="309741" y="46396"/>
                </a:lnTo>
                <a:lnTo>
                  <a:pt x="309847" y="47174"/>
                </a:lnTo>
                <a:lnTo>
                  <a:pt x="309936" y="47970"/>
                </a:lnTo>
                <a:lnTo>
                  <a:pt x="310009" y="48782"/>
                </a:lnTo>
                <a:lnTo>
                  <a:pt x="310066" y="49612"/>
                </a:lnTo>
                <a:lnTo>
                  <a:pt x="310107" y="50459"/>
                </a:lnTo>
                <a:lnTo>
                  <a:pt x="310131" y="51323"/>
                </a:lnTo>
                <a:lnTo>
                  <a:pt x="310140" y="52204"/>
                </a:lnTo>
                <a:lnTo>
                  <a:pt x="310132" y="52981"/>
                </a:lnTo>
                <a:lnTo>
                  <a:pt x="310111" y="53743"/>
                </a:lnTo>
                <a:lnTo>
                  <a:pt x="310075" y="54490"/>
                </a:lnTo>
                <a:lnTo>
                  <a:pt x="310025" y="55222"/>
                </a:lnTo>
                <a:lnTo>
                  <a:pt x="309961" y="55940"/>
                </a:lnTo>
                <a:lnTo>
                  <a:pt x="309882" y="56644"/>
                </a:lnTo>
                <a:lnTo>
                  <a:pt x="309789" y="57332"/>
                </a:lnTo>
                <a:lnTo>
                  <a:pt x="309681" y="58006"/>
                </a:lnTo>
                <a:lnTo>
                  <a:pt x="309560" y="58665"/>
                </a:lnTo>
                <a:lnTo>
                  <a:pt x="309424" y="59310"/>
                </a:lnTo>
                <a:lnTo>
                  <a:pt x="309273" y="59940"/>
                </a:lnTo>
                <a:lnTo>
                  <a:pt x="309109" y="60555"/>
                </a:lnTo>
                <a:lnTo>
                  <a:pt x="308930" y="61156"/>
                </a:lnTo>
                <a:lnTo>
                  <a:pt x="308736" y="61742"/>
                </a:lnTo>
                <a:lnTo>
                  <a:pt x="308529" y="62313"/>
                </a:lnTo>
                <a:lnTo>
                  <a:pt x="308307" y="62870"/>
                </a:lnTo>
                <a:lnTo>
                  <a:pt x="308071" y="63412"/>
                </a:lnTo>
                <a:lnTo>
                  <a:pt x="307820" y="63939"/>
                </a:lnTo>
                <a:lnTo>
                  <a:pt x="307555" y="64452"/>
                </a:lnTo>
                <a:lnTo>
                  <a:pt x="307276" y="64950"/>
                </a:lnTo>
                <a:lnTo>
                  <a:pt x="306982" y="65433"/>
                </a:lnTo>
                <a:lnTo>
                  <a:pt x="306675" y="65902"/>
                </a:lnTo>
                <a:lnTo>
                  <a:pt x="306352" y="66356"/>
                </a:lnTo>
                <a:lnTo>
                  <a:pt x="306016" y="66796"/>
                </a:lnTo>
                <a:lnTo>
                  <a:pt x="305750" y="67119"/>
                </a:lnTo>
                <a:lnTo>
                  <a:pt x="305477" y="67429"/>
                </a:lnTo>
                <a:lnTo>
                  <a:pt x="305197" y="67725"/>
                </a:lnTo>
                <a:lnTo>
                  <a:pt x="304910" y="68007"/>
                </a:lnTo>
                <a:lnTo>
                  <a:pt x="304617" y="68276"/>
                </a:lnTo>
                <a:lnTo>
                  <a:pt x="304317" y="68531"/>
                </a:lnTo>
                <a:lnTo>
                  <a:pt x="304010" y="68772"/>
                </a:lnTo>
                <a:lnTo>
                  <a:pt x="303697" y="68999"/>
                </a:lnTo>
                <a:lnTo>
                  <a:pt x="303377" y="69212"/>
                </a:lnTo>
                <a:lnTo>
                  <a:pt x="303050" y="69412"/>
                </a:lnTo>
                <a:lnTo>
                  <a:pt x="302716" y="69598"/>
                </a:lnTo>
                <a:lnTo>
                  <a:pt x="302376" y="69770"/>
                </a:lnTo>
                <a:lnTo>
                  <a:pt x="302029" y="69928"/>
                </a:lnTo>
                <a:lnTo>
                  <a:pt x="301675" y="70073"/>
                </a:lnTo>
                <a:lnTo>
                  <a:pt x="301315" y="70204"/>
                </a:lnTo>
                <a:lnTo>
                  <a:pt x="300948" y="70321"/>
                </a:lnTo>
                <a:lnTo>
                  <a:pt x="300574" y="70424"/>
                </a:lnTo>
                <a:lnTo>
                  <a:pt x="300193" y="70514"/>
                </a:lnTo>
                <a:lnTo>
                  <a:pt x="299806" y="70589"/>
                </a:lnTo>
                <a:lnTo>
                  <a:pt x="299412" y="70651"/>
                </a:lnTo>
                <a:lnTo>
                  <a:pt x="299011" y="70700"/>
                </a:lnTo>
                <a:lnTo>
                  <a:pt x="298604" y="70734"/>
                </a:lnTo>
                <a:lnTo>
                  <a:pt x="298190" y="70755"/>
                </a:lnTo>
                <a:lnTo>
                  <a:pt x="297769" y="70762"/>
                </a:lnTo>
                <a:lnTo>
                  <a:pt x="297419" y="70758"/>
                </a:lnTo>
                <a:lnTo>
                  <a:pt x="297075" y="70746"/>
                </a:lnTo>
                <a:lnTo>
                  <a:pt x="296735" y="70727"/>
                </a:lnTo>
                <a:lnTo>
                  <a:pt x="296401" y="70699"/>
                </a:lnTo>
                <a:lnTo>
                  <a:pt x="296071" y="70664"/>
                </a:lnTo>
                <a:lnTo>
                  <a:pt x="295747" y="70622"/>
                </a:lnTo>
                <a:lnTo>
                  <a:pt x="295428" y="70571"/>
                </a:lnTo>
                <a:lnTo>
                  <a:pt x="295113" y="70513"/>
                </a:lnTo>
                <a:lnTo>
                  <a:pt x="294804" y="70447"/>
                </a:lnTo>
                <a:lnTo>
                  <a:pt x="294500" y="70373"/>
                </a:lnTo>
                <a:lnTo>
                  <a:pt x="294201" y="70292"/>
                </a:lnTo>
                <a:lnTo>
                  <a:pt x="293906" y="70202"/>
                </a:lnTo>
                <a:lnTo>
                  <a:pt x="293617" y="70105"/>
                </a:lnTo>
                <a:lnTo>
                  <a:pt x="293333" y="70000"/>
                </a:lnTo>
                <a:lnTo>
                  <a:pt x="293054" y="69888"/>
                </a:lnTo>
                <a:lnTo>
                  <a:pt x="292780" y="69767"/>
                </a:lnTo>
                <a:lnTo>
                  <a:pt x="292511" y="69639"/>
                </a:lnTo>
                <a:lnTo>
                  <a:pt x="292247" y="69503"/>
                </a:lnTo>
                <a:lnTo>
                  <a:pt x="291988" y="69360"/>
                </a:lnTo>
                <a:lnTo>
                  <a:pt x="291734" y="69208"/>
                </a:lnTo>
                <a:lnTo>
                  <a:pt x="291485" y="69049"/>
                </a:lnTo>
                <a:lnTo>
                  <a:pt x="291242" y="68882"/>
                </a:lnTo>
                <a:lnTo>
                  <a:pt x="291003" y="68707"/>
                </a:lnTo>
                <a:lnTo>
                  <a:pt x="290769" y="68525"/>
                </a:lnTo>
                <a:lnTo>
                  <a:pt x="290542" y="68337"/>
                </a:lnTo>
                <a:lnTo>
                  <a:pt x="290321" y="68147"/>
                </a:lnTo>
                <a:lnTo>
                  <a:pt x="290108" y="67954"/>
                </a:lnTo>
                <a:lnTo>
                  <a:pt x="289902" y="67759"/>
                </a:lnTo>
                <a:lnTo>
                  <a:pt x="289703" y="67562"/>
                </a:lnTo>
                <a:lnTo>
                  <a:pt x="289511" y="67362"/>
                </a:lnTo>
                <a:lnTo>
                  <a:pt x="289326" y="67159"/>
                </a:lnTo>
                <a:lnTo>
                  <a:pt x="289149" y="66954"/>
                </a:lnTo>
                <a:lnTo>
                  <a:pt x="288978" y="66747"/>
                </a:lnTo>
                <a:lnTo>
                  <a:pt x="288815" y="66537"/>
                </a:lnTo>
                <a:lnTo>
                  <a:pt x="288659" y="66325"/>
                </a:lnTo>
                <a:lnTo>
                  <a:pt x="288510" y="66110"/>
                </a:lnTo>
                <a:lnTo>
                  <a:pt x="288368" y="65893"/>
                </a:lnTo>
                <a:lnTo>
                  <a:pt x="288234" y="65673"/>
                </a:lnTo>
                <a:lnTo>
                  <a:pt x="288106" y="65450"/>
                </a:lnTo>
                <a:lnTo>
                  <a:pt x="287986" y="65226"/>
                </a:lnTo>
                <a:lnTo>
                  <a:pt x="287873" y="64998"/>
                </a:lnTo>
                <a:lnTo>
                  <a:pt x="287767" y="64769"/>
                </a:lnTo>
                <a:lnTo>
                  <a:pt x="287668" y="64537"/>
                </a:lnTo>
                <a:lnTo>
                  <a:pt x="287577" y="64302"/>
                </a:lnTo>
                <a:lnTo>
                  <a:pt x="287492" y="64065"/>
                </a:lnTo>
                <a:lnTo>
                  <a:pt x="287415" y="63825"/>
                </a:lnTo>
                <a:lnTo>
                  <a:pt x="287345" y="63583"/>
                </a:lnTo>
                <a:lnTo>
                  <a:pt x="287282" y="63339"/>
                </a:lnTo>
                <a:lnTo>
                  <a:pt x="287245" y="63184"/>
                </a:lnTo>
                <a:lnTo>
                  <a:pt x="287209" y="63015"/>
                </a:lnTo>
                <a:lnTo>
                  <a:pt x="287175" y="62834"/>
                </a:lnTo>
                <a:lnTo>
                  <a:pt x="287142" y="62638"/>
                </a:lnTo>
                <a:lnTo>
                  <a:pt x="287111" y="62430"/>
                </a:lnTo>
                <a:lnTo>
                  <a:pt x="287082" y="62208"/>
                </a:lnTo>
                <a:lnTo>
                  <a:pt x="287054" y="61972"/>
                </a:lnTo>
                <a:lnTo>
                  <a:pt x="287027" y="61723"/>
                </a:lnTo>
                <a:lnTo>
                  <a:pt x="287003" y="61461"/>
                </a:lnTo>
                <a:lnTo>
                  <a:pt x="286980" y="61185"/>
                </a:lnTo>
                <a:lnTo>
                  <a:pt x="286958" y="60896"/>
                </a:lnTo>
                <a:lnTo>
                  <a:pt x="286938" y="60594"/>
                </a:lnTo>
                <a:lnTo>
                  <a:pt x="286920" y="60278"/>
                </a:lnTo>
                <a:lnTo>
                  <a:pt x="286903" y="59948"/>
                </a:lnTo>
                <a:lnTo>
                  <a:pt x="286888" y="59605"/>
                </a:lnTo>
                <a:lnTo>
                  <a:pt x="286875" y="59249"/>
                </a:lnTo>
                <a:lnTo>
                  <a:pt x="286863" y="58879"/>
                </a:lnTo>
                <a:lnTo>
                  <a:pt x="286852" y="58496"/>
                </a:lnTo>
                <a:lnTo>
                  <a:pt x="286844" y="58100"/>
                </a:lnTo>
                <a:lnTo>
                  <a:pt x="286837" y="57690"/>
                </a:lnTo>
                <a:lnTo>
                  <a:pt x="286831" y="57266"/>
                </a:lnTo>
                <a:lnTo>
                  <a:pt x="286827" y="56830"/>
                </a:lnTo>
                <a:lnTo>
                  <a:pt x="286825" y="56379"/>
                </a:lnTo>
                <a:lnTo>
                  <a:pt x="286824" y="55916"/>
                </a:lnTo>
                <a:lnTo>
                  <a:pt x="286824" y="38527"/>
                </a:lnTo>
                <a:lnTo>
                  <a:pt x="287172" y="38153"/>
                </a:lnTo>
                <a:lnTo>
                  <a:pt x="287511" y="37790"/>
                </a:lnTo>
                <a:lnTo>
                  <a:pt x="287843" y="37441"/>
                </a:lnTo>
                <a:lnTo>
                  <a:pt x="288166" y="37104"/>
                </a:lnTo>
                <a:close/>
                <a:moveTo>
                  <a:pt x="180087" y="57139"/>
                </a:moveTo>
                <a:lnTo>
                  <a:pt x="179722" y="57466"/>
                </a:lnTo>
                <a:lnTo>
                  <a:pt x="179371" y="57786"/>
                </a:lnTo>
                <a:lnTo>
                  <a:pt x="179033" y="58100"/>
                </a:lnTo>
                <a:lnTo>
                  <a:pt x="178708" y="58406"/>
                </a:lnTo>
                <a:lnTo>
                  <a:pt x="178396" y="58706"/>
                </a:lnTo>
                <a:lnTo>
                  <a:pt x="178097" y="58999"/>
                </a:lnTo>
                <a:lnTo>
                  <a:pt x="177811" y="59285"/>
                </a:lnTo>
                <a:lnTo>
                  <a:pt x="177539" y="59564"/>
                </a:lnTo>
                <a:lnTo>
                  <a:pt x="177280" y="59836"/>
                </a:lnTo>
                <a:lnTo>
                  <a:pt x="177034" y="60101"/>
                </a:lnTo>
                <a:lnTo>
                  <a:pt x="176801" y="60359"/>
                </a:lnTo>
                <a:lnTo>
                  <a:pt x="176581" y="60611"/>
                </a:lnTo>
                <a:lnTo>
                  <a:pt x="176375" y="60855"/>
                </a:lnTo>
                <a:lnTo>
                  <a:pt x="176182" y="61093"/>
                </a:lnTo>
                <a:lnTo>
                  <a:pt x="176001" y="61323"/>
                </a:lnTo>
                <a:lnTo>
                  <a:pt x="175834" y="61547"/>
                </a:lnTo>
                <a:lnTo>
                  <a:pt x="175681" y="61764"/>
                </a:lnTo>
                <a:lnTo>
                  <a:pt x="175540" y="61974"/>
                </a:lnTo>
                <a:lnTo>
                  <a:pt x="175412" y="62177"/>
                </a:lnTo>
                <a:lnTo>
                  <a:pt x="175294" y="62376"/>
                </a:lnTo>
                <a:lnTo>
                  <a:pt x="175181" y="62572"/>
                </a:lnTo>
                <a:lnTo>
                  <a:pt x="175072" y="62767"/>
                </a:lnTo>
                <a:lnTo>
                  <a:pt x="174969" y="62959"/>
                </a:lnTo>
                <a:lnTo>
                  <a:pt x="174871" y="63149"/>
                </a:lnTo>
                <a:lnTo>
                  <a:pt x="174778" y="63337"/>
                </a:lnTo>
                <a:lnTo>
                  <a:pt x="174690" y="63523"/>
                </a:lnTo>
                <a:lnTo>
                  <a:pt x="174606" y="63707"/>
                </a:lnTo>
                <a:lnTo>
                  <a:pt x="174528" y="63888"/>
                </a:lnTo>
                <a:lnTo>
                  <a:pt x="174455" y="64068"/>
                </a:lnTo>
                <a:lnTo>
                  <a:pt x="174387" y="64245"/>
                </a:lnTo>
                <a:lnTo>
                  <a:pt x="174324" y="64420"/>
                </a:lnTo>
                <a:lnTo>
                  <a:pt x="174266" y="64594"/>
                </a:lnTo>
                <a:lnTo>
                  <a:pt x="174213" y="64765"/>
                </a:lnTo>
                <a:lnTo>
                  <a:pt x="174166" y="64933"/>
                </a:lnTo>
                <a:lnTo>
                  <a:pt x="174123" y="65100"/>
                </a:lnTo>
                <a:lnTo>
                  <a:pt x="174085" y="65265"/>
                </a:lnTo>
                <a:lnTo>
                  <a:pt x="174052" y="65427"/>
                </a:lnTo>
                <a:lnTo>
                  <a:pt x="174025" y="65588"/>
                </a:lnTo>
                <a:lnTo>
                  <a:pt x="174002" y="65746"/>
                </a:lnTo>
                <a:lnTo>
                  <a:pt x="173984" y="65902"/>
                </a:lnTo>
                <a:lnTo>
                  <a:pt x="173972" y="66056"/>
                </a:lnTo>
                <a:lnTo>
                  <a:pt x="173964" y="66208"/>
                </a:lnTo>
                <a:lnTo>
                  <a:pt x="173962" y="66358"/>
                </a:lnTo>
                <a:lnTo>
                  <a:pt x="173964" y="66489"/>
                </a:lnTo>
                <a:lnTo>
                  <a:pt x="173969" y="66619"/>
                </a:lnTo>
                <a:lnTo>
                  <a:pt x="173979" y="66748"/>
                </a:lnTo>
                <a:lnTo>
                  <a:pt x="173992" y="66875"/>
                </a:lnTo>
                <a:lnTo>
                  <a:pt x="174009" y="67002"/>
                </a:lnTo>
                <a:lnTo>
                  <a:pt x="174030" y="67127"/>
                </a:lnTo>
                <a:lnTo>
                  <a:pt x="174055" y="67251"/>
                </a:lnTo>
                <a:lnTo>
                  <a:pt x="174083" y="67374"/>
                </a:lnTo>
                <a:lnTo>
                  <a:pt x="174116" y="67496"/>
                </a:lnTo>
                <a:lnTo>
                  <a:pt x="174152" y="67617"/>
                </a:lnTo>
                <a:lnTo>
                  <a:pt x="174192" y="67737"/>
                </a:lnTo>
                <a:lnTo>
                  <a:pt x="174235" y="67855"/>
                </a:lnTo>
                <a:lnTo>
                  <a:pt x="174283" y="67972"/>
                </a:lnTo>
                <a:lnTo>
                  <a:pt x="174334" y="68088"/>
                </a:lnTo>
                <a:lnTo>
                  <a:pt x="174389" y="68203"/>
                </a:lnTo>
                <a:lnTo>
                  <a:pt x="174448" y="68317"/>
                </a:lnTo>
                <a:lnTo>
                  <a:pt x="174511" y="68430"/>
                </a:lnTo>
                <a:lnTo>
                  <a:pt x="174577" y="68541"/>
                </a:lnTo>
                <a:lnTo>
                  <a:pt x="174648" y="68652"/>
                </a:lnTo>
                <a:lnTo>
                  <a:pt x="174722" y="68761"/>
                </a:lnTo>
                <a:lnTo>
                  <a:pt x="174800" y="68869"/>
                </a:lnTo>
                <a:lnTo>
                  <a:pt x="174881" y="68976"/>
                </a:lnTo>
                <a:lnTo>
                  <a:pt x="174967" y="69082"/>
                </a:lnTo>
                <a:lnTo>
                  <a:pt x="175056" y="69187"/>
                </a:lnTo>
                <a:lnTo>
                  <a:pt x="175150" y="69291"/>
                </a:lnTo>
                <a:lnTo>
                  <a:pt x="175249" y="69397"/>
                </a:lnTo>
                <a:lnTo>
                  <a:pt x="175354" y="69504"/>
                </a:lnTo>
                <a:lnTo>
                  <a:pt x="175464" y="69612"/>
                </a:lnTo>
                <a:lnTo>
                  <a:pt x="175580" y="69721"/>
                </a:lnTo>
                <a:lnTo>
                  <a:pt x="175700" y="69832"/>
                </a:lnTo>
                <a:lnTo>
                  <a:pt x="175827" y="69943"/>
                </a:lnTo>
                <a:lnTo>
                  <a:pt x="175958" y="70056"/>
                </a:lnTo>
                <a:lnTo>
                  <a:pt x="176095" y="70170"/>
                </a:lnTo>
                <a:lnTo>
                  <a:pt x="176238" y="70285"/>
                </a:lnTo>
                <a:lnTo>
                  <a:pt x="176386" y="70401"/>
                </a:lnTo>
                <a:lnTo>
                  <a:pt x="176539" y="70518"/>
                </a:lnTo>
                <a:lnTo>
                  <a:pt x="176697" y="70637"/>
                </a:lnTo>
                <a:lnTo>
                  <a:pt x="176861" y="70756"/>
                </a:lnTo>
                <a:lnTo>
                  <a:pt x="177031" y="70877"/>
                </a:lnTo>
                <a:lnTo>
                  <a:pt x="177206" y="70999"/>
                </a:lnTo>
                <a:lnTo>
                  <a:pt x="177386" y="71122"/>
                </a:lnTo>
                <a:lnTo>
                  <a:pt x="177571" y="71246"/>
                </a:lnTo>
                <a:lnTo>
                  <a:pt x="177762" y="71371"/>
                </a:lnTo>
                <a:lnTo>
                  <a:pt x="177959" y="71498"/>
                </a:lnTo>
                <a:lnTo>
                  <a:pt x="178160" y="71625"/>
                </a:lnTo>
                <a:lnTo>
                  <a:pt x="178367" y="71754"/>
                </a:lnTo>
                <a:lnTo>
                  <a:pt x="178580" y="71884"/>
                </a:lnTo>
                <a:lnTo>
                  <a:pt x="178798" y="72015"/>
                </a:lnTo>
                <a:lnTo>
                  <a:pt x="178403" y="72427"/>
                </a:lnTo>
                <a:lnTo>
                  <a:pt x="178023" y="72822"/>
                </a:lnTo>
                <a:lnTo>
                  <a:pt x="177659" y="73202"/>
                </a:lnTo>
                <a:lnTo>
                  <a:pt x="177310" y="73566"/>
                </a:lnTo>
                <a:lnTo>
                  <a:pt x="176977" y="73914"/>
                </a:lnTo>
                <a:lnTo>
                  <a:pt x="176660" y="74246"/>
                </a:lnTo>
                <a:lnTo>
                  <a:pt x="176358" y="74562"/>
                </a:lnTo>
                <a:lnTo>
                  <a:pt x="176071" y="74862"/>
                </a:lnTo>
                <a:lnTo>
                  <a:pt x="175801" y="75147"/>
                </a:lnTo>
                <a:lnTo>
                  <a:pt x="175545" y="75415"/>
                </a:lnTo>
                <a:lnTo>
                  <a:pt x="175306" y="75668"/>
                </a:lnTo>
                <a:lnTo>
                  <a:pt x="175082" y="75904"/>
                </a:lnTo>
                <a:lnTo>
                  <a:pt x="174873" y="76125"/>
                </a:lnTo>
                <a:lnTo>
                  <a:pt x="174680" y="76330"/>
                </a:lnTo>
                <a:lnTo>
                  <a:pt x="174503" y="76519"/>
                </a:lnTo>
                <a:lnTo>
                  <a:pt x="174341" y="76692"/>
                </a:lnTo>
                <a:lnTo>
                  <a:pt x="174194" y="76850"/>
                </a:lnTo>
                <a:lnTo>
                  <a:pt x="174063" y="76991"/>
                </a:lnTo>
                <a:lnTo>
                  <a:pt x="173948" y="77116"/>
                </a:lnTo>
                <a:lnTo>
                  <a:pt x="173848" y="77226"/>
                </a:lnTo>
                <a:lnTo>
                  <a:pt x="173764" y="77320"/>
                </a:lnTo>
                <a:lnTo>
                  <a:pt x="173696" y="77397"/>
                </a:lnTo>
                <a:lnTo>
                  <a:pt x="173643" y="77459"/>
                </a:lnTo>
                <a:lnTo>
                  <a:pt x="173605" y="77505"/>
                </a:lnTo>
                <a:lnTo>
                  <a:pt x="173384" y="77782"/>
                </a:lnTo>
                <a:lnTo>
                  <a:pt x="173168" y="78054"/>
                </a:lnTo>
                <a:lnTo>
                  <a:pt x="172959" y="78321"/>
                </a:lnTo>
                <a:lnTo>
                  <a:pt x="172757" y="78583"/>
                </a:lnTo>
                <a:lnTo>
                  <a:pt x="172561" y="78839"/>
                </a:lnTo>
                <a:lnTo>
                  <a:pt x="172371" y="79091"/>
                </a:lnTo>
                <a:lnTo>
                  <a:pt x="172187" y="79337"/>
                </a:lnTo>
                <a:lnTo>
                  <a:pt x="172010" y="79578"/>
                </a:lnTo>
                <a:lnTo>
                  <a:pt x="171839" y="79814"/>
                </a:lnTo>
                <a:lnTo>
                  <a:pt x="171675" y="80045"/>
                </a:lnTo>
                <a:lnTo>
                  <a:pt x="171517" y="80271"/>
                </a:lnTo>
                <a:lnTo>
                  <a:pt x="171365" y="80492"/>
                </a:lnTo>
                <a:lnTo>
                  <a:pt x="171220" y="80708"/>
                </a:lnTo>
                <a:lnTo>
                  <a:pt x="171081" y="80918"/>
                </a:lnTo>
                <a:lnTo>
                  <a:pt x="170949" y="81124"/>
                </a:lnTo>
                <a:lnTo>
                  <a:pt x="170822" y="81324"/>
                </a:lnTo>
                <a:lnTo>
                  <a:pt x="170702" y="81519"/>
                </a:lnTo>
                <a:lnTo>
                  <a:pt x="170589" y="81709"/>
                </a:lnTo>
                <a:lnTo>
                  <a:pt x="170482" y="81894"/>
                </a:lnTo>
                <a:lnTo>
                  <a:pt x="170381" y="82074"/>
                </a:lnTo>
                <a:lnTo>
                  <a:pt x="170287" y="82249"/>
                </a:lnTo>
                <a:lnTo>
                  <a:pt x="170199" y="82418"/>
                </a:lnTo>
                <a:lnTo>
                  <a:pt x="170117" y="82583"/>
                </a:lnTo>
                <a:lnTo>
                  <a:pt x="170042" y="82742"/>
                </a:lnTo>
                <a:lnTo>
                  <a:pt x="169996" y="82844"/>
                </a:lnTo>
                <a:lnTo>
                  <a:pt x="169952" y="82946"/>
                </a:lnTo>
                <a:lnTo>
                  <a:pt x="169910" y="83047"/>
                </a:lnTo>
                <a:lnTo>
                  <a:pt x="169871" y="83149"/>
                </a:lnTo>
                <a:lnTo>
                  <a:pt x="169833" y="83251"/>
                </a:lnTo>
                <a:lnTo>
                  <a:pt x="169797" y="83352"/>
                </a:lnTo>
                <a:lnTo>
                  <a:pt x="169763" y="83454"/>
                </a:lnTo>
                <a:lnTo>
                  <a:pt x="169731" y="83556"/>
                </a:lnTo>
                <a:lnTo>
                  <a:pt x="169700" y="83657"/>
                </a:lnTo>
                <a:lnTo>
                  <a:pt x="169672" y="83759"/>
                </a:lnTo>
                <a:lnTo>
                  <a:pt x="169646" y="83861"/>
                </a:lnTo>
                <a:lnTo>
                  <a:pt x="169622" y="83962"/>
                </a:lnTo>
                <a:lnTo>
                  <a:pt x="169599" y="84064"/>
                </a:lnTo>
                <a:lnTo>
                  <a:pt x="169579" y="84165"/>
                </a:lnTo>
                <a:lnTo>
                  <a:pt x="169560" y="84267"/>
                </a:lnTo>
                <a:lnTo>
                  <a:pt x="169544" y="84369"/>
                </a:lnTo>
                <a:lnTo>
                  <a:pt x="169529" y="84470"/>
                </a:lnTo>
                <a:lnTo>
                  <a:pt x="169517" y="84572"/>
                </a:lnTo>
                <a:lnTo>
                  <a:pt x="169506" y="84673"/>
                </a:lnTo>
                <a:lnTo>
                  <a:pt x="169497" y="84775"/>
                </a:lnTo>
                <a:lnTo>
                  <a:pt x="169490" y="84876"/>
                </a:lnTo>
                <a:lnTo>
                  <a:pt x="169486" y="84978"/>
                </a:lnTo>
                <a:lnTo>
                  <a:pt x="169483" y="85080"/>
                </a:lnTo>
                <a:lnTo>
                  <a:pt x="169482" y="85181"/>
                </a:lnTo>
                <a:lnTo>
                  <a:pt x="169488" y="85410"/>
                </a:lnTo>
                <a:lnTo>
                  <a:pt x="169508" y="85637"/>
                </a:lnTo>
                <a:lnTo>
                  <a:pt x="169541" y="85864"/>
                </a:lnTo>
                <a:lnTo>
                  <a:pt x="169588" y="86091"/>
                </a:lnTo>
                <a:lnTo>
                  <a:pt x="169647" y="86316"/>
                </a:lnTo>
                <a:lnTo>
                  <a:pt x="169720" y="86541"/>
                </a:lnTo>
                <a:lnTo>
                  <a:pt x="169807" y="86766"/>
                </a:lnTo>
                <a:lnTo>
                  <a:pt x="169906" y="86989"/>
                </a:lnTo>
                <a:lnTo>
                  <a:pt x="170019" y="87212"/>
                </a:lnTo>
                <a:lnTo>
                  <a:pt x="170145" y="87434"/>
                </a:lnTo>
                <a:lnTo>
                  <a:pt x="170284" y="87655"/>
                </a:lnTo>
                <a:lnTo>
                  <a:pt x="170436" y="87876"/>
                </a:lnTo>
                <a:lnTo>
                  <a:pt x="170602" y="88096"/>
                </a:lnTo>
                <a:lnTo>
                  <a:pt x="170781" y="88315"/>
                </a:lnTo>
                <a:lnTo>
                  <a:pt x="170973" y="88534"/>
                </a:lnTo>
                <a:lnTo>
                  <a:pt x="171179" y="88752"/>
                </a:lnTo>
                <a:lnTo>
                  <a:pt x="171397" y="88969"/>
                </a:lnTo>
                <a:lnTo>
                  <a:pt x="171629" y="89185"/>
                </a:lnTo>
                <a:lnTo>
                  <a:pt x="171875" y="89401"/>
                </a:lnTo>
                <a:lnTo>
                  <a:pt x="172133" y="89616"/>
                </a:lnTo>
                <a:lnTo>
                  <a:pt x="172405" y="89830"/>
                </a:lnTo>
                <a:lnTo>
                  <a:pt x="172690" y="90044"/>
                </a:lnTo>
                <a:lnTo>
                  <a:pt x="172988" y="90257"/>
                </a:lnTo>
                <a:lnTo>
                  <a:pt x="173300" y="90469"/>
                </a:lnTo>
                <a:lnTo>
                  <a:pt x="173869" y="90830"/>
                </a:lnTo>
                <a:lnTo>
                  <a:pt x="174449" y="91176"/>
                </a:lnTo>
                <a:lnTo>
                  <a:pt x="175040" y="91506"/>
                </a:lnTo>
                <a:lnTo>
                  <a:pt x="175642" y="91820"/>
                </a:lnTo>
                <a:lnTo>
                  <a:pt x="176254" y="92120"/>
                </a:lnTo>
                <a:lnTo>
                  <a:pt x="176876" y="92404"/>
                </a:lnTo>
                <a:lnTo>
                  <a:pt x="177509" y="92673"/>
                </a:lnTo>
                <a:lnTo>
                  <a:pt x="178153" y="92926"/>
                </a:lnTo>
                <a:lnTo>
                  <a:pt x="178807" y="93164"/>
                </a:lnTo>
                <a:lnTo>
                  <a:pt x="179472" y="93387"/>
                </a:lnTo>
                <a:lnTo>
                  <a:pt x="180148" y="93594"/>
                </a:lnTo>
                <a:lnTo>
                  <a:pt x="180834" y="93786"/>
                </a:lnTo>
                <a:lnTo>
                  <a:pt x="181531" y="93963"/>
                </a:lnTo>
                <a:lnTo>
                  <a:pt x="182238" y="94124"/>
                </a:lnTo>
                <a:lnTo>
                  <a:pt x="182956" y="94270"/>
                </a:lnTo>
                <a:lnTo>
                  <a:pt x="183685" y="94400"/>
                </a:lnTo>
                <a:lnTo>
                  <a:pt x="184424" y="94516"/>
                </a:lnTo>
                <a:lnTo>
                  <a:pt x="185174" y="94615"/>
                </a:lnTo>
                <a:lnTo>
                  <a:pt x="185934" y="94700"/>
                </a:lnTo>
                <a:lnTo>
                  <a:pt x="186705" y="94769"/>
                </a:lnTo>
                <a:lnTo>
                  <a:pt x="187487" y="94823"/>
                </a:lnTo>
                <a:lnTo>
                  <a:pt x="188279" y="94861"/>
                </a:lnTo>
                <a:lnTo>
                  <a:pt x="189082" y="94884"/>
                </a:lnTo>
                <a:lnTo>
                  <a:pt x="189896" y="94892"/>
                </a:lnTo>
                <a:lnTo>
                  <a:pt x="190952" y="94879"/>
                </a:lnTo>
                <a:lnTo>
                  <a:pt x="191992" y="94840"/>
                </a:lnTo>
                <a:lnTo>
                  <a:pt x="193015" y="94776"/>
                </a:lnTo>
                <a:lnTo>
                  <a:pt x="194021" y="94685"/>
                </a:lnTo>
                <a:lnTo>
                  <a:pt x="195010" y="94569"/>
                </a:lnTo>
                <a:lnTo>
                  <a:pt x="195982" y="94428"/>
                </a:lnTo>
                <a:lnTo>
                  <a:pt x="196938" y="94260"/>
                </a:lnTo>
                <a:lnTo>
                  <a:pt x="197877" y="94067"/>
                </a:lnTo>
                <a:lnTo>
                  <a:pt x="198799" y="93847"/>
                </a:lnTo>
                <a:lnTo>
                  <a:pt x="199704" y="93602"/>
                </a:lnTo>
                <a:lnTo>
                  <a:pt x="200593" y="93332"/>
                </a:lnTo>
                <a:lnTo>
                  <a:pt x="201464" y="93035"/>
                </a:lnTo>
                <a:lnTo>
                  <a:pt x="202319" y="92713"/>
                </a:lnTo>
                <a:lnTo>
                  <a:pt x="203157" y="92365"/>
                </a:lnTo>
                <a:lnTo>
                  <a:pt x="203979" y="91991"/>
                </a:lnTo>
                <a:lnTo>
                  <a:pt x="204783" y="91591"/>
                </a:lnTo>
                <a:lnTo>
                  <a:pt x="205571" y="91166"/>
                </a:lnTo>
                <a:lnTo>
                  <a:pt x="206342" y="90715"/>
                </a:lnTo>
                <a:lnTo>
                  <a:pt x="207096" y="90238"/>
                </a:lnTo>
                <a:lnTo>
                  <a:pt x="207834" y="89735"/>
                </a:lnTo>
                <a:lnTo>
                  <a:pt x="208554" y="89206"/>
                </a:lnTo>
                <a:lnTo>
                  <a:pt x="209258" y="88652"/>
                </a:lnTo>
                <a:lnTo>
                  <a:pt x="209945" y="88072"/>
                </a:lnTo>
                <a:lnTo>
                  <a:pt x="210615" y="87466"/>
                </a:lnTo>
                <a:lnTo>
                  <a:pt x="211055" y="87045"/>
                </a:lnTo>
                <a:lnTo>
                  <a:pt x="211477" y="86621"/>
                </a:lnTo>
                <a:lnTo>
                  <a:pt x="211880" y="86195"/>
                </a:lnTo>
                <a:lnTo>
                  <a:pt x="212264" y="85767"/>
                </a:lnTo>
                <a:lnTo>
                  <a:pt x="212629" y="85336"/>
                </a:lnTo>
                <a:lnTo>
                  <a:pt x="212976" y="84903"/>
                </a:lnTo>
                <a:lnTo>
                  <a:pt x="213304" y="84467"/>
                </a:lnTo>
                <a:lnTo>
                  <a:pt x="213613" y="84029"/>
                </a:lnTo>
                <a:lnTo>
                  <a:pt x="213903" y="83588"/>
                </a:lnTo>
                <a:lnTo>
                  <a:pt x="214175" y="83145"/>
                </a:lnTo>
                <a:lnTo>
                  <a:pt x="214428" y="82699"/>
                </a:lnTo>
                <a:lnTo>
                  <a:pt x="214662" y="82251"/>
                </a:lnTo>
                <a:lnTo>
                  <a:pt x="214878" y="81801"/>
                </a:lnTo>
                <a:lnTo>
                  <a:pt x="215074" y="81348"/>
                </a:lnTo>
                <a:lnTo>
                  <a:pt x="215252" y="80892"/>
                </a:lnTo>
                <a:lnTo>
                  <a:pt x="215412" y="80434"/>
                </a:lnTo>
                <a:lnTo>
                  <a:pt x="215552" y="79974"/>
                </a:lnTo>
                <a:lnTo>
                  <a:pt x="215674" y="79511"/>
                </a:lnTo>
                <a:lnTo>
                  <a:pt x="215777" y="79045"/>
                </a:lnTo>
                <a:lnTo>
                  <a:pt x="215861" y="78577"/>
                </a:lnTo>
                <a:lnTo>
                  <a:pt x="215927" y="78107"/>
                </a:lnTo>
                <a:lnTo>
                  <a:pt x="215974" y="77634"/>
                </a:lnTo>
                <a:lnTo>
                  <a:pt x="216002" y="77159"/>
                </a:lnTo>
                <a:lnTo>
                  <a:pt x="216011" y="76681"/>
                </a:lnTo>
                <a:lnTo>
                  <a:pt x="216006" y="76336"/>
                </a:lnTo>
                <a:lnTo>
                  <a:pt x="215992" y="75995"/>
                </a:lnTo>
                <a:lnTo>
                  <a:pt x="215967" y="75659"/>
                </a:lnTo>
                <a:lnTo>
                  <a:pt x="215933" y="75327"/>
                </a:lnTo>
                <a:lnTo>
                  <a:pt x="215889" y="75001"/>
                </a:lnTo>
                <a:lnTo>
                  <a:pt x="215835" y="74678"/>
                </a:lnTo>
                <a:lnTo>
                  <a:pt x="215771" y="74361"/>
                </a:lnTo>
                <a:lnTo>
                  <a:pt x="215697" y="74047"/>
                </a:lnTo>
                <a:lnTo>
                  <a:pt x="215614" y="73739"/>
                </a:lnTo>
                <a:lnTo>
                  <a:pt x="215521" y="73435"/>
                </a:lnTo>
                <a:lnTo>
                  <a:pt x="215418" y="73136"/>
                </a:lnTo>
                <a:lnTo>
                  <a:pt x="215305" y="72841"/>
                </a:lnTo>
                <a:lnTo>
                  <a:pt x="215182" y="72551"/>
                </a:lnTo>
                <a:lnTo>
                  <a:pt x="215050" y="72265"/>
                </a:lnTo>
                <a:lnTo>
                  <a:pt x="214908" y="71984"/>
                </a:lnTo>
                <a:lnTo>
                  <a:pt x="214756" y="71708"/>
                </a:lnTo>
                <a:lnTo>
                  <a:pt x="214594" y="71436"/>
                </a:lnTo>
                <a:lnTo>
                  <a:pt x="214422" y="71169"/>
                </a:lnTo>
                <a:lnTo>
                  <a:pt x="214241" y="70906"/>
                </a:lnTo>
                <a:lnTo>
                  <a:pt x="214049" y="70648"/>
                </a:lnTo>
                <a:lnTo>
                  <a:pt x="213848" y="70395"/>
                </a:lnTo>
                <a:lnTo>
                  <a:pt x="213637" y="70146"/>
                </a:lnTo>
                <a:lnTo>
                  <a:pt x="213416" y="69902"/>
                </a:lnTo>
                <a:lnTo>
                  <a:pt x="213186" y="69662"/>
                </a:lnTo>
                <a:lnTo>
                  <a:pt x="212947" y="69429"/>
                </a:lnTo>
                <a:lnTo>
                  <a:pt x="212702" y="69203"/>
                </a:lnTo>
                <a:lnTo>
                  <a:pt x="212450" y="68984"/>
                </a:lnTo>
                <a:lnTo>
                  <a:pt x="212191" y="68773"/>
                </a:lnTo>
                <a:lnTo>
                  <a:pt x="211926" y="68570"/>
                </a:lnTo>
                <a:lnTo>
                  <a:pt x="211654" y="68374"/>
                </a:lnTo>
                <a:lnTo>
                  <a:pt x="211375" y="68186"/>
                </a:lnTo>
                <a:lnTo>
                  <a:pt x="211090" y="68006"/>
                </a:lnTo>
                <a:lnTo>
                  <a:pt x="210798" y="67833"/>
                </a:lnTo>
                <a:lnTo>
                  <a:pt x="210500" y="67668"/>
                </a:lnTo>
                <a:lnTo>
                  <a:pt x="210195" y="67510"/>
                </a:lnTo>
                <a:lnTo>
                  <a:pt x="209883" y="67360"/>
                </a:lnTo>
                <a:lnTo>
                  <a:pt x="209565" y="67217"/>
                </a:lnTo>
                <a:lnTo>
                  <a:pt x="209240" y="67082"/>
                </a:lnTo>
                <a:lnTo>
                  <a:pt x="208908" y="66955"/>
                </a:lnTo>
                <a:lnTo>
                  <a:pt x="208570" y="66835"/>
                </a:lnTo>
                <a:lnTo>
                  <a:pt x="208225" y="66723"/>
                </a:lnTo>
                <a:lnTo>
                  <a:pt x="207874" y="66619"/>
                </a:lnTo>
                <a:lnTo>
                  <a:pt x="207516" y="66522"/>
                </a:lnTo>
                <a:lnTo>
                  <a:pt x="207151" y="66433"/>
                </a:lnTo>
                <a:lnTo>
                  <a:pt x="206780" y="66351"/>
                </a:lnTo>
                <a:lnTo>
                  <a:pt x="206402" y="66277"/>
                </a:lnTo>
                <a:lnTo>
                  <a:pt x="206017" y="66210"/>
                </a:lnTo>
                <a:lnTo>
                  <a:pt x="205626" y="66151"/>
                </a:lnTo>
                <a:lnTo>
                  <a:pt x="205355" y="66113"/>
                </a:lnTo>
                <a:lnTo>
                  <a:pt x="205057" y="66076"/>
                </a:lnTo>
                <a:lnTo>
                  <a:pt x="204734" y="66040"/>
                </a:lnTo>
                <a:lnTo>
                  <a:pt x="204386" y="66004"/>
                </a:lnTo>
                <a:lnTo>
                  <a:pt x="204012" y="65969"/>
                </a:lnTo>
                <a:lnTo>
                  <a:pt x="203612" y="65935"/>
                </a:lnTo>
                <a:lnTo>
                  <a:pt x="203187" y="65901"/>
                </a:lnTo>
                <a:lnTo>
                  <a:pt x="202736" y="65869"/>
                </a:lnTo>
                <a:lnTo>
                  <a:pt x="202259" y="65836"/>
                </a:lnTo>
                <a:lnTo>
                  <a:pt x="201757" y="65805"/>
                </a:lnTo>
                <a:lnTo>
                  <a:pt x="201229" y="65774"/>
                </a:lnTo>
                <a:lnTo>
                  <a:pt x="200675" y="65744"/>
                </a:lnTo>
                <a:lnTo>
                  <a:pt x="200096" y="65715"/>
                </a:lnTo>
                <a:lnTo>
                  <a:pt x="199491" y="65687"/>
                </a:lnTo>
                <a:lnTo>
                  <a:pt x="198861" y="65659"/>
                </a:lnTo>
                <a:lnTo>
                  <a:pt x="198205" y="65632"/>
                </a:lnTo>
                <a:lnTo>
                  <a:pt x="197523" y="65605"/>
                </a:lnTo>
                <a:lnTo>
                  <a:pt x="196816" y="65579"/>
                </a:lnTo>
                <a:lnTo>
                  <a:pt x="196083" y="65554"/>
                </a:lnTo>
                <a:lnTo>
                  <a:pt x="195324" y="65530"/>
                </a:lnTo>
                <a:lnTo>
                  <a:pt x="194540" y="65507"/>
                </a:lnTo>
                <a:lnTo>
                  <a:pt x="193730" y="65484"/>
                </a:lnTo>
                <a:lnTo>
                  <a:pt x="192895" y="65462"/>
                </a:lnTo>
                <a:lnTo>
                  <a:pt x="192034" y="65440"/>
                </a:lnTo>
                <a:lnTo>
                  <a:pt x="191566" y="65427"/>
                </a:lnTo>
                <a:lnTo>
                  <a:pt x="191113" y="65414"/>
                </a:lnTo>
                <a:lnTo>
                  <a:pt x="190675" y="65401"/>
                </a:lnTo>
                <a:lnTo>
                  <a:pt x="190252" y="65388"/>
                </a:lnTo>
                <a:lnTo>
                  <a:pt x="189844" y="65374"/>
                </a:lnTo>
                <a:lnTo>
                  <a:pt x="189450" y="65361"/>
                </a:lnTo>
                <a:lnTo>
                  <a:pt x="189072" y="65347"/>
                </a:lnTo>
                <a:lnTo>
                  <a:pt x="188708" y="65333"/>
                </a:lnTo>
                <a:lnTo>
                  <a:pt x="188359" y="65318"/>
                </a:lnTo>
                <a:lnTo>
                  <a:pt x="188025" y="65304"/>
                </a:lnTo>
                <a:lnTo>
                  <a:pt x="187706" y="65289"/>
                </a:lnTo>
                <a:lnTo>
                  <a:pt x="187401" y="65275"/>
                </a:lnTo>
                <a:lnTo>
                  <a:pt x="187112" y="65260"/>
                </a:lnTo>
                <a:lnTo>
                  <a:pt x="186837" y="65245"/>
                </a:lnTo>
                <a:lnTo>
                  <a:pt x="186577" y="65229"/>
                </a:lnTo>
                <a:lnTo>
                  <a:pt x="186332" y="65214"/>
                </a:lnTo>
                <a:lnTo>
                  <a:pt x="186102" y="65198"/>
                </a:lnTo>
                <a:lnTo>
                  <a:pt x="185887" y="65182"/>
                </a:lnTo>
                <a:lnTo>
                  <a:pt x="185686" y="65166"/>
                </a:lnTo>
                <a:lnTo>
                  <a:pt x="185501" y="65150"/>
                </a:lnTo>
                <a:lnTo>
                  <a:pt x="185330" y="65134"/>
                </a:lnTo>
                <a:lnTo>
                  <a:pt x="185174" y="65117"/>
                </a:lnTo>
                <a:lnTo>
                  <a:pt x="185033" y="65101"/>
                </a:lnTo>
                <a:lnTo>
                  <a:pt x="184907" y="65084"/>
                </a:lnTo>
                <a:lnTo>
                  <a:pt x="184706" y="65053"/>
                </a:lnTo>
                <a:lnTo>
                  <a:pt x="184511" y="65021"/>
                </a:lnTo>
                <a:lnTo>
                  <a:pt x="184321" y="64988"/>
                </a:lnTo>
                <a:lnTo>
                  <a:pt x="184137" y="64952"/>
                </a:lnTo>
                <a:lnTo>
                  <a:pt x="183958" y="64915"/>
                </a:lnTo>
                <a:lnTo>
                  <a:pt x="183785" y="64877"/>
                </a:lnTo>
                <a:lnTo>
                  <a:pt x="183618" y="64837"/>
                </a:lnTo>
                <a:lnTo>
                  <a:pt x="183456" y="64795"/>
                </a:lnTo>
                <a:lnTo>
                  <a:pt x="183300" y="64752"/>
                </a:lnTo>
                <a:lnTo>
                  <a:pt x="183149" y="64708"/>
                </a:lnTo>
                <a:lnTo>
                  <a:pt x="183004" y="64661"/>
                </a:lnTo>
                <a:lnTo>
                  <a:pt x="182864" y="64613"/>
                </a:lnTo>
                <a:lnTo>
                  <a:pt x="182730" y="64564"/>
                </a:lnTo>
                <a:lnTo>
                  <a:pt x="182602" y="64513"/>
                </a:lnTo>
                <a:lnTo>
                  <a:pt x="182479" y="64460"/>
                </a:lnTo>
                <a:lnTo>
                  <a:pt x="182361" y="64406"/>
                </a:lnTo>
                <a:lnTo>
                  <a:pt x="182250" y="64350"/>
                </a:lnTo>
                <a:lnTo>
                  <a:pt x="182143" y="64292"/>
                </a:lnTo>
                <a:lnTo>
                  <a:pt x="182043" y="64233"/>
                </a:lnTo>
                <a:lnTo>
                  <a:pt x="181948" y="64173"/>
                </a:lnTo>
                <a:lnTo>
                  <a:pt x="181858" y="64111"/>
                </a:lnTo>
                <a:lnTo>
                  <a:pt x="181774" y="64047"/>
                </a:lnTo>
                <a:lnTo>
                  <a:pt x="181696" y="63981"/>
                </a:lnTo>
                <a:lnTo>
                  <a:pt x="181623" y="63914"/>
                </a:lnTo>
                <a:lnTo>
                  <a:pt x="181555" y="63847"/>
                </a:lnTo>
                <a:lnTo>
                  <a:pt x="181489" y="63778"/>
                </a:lnTo>
                <a:lnTo>
                  <a:pt x="181426" y="63710"/>
                </a:lnTo>
                <a:lnTo>
                  <a:pt x="181367" y="63642"/>
                </a:lnTo>
                <a:lnTo>
                  <a:pt x="181310" y="63573"/>
                </a:lnTo>
                <a:lnTo>
                  <a:pt x="181256" y="63504"/>
                </a:lnTo>
                <a:lnTo>
                  <a:pt x="181205" y="63435"/>
                </a:lnTo>
                <a:lnTo>
                  <a:pt x="181157" y="63366"/>
                </a:lnTo>
                <a:lnTo>
                  <a:pt x="181111" y="63296"/>
                </a:lnTo>
                <a:lnTo>
                  <a:pt x="181069" y="63227"/>
                </a:lnTo>
                <a:lnTo>
                  <a:pt x="181030" y="63157"/>
                </a:lnTo>
                <a:lnTo>
                  <a:pt x="180993" y="63087"/>
                </a:lnTo>
                <a:lnTo>
                  <a:pt x="180960" y="63017"/>
                </a:lnTo>
                <a:lnTo>
                  <a:pt x="180929" y="62947"/>
                </a:lnTo>
                <a:lnTo>
                  <a:pt x="180901" y="62876"/>
                </a:lnTo>
                <a:lnTo>
                  <a:pt x="180877" y="62806"/>
                </a:lnTo>
                <a:lnTo>
                  <a:pt x="180855" y="62735"/>
                </a:lnTo>
                <a:lnTo>
                  <a:pt x="180836" y="62664"/>
                </a:lnTo>
                <a:lnTo>
                  <a:pt x="180820" y="62593"/>
                </a:lnTo>
                <a:lnTo>
                  <a:pt x="180807" y="62522"/>
                </a:lnTo>
                <a:lnTo>
                  <a:pt x="180796" y="62450"/>
                </a:lnTo>
                <a:lnTo>
                  <a:pt x="180789" y="62378"/>
                </a:lnTo>
                <a:lnTo>
                  <a:pt x="180785" y="62307"/>
                </a:lnTo>
                <a:lnTo>
                  <a:pt x="180783" y="62235"/>
                </a:lnTo>
                <a:lnTo>
                  <a:pt x="180785" y="62149"/>
                </a:lnTo>
                <a:lnTo>
                  <a:pt x="180789" y="62062"/>
                </a:lnTo>
                <a:lnTo>
                  <a:pt x="180796" y="61974"/>
                </a:lnTo>
                <a:lnTo>
                  <a:pt x="180805" y="61884"/>
                </a:lnTo>
                <a:lnTo>
                  <a:pt x="180817" y="61792"/>
                </a:lnTo>
                <a:lnTo>
                  <a:pt x="180833" y="61699"/>
                </a:lnTo>
                <a:lnTo>
                  <a:pt x="180850" y="61605"/>
                </a:lnTo>
                <a:lnTo>
                  <a:pt x="180871" y="61509"/>
                </a:lnTo>
                <a:lnTo>
                  <a:pt x="180894" y="61411"/>
                </a:lnTo>
                <a:lnTo>
                  <a:pt x="180920" y="61312"/>
                </a:lnTo>
                <a:lnTo>
                  <a:pt x="180949" y="61212"/>
                </a:lnTo>
                <a:lnTo>
                  <a:pt x="180980" y="61110"/>
                </a:lnTo>
                <a:lnTo>
                  <a:pt x="181015" y="61006"/>
                </a:lnTo>
                <a:lnTo>
                  <a:pt x="181052" y="60901"/>
                </a:lnTo>
                <a:lnTo>
                  <a:pt x="181091" y="60795"/>
                </a:lnTo>
                <a:lnTo>
                  <a:pt x="181134" y="60687"/>
                </a:lnTo>
                <a:lnTo>
                  <a:pt x="181179" y="60577"/>
                </a:lnTo>
                <a:lnTo>
                  <a:pt x="181227" y="60466"/>
                </a:lnTo>
                <a:lnTo>
                  <a:pt x="181278" y="60354"/>
                </a:lnTo>
                <a:lnTo>
                  <a:pt x="181331" y="60240"/>
                </a:lnTo>
                <a:lnTo>
                  <a:pt x="181387" y="60124"/>
                </a:lnTo>
                <a:lnTo>
                  <a:pt x="181446" y="60007"/>
                </a:lnTo>
                <a:lnTo>
                  <a:pt x="181508" y="59889"/>
                </a:lnTo>
                <a:lnTo>
                  <a:pt x="181572" y="59769"/>
                </a:lnTo>
                <a:lnTo>
                  <a:pt x="181641" y="59647"/>
                </a:lnTo>
                <a:lnTo>
                  <a:pt x="181714" y="59524"/>
                </a:lnTo>
                <a:lnTo>
                  <a:pt x="181792" y="59398"/>
                </a:lnTo>
                <a:lnTo>
                  <a:pt x="181876" y="59272"/>
                </a:lnTo>
                <a:lnTo>
                  <a:pt x="181964" y="59143"/>
                </a:lnTo>
                <a:lnTo>
                  <a:pt x="182058" y="59013"/>
                </a:lnTo>
                <a:lnTo>
                  <a:pt x="182156" y="58881"/>
                </a:lnTo>
                <a:lnTo>
                  <a:pt x="182260" y="58748"/>
                </a:lnTo>
                <a:lnTo>
                  <a:pt x="182368" y="58613"/>
                </a:lnTo>
                <a:lnTo>
                  <a:pt x="182482" y="58476"/>
                </a:lnTo>
                <a:lnTo>
                  <a:pt x="182600" y="58337"/>
                </a:lnTo>
                <a:lnTo>
                  <a:pt x="182724" y="58197"/>
                </a:lnTo>
                <a:lnTo>
                  <a:pt x="182853" y="58055"/>
                </a:lnTo>
                <a:lnTo>
                  <a:pt x="182987" y="57912"/>
                </a:lnTo>
                <a:lnTo>
                  <a:pt x="183125" y="57767"/>
                </a:lnTo>
                <a:lnTo>
                  <a:pt x="183269" y="57620"/>
                </a:lnTo>
                <a:lnTo>
                  <a:pt x="183418" y="57471"/>
                </a:lnTo>
                <a:lnTo>
                  <a:pt x="183572" y="57321"/>
                </a:lnTo>
                <a:lnTo>
                  <a:pt x="183731" y="57169"/>
                </a:lnTo>
                <a:lnTo>
                  <a:pt x="183895" y="57016"/>
                </a:lnTo>
                <a:lnTo>
                  <a:pt x="184064" y="56861"/>
                </a:lnTo>
                <a:lnTo>
                  <a:pt x="184238" y="56704"/>
                </a:lnTo>
                <a:lnTo>
                  <a:pt x="184417" y="56545"/>
                </a:lnTo>
                <a:lnTo>
                  <a:pt x="184601" y="56385"/>
                </a:lnTo>
                <a:lnTo>
                  <a:pt x="184902" y="56470"/>
                </a:lnTo>
                <a:lnTo>
                  <a:pt x="185203" y="56551"/>
                </a:lnTo>
                <a:lnTo>
                  <a:pt x="185503" y="56628"/>
                </a:lnTo>
                <a:lnTo>
                  <a:pt x="185802" y="56702"/>
                </a:lnTo>
                <a:lnTo>
                  <a:pt x="186101" y="56773"/>
                </a:lnTo>
                <a:lnTo>
                  <a:pt x="186399" y="56839"/>
                </a:lnTo>
                <a:lnTo>
                  <a:pt x="186697" y="56903"/>
                </a:lnTo>
                <a:lnTo>
                  <a:pt x="186994" y="56962"/>
                </a:lnTo>
                <a:lnTo>
                  <a:pt x="187291" y="57018"/>
                </a:lnTo>
                <a:lnTo>
                  <a:pt x="187587" y="57070"/>
                </a:lnTo>
                <a:lnTo>
                  <a:pt x="187882" y="57119"/>
                </a:lnTo>
                <a:lnTo>
                  <a:pt x="188178" y="57164"/>
                </a:lnTo>
                <a:lnTo>
                  <a:pt x="188472" y="57206"/>
                </a:lnTo>
                <a:lnTo>
                  <a:pt x="188766" y="57243"/>
                </a:lnTo>
                <a:lnTo>
                  <a:pt x="189060" y="57278"/>
                </a:lnTo>
                <a:lnTo>
                  <a:pt x="189353" y="57308"/>
                </a:lnTo>
                <a:lnTo>
                  <a:pt x="189645" y="57335"/>
                </a:lnTo>
                <a:lnTo>
                  <a:pt x="189937" y="57359"/>
                </a:lnTo>
                <a:lnTo>
                  <a:pt x="190228" y="57379"/>
                </a:lnTo>
                <a:lnTo>
                  <a:pt x="190519" y="57395"/>
                </a:lnTo>
                <a:lnTo>
                  <a:pt x="190810" y="57408"/>
                </a:lnTo>
                <a:lnTo>
                  <a:pt x="191099" y="57417"/>
                </a:lnTo>
                <a:lnTo>
                  <a:pt x="191389" y="57422"/>
                </a:lnTo>
                <a:lnTo>
                  <a:pt x="191677" y="57424"/>
                </a:lnTo>
                <a:lnTo>
                  <a:pt x="192372" y="57416"/>
                </a:lnTo>
                <a:lnTo>
                  <a:pt x="193054" y="57392"/>
                </a:lnTo>
                <a:lnTo>
                  <a:pt x="193724" y="57351"/>
                </a:lnTo>
                <a:lnTo>
                  <a:pt x="194383" y="57295"/>
                </a:lnTo>
                <a:lnTo>
                  <a:pt x="195029" y="57222"/>
                </a:lnTo>
                <a:lnTo>
                  <a:pt x="195664" y="57134"/>
                </a:lnTo>
                <a:lnTo>
                  <a:pt x="196287" y="57029"/>
                </a:lnTo>
                <a:lnTo>
                  <a:pt x="196898" y="56908"/>
                </a:lnTo>
                <a:lnTo>
                  <a:pt x="197498" y="56771"/>
                </a:lnTo>
                <a:lnTo>
                  <a:pt x="198085" y="56618"/>
                </a:lnTo>
                <a:lnTo>
                  <a:pt x="198661" y="56449"/>
                </a:lnTo>
                <a:lnTo>
                  <a:pt x="199224" y="56263"/>
                </a:lnTo>
                <a:lnTo>
                  <a:pt x="199776" y="56062"/>
                </a:lnTo>
                <a:lnTo>
                  <a:pt x="200317" y="55844"/>
                </a:lnTo>
                <a:lnTo>
                  <a:pt x="200845" y="55610"/>
                </a:lnTo>
                <a:lnTo>
                  <a:pt x="201361" y="55361"/>
                </a:lnTo>
                <a:lnTo>
                  <a:pt x="201866" y="55095"/>
                </a:lnTo>
                <a:lnTo>
                  <a:pt x="202358" y="54813"/>
                </a:lnTo>
                <a:lnTo>
                  <a:pt x="202839" y="54514"/>
                </a:lnTo>
                <a:lnTo>
                  <a:pt x="203308" y="54200"/>
                </a:lnTo>
                <a:lnTo>
                  <a:pt x="203766" y="53870"/>
                </a:lnTo>
                <a:lnTo>
                  <a:pt x="204211" y="53523"/>
                </a:lnTo>
                <a:lnTo>
                  <a:pt x="204644" y="53160"/>
                </a:lnTo>
                <a:lnTo>
                  <a:pt x="205066" y="52782"/>
                </a:lnTo>
                <a:lnTo>
                  <a:pt x="205473" y="52392"/>
                </a:lnTo>
                <a:lnTo>
                  <a:pt x="205863" y="51995"/>
                </a:lnTo>
                <a:lnTo>
                  <a:pt x="206235" y="51592"/>
                </a:lnTo>
                <a:lnTo>
                  <a:pt x="206591" y="51182"/>
                </a:lnTo>
                <a:lnTo>
                  <a:pt x="206928" y="50766"/>
                </a:lnTo>
                <a:lnTo>
                  <a:pt x="207249" y="50343"/>
                </a:lnTo>
                <a:lnTo>
                  <a:pt x="207552" y="49913"/>
                </a:lnTo>
                <a:lnTo>
                  <a:pt x="207838" y="49477"/>
                </a:lnTo>
                <a:lnTo>
                  <a:pt x="208106" y="49035"/>
                </a:lnTo>
                <a:lnTo>
                  <a:pt x="208357" y="48586"/>
                </a:lnTo>
                <a:lnTo>
                  <a:pt x="208591" y="48130"/>
                </a:lnTo>
                <a:lnTo>
                  <a:pt x="208808" y="47668"/>
                </a:lnTo>
                <a:lnTo>
                  <a:pt x="209007" y="47199"/>
                </a:lnTo>
                <a:lnTo>
                  <a:pt x="209189" y="46724"/>
                </a:lnTo>
                <a:lnTo>
                  <a:pt x="209354" y="46242"/>
                </a:lnTo>
                <a:lnTo>
                  <a:pt x="209501" y="45754"/>
                </a:lnTo>
                <a:lnTo>
                  <a:pt x="209631" y="45259"/>
                </a:lnTo>
                <a:lnTo>
                  <a:pt x="209743" y="44757"/>
                </a:lnTo>
                <a:lnTo>
                  <a:pt x="209839" y="44249"/>
                </a:lnTo>
                <a:lnTo>
                  <a:pt x="209917" y="43734"/>
                </a:lnTo>
                <a:lnTo>
                  <a:pt x="209977" y="43213"/>
                </a:lnTo>
                <a:lnTo>
                  <a:pt x="210020" y="42686"/>
                </a:lnTo>
                <a:lnTo>
                  <a:pt x="210046" y="42151"/>
                </a:lnTo>
                <a:lnTo>
                  <a:pt x="210055" y="41611"/>
                </a:lnTo>
                <a:lnTo>
                  <a:pt x="210050" y="41138"/>
                </a:lnTo>
                <a:lnTo>
                  <a:pt x="210035" y="40673"/>
                </a:lnTo>
                <a:lnTo>
                  <a:pt x="210011" y="40214"/>
                </a:lnTo>
                <a:lnTo>
                  <a:pt x="209976" y="39763"/>
                </a:lnTo>
                <a:lnTo>
                  <a:pt x="209931" y="39319"/>
                </a:lnTo>
                <a:lnTo>
                  <a:pt x="209877" y="38882"/>
                </a:lnTo>
                <a:lnTo>
                  <a:pt x="209813" y="38452"/>
                </a:lnTo>
                <a:lnTo>
                  <a:pt x="209738" y="38029"/>
                </a:lnTo>
                <a:lnTo>
                  <a:pt x="209654" y="37613"/>
                </a:lnTo>
                <a:lnTo>
                  <a:pt x="209560" y="37204"/>
                </a:lnTo>
                <a:lnTo>
                  <a:pt x="209456" y="36802"/>
                </a:lnTo>
                <a:lnTo>
                  <a:pt x="209342" y="36408"/>
                </a:lnTo>
                <a:lnTo>
                  <a:pt x="209219" y="36020"/>
                </a:lnTo>
                <a:lnTo>
                  <a:pt x="209085" y="35640"/>
                </a:lnTo>
                <a:lnTo>
                  <a:pt x="208941" y="35266"/>
                </a:lnTo>
                <a:lnTo>
                  <a:pt x="208788" y="34900"/>
                </a:lnTo>
                <a:lnTo>
                  <a:pt x="208625" y="34541"/>
                </a:lnTo>
                <a:lnTo>
                  <a:pt x="208451" y="34189"/>
                </a:lnTo>
                <a:lnTo>
                  <a:pt x="208268" y="33844"/>
                </a:lnTo>
                <a:lnTo>
                  <a:pt x="208075" y="33506"/>
                </a:lnTo>
                <a:lnTo>
                  <a:pt x="207872" y="33175"/>
                </a:lnTo>
                <a:lnTo>
                  <a:pt x="207660" y="32851"/>
                </a:lnTo>
                <a:lnTo>
                  <a:pt x="207437" y="32534"/>
                </a:lnTo>
                <a:lnTo>
                  <a:pt x="207204" y="32225"/>
                </a:lnTo>
                <a:lnTo>
                  <a:pt x="213262" y="32225"/>
                </a:lnTo>
                <a:lnTo>
                  <a:pt x="213442" y="32224"/>
                </a:lnTo>
                <a:lnTo>
                  <a:pt x="213615" y="32223"/>
                </a:lnTo>
                <a:lnTo>
                  <a:pt x="213781" y="32222"/>
                </a:lnTo>
                <a:lnTo>
                  <a:pt x="213942" y="32220"/>
                </a:lnTo>
                <a:lnTo>
                  <a:pt x="214096" y="32218"/>
                </a:lnTo>
                <a:lnTo>
                  <a:pt x="214244" y="32215"/>
                </a:lnTo>
                <a:lnTo>
                  <a:pt x="214385" y="32212"/>
                </a:lnTo>
                <a:lnTo>
                  <a:pt x="214521" y="32208"/>
                </a:lnTo>
                <a:lnTo>
                  <a:pt x="214650" y="32203"/>
                </a:lnTo>
                <a:lnTo>
                  <a:pt x="214773" y="32198"/>
                </a:lnTo>
                <a:lnTo>
                  <a:pt x="214889" y="32193"/>
                </a:lnTo>
                <a:lnTo>
                  <a:pt x="214999" y="32187"/>
                </a:lnTo>
                <a:lnTo>
                  <a:pt x="215103" y="32180"/>
                </a:lnTo>
                <a:lnTo>
                  <a:pt x="215201" y="32173"/>
                </a:lnTo>
                <a:lnTo>
                  <a:pt x="215293" y="32165"/>
                </a:lnTo>
                <a:lnTo>
                  <a:pt x="215378" y="32157"/>
                </a:lnTo>
                <a:lnTo>
                  <a:pt x="215457" y="32149"/>
                </a:lnTo>
                <a:lnTo>
                  <a:pt x="215529" y="32139"/>
                </a:lnTo>
                <a:lnTo>
                  <a:pt x="215596" y="32130"/>
                </a:lnTo>
                <a:lnTo>
                  <a:pt x="215656" y="32120"/>
                </a:lnTo>
                <a:lnTo>
                  <a:pt x="215709" y="32109"/>
                </a:lnTo>
                <a:lnTo>
                  <a:pt x="215757" y="32098"/>
                </a:lnTo>
                <a:lnTo>
                  <a:pt x="215798" y="32086"/>
                </a:lnTo>
                <a:lnTo>
                  <a:pt x="215833" y="32073"/>
                </a:lnTo>
                <a:lnTo>
                  <a:pt x="215865" y="32061"/>
                </a:lnTo>
                <a:lnTo>
                  <a:pt x="215895" y="32047"/>
                </a:lnTo>
                <a:lnTo>
                  <a:pt x="215925" y="32034"/>
                </a:lnTo>
                <a:lnTo>
                  <a:pt x="215954" y="32020"/>
                </a:lnTo>
                <a:lnTo>
                  <a:pt x="215982" y="32006"/>
                </a:lnTo>
                <a:lnTo>
                  <a:pt x="216010" y="31992"/>
                </a:lnTo>
                <a:lnTo>
                  <a:pt x="216036" y="31977"/>
                </a:lnTo>
                <a:lnTo>
                  <a:pt x="216062" y="31961"/>
                </a:lnTo>
                <a:lnTo>
                  <a:pt x="216087" y="31946"/>
                </a:lnTo>
                <a:lnTo>
                  <a:pt x="216111" y="31930"/>
                </a:lnTo>
                <a:lnTo>
                  <a:pt x="216135" y="31914"/>
                </a:lnTo>
                <a:lnTo>
                  <a:pt x="216158" y="31897"/>
                </a:lnTo>
                <a:lnTo>
                  <a:pt x="216180" y="31880"/>
                </a:lnTo>
                <a:lnTo>
                  <a:pt x="216201" y="31863"/>
                </a:lnTo>
                <a:lnTo>
                  <a:pt x="216221" y="31845"/>
                </a:lnTo>
                <a:lnTo>
                  <a:pt x="216240" y="31827"/>
                </a:lnTo>
                <a:lnTo>
                  <a:pt x="216259" y="31809"/>
                </a:lnTo>
                <a:lnTo>
                  <a:pt x="216277" y="31790"/>
                </a:lnTo>
                <a:lnTo>
                  <a:pt x="216294" y="31771"/>
                </a:lnTo>
                <a:lnTo>
                  <a:pt x="216310" y="31752"/>
                </a:lnTo>
                <a:lnTo>
                  <a:pt x="216326" y="31732"/>
                </a:lnTo>
                <a:lnTo>
                  <a:pt x="216341" y="31712"/>
                </a:lnTo>
                <a:lnTo>
                  <a:pt x="216355" y="31692"/>
                </a:lnTo>
                <a:lnTo>
                  <a:pt x="216368" y="31671"/>
                </a:lnTo>
                <a:lnTo>
                  <a:pt x="216388" y="31627"/>
                </a:lnTo>
                <a:lnTo>
                  <a:pt x="216408" y="31581"/>
                </a:lnTo>
                <a:lnTo>
                  <a:pt x="216427" y="31532"/>
                </a:lnTo>
                <a:lnTo>
                  <a:pt x="216445" y="31480"/>
                </a:lnTo>
                <a:lnTo>
                  <a:pt x="216463" y="31426"/>
                </a:lnTo>
                <a:lnTo>
                  <a:pt x="216479" y="31369"/>
                </a:lnTo>
                <a:lnTo>
                  <a:pt x="216494" y="31308"/>
                </a:lnTo>
                <a:lnTo>
                  <a:pt x="216509" y="31245"/>
                </a:lnTo>
                <a:lnTo>
                  <a:pt x="216523" y="31180"/>
                </a:lnTo>
                <a:lnTo>
                  <a:pt x="216536" y="31111"/>
                </a:lnTo>
                <a:lnTo>
                  <a:pt x="216547" y="31040"/>
                </a:lnTo>
                <a:lnTo>
                  <a:pt x="216559" y="30966"/>
                </a:lnTo>
                <a:lnTo>
                  <a:pt x="216569" y="30889"/>
                </a:lnTo>
                <a:lnTo>
                  <a:pt x="216578" y="30809"/>
                </a:lnTo>
                <a:lnTo>
                  <a:pt x="216586" y="30727"/>
                </a:lnTo>
                <a:lnTo>
                  <a:pt x="216594" y="30641"/>
                </a:lnTo>
                <a:lnTo>
                  <a:pt x="216601" y="30553"/>
                </a:lnTo>
                <a:lnTo>
                  <a:pt x="216606" y="30463"/>
                </a:lnTo>
                <a:lnTo>
                  <a:pt x="216611" y="30369"/>
                </a:lnTo>
                <a:lnTo>
                  <a:pt x="216615" y="30272"/>
                </a:lnTo>
                <a:lnTo>
                  <a:pt x="216618" y="30173"/>
                </a:lnTo>
                <a:lnTo>
                  <a:pt x="216620" y="30071"/>
                </a:lnTo>
                <a:lnTo>
                  <a:pt x="216622" y="29966"/>
                </a:lnTo>
                <a:lnTo>
                  <a:pt x="216622" y="29859"/>
                </a:lnTo>
                <a:lnTo>
                  <a:pt x="216622" y="29764"/>
                </a:lnTo>
                <a:lnTo>
                  <a:pt x="216620" y="29671"/>
                </a:lnTo>
                <a:lnTo>
                  <a:pt x="216617" y="29580"/>
                </a:lnTo>
                <a:lnTo>
                  <a:pt x="216614" y="29492"/>
                </a:lnTo>
                <a:lnTo>
                  <a:pt x="216609" y="29407"/>
                </a:lnTo>
                <a:lnTo>
                  <a:pt x="216603" y="29324"/>
                </a:lnTo>
                <a:lnTo>
                  <a:pt x="216596" y="29243"/>
                </a:lnTo>
                <a:lnTo>
                  <a:pt x="216588" y="29165"/>
                </a:lnTo>
                <a:lnTo>
                  <a:pt x="216579" y="29089"/>
                </a:lnTo>
                <a:lnTo>
                  <a:pt x="216569" y="29016"/>
                </a:lnTo>
                <a:lnTo>
                  <a:pt x="216558" y="28945"/>
                </a:lnTo>
                <a:lnTo>
                  <a:pt x="216546" y="28877"/>
                </a:lnTo>
                <a:lnTo>
                  <a:pt x="216533" y="28811"/>
                </a:lnTo>
                <a:lnTo>
                  <a:pt x="216518" y="28748"/>
                </a:lnTo>
                <a:lnTo>
                  <a:pt x="216503" y="28687"/>
                </a:lnTo>
                <a:lnTo>
                  <a:pt x="216486" y="28628"/>
                </a:lnTo>
                <a:lnTo>
                  <a:pt x="216469" y="28572"/>
                </a:lnTo>
                <a:lnTo>
                  <a:pt x="216450" y="28518"/>
                </a:lnTo>
                <a:lnTo>
                  <a:pt x="216431" y="28467"/>
                </a:lnTo>
                <a:lnTo>
                  <a:pt x="216410" y="28418"/>
                </a:lnTo>
                <a:lnTo>
                  <a:pt x="216388" y="28372"/>
                </a:lnTo>
                <a:lnTo>
                  <a:pt x="216366" y="28328"/>
                </a:lnTo>
                <a:lnTo>
                  <a:pt x="216342" y="28286"/>
                </a:lnTo>
                <a:lnTo>
                  <a:pt x="216317" y="28247"/>
                </a:lnTo>
                <a:lnTo>
                  <a:pt x="216304" y="28222"/>
                </a:lnTo>
                <a:lnTo>
                  <a:pt x="216290" y="28198"/>
                </a:lnTo>
                <a:lnTo>
                  <a:pt x="216275" y="28175"/>
                </a:lnTo>
                <a:lnTo>
                  <a:pt x="216260" y="28151"/>
                </a:lnTo>
                <a:lnTo>
                  <a:pt x="216244" y="28129"/>
                </a:lnTo>
                <a:lnTo>
                  <a:pt x="216228" y="28107"/>
                </a:lnTo>
                <a:lnTo>
                  <a:pt x="216210" y="28086"/>
                </a:lnTo>
                <a:lnTo>
                  <a:pt x="216192" y="28065"/>
                </a:lnTo>
                <a:lnTo>
                  <a:pt x="216174" y="28045"/>
                </a:lnTo>
                <a:lnTo>
                  <a:pt x="216154" y="28026"/>
                </a:lnTo>
                <a:lnTo>
                  <a:pt x="216134" y="28007"/>
                </a:lnTo>
                <a:lnTo>
                  <a:pt x="216113" y="27989"/>
                </a:lnTo>
                <a:lnTo>
                  <a:pt x="216092" y="27972"/>
                </a:lnTo>
                <a:lnTo>
                  <a:pt x="216069" y="27955"/>
                </a:lnTo>
                <a:lnTo>
                  <a:pt x="216046" y="27938"/>
                </a:lnTo>
                <a:lnTo>
                  <a:pt x="216023" y="27923"/>
                </a:lnTo>
                <a:lnTo>
                  <a:pt x="215998" y="27908"/>
                </a:lnTo>
                <a:lnTo>
                  <a:pt x="215973" y="27893"/>
                </a:lnTo>
                <a:lnTo>
                  <a:pt x="215947" y="27879"/>
                </a:lnTo>
                <a:lnTo>
                  <a:pt x="215921" y="27866"/>
                </a:lnTo>
                <a:lnTo>
                  <a:pt x="215894" y="27854"/>
                </a:lnTo>
                <a:lnTo>
                  <a:pt x="215866" y="27842"/>
                </a:lnTo>
                <a:lnTo>
                  <a:pt x="215837" y="27830"/>
                </a:lnTo>
                <a:lnTo>
                  <a:pt x="215808" y="27819"/>
                </a:lnTo>
                <a:lnTo>
                  <a:pt x="215775" y="27809"/>
                </a:lnTo>
                <a:lnTo>
                  <a:pt x="215736" y="27799"/>
                </a:lnTo>
                <a:lnTo>
                  <a:pt x="215690" y="27790"/>
                </a:lnTo>
                <a:lnTo>
                  <a:pt x="215638" y="27781"/>
                </a:lnTo>
                <a:lnTo>
                  <a:pt x="215580" y="27772"/>
                </a:lnTo>
                <a:lnTo>
                  <a:pt x="215515" y="27764"/>
                </a:lnTo>
                <a:lnTo>
                  <a:pt x="215444" y="27757"/>
                </a:lnTo>
                <a:lnTo>
                  <a:pt x="215366" y="27750"/>
                </a:lnTo>
                <a:lnTo>
                  <a:pt x="215283" y="27743"/>
                </a:lnTo>
                <a:lnTo>
                  <a:pt x="215193" y="27736"/>
                </a:lnTo>
                <a:lnTo>
                  <a:pt x="215096" y="27731"/>
                </a:lnTo>
                <a:lnTo>
                  <a:pt x="214993" y="27725"/>
                </a:lnTo>
                <a:lnTo>
                  <a:pt x="214884" y="27720"/>
                </a:lnTo>
                <a:lnTo>
                  <a:pt x="214768" y="27716"/>
                </a:lnTo>
                <a:lnTo>
                  <a:pt x="214646" y="27711"/>
                </a:lnTo>
                <a:lnTo>
                  <a:pt x="214518" y="27708"/>
                </a:lnTo>
                <a:lnTo>
                  <a:pt x="214383" y="27704"/>
                </a:lnTo>
                <a:lnTo>
                  <a:pt x="214242" y="27702"/>
                </a:lnTo>
                <a:lnTo>
                  <a:pt x="214095" y="27699"/>
                </a:lnTo>
                <a:lnTo>
                  <a:pt x="213941" y="27697"/>
                </a:lnTo>
                <a:lnTo>
                  <a:pt x="213781" y="27696"/>
                </a:lnTo>
                <a:lnTo>
                  <a:pt x="213614" y="27695"/>
                </a:lnTo>
                <a:lnTo>
                  <a:pt x="213442" y="27694"/>
                </a:lnTo>
                <a:lnTo>
                  <a:pt x="213262" y="27694"/>
                </a:lnTo>
                <a:lnTo>
                  <a:pt x="203386" y="27694"/>
                </a:lnTo>
                <a:lnTo>
                  <a:pt x="202976" y="27428"/>
                </a:lnTo>
                <a:lnTo>
                  <a:pt x="202559" y="27173"/>
                </a:lnTo>
                <a:lnTo>
                  <a:pt x="202137" y="26930"/>
                </a:lnTo>
                <a:lnTo>
                  <a:pt x="201708" y="26698"/>
                </a:lnTo>
                <a:lnTo>
                  <a:pt x="201273" y="26478"/>
                </a:lnTo>
                <a:lnTo>
                  <a:pt x="200831" y="26268"/>
                </a:lnTo>
                <a:lnTo>
                  <a:pt x="200384" y="26070"/>
                </a:lnTo>
                <a:lnTo>
                  <a:pt x="199930" y="25884"/>
                </a:lnTo>
                <a:lnTo>
                  <a:pt x="199470" y="25708"/>
                </a:lnTo>
                <a:lnTo>
                  <a:pt x="199004" y="25544"/>
                </a:lnTo>
                <a:lnTo>
                  <a:pt x="198532" y="25392"/>
                </a:lnTo>
                <a:lnTo>
                  <a:pt x="198054" y="25250"/>
                </a:lnTo>
                <a:lnTo>
                  <a:pt x="197569" y="25120"/>
                </a:lnTo>
                <a:lnTo>
                  <a:pt x="197078" y="25001"/>
                </a:lnTo>
                <a:lnTo>
                  <a:pt x="196581" y="24894"/>
                </a:lnTo>
                <a:lnTo>
                  <a:pt x="196078" y="24798"/>
                </a:lnTo>
                <a:lnTo>
                  <a:pt x="195569" y="24713"/>
                </a:lnTo>
                <a:lnTo>
                  <a:pt x="195053" y="24639"/>
                </a:lnTo>
                <a:lnTo>
                  <a:pt x="194532" y="24577"/>
                </a:lnTo>
                <a:lnTo>
                  <a:pt x="194004" y="24526"/>
                </a:lnTo>
                <a:lnTo>
                  <a:pt x="193470" y="24487"/>
                </a:lnTo>
                <a:lnTo>
                  <a:pt x="192929" y="24458"/>
                </a:lnTo>
                <a:lnTo>
                  <a:pt x="192383" y="24441"/>
                </a:lnTo>
                <a:lnTo>
                  <a:pt x="191830" y="24436"/>
                </a:lnTo>
                <a:lnTo>
                  <a:pt x="191156" y="24444"/>
                </a:lnTo>
                <a:lnTo>
                  <a:pt x="190493" y="24470"/>
                </a:lnTo>
                <a:lnTo>
                  <a:pt x="189840" y="24513"/>
                </a:lnTo>
                <a:lnTo>
                  <a:pt x="189196" y="24574"/>
                </a:lnTo>
                <a:lnTo>
                  <a:pt x="188563" y="24652"/>
                </a:lnTo>
                <a:lnTo>
                  <a:pt x="187941" y="24747"/>
                </a:lnTo>
                <a:lnTo>
                  <a:pt x="187328" y="24860"/>
                </a:lnTo>
                <a:lnTo>
                  <a:pt x="186725" y="24989"/>
                </a:lnTo>
                <a:lnTo>
                  <a:pt x="186133" y="25136"/>
                </a:lnTo>
                <a:lnTo>
                  <a:pt x="185551" y="25301"/>
                </a:lnTo>
                <a:lnTo>
                  <a:pt x="184979" y="25482"/>
                </a:lnTo>
                <a:lnTo>
                  <a:pt x="184417" y="25681"/>
                </a:lnTo>
                <a:lnTo>
                  <a:pt x="183865" y="25898"/>
                </a:lnTo>
                <a:lnTo>
                  <a:pt x="183323" y="26131"/>
                </a:lnTo>
                <a:lnTo>
                  <a:pt x="182792" y="26382"/>
                </a:lnTo>
                <a:lnTo>
                  <a:pt x="182271" y="26650"/>
                </a:lnTo>
                <a:lnTo>
                  <a:pt x="181760" y="26936"/>
                </a:lnTo>
                <a:lnTo>
                  <a:pt x="181259" y="27238"/>
                </a:lnTo>
                <a:lnTo>
                  <a:pt x="180768" y="27558"/>
                </a:lnTo>
                <a:lnTo>
                  <a:pt x="180288" y="27896"/>
                </a:lnTo>
                <a:lnTo>
                  <a:pt x="179817" y="28250"/>
                </a:lnTo>
                <a:lnTo>
                  <a:pt x="179357" y="28622"/>
                </a:lnTo>
                <a:lnTo>
                  <a:pt x="178907" y="29012"/>
                </a:lnTo>
                <a:lnTo>
                  <a:pt x="178467" y="29418"/>
                </a:lnTo>
                <a:lnTo>
                  <a:pt x="178041" y="29837"/>
                </a:lnTo>
                <a:lnTo>
                  <a:pt x="177633" y="30262"/>
                </a:lnTo>
                <a:lnTo>
                  <a:pt x="177244" y="30694"/>
                </a:lnTo>
                <a:lnTo>
                  <a:pt x="176873" y="31133"/>
                </a:lnTo>
                <a:lnTo>
                  <a:pt x="176519" y="31578"/>
                </a:lnTo>
                <a:lnTo>
                  <a:pt x="176184" y="32030"/>
                </a:lnTo>
                <a:lnTo>
                  <a:pt x="175867" y="32489"/>
                </a:lnTo>
                <a:lnTo>
                  <a:pt x="175568" y="32955"/>
                </a:lnTo>
                <a:lnTo>
                  <a:pt x="175287" y="33427"/>
                </a:lnTo>
                <a:lnTo>
                  <a:pt x="175024" y="33906"/>
                </a:lnTo>
                <a:lnTo>
                  <a:pt x="174780" y="34391"/>
                </a:lnTo>
                <a:lnTo>
                  <a:pt x="174553" y="34884"/>
                </a:lnTo>
                <a:lnTo>
                  <a:pt x="174345" y="35383"/>
                </a:lnTo>
                <a:lnTo>
                  <a:pt x="174155" y="35888"/>
                </a:lnTo>
                <a:lnTo>
                  <a:pt x="173983" y="36401"/>
                </a:lnTo>
                <a:lnTo>
                  <a:pt x="173829" y="36920"/>
                </a:lnTo>
                <a:lnTo>
                  <a:pt x="173693" y="37446"/>
                </a:lnTo>
                <a:lnTo>
                  <a:pt x="173575" y="37978"/>
                </a:lnTo>
                <a:lnTo>
                  <a:pt x="173475" y="38518"/>
                </a:lnTo>
                <a:lnTo>
                  <a:pt x="173394" y="39064"/>
                </a:lnTo>
                <a:lnTo>
                  <a:pt x="173330" y="39616"/>
                </a:lnTo>
                <a:lnTo>
                  <a:pt x="173285" y="40176"/>
                </a:lnTo>
                <a:lnTo>
                  <a:pt x="173258" y="40742"/>
                </a:lnTo>
                <a:lnTo>
                  <a:pt x="173249" y="41315"/>
                </a:lnTo>
                <a:lnTo>
                  <a:pt x="173253" y="41690"/>
                </a:lnTo>
                <a:lnTo>
                  <a:pt x="173265" y="42064"/>
                </a:lnTo>
                <a:lnTo>
                  <a:pt x="173285" y="42434"/>
                </a:lnTo>
                <a:lnTo>
                  <a:pt x="173313" y="42801"/>
                </a:lnTo>
                <a:lnTo>
                  <a:pt x="173348" y="43166"/>
                </a:lnTo>
                <a:lnTo>
                  <a:pt x="173392" y="43528"/>
                </a:lnTo>
                <a:lnTo>
                  <a:pt x="173444" y="43888"/>
                </a:lnTo>
                <a:lnTo>
                  <a:pt x="173503" y="44244"/>
                </a:lnTo>
                <a:lnTo>
                  <a:pt x="173571" y="44598"/>
                </a:lnTo>
                <a:lnTo>
                  <a:pt x="173647" y="44949"/>
                </a:lnTo>
                <a:lnTo>
                  <a:pt x="173730" y="45298"/>
                </a:lnTo>
                <a:lnTo>
                  <a:pt x="173822" y="45643"/>
                </a:lnTo>
                <a:lnTo>
                  <a:pt x="173921" y="45986"/>
                </a:lnTo>
                <a:lnTo>
                  <a:pt x="174028" y="46327"/>
                </a:lnTo>
                <a:lnTo>
                  <a:pt x="174144" y="46664"/>
                </a:lnTo>
                <a:lnTo>
                  <a:pt x="174267" y="46999"/>
                </a:lnTo>
                <a:lnTo>
                  <a:pt x="174398" y="47331"/>
                </a:lnTo>
                <a:lnTo>
                  <a:pt x="174538" y="47660"/>
                </a:lnTo>
                <a:lnTo>
                  <a:pt x="174685" y="47986"/>
                </a:lnTo>
                <a:lnTo>
                  <a:pt x="174840" y="48310"/>
                </a:lnTo>
                <a:lnTo>
                  <a:pt x="175003" y="48631"/>
                </a:lnTo>
                <a:lnTo>
                  <a:pt x="175174" y="48949"/>
                </a:lnTo>
                <a:lnTo>
                  <a:pt x="175353" y="49265"/>
                </a:lnTo>
                <a:lnTo>
                  <a:pt x="175540" y="49578"/>
                </a:lnTo>
                <a:lnTo>
                  <a:pt x="175734" y="49886"/>
                </a:lnTo>
                <a:lnTo>
                  <a:pt x="175935" y="50189"/>
                </a:lnTo>
                <a:lnTo>
                  <a:pt x="176143" y="50486"/>
                </a:lnTo>
                <a:lnTo>
                  <a:pt x="176359" y="50777"/>
                </a:lnTo>
                <a:lnTo>
                  <a:pt x="176580" y="51063"/>
                </a:lnTo>
                <a:lnTo>
                  <a:pt x="176809" y="51343"/>
                </a:lnTo>
                <a:lnTo>
                  <a:pt x="177045" y="51617"/>
                </a:lnTo>
                <a:lnTo>
                  <a:pt x="177288" y="51885"/>
                </a:lnTo>
                <a:lnTo>
                  <a:pt x="177537" y="52148"/>
                </a:lnTo>
                <a:lnTo>
                  <a:pt x="177793" y="52405"/>
                </a:lnTo>
                <a:lnTo>
                  <a:pt x="178057" y="52656"/>
                </a:lnTo>
                <a:lnTo>
                  <a:pt x="178327" y="52901"/>
                </a:lnTo>
                <a:lnTo>
                  <a:pt x="178604" y="53141"/>
                </a:lnTo>
                <a:lnTo>
                  <a:pt x="178888" y="53375"/>
                </a:lnTo>
                <a:lnTo>
                  <a:pt x="179179" y="53603"/>
                </a:lnTo>
                <a:lnTo>
                  <a:pt x="179477" y="53826"/>
                </a:lnTo>
                <a:lnTo>
                  <a:pt x="179781" y="54042"/>
                </a:lnTo>
                <a:lnTo>
                  <a:pt x="180093" y="54253"/>
                </a:lnTo>
                <a:lnTo>
                  <a:pt x="180411" y="54459"/>
                </a:lnTo>
                <a:lnTo>
                  <a:pt x="180737" y="54658"/>
                </a:lnTo>
                <a:lnTo>
                  <a:pt x="181069" y="54852"/>
                </a:lnTo>
                <a:lnTo>
                  <a:pt x="181408" y="55040"/>
                </a:lnTo>
                <a:lnTo>
                  <a:pt x="181754" y="55222"/>
                </a:lnTo>
                <a:lnTo>
                  <a:pt x="182107" y="55399"/>
                </a:lnTo>
                <a:lnTo>
                  <a:pt x="181676" y="55760"/>
                </a:lnTo>
                <a:lnTo>
                  <a:pt x="181259" y="56115"/>
                </a:lnTo>
                <a:lnTo>
                  <a:pt x="180855" y="56463"/>
                </a:lnTo>
                <a:lnTo>
                  <a:pt x="180464" y="56804"/>
                </a:lnTo>
                <a:lnTo>
                  <a:pt x="180087" y="57139"/>
                </a:lnTo>
                <a:close/>
                <a:moveTo>
                  <a:pt x="192598" y="27126"/>
                </a:moveTo>
                <a:lnTo>
                  <a:pt x="192909" y="27190"/>
                </a:lnTo>
                <a:lnTo>
                  <a:pt x="193215" y="27265"/>
                </a:lnTo>
                <a:lnTo>
                  <a:pt x="193516" y="27352"/>
                </a:lnTo>
                <a:lnTo>
                  <a:pt x="193812" y="27451"/>
                </a:lnTo>
                <a:lnTo>
                  <a:pt x="194102" y="27561"/>
                </a:lnTo>
                <a:lnTo>
                  <a:pt x="194388" y="27683"/>
                </a:lnTo>
                <a:lnTo>
                  <a:pt x="194668" y="27816"/>
                </a:lnTo>
                <a:lnTo>
                  <a:pt x="194944" y="27961"/>
                </a:lnTo>
                <a:lnTo>
                  <a:pt x="195214" y="28118"/>
                </a:lnTo>
                <a:lnTo>
                  <a:pt x="195479" y="28286"/>
                </a:lnTo>
                <a:lnTo>
                  <a:pt x="195739" y="28466"/>
                </a:lnTo>
                <a:lnTo>
                  <a:pt x="195994" y="28657"/>
                </a:lnTo>
                <a:lnTo>
                  <a:pt x="196243" y="28860"/>
                </a:lnTo>
                <a:lnTo>
                  <a:pt x="196488" y="29075"/>
                </a:lnTo>
                <a:lnTo>
                  <a:pt x="196727" y="29301"/>
                </a:lnTo>
                <a:lnTo>
                  <a:pt x="196961" y="29539"/>
                </a:lnTo>
                <a:lnTo>
                  <a:pt x="197191" y="29788"/>
                </a:lnTo>
                <a:lnTo>
                  <a:pt x="197415" y="30049"/>
                </a:lnTo>
                <a:lnTo>
                  <a:pt x="197634" y="30322"/>
                </a:lnTo>
                <a:lnTo>
                  <a:pt x="197920" y="30708"/>
                </a:lnTo>
                <a:lnTo>
                  <a:pt x="198195" y="31106"/>
                </a:lnTo>
                <a:lnTo>
                  <a:pt x="198457" y="31516"/>
                </a:lnTo>
                <a:lnTo>
                  <a:pt x="198707" y="31938"/>
                </a:lnTo>
                <a:lnTo>
                  <a:pt x="198945" y="32372"/>
                </a:lnTo>
                <a:lnTo>
                  <a:pt x="199170" y="32819"/>
                </a:lnTo>
                <a:lnTo>
                  <a:pt x="199384" y="33278"/>
                </a:lnTo>
                <a:lnTo>
                  <a:pt x="199585" y="33748"/>
                </a:lnTo>
                <a:lnTo>
                  <a:pt x="199774" y="34231"/>
                </a:lnTo>
                <a:lnTo>
                  <a:pt x="199951" y="34726"/>
                </a:lnTo>
                <a:lnTo>
                  <a:pt x="200116" y="35233"/>
                </a:lnTo>
                <a:lnTo>
                  <a:pt x="200268" y="35753"/>
                </a:lnTo>
                <a:lnTo>
                  <a:pt x="200408" y="36284"/>
                </a:lnTo>
                <a:lnTo>
                  <a:pt x="200536" y="36828"/>
                </a:lnTo>
                <a:lnTo>
                  <a:pt x="200652" y="37383"/>
                </a:lnTo>
                <a:lnTo>
                  <a:pt x="200756" y="37951"/>
                </a:lnTo>
                <a:lnTo>
                  <a:pt x="200847" y="38531"/>
                </a:lnTo>
                <a:lnTo>
                  <a:pt x="200927" y="39123"/>
                </a:lnTo>
                <a:lnTo>
                  <a:pt x="200994" y="39727"/>
                </a:lnTo>
                <a:lnTo>
                  <a:pt x="201049" y="40343"/>
                </a:lnTo>
                <a:lnTo>
                  <a:pt x="201091" y="40972"/>
                </a:lnTo>
                <a:lnTo>
                  <a:pt x="201122" y="41612"/>
                </a:lnTo>
                <a:lnTo>
                  <a:pt x="201140" y="42265"/>
                </a:lnTo>
                <a:lnTo>
                  <a:pt x="201146" y="42929"/>
                </a:lnTo>
                <a:lnTo>
                  <a:pt x="201142" y="43438"/>
                </a:lnTo>
                <a:lnTo>
                  <a:pt x="201129" y="43936"/>
                </a:lnTo>
                <a:lnTo>
                  <a:pt x="201107" y="44422"/>
                </a:lnTo>
                <a:lnTo>
                  <a:pt x="201077" y="44897"/>
                </a:lnTo>
                <a:lnTo>
                  <a:pt x="201038" y="45360"/>
                </a:lnTo>
                <a:lnTo>
                  <a:pt x="200990" y="45812"/>
                </a:lnTo>
                <a:lnTo>
                  <a:pt x="200934" y="46253"/>
                </a:lnTo>
                <a:lnTo>
                  <a:pt x="200869" y="46682"/>
                </a:lnTo>
                <a:lnTo>
                  <a:pt x="200795" y="47100"/>
                </a:lnTo>
                <a:lnTo>
                  <a:pt x="200713" y="47506"/>
                </a:lnTo>
                <a:lnTo>
                  <a:pt x="200622" y="47901"/>
                </a:lnTo>
                <a:lnTo>
                  <a:pt x="200523" y="48284"/>
                </a:lnTo>
                <a:lnTo>
                  <a:pt x="200414" y="48656"/>
                </a:lnTo>
                <a:lnTo>
                  <a:pt x="200297" y="49016"/>
                </a:lnTo>
                <a:lnTo>
                  <a:pt x="200172" y="49365"/>
                </a:lnTo>
                <a:lnTo>
                  <a:pt x="200038" y="49703"/>
                </a:lnTo>
                <a:lnTo>
                  <a:pt x="199895" y="50029"/>
                </a:lnTo>
                <a:lnTo>
                  <a:pt x="199743" y="50344"/>
                </a:lnTo>
                <a:lnTo>
                  <a:pt x="199583" y="50647"/>
                </a:lnTo>
                <a:lnTo>
                  <a:pt x="199414" y="50939"/>
                </a:lnTo>
                <a:lnTo>
                  <a:pt x="199236" y="51220"/>
                </a:lnTo>
                <a:lnTo>
                  <a:pt x="199050" y="51489"/>
                </a:lnTo>
                <a:lnTo>
                  <a:pt x="198855" y="51746"/>
                </a:lnTo>
                <a:lnTo>
                  <a:pt x="198652" y="51993"/>
                </a:lnTo>
                <a:lnTo>
                  <a:pt x="198442" y="52228"/>
                </a:lnTo>
                <a:lnTo>
                  <a:pt x="198226" y="52453"/>
                </a:lnTo>
                <a:lnTo>
                  <a:pt x="198007" y="52669"/>
                </a:lnTo>
                <a:lnTo>
                  <a:pt x="197782" y="52874"/>
                </a:lnTo>
                <a:lnTo>
                  <a:pt x="197553" y="53070"/>
                </a:lnTo>
                <a:lnTo>
                  <a:pt x="197319" y="53255"/>
                </a:lnTo>
                <a:lnTo>
                  <a:pt x="197080" y="53430"/>
                </a:lnTo>
                <a:lnTo>
                  <a:pt x="196836" y="53596"/>
                </a:lnTo>
                <a:lnTo>
                  <a:pt x="196588" y="53751"/>
                </a:lnTo>
                <a:lnTo>
                  <a:pt x="196334" y="53896"/>
                </a:lnTo>
                <a:lnTo>
                  <a:pt x="196076" y="54032"/>
                </a:lnTo>
                <a:lnTo>
                  <a:pt x="195814" y="54157"/>
                </a:lnTo>
                <a:lnTo>
                  <a:pt x="195546" y="54272"/>
                </a:lnTo>
                <a:lnTo>
                  <a:pt x="195274" y="54377"/>
                </a:lnTo>
                <a:lnTo>
                  <a:pt x="194997" y="54473"/>
                </a:lnTo>
                <a:lnTo>
                  <a:pt x="194715" y="54558"/>
                </a:lnTo>
                <a:lnTo>
                  <a:pt x="194428" y="54633"/>
                </a:lnTo>
                <a:lnTo>
                  <a:pt x="194137" y="54698"/>
                </a:lnTo>
                <a:lnTo>
                  <a:pt x="193841" y="54753"/>
                </a:lnTo>
                <a:lnTo>
                  <a:pt x="193540" y="54798"/>
                </a:lnTo>
                <a:lnTo>
                  <a:pt x="193234" y="54833"/>
                </a:lnTo>
                <a:lnTo>
                  <a:pt x="192924" y="54858"/>
                </a:lnTo>
                <a:lnTo>
                  <a:pt x="192608" y="54873"/>
                </a:lnTo>
                <a:lnTo>
                  <a:pt x="192288" y="54878"/>
                </a:lnTo>
                <a:lnTo>
                  <a:pt x="191951" y="54873"/>
                </a:lnTo>
                <a:lnTo>
                  <a:pt x="191619" y="54855"/>
                </a:lnTo>
                <a:lnTo>
                  <a:pt x="191292" y="54826"/>
                </a:lnTo>
                <a:lnTo>
                  <a:pt x="190970" y="54786"/>
                </a:lnTo>
                <a:lnTo>
                  <a:pt x="190653" y="54733"/>
                </a:lnTo>
                <a:lnTo>
                  <a:pt x="190341" y="54669"/>
                </a:lnTo>
                <a:lnTo>
                  <a:pt x="190034" y="54594"/>
                </a:lnTo>
                <a:lnTo>
                  <a:pt x="189732" y="54507"/>
                </a:lnTo>
                <a:lnTo>
                  <a:pt x="189434" y="54408"/>
                </a:lnTo>
                <a:lnTo>
                  <a:pt x="189142" y="54298"/>
                </a:lnTo>
                <a:lnTo>
                  <a:pt x="188855" y="54176"/>
                </a:lnTo>
                <a:lnTo>
                  <a:pt x="188572" y="54043"/>
                </a:lnTo>
                <a:lnTo>
                  <a:pt x="188295" y="53898"/>
                </a:lnTo>
                <a:lnTo>
                  <a:pt x="188022" y="53741"/>
                </a:lnTo>
                <a:lnTo>
                  <a:pt x="187754" y="53573"/>
                </a:lnTo>
                <a:lnTo>
                  <a:pt x="187492" y="53393"/>
                </a:lnTo>
                <a:lnTo>
                  <a:pt x="187234" y="53201"/>
                </a:lnTo>
                <a:lnTo>
                  <a:pt x="186981" y="52998"/>
                </a:lnTo>
                <a:lnTo>
                  <a:pt x="186733" y="52784"/>
                </a:lnTo>
                <a:lnTo>
                  <a:pt x="186491" y="52557"/>
                </a:lnTo>
                <a:lnTo>
                  <a:pt x="186253" y="52319"/>
                </a:lnTo>
                <a:lnTo>
                  <a:pt x="186020" y="52070"/>
                </a:lnTo>
                <a:lnTo>
                  <a:pt x="185792" y="51809"/>
                </a:lnTo>
                <a:lnTo>
                  <a:pt x="185569" y="51536"/>
                </a:lnTo>
                <a:lnTo>
                  <a:pt x="185286" y="51163"/>
                </a:lnTo>
                <a:lnTo>
                  <a:pt x="185016" y="50777"/>
                </a:lnTo>
                <a:lnTo>
                  <a:pt x="184757" y="50379"/>
                </a:lnTo>
                <a:lnTo>
                  <a:pt x="184511" y="49968"/>
                </a:lnTo>
                <a:lnTo>
                  <a:pt x="184276" y="49545"/>
                </a:lnTo>
                <a:lnTo>
                  <a:pt x="184054" y="49109"/>
                </a:lnTo>
                <a:lnTo>
                  <a:pt x="183844" y="48661"/>
                </a:lnTo>
                <a:lnTo>
                  <a:pt x="183645" y="48201"/>
                </a:lnTo>
                <a:lnTo>
                  <a:pt x="183459" y="47728"/>
                </a:lnTo>
                <a:lnTo>
                  <a:pt x="183285" y="47242"/>
                </a:lnTo>
                <a:lnTo>
                  <a:pt x="183122" y="46744"/>
                </a:lnTo>
                <a:lnTo>
                  <a:pt x="182972" y="46233"/>
                </a:lnTo>
                <a:lnTo>
                  <a:pt x="182834" y="45710"/>
                </a:lnTo>
                <a:lnTo>
                  <a:pt x="182708" y="45175"/>
                </a:lnTo>
                <a:lnTo>
                  <a:pt x="182594" y="44627"/>
                </a:lnTo>
                <a:lnTo>
                  <a:pt x="182491" y="44066"/>
                </a:lnTo>
                <a:lnTo>
                  <a:pt x="182401" y="43493"/>
                </a:lnTo>
                <a:lnTo>
                  <a:pt x="182323" y="42907"/>
                </a:lnTo>
                <a:lnTo>
                  <a:pt x="182257" y="42309"/>
                </a:lnTo>
                <a:lnTo>
                  <a:pt x="182203" y="41699"/>
                </a:lnTo>
                <a:lnTo>
                  <a:pt x="182161" y="41076"/>
                </a:lnTo>
                <a:lnTo>
                  <a:pt x="182131" y="40440"/>
                </a:lnTo>
                <a:lnTo>
                  <a:pt x="182113" y="39792"/>
                </a:lnTo>
                <a:lnTo>
                  <a:pt x="182107" y="39132"/>
                </a:lnTo>
                <a:lnTo>
                  <a:pt x="182111" y="38623"/>
                </a:lnTo>
                <a:lnTo>
                  <a:pt x="182124" y="38125"/>
                </a:lnTo>
                <a:lnTo>
                  <a:pt x="182147" y="37638"/>
                </a:lnTo>
                <a:lnTo>
                  <a:pt x="182178" y="37162"/>
                </a:lnTo>
                <a:lnTo>
                  <a:pt x="182217" y="36697"/>
                </a:lnTo>
                <a:lnTo>
                  <a:pt x="182266" y="36243"/>
                </a:lnTo>
                <a:lnTo>
                  <a:pt x="182323" y="35800"/>
                </a:lnTo>
                <a:lnTo>
                  <a:pt x="182390" y="35368"/>
                </a:lnTo>
                <a:lnTo>
                  <a:pt x="182465" y="34948"/>
                </a:lnTo>
                <a:lnTo>
                  <a:pt x="182549" y="34538"/>
                </a:lnTo>
                <a:lnTo>
                  <a:pt x="182642" y="34140"/>
                </a:lnTo>
                <a:lnTo>
                  <a:pt x="182743" y="33753"/>
                </a:lnTo>
                <a:lnTo>
                  <a:pt x="182854" y="33376"/>
                </a:lnTo>
                <a:lnTo>
                  <a:pt x="182973" y="33011"/>
                </a:lnTo>
                <a:lnTo>
                  <a:pt x="183101" y="32657"/>
                </a:lnTo>
                <a:lnTo>
                  <a:pt x="183238" y="32314"/>
                </a:lnTo>
                <a:lnTo>
                  <a:pt x="183384" y="31982"/>
                </a:lnTo>
                <a:lnTo>
                  <a:pt x="183539" y="31661"/>
                </a:lnTo>
                <a:lnTo>
                  <a:pt x="183702" y="31351"/>
                </a:lnTo>
                <a:lnTo>
                  <a:pt x="183874" y="31053"/>
                </a:lnTo>
                <a:lnTo>
                  <a:pt x="184056" y="30765"/>
                </a:lnTo>
                <a:lnTo>
                  <a:pt x="184246" y="30488"/>
                </a:lnTo>
                <a:lnTo>
                  <a:pt x="184445" y="30223"/>
                </a:lnTo>
                <a:lnTo>
                  <a:pt x="184652" y="29969"/>
                </a:lnTo>
                <a:lnTo>
                  <a:pt x="184866" y="29725"/>
                </a:lnTo>
                <a:lnTo>
                  <a:pt x="185085" y="29491"/>
                </a:lnTo>
                <a:lnTo>
                  <a:pt x="185308" y="29268"/>
                </a:lnTo>
                <a:lnTo>
                  <a:pt x="185535" y="29056"/>
                </a:lnTo>
                <a:lnTo>
                  <a:pt x="185766" y="28853"/>
                </a:lnTo>
                <a:lnTo>
                  <a:pt x="186001" y="28662"/>
                </a:lnTo>
                <a:lnTo>
                  <a:pt x="186241" y="28480"/>
                </a:lnTo>
                <a:lnTo>
                  <a:pt x="186485" y="28309"/>
                </a:lnTo>
                <a:lnTo>
                  <a:pt x="186733" y="28148"/>
                </a:lnTo>
                <a:lnTo>
                  <a:pt x="186985" y="27998"/>
                </a:lnTo>
                <a:lnTo>
                  <a:pt x="187242" y="27858"/>
                </a:lnTo>
                <a:lnTo>
                  <a:pt x="187503" y="27728"/>
                </a:lnTo>
                <a:lnTo>
                  <a:pt x="187768" y="27609"/>
                </a:lnTo>
                <a:lnTo>
                  <a:pt x="188038" y="27500"/>
                </a:lnTo>
                <a:lnTo>
                  <a:pt x="188311" y="27401"/>
                </a:lnTo>
                <a:lnTo>
                  <a:pt x="188589" y="27313"/>
                </a:lnTo>
                <a:lnTo>
                  <a:pt x="188871" y="27235"/>
                </a:lnTo>
                <a:lnTo>
                  <a:pt x="189158" y="27168"/>
                </a:lnTo>
                <a:lnTo>
                  <a:pt x="189448" y="27111"/>
                </a:lnTo>
                <a:lnTo>
                  <a:pt x="189743" y="27064"/>
                </a:lnTo>
                <a:lnTo>
                  <a:pt x="190042" y="27028"/>
                </a:lnTo>
                <a:lnTo>
                  <a:pt x="190345" y="27002"/>
                </a:lnTo>
                <a:lnTo>
                  <a:pt x="190653" y="26986"/>
                </a:lnTo>
                <a:lnTo>
                  <a:pt x="190965" y="26981"/>
                </a:lnTo>
                <a:lnTo>
                  <a:pt x="191302" y="26987"/>
                </a:lnTo>
                <a:lnTo>
                  <a:pt x="191633" y="27004"/>
                </a:lnTo>
                <a:lnTo>
                  <a:pt x="191960" y="27033"/>
                </a:lnTo>
                <a:lnTo>
                  <a:pt x="192281" y="27074"/>
                </a:lnTo>
                <a:lnTo>
                  <a:pt x="192598" y="27126"/>
                </a:lnTo>
                <a:close/>
                <a:moveTo>
                  <a:pt x="184394" y="72757"/>
                </a:moveTo>
                <a:lnTo>
                  <a:pt x="185009" y="72818"/>
                </a:lnTo>
                <a:lnTo>
                  <a:pt x="185641" y="72877"/>
                </a:lnTo>
                <a:lnTo>
                  <a:pt x="186293" y="72935"/>
                </a:lnTo>
                <a:lnTo>
                  <a:pt x="186962" y="72990"/>
                </a:lnTo>
                <a:lnTo>
                  <a:pt x="187650" y="73044"/>
                </a:lnTo>
                <a:lnTo>
                  <a:pt x="188356" y="73095"/>
                </a:lnTo>
                <a:lnTo>
                  <a:pt x="189081" y="73145"/>
                </a:lnTo>
                <a:lnTo>
                  <a:pt x="189824" y="73193"/>
                </a:lnTo>
                <a:lnTo>
                  <a:pt x="190586" y="73239"/>
                </a:lnTo>
                <a:lnTo>
                  <a:pt x="191366" y="73282"/>
                </a:lnTo>
                <a:lnTo>
                  <a:pt x="192164" y="73324"/>
                </a:lnTo>
                <a:lnTo>
                  <a:pt x="192981" y="73364"/>
                </a:lnTo>
                <a:lnTo>
                  <a:pt x="193816" y="73402"/>
                </a:lnTo>
                <a:lnTo>
                  <a:pt x="194669" y="73439"/>
                </a:lnTo>
                <a:lnTo>
                  <a:pt x="195541" y="73473"/>
                </a:lnTo>
                <a:lnTo>
                  <a:pt x="196431" y="73505"/>
                </a:lnTo>
                <a:lnTo>
                  <a:pt x="197340" y="73535"/>
                </a:lnTo>
                <a:lnTo>
                  <a:pt x="198266" y="73564"/>
                </a:lnTo>
                <a:lnTo>
                  <a:pt x="199212" y="73590"/>
                </a:lnTo>
                <a:lnTo>
                  <a:pt x="199856" y="73609"/>
                </a:lnTo>
                <a:lnTo>
                  <a:pt x="200482" y="73630"/>
                </a:lnTo>
                <a:lnTo>
                  <a:pt x="201091" y="73655"/>
                </a:lnTo>
                <a:lnTo>
                  <a:pt x="201681" y="73683"/>
                </a:lnTo>
                <a:lnTo>
                  <a:pt x="202253" y="73714"/>
                </a:lnTo>
                <a:lnTo>
                  <a:pt x="202807" y="73748"/>
                </a:lnTo>
                <a:lnTo>
                  <a:pt x="203343" y="73786"/>
                </a:lnTo>
                <a:lnTo>
                  <a:pt x="203861" y="73827"/>
                </a:lnTo>
                <a:lnTo>
                  <a:pt x="204361" y="73870"/>
                </a:lnTo>
                <a:lnTo>
                  <a:pt x="204843" y="73918"/>
                </a:lnTo>
                <a:lnTo>
                  <a:pt x="205307" y="73968"/>
                </a:lnTo>
                <a:lnTo>
                  <a:pt x="205753" y="74021"/>
                </a:lnTo>
                <a:lnTo>
                  <a:pt x="206181" y="74078"/>
                </a:lnTo>
                <a:lnTo>
                  <a:pt x="206591" y="74138"/>
                </a:lnTo>
                <a:lnTo>
                  <a:pt x="206983" y="74201"/>
                </a:lnTo>
                <a:lnTo>
                  <a:pt x="207357" y="74267"/>
                </a:lnTo>
                <a:lnTo>
                  <a:pt x="207713" y="74336"/>
                </a:lnTo>
                <a:lnTo>
                  <a:pt x="208051" y="74409"/>
                </a:lnTo>
                <a:lnTo>
                  <a:pt x="208370" y="74484"/>
                </a:lnTo>
                <a:lnTo>
                  <a:pt x="208672" y="74563"/>
                </a:lnTo>
                <a:lnTo>
                  <a:pt x="208956" y="74645"/>
                </a:lnTo>
                <a:lnTo>
                  <a:pt x="209221" y="74730"/>
                </a:lnTo>
                <a:lnTo>
                  <a:pt x="209469" y="74819"/>
                </a:lnTo>
                <a:lnTo>
                  <a:pt x="209699" y="74911"/>
                </a:lnTo>
                <a:lnTo>
                  <a:pt x="209911" y="75006"/>
                </a:lnTo>
                <a:lnTo>
                  <a:pt x="210113" y="75107"/>
                </a:lnTo>
                <a:lnTo>
                  <a:pt x="210307" y="75214"/>
                </a:lnTo>
                <a:lnTo>
                  <a:pt x="210492" y="75326"/>
                </a:lnTo>
                <a:lnTo>
                  <a:pt x="210668" y="75443"/>
                </a:lnTo>
                <a:lnTo>
                  <a:pt x="210835" y="75565"/>
                </a:lnTo>
                <a:lnTo>
                  <a:pt x="210992" y="75693"/>
                </a:lnTo>
                <a:lnTo>
                  <a:pt x="211141" y="75825"/>
                </a:lnTo>
                <a:lnTo>
                  <a:pt x="211281" y="75964"/>
                </a:lnTo>
                <a:lnTo>
                  <a:pt x="211412" y="76107"/>
                </a:lnTo>
                <a:lnTo>
                  <a:pt x="211533" y="76256"/>
                </a:lnTo>
                <a:lnTo>
                  <a:pt x="211646" y="76410"/>
                </a:lnTo>
                <a:lnTo>
                  <a:pt x="211750" y="76569"/>
                </a:lnTo>
                <a:lnTo>
                  <a:pt x="211844" y="76734"/>
                </a:lnTo>
                <a:lnTo>
                  <a:pt x="211930" y="76904"/>
                </a:lnTo>
                <a:lnTo>
                  <a:pt x="212007" y="77079"/>
                </a:lnTo>
                <a:lnTo>
                  <a:pt x="212074" y="77260"/>
                </a:lnTo>
                <a:lnTo>
                  <a:pt x="212133" y="77445"/>
                </a:lnTo>
                <a:lnTo>
                  <a:pt x="212182" y="77636"/>
                </a:lnTo>
                <a:lnTo>
                  <a:pt x="212223" y="77833"/>
                </a:lnTo>
                <a:lnTo>
                  <a:pt x="212254" y="78035"/>
                </a:lnTo>
                <a:lnTo>
                  <a:pt x="212277" y="78241"/>
                </a:lnTo>
                <a:lnTo>
                  <a:pt x="212291" y="78454"/>
                </a:lnTo>
                <a:lnTo>
                  <a:pt x="212295" y="78671"/>
                </a:lnTo>
                <a:lnTo>
                  <a:pt x="212287" y="78975"/>
                </a:lnTo>
                <a:lnTo>
                  <a:pt x="212265" y="79278"/>
                </a:lnTo>
                <a:lnTo>
                  <a:pt x="212227" y="79579"/>
                </a:lnTo>
                <a:lnTo>
                  <a:pt x="212174" y="79878"/>
                </a:lnTo>
                <a:lnTo>
                  <a:pt x="212106" y="80177"/>
                </a:lnTo>
                <a:lnTo>
                  <a:pt x="212023" y="80473"/>
                </a:lnTo>
                <a:lnTo>
                  <a:pt x="211925" y="80768"/>
                </a:lnTo>
                <a:lnTo>
                  <a:pt x="211811" y="81062"/>
                </a:lnTo>
                <a:lnTo>
                  <a:pt x="211683" y="81354"/>
                </a:lnTo>
                <a:lnTo>
                  <a:pt x="211539" y="81644"/>
                </a:lnTo>
                <a:lnTo>
                  <a:pt x="211381" y="81933"/>
                </a:lnTo>
                <a:lnTo>
                  <a:pt x="211207" y="82221"/>
                </a:lnTo>
                <a:lnTo>
                  <a:pt x="211018" y="82507"/>
                </a:lnTo>
                <a:lnTo>
                  <a:pt x="210814" y="82792"/>
                </a:lnTo>
                <a:lnTo>
                  <a:pt x="210595" y="83075"/>
                </a:lnTo>
                <a:lnTo>
                  <a:pt x="210361" y="83356"/>
                </a:lnTo>
                <a:lnTo>
                  <a:pt x="210111" y="83636"/>
                </a:lnTo>
                <a:lnTo>
                  <a:pt x="209847" y="83915"/>
                </a:lnTo>
                <a:lnTo>
                  <a:pt x="209567" y="84192"/>
                </a:lnTo>
                <a:lnTo>
                  <a:pt x="209272" y="84468"/>
                </a:lnTo>
                <a:lnTo>
                  <a:pt x="208963" y="84742"/>
                </a:lnTo>
                <a:lnTo>
                  <a:pt x="208638" y="85014"/>
                </a:lnTo>
                <a:lnTo>
                  <a:pt x="208298" y="85285"/>
                </a:lnTo>
                <a:lnTo>
                  <a:pt x="207942" y="85555"/>
                </a:lnTo>
                <a:lnTo>
                  <a:pt x="207571" y="85818"/>
                </a:lnTo>
                <a:lnTo>
                  <a:pt x="207184" y="86071"/>
                </a:lnTo>
                <a:lnTo>
                  <a:pt x="206779" y="86312"/>
                </a:lnTo>
                <a:lnTo>
                  <a:pt x="206358" y="86541"/>
                </a:lnTo>
                <a:lnTo>
                  <a:pt x="205920" y="86760"/>
                </a:lnTo>
                <a:lnTo>
                  <a:pt x="205465" y="86967"/>
                </a:lnTo>
                <a:lnTo>
                  <a:pt x="204994" y="87163"/>
                </a:lnTo>
                <a:lnTo>
                  <a:pt x="204506" y="87348"/>
                </a:lnTo>
                <a:lnTo>
                  <a:pt x="204001" y="87522"/>
                </a:lnTo>
                <a:lnTo>
                  <a:pt x="203480" y="87684"/>
                </a:lnTo>
                <a:lnTo>
                  <a:pt x="202942" y="87836"/>
                </a:lnTo>
                <a:lnTo>
                  <a:pt x="202387" y="87976"/>
                </a:lnTo>
                <a:lnTo>
                  <a:pt x="201816" y="88105"/>
                </a:lnTo>
                <a:lnTo>
                  <a:pt x="201227" y="88222"/>
                </a:lnTo>
                <a:lnTo>
                  <a:pt x="200622" y="88329"/>
                </a:lnTo>
                <a:lnTo>
                  <a:pt x="200001" y="88424"/>
                </a:lnTo>
                <a:lnTo>
                  <a:pt x="199363" y="88508"/>
                </a:lnTo>
                <a:lnTo>
                  <a:pt x="198707" y="88581"/>
                </a:lnTo>
                <a:lnTo>
                  <a:pt x="198036" y="88643"/>
                </a:lnTo>
                <a:lnTo>
                  <a:pt x="197347" y="88693"/>
                </a:lnTo>
                <a:lnTo>
                  <a:pt x="196642" y="88732"/>
                </a:lnTo>
                <a:lnTo>
                  <a:pt x="195920" y="88760"/>
                </a:lnTo>
                <a:lnTo>
                  <a:pt x="195182" y="88777"/>
                </a:lnTo>
                <a:lnTo>
                  <a:pt x="194426" y="88783"/>
                </a:lnTo>
                <a:lnTo>
                  <a:pt x="193633" y="88777"/>
                </a:lnTo>
                <a:lnTo>
                  <a:pt x="192854" y="88761"/>
                </a:lnTo>
                <a:lnTo>
                  <a:pt x="192092" y="88734"/>
                </a:lnTo>
                <a:lnTo>
                  <a:pt x="191345" y="88695"/>
                </a:lnTo>
                <a:lnTo>
                  <a:pt x="190614" y="88646"/>
                </a:lnTo>
                <a:lnTo>
                  <a:pt x="189899" y="88586"/>
                </a:lnTo>
                <a:lnTo>
                  <a:pt x="189199" y="88515"/>
                </a:lnTo>
                <a:lnTo>
                  <a:pt x="188516" y="88433"/>
                </a:lnTo>
                <a:lnTo>
                  <a:pt x="187847" y="88340"/>
                </a:lnTo>
                <a:lnTo>
                  <a:pt x="187195" y="88236"/>
                </a:lnTo>
                <a:lnTo>
                  <a:pt x="186558" y="88121"/>
                </a:lnTo>
                <a:lnTo>
                  <a:pt x="185938" y="87995"/>
                </a:lnTo>
                <a:lnTo>
                  <a:pt x="185332" y="87859"/>
                </a:lnTo>
                <a:lnTo>
                  <a:pt x="184743" y="87711"/>
                </a:lnTo>
                <a:lnTo>
                  <a:pt x="184169" y="87552"/>
                </a:lnTo>
                <a:lnTo>
                  <a:pt x="183611" y="87383"/>
                </a:lnTo>
                <a:lnTo>
                  <a:pt x="183069" y="87202"/>
                </a:lnTo>
                <a:lnTo>
                  <a:pt x="182543" y="87011"/>
                </a:lnTo>
                <a:lnTo>
                  <a:pt x="182032" y="86809"/>
                </a:lnTo>
                <a:lnTo>
                  <a:pt x="181537" y="86595"/>
                </a:lnTo>
                <a:lnTo>
                  <a:pt x="181058" y="86371"/>
                </a:lnTo>
                <a:lnTo>
                  <a:pt x="180594" y="86136"/>
                </a:lnTo>
                <a:lnTo>
                  <a:pt x="180146" y="85890"/>
                </a:lnTo>
                <a:lnTo>
                  <a:pt x="179714" y="85633"/>
                </a:lnTo>
                <a:lnTo>
                  <a:pt x="179473" y="85479"/>
                </a:lnTo>
                <a:lnTo>
                  <a:pt x="179243" y="85324"/>
                </a:lnTo>
                <a:lnTo>
                  <a:pt x="179022" y="85166"/>
                </a:lnTo>
                <a:lnTo>
                  <a:pt x="178812" y="85006"/>
                </a:lnTo>
                <a:lnTo>
                  <a:pt x="178612" y="84844"/>
                </a:lnTo>
                <a:lnTo>
                  <a:pt x="178422" y="84680"/>
                </a:lnTo>
                <a:lnTo>
                  <a:pt x="178243" y="84514"/>
                </a:lnTo>
                <a:lnTo>
                  <a:pt x="178074" y="84346"/>
                </a:lnTo>
                <a:lnTo>
                  <a:pt x="177915" y="84175"/>
                </a:lnTo>
                <a:lnTo>
                  <a:pt x="177766" y="84003"/>
                </a:lnTo>
                <a:lnTo>
                  <a:pt x="177628" y="83828"/>
                </a:lnTo>
                <a:lnTo>
                  <a:pt x="177500" y="83651"/>
                </a:lnTo>
                <a:lnTo>
                  <a:pt x="177382" y="83472"/>
                </a:lnTo>
                <a:lnTo>
                  <a:pt x="177274" y="83291"/>
                </a:lnTo>
                <a:lnTo>
                  <a:pt x="177177" y="83108"/>
                </a:lnTo>
                <a:lnTo>
                  <a:pt x="177090" y="82923"/>
                </a:lnTo>
                <a:lnTo>
                  <a:pt x="177013" y="82735"/>
                </a:lnTo>
                <a:lnTo>
                  <a:pt x="176946" y="82546"/>
                </a:lnTo>
                <a:lnTo>
                  <a:pt x="176890" y="82354"/>
                </a:lnTo>
                <a:lnTo>
                  <a:pt x="176844" y="82161"/>
                </a:lnTo>
                <a:lnTo>
                  <a:pt x="176808" y="81965"/>
                </a:lnTo>
                <a:lnTo>
                  <a:pt x="176782" y="81767"/>
                </a:lnTo>
                <a:lnTo>
                  <a:pt x="176767" y="81567"/>
                </a:lnTo>
                <a:lnTo>
                  <a:pt x="176762" y="81365"/>
                </a:lnTo>
                <a:lnTo>
                  <a:pt x="176764" y="81207"/>
                </a:lnTo>
                <a:lnTo>
                  <a:pt x="176770" y="81049"/>
                </a:lnTo>
                <a:lnTo>
                  <a:pt x="176781" y="80889"/>
                </a:lnTo>
                <a:lnTo>
                  <a:pt x="176795" y="80728"/>
                </a:lnTo>
                <a:lnTo>
                  <a:pt x="176815" y="80566"/>
                </a:lnTo>
                <a:lnTo>
                  <a:pt x="176838" y="80402"/>
                </a:lnTo>
                <a:lnTo>
                  <a:pt x="176865" y="80237"/>
                </a:lnTo>
                <a:lnTo>
                  <a:pt x="176897" y="80071"/>
                </a:lnTo>
                <a:lnTo>
                  <a:pt x="176933" y="79904"/>
                </a:lnTo>
                <a:lnTo>
                  <a:pt x="176974" y="79736"/>
                </a:lnTo>
                <a:lnTo>
                  <a:pt x="177018" y="79566"/>
                </a:lnTo>
                <a:lnTo>
                  <a:pt x="177067" y="79395"/>
                </a:lnTo>
                <a:lnTo>
                  <a:pt x="177120" y="79223"/>
                </a:lnTo>
                <a:lnTo>
                  <a:pt x="177177" y="79050"/>
                </a:lnTo>
                <a:lnTo>
                  <a:pt x="177239" y="78875"/>
                </a:lnTo>
                <a:lnTo>
                  <a:pt x="177305" y="78699"/>
                </a:lnTo>
                <a:lnTo>
                  <a:pt x="177375" y="78522"/>
                </a:lnTo>
                <a:lnTo>
                  <a:pt x="177449" y="78344"/>
                </a:lnTo>
                <a:lnTo>
                  <a:pt x="177527" y="78164"/>
                </a:lnTo>
                <a:lnTo>
                  <a:pt x="177610" y="77983"/>
                </a:lnTo>
                <a:lnTo>
                  <a:pt x="177697" y="77801"/>
                </a:lnTo>
                <a:lnTo>
                  <a:pt x="177788" y="77618"/>
                </a:lnTo>
                <a:lnTo>
                  <a:pt x="177884" y="77433"/>
                </a:lnTo>
                <a:lnTo>
                  <a:pt x="177983" y="77247"/>
                </a:lnTo>
                <a:lnTo>
                  <a:pt x="178087" y="77061"/>
                </a:lnTo>
                <a:lnTo>
                  <a:pt x="178195" y="76872"/>
                </a:lnTo>
                <a:lnTo>
                  <a:pt x="178307" y="76683"/>
                </a:lnTo>
                <a:lnTo>
                  <a:pt x="178423" y="76493"/>
                </a:lnTo>
                <a:lnTo>
                  <a:pt x="178543" y="76301"/>
                </a:lnTo>
                <a:lnTo>
                  <a:pt x="178667" y="76108"/>
                </a:lnTo>
                <a:lnTo>
                  <a:pt x="178796" y="75913"/>
                </a:lnTo>
                <a:lnTo>
                  <a:pt x="178928" y="75718"/>
                </a:lnTo>
                <a:lnTo>
                  <a:pt x="179064" y="75521"/>
                </a:lnTo>
                <a:lnTo>
                  <a:pt x="179205" y="75323"/>
                </a:lnTo>
                <a:lnTo>
                  <a:pt x="179349" y="75124"/>
                </a:lnTo>
                <a:lnTo>
                  <a:pt x="179498" y="74923"/>
                </a:lnTo>
                <a:lnTo>
                  <a:pt x="179650" y="74722"/>
                </a:lnTo>
                <a:lnTo>
                  <a:pt x="179807" y="74519"/>
                </a:lnTo>
                <a:lnTo>
                  <a:pt x="179968" y="74314"/>
                </a:lnTo>
                <a:lnTo>
                  <a:pt x="180133" y="74109"/>
                </a:lnTo>
                <a:lnTo>
                  <a:pt x="180302" y="73902"/>
                </a:lnTo>
                <a:lnTo>
                  <a:pt x="180475" y="73694"/>
                </a:lnTo>
                <a:lnTo>
                  <a:pt x="180652" y="73485"/>
                </a:lnTo>
                <a:lnTo>
                  <a:pt x="180833" y="73275"/>
                </a:lnTo>
                <a:lnTo>
                  <a:pt x="181018" y="73063"/>
                </a:lnTo>
                <a:lnTo>
                  <a:pt x="181207" y="72850"/>
                </a:lnTo>
                <a:lnTo>
                  <a:pt x="181400" y="72636"/>
                </a:lnTo>
                <a:lnTo>
                  <a:pt x="181598" y="72421"/>
                </a:lnTo>
                <a:lnTo>
                  <a:pt x="182120" y="72492"/>
                </a:lnTo>
                <a:lnTo>
                  <a:pt x="182661" y="72561"/>
                </a:lnTo>
                <a:lnTo>
                  <a:pt x="183220" y="72628"/>
                </a:lnTo>
                <a:lnTo>
                  <a:pt x="183798" y="72693"/>
                </a:lnTo>
                <a:lnTo>
                  <a:pt x="184394" y="72757"/>
                </a:lnTo>
                <a:close/>
                <a:moveTo>
                  <a:pt x="455048" y="7412"/>
                </a:moveTo>
                <a:lnTo>
                  <a:pt x="455214" y="7349"/>
                </a:lnTo>
                <a:lnTo>
                  <a:pt x="455378" y="7288"/>
                </a:lnTo>
                <a:lnTo>
                  <a:pt x="455539" y="7230"/>
                </a:lnTo>
                <a:lnTo>
                  <a:pt x="455697" y="7175"/>
                </a:lnTo>
                <a:lnTo>
                  <a:pt x="455853" y="7122"/>
                </a:lnTo>
                <a:lnTo>
                  <a:pt x="456007" y="7073"/>
                </a:lnTo>
                <a:lnTo>
                  <a:pt x="456158" y="7026"/>
                </a:lnTo>
                <a:lnTo>
                  <a:pt x="456307" y="6982"/>
                </a:lnTo>
                <a:lnTo>
                  <a:pt x="456453" y="6941"/>
                </a:lnTo>
                <a:lnTo>
                  <a:pt x="456597" y="6903"/>
                </a:lnTo>
                <a:lnTo>
                  <a:pt x="456738" y="6868"/>
                </a:lnTo>
                <a:lnTo>
                  <a:pt x="456877" y="6835"/>
                </a:lnTo>
                <a:lnTo>
                  <a:pt x="457013" y="6806"/>
                </a:lnTo>
                <a:lnTo>
                  <a:pt x="457147" y="6779"/>
                </a:lnTo>
                <a:lnTo>
                  <a:pt x="457278" y="6755"/>
                </a:lnTo>
                <a:lnTo>
                  <a:pt x="457407" y="6733"/>
                </a:lnTo>
                <a:lnTo>
                  <a:pt x="457533" y="6715"/>
                </a:lnTo>
                <a:lnTo>
                  <a:pt x="457657" y="6699"/>
                </a:lnTo>
                <a:lnTo>
                  <a:pt x="457779" y="6687"/>
                </a:lnTo>
                <a:lnTo>
                  <a:pt x="457898" y="6677"/>
                </a:lnTo>
                <a:lnTo>
                  <a:pt x="458014" y="6670"/>
                </a:lnTo>
                <a:lnTo>
                  <a:pt x="458128" y="6666"/>
                </a:lnTo>
                <a:lnTo>
                  <a:pt x="458240" y="6664"/>
                </a:lnTo>
                <a:lnTo>
                  <a:pt x="458341" y="6665"/>
                </a:lnTo>
                <a:lnTo>
                  <a:pt x="458440" y="6669"/>
                </a:lnTo>
                <a:lnTo>
                  <a:pt x="458538" y="6674"/>
                </a:lnTo>
                <a:lnTo>
                  <a:pt x="458635" y="6683"/>
                </a:lnTo>
                <a:lnTo>
                  <a:pt x="458730" y="6693"/>
                </a:lnTo>
                <a:lnTo>
                  <a:pt x="458824" y="6705"/>
                </a:lnTo>
                <a:lnTo>
                  <a:pt x="458916" y="6720"/>
                </a:lnTo>
                <a:lnTo>
                  <a:pt x="459006" y="6738"/>
                </a:lnTo>
                <a:lnTo>
                  <a:pt x="459095" y="6757"/>
                </a:lnTo>
                <a:lnTo>
                  <a:pt x="459183" y="6779"/>
                </a:lnTo>
                <a:lnTo>
                  <a:pt x="459269" y="6803"/>
                </a:lnTo>
                <a:lnTo>
                  <a:pt x="459353" y="6830"/>
                </a:lnTo>
                <a:lnTo>
                  <a:pt x="459436" y="6858"/>
                </a:lnTo>
                <a:lnTo>
                  <a:pt x="459518" y="6889"/>
                </a:lnTo>
                <a:lnTo>
                  <a:pt x="459598" y="6923"/>
                </a:lnTo>
                <a:lnTo>
                  <a:pt x="459676" y="6958"/>
                </a:lnTo>
                <a:lnTo>
                  <a:pt x="459753" y="6996"/>
                </a:lnTo>
                <a:lnTo>
                  <a:pt x="459829" y="7036"/>
                </a:lnTo>
                <a:lnTo>
                  <a:pt x="459903" y="7079"/>
                </a:lnTo>
                <a:lnTo>
                  <a:pt x="459975" y="7124"/>
                </a:lnTo>
                <a:lnTo>
                  <a:pt x="460047" y="7171"/>
                </a:lnTo>
                <a:lnTo>
                  <a:pt x="460116" y="7220"/>
                </a:lnTo>
                <a:lnTo>
                  <a:pt x="460184" y="7272"/>
                </a:lnTo>
                <a:lnTo>
                  <a:pt x="460251" y="7326"/>
                </a:lnTo>
                <a:lnTo>
                  <a:pt x="460316" y="7383"/>
                </a:lnTo>
                <a:lnTo>
                  <a:pt x="460379" y="7444"/>
                </a:lnTo>
                <a:lnTo>
                  <a:pt x="460441" y="7509"/>
                </a:lnTo>
                <a:lnTo>
                  <a:pt x="460502" y="7578"/>
                </a:lnTo>
                <a:lnTo>
                  <a:pt x="460561" y="7651"/>
                </a:lnTo>
                <a:lnTo>
                  <a:pt x="460618" y="7728"/>
                </a:lnTo>
                <a:lnTo>
                  <a:pt x="460674" y="7809"/>
                </a:lnTo>
                <a:lnTo>
                  <a:pt x="460729" y="7894"/>
                </a:lnTo>
                <a:lnTo>
                  <a:pt x="460781" y="7982"/>
                </a:lnTo>
                <a:lnTo>
                  <a:pt x="460833" y="8075"/>
                </a:lnTo>
                <a:lnTo>
                  <a:pt x="460883" y="8172"/>
                </a:lnTo>
                <a:lnTo>
                  <a:pt x="460931" y="8273"/>
                </a:lnTo>
                <a:lnTo>
                  <a:pt x="460978" y="8378"/>
                </a:lnTo>
                <a:lnTo>
                  <a:pt x="461024" y="8486"/>
                </a:lnTo>
                <a:lnTo>
                  <a:pt x="461068" y="8599"/>
                </a:lnTo>
                <a:lnTo>
                  <a:pt x="461110" y="8716"/>
                </a:lnTo>
                <a:lnTo>
                  <a:pt x="461151" y="8837"/>
                </a:lnTo>
                <a:lnTo>
                  <a:pt x="461191" y="8961"/>
                </a:lnTo>
                <a:lnTo>
                  <a:pt x="461229" y="9090"/>
                </a:lnTo>
                <a:lnTo>
                  <a:pt x="461265" y="9223"/>
                </a:lnTo>
                <a:lnTo>
                  <a:pt x="461300" y="9359"/>
                </a:lnTo>
                <a:lnTo>
                  <a:pt x="461334" y="9500"/>
                </a:lnTo>
                <a:lnTo>
                  <a:pt x="461366" y="9645"/>
                </a:lnTo>
                <a:lnTo>
                  <a:pt x="461396" y="9793"/>
                </a:lnTo>
                <a:lnTo>
                  <a:pt x="461425" y="9954"/>
                </a:lnTo>
                <a:lnTo>
                  <a:pt x="461453" y="10136"/>
                </a:lnTo>
                <a:lnTo>
                  <a:pt x="461479" y="10340"/>
                </a:lnTo>
                <a:lnTo>
                  <a:pt x="461505" y="10564"/>
                </a:lnTo>
                <a:lnTo>
                  <a:pt x="461529" y="10810"/>
                </a:lnTo>
                <a:lnTo>
                  <a:pt x="461552" y="11076"/>
                </a:lnTo>
                <a:lnTo>
                  <a:pt x="461574" y="11364"/>
                </a:lnTo>
                <a:lnTo>
                  <a:pt x="461594" y="11673"/>
                </a:lnTo>
                <a:lnTo>
                  <a:pt x="461613" y="12002"/>
                </a:lnTo>
                <a:lnTo>
                  <a:pt x="461631" y="12353"/>
                </a:lnTo>
                <a:lnTo>
                  <a:pt x="461648" y="12725"/>
                </a:lnTo>
                <a:lnTo>
                  <a:pt x="461663" y="13119"/>
                </a:lnTo>
                <a:lnTo>
                  <a:pt x="461677" y="13533"/>
                </a:lnTo>
                <a:lnTo>
                  <a:pt x="461690" y="13968"/>
                </a:lnTo>
                <a:lnTo>
                  <a:pt x="461702" y="14425"/>
                </a:lnTo>
                <a:lnTo>
                  <a:pt x="461713" y="14902"/>
                </a:lnTo>
                <a:lnTo>
                  <a:pt x="461722" y="15401"/>
                </a:lnTo>
                <a:lnTo>
                  <a:pt x="461730" y="15921"/>
                </a:lnTo>
                <a:lnTo>
                  <a:pt x="461737" y="16462"/>
                </a:lnTo>
                <a:lnTo>
                  <a:pt x="461742" y="17024"/>
                </a:lnTo>
                <a:lnTo>
                  <a:pt x="461747" y="17607"/>
                </a:lnTo>
                <a:lnTo>
                  <a:pt x="461750" y="18211"/>
                </a:lnTo>
                <a:lnTo>
                  <a:pt x="461752" y="18837"/>
                </a:lnTo>
                <a:lnTo>
                  <a:pt x="461752" y="19483"/>
                </a:lnTo>
                <a:lnTo>
                  <a:pt x="461752" y="61808"/>
                </a:lnTo>
                <a:lnTo>
                  <a:pt x="461751" y="62164"/>
                </a:lnTo>
                <a:lnTo>
                  <a:pt x="461748" y="62509"/>
                </a:lnTo>
                <a:lnTo>
                  <a:pt x="461742" y="62845"/>
                </a:lnTo>
                <a:lnTo>
                  <a:pt x="461734" y="63172"/>
                </a:lnTo>
                <a:lnTo>
                  <a:pt x="461724" y="63488"/>
                </a:lnTo>
                <a:lnTo>
                  <a:pt x="461711" y="63795"/>
                </a:lnTo>
                <a:lnTo>
                  <a:pt x="461696" y="64093"/>
                </a:lnTo>
                <a:lnTo>
                  <a:pt x="461679" y="64380"/>
                </a:lnTo>
                <a:lnTo>
                  <a:pt x="461659" y="64658"/>
                </a:lnTo>
                <a:lnTo>
                  <a:pt x="461637" y="64926"/>
                </a:lnTo>
                <a:lnTo>
                  <a:pt x="461613" y="65184"/>
                </a:lnTo>
                <a:lnTo>
                  <a:pt x="461587" y="65433"/>
                </a:lnTo>
                <a:lnTo>
                  <a:pt x="461558" y="65672"/>
                </a:lnTo>
                <a:lnTo>
                  <a:pt x="461527" y="65901"/>
                </a:lnTo>
                <a:lnTo>
                  <a:pt x="461494" y="66121"/>
                </a:lnTo>
                <a:lnTo>
                  <a:pt x="461458" y="66330"/>
                </a:lnTo>
                <a:lnTo>
                  <a:pt x="461420" y="66531"/>
                </a:lnTo>
                <a:lnTo>
                  <a:pt x="461380" y="66721"/>
                </a:lnTo>
                <a:lnTo>
                  <a:pt x="461338" y="66902"/>
                </a:lnTo>
                <a:lnTo>
                  <a:pt x="461293" y="67073"/>
                </a:lnTo>
                <a:lnTo>
                  <a:pt x="461246" y="67234"/>
                </a:lnTo>
                <a:lnTo>
                  <a:pt x="461196" y="67385"/>
                </a:lnTo>
                <a:lnTo>
                  <a:pt x="461145" y="67527"/>
                </a:lnTo>
                <a:lnTo>
                  <a:pt x="461091" y="67659"/>
                </a:lnTo>
                <a:lnTo>
                  <a:pt x="461034" y="67785"/>
                </a:lnTo>
                <a:lnTo>
                  <a:pt x="460977" y="67908"/>
                </a:lnTo>
                <a:lnTo>
                  <a:pt x="460917" y="68027"/>
                </a:lnTo>
                <a:lnTo>
                  <a:pt x="460856" y="68144"/>
                </a:lnTo>
                <a:lnTo>
                  <a:pt x="460793" y="68258"/>
                </a:lnTo>
                <a:lnTo>
                  <a:pt x="460728" y="68368"/>
                </a:lnTo>
                <a:lnTo>
                  <a:pt x="460661" y="68476"/>
                </a:lnTo>
                <a:lnTo>
                  <a:pt x="460593" y="68580"/>
                </a:lnTo>
                <a:lnTo>
                  <a:pt x="460523" y="68682"/>
                </a:lnTo>
                <a:lnTo>
                  <a:pt x="460451" y="68781"/>
                </a:lnTo>
                <a:lnTo>
                  <a:pt x="460377" y="68876"/>
                </a:lnTo>
                <a:lnTo>
                  <a:pt x="460301" y="68969"/>
                </a:lnTo>
                <a:lnTo>
                  <a:pt x="460224" y="69059"/>
                </a:lnTo>
                <a:lnTo>
                  <a:pt x="460145" y="69145"/>
                </a:lnTo>
                <a:lnTo>
                  <a:pt x="460064" y="69229"/>
                </a:lnTo>
                <a:lnTo>
                  <a:pt x="459982" y="69310"/>
                </a:lnTo>
                <a:lnTo>
                  <a:pt x="459898" y="69387"/>
                </a:lnTo>
                <a:lnTo>
                  <a:pt x="459811" y="69462"/>
                </a:lnTo>
                <a:lnTo>
                  <a:pt x="459724" y="69534"/>
                </a:lnTo>
                <a:lnTo>
                  <a:pt x="459634" y="69602"/>
                </a:lnTo>
                <a:lnTo>
                  <a:pt x="459543" y="69668"/>
                </a:lnTo>
                <a:lnTo>
                  <a:pt x="459449" y="69731"/>
                </a:lnTo>
                <a:lnTo>
                  <a:pt x="459355" y="69790"/>
                </a:lnTo>
                <a:lnTo>
                  <a:pt x="459258" y="69847"/>
                </a:lnTo>
                <a:lnTo>
                  <a:pt x="459157" y="69901"/>
                </a:lnTo>
                <a:lnTo>
                  <a:pt x="459049" y="69952"/>
                </a:lnTo>
                <a:lnTo>
                  <a:pt x="458933" y="70002"/>
                </a:lnTo>
                <a:lnTo>
                  <a:pt x="458811" y="70049"/>
                </a:lnTo>
                <a:lnTo>
                  <a:pt x="458682" y="70093"/>
                </a:lnTo>
                <a:lnTo>
                  <a:pt x="458545" y="70136"/>
                </a:lnTo>
                <a:lnTo>
                  <a:pt x="458402" y="70176"/>
                </a:lnTo>
                <a:lnTo>
                  <a:pt x="458251" y="70214"/>
                </a:lnTo>
                <a:lnTo>
                  <a:pt x="458093" y="70249"/>
                </a:lnTo>
                <a:lnTo>
                  <a:pt x="457929" y="70282"/>
                </a:lnTo>
                <a:lnTo>
                  <a:pt x="457757" y="70313"/>
                </a:lnTo>
                <a:lnTo>
                  <a:pt x="457578" y="70342"/>
                </a:lnTo>
                <a:lnTo>
                  <a:pt x="457392" y="70368"/>
                </a:lnTo>
                <a:lnTo>
                  <a:pt x="457199" y="70392"/>
                </a:lnTo>
                <a:lnTo>
                  <a:pt x="456999" y="70414"/>
                </a:lnTo>
                <a:lnTo>
                  <a:pt x="456792" y="70434"/>
                </a:lnTo>
                <a:lnTo>
                  <a:pt x="456577" y="70451"/>
                </a:lnTo>
                <a:lnTo>
                  <a:pt x="456356" y="70466"/>
                </a:lnTo>
                <a:lnTo>
                  <a:pt x="456128" y="70478"/>
                </a:lnTo>
                <a:lnTo>
                  <a:pt x="455892" y="70489"/>
                </a:lnTo>
                <a:lnTo>
                  <a:pt x="455650" y="70497"/>
                </a:lnTo>
                <a:lnTo>
                  <a:pt x="455400" y="70502"/>
                </a:lnTo>
                <a:lnTo>
                  <a:pt x="455144" y="70506"/>
                </a:lnTo>
                <a:lnTo>
                  <a:pt x="454880" y="70507"/>
                </a:lnTo>
                <a:lnTo>
                  <a:pt x="454880" y="72391"/>
                </a:lnTo>
                <a:lnTo>
                  <a:pt x="477737" y="72391"/>
                </a:lnTo>
                <a:lnTo>
                  <a:pt x="477737" y="70507"/>
                </a:lnTo>
                <a:lnTo>
                  <a:pt x="477440" y="70506"/>
                </a:lnTo>
                <a:lnTo>
                  <a:pt x="477151" y="70502"/>
                </a:lnTo>
                <a:lnTo>
                  <a:pt x="476869" y="70496"/>
                </a:lnTo>
                <a:lnTo>
                  <a:pt x="476596" y="70487"/>
                </a:lnTo>
                <a:lnTo>
                  <a:pt x="476331" y="70475"/>
                </a:lnTo>
                <a:lnTo>
                  <a:pt x="476073" y="70461"/>
                </a:lnTo>
                <a:lnTo>
                  <a:pt x="475824" y="70444"/>
                </a:lnTo>
                <a:lnTo>
                  <a:pt x="475582" y="70425"/>
                </a:lnTo>
                <a:lnTo>
                  <a:pt x="475349" y="70403"/>
                </a:lnTo>
                <a:lnTo>
                  <a:pt x="475123" y="70379"/>
                </a:lnTo>
                <a:lnTo>
                  <a:pt x="474905" y="70352"/>
                </a:lnTo>
                <a:lnTo>
                  <a:pt x="474696" y="70323"/>
                </a:lnTo>
                <a:lnTo>
                  <a:pt x="474494" y="70291"/>
                </a:lnTo>
                <a:lnTo>
                  <a:pt x="474300" y="70256"/>
                </a:lnTo>
                <a:lnTo>
                  <a:pt x="474114" y="70219"/>
                </a:lnTo>
                <a:lnTo>
                  <a:pt x="473936" y="70180"/>
                </a:lnTo>
                <a:lnTo>
                  <a:pt x="473766" y="70137"/>
                </a:lnTo>
                <a:lnTo>
                  <a:pt x="473604" y="70093"/>
                </a:lnTo>
                <a:lnTo>
                  <a:pt x="473450" y="70045"/>
                </a:lnTo>
                <a:lnTo>
                  <a:pt x="473304" y="69996"/>
                </a:lnTo>
                <a:lnTo>
                  <a:pt x="473166" y="69943"/>
                </a:lnTo>
                <a:lnTo>
                  <a:pt x="473036" y="69888"/>
                </a:lnTo>
                <a:lnTo>
                  <a:pt x="472914" y="69831"/>
                </a:lnTo>
                <a:lnTo>
                  <a:pt x="472799" y="69770"/>
                </a:lnTo>
                <a:lnTo>
                  <a:pt x="472690" y="69708"/>
                </a:lnTo>
                <a:lnTo>
                  <a:pt x="472583" y="69643"/>
                </a:lnTo>
                <a:lnTo>
                  <a:pt x="472479" y="69575"/>
                </a:lnTo>
                <a:lnTo>
                  <a:pt x="472377" y="69505"/>
                </a:lnTo>
                <a:lnTo>
                  <a:pt x="472278" y="69433"/>
                </a:lnTo>
                <a:lnTo>
                  <a:pt x="472180" y="69359"/>
                </a:lnTo>
                <a:lnTo>
                  <a:pt x="472086" y="69282"/>
                </a:lnTo>
                <a:lnTo>
                  <a:pt x="471993" y="69202"/>
                </a:lnTo>
                <a:lnTo>
                  <a:pt x="471903" y="69120"/>
                </a:lnTo>
                <a:lnTo>
                  <a:pt x="471816" y="69036"/>
                </a:lnTo>
                <a:lnTo>
                  <a:pt x="471730" y="68950"/>
                </a:lnTo>
                <a:lnTo>
                  <a:pt x="471647" y="68861"/>
                </a:lnTo>
                <a:lnTo>
                  <a:pt x="471567" y="68770"/>
                </a:lnTo>
                <a:lnTo>
                  <a:pt x="471489" y="68676"/>
                </a:lnTo>
                <a:lnTo>
                  <a:pt x="471413" y="68580"/>
                </a:lnTo>
                <a:lnTo>
                  <a:pt x="471340" y="68481"/>
                </a:lnTo>
                <a:lnTo>
                  <a:pt x="471269" y="68381"/>
                </a:lnTo>
                <a:lnTo>
                  <a:pt x="471200" y="68278"/>
                </a:lnTo>
                <a:lnTo>
                  <a:pt x="471134" y="68172"/>
                </a:lnTo>
                <a:lnTo>
                  <a:pt x="471071" y="68064"/>
                </a:lnTo>
                <a:lnTo>
                  <a:pt x="471009" y="67954"/>
                </a:lnTo>
                <a:lnTo>
                  <a:pt x="470950" y="67841"/>
                </a:lnTo>
                <a:lnTo>
                  <a:pt x="470894" y="67726"/>
                </a:lnTo>
                <a:lnTo>
                  <a:pt x="470839" y="67608"/>
                </a:lnTo>
                <a:lnTo>
                  <a:pt x="470787" y="67485"/>
                </a:lnTo>
                <a:lnTo>
                  <a:pt x="470738" y="67350"/>
                </a:lnTo>
                <a:lnTo>
                  <a:pt x="470690" y="67206"/>
                </a:lnTo>
                <a:lnTo>
                  <a:pt x="470645" y="67051"/>
                </a:lnTo>
                <a:lnTo>
                  <a:pt x="470602" y="66887"/>
                </a:lnTo>
                <a:lnTo>
                  <a:pt x="470561" y="66711"/>
                </a:lnTo>
                <a:lnTo>
                  <a:pt x="470522" y="66526"/>
                </a:lnTo>
                <a:lnTo>
                  <a:pt x="470486" y="66330"/>
                </a:lnTo>
                <a:lnTo>
                  <a:pt x="470452" y="66125"/>
                </a:lnTo>
                <a:lnTo>
                  <a:pt x="470420" y="65909"/>
                </a:lnTo>
                <a:lnTo>
                  <a:pt x="470390" y="65682"/>
                </a:lnTo>
                <a:lnTo>
                  <a:pt x="470362" y="65446"/>
                </a:lnTo>
                <a:lnTo>
                  <a:pt x="470337" y="65199"/>
                </a:lnTo>
                <a:lnTo>
                  <a:pt x="470313" y="64942"/>
                </a:lnTo>
                <a:lnTo>
                  <a:pt x="470292" y="64675"/>
                </a:lnTo>
                <a:lnTo>
                  <a:pt x="470274" y="64397"/>
                </a:lnTo>
                <a:lnTo>
                  <a:pt x="470257" y="64109"/>
                </a:lnTo>
                <a:lnTo>
                  <a:pt x="470243" y="63811"/>
                </a:lnTo>
                <a:lnTo>
                  <a:pt x="470231" y="63503"/>
                </a:lnTo>
                <a:lnTo>
                  <a:pt x="470221" y="63185"/>
                </a:lnTo>
                <a:lnTo>
                  <a:pt x="470213" y="62856"/>
                </a:lnTo>
                <a:lnTo>
                  <a:pt x="470207" y="62517"/>
                </a:lnTo>
                <a:lnTo>
                  <a:pt x="470204" y="62168"/>
                </a:lnTo>
                <a:lnTo>
                  <a:pt x="470203" y="61808"/>
                </a:lnTo>
                <a:lnTo>
                  <a:pt x="470203" y="0"/>
                </a:lnTo>
                <a:lnTo>
                  <a:pt x="467912" y="0"/>
                </a:lnTo>
                <a:lnTo>
                  <a:pt x="454014" y="5697"/>
                </a:lnTo>
                <a:lnTo>
                  <a:pt x="454880" y="7479"/>
                </a:lnTo>
                <a:lnTo>
                  <a:pt x="455048" y="7412"/>
                </a:lnTo>
                <a:close/>
                <a:moveTo>
                  <a:pt x="484376" y="7412"/>
                </a:moveTo>
                <a:lnTo>
                  <a:pt x="484542" y="7349"/>
                </a:lnTo>
                <a:lnTo>
                  <a:pt x="484706" y="7288"/>
                </a:lnTo>
                <a:lnTo>
                  <a:pt x="484867" y="7230"/>
                </a:lnTo>
                <a:lnTo>
                  <a:pt x="485025" y="7175"/>
                </a:lnTo>
                <a:lnTo>
                  <a:pt x="485181" y="7122"/>
                </a:lnTo>
                <a:lnTo>
                  <a:pt x="485335" y="7073"/>
                </a:lnTo>
                <a:lnTo>
                  <a:pt x="485486" y="7026"/>
                </a:lnTo>
                <a:lnTo>
                  <a:pt x="485635" y="6982"/>
                </a:lnTo>
                <a:lnTo>
                  <a:pt x="485781" y="6941"/>
                </a:lnTo>
                <a:lnTo>
                  <a:pt x="485925" y="6903"/>
                </a:lnTo>
                <a:lnTo>
                  <a:pt x="486066" y="6868"/>
                </a:lnTo>
                <a:lnTo>
                  <a:pt x="486205" y="6835"/>
                </a:lnTo>
                <a:lnTo>
                  <a:pt x="486341" y="6806"/>
                </a:lnTo>
                <a:lnTo>
                  <a:pt x="486475" y="6779"/>
                </a:lnTo>
                <a:lnTo>
                  <a:pt x="486606" y="6755"/>
                </a:lnTo>
                <a:lnTo>
                  <a:pt x="486735" y="6733"/>
                </a:lnTo>
                <a:lnTo>
                  <a:pt x="486861" y="6715"/>
                </a:lnTo>
                <a:lnTo>
                  <a:pt x="486985" y="6699"/>
                </a:lnTo>
                <a:lnTo>
                  <a:pt x="487107" y="6687"/>
                </a:lnTo>
                <a:lnTo>
                  <a:pt x="487226" y="6677"/>
                </a:lnTo>
                <a:lnTo>
                  <a:pt x="487342" y="6670"/>
                </a:lnTo>
                <a:lnTo>
                  <a:pt x="487456" y="6666"/>
                </a:lnTo>
                <a:lnTo>
                  <a:pt x="487568" y="6664"/>
                </a:lnTo>
                <a:lnTo>
                  <a:pt x="487669" y="6665"/>
                </a:lnTo>
                <a:lnTo>
                  <a:pt x="487768" y="6669"/>
                </a:lnTo>
                <a:lnTo>
                  <a:pt x="487866" y="6674"/>
                </a:lnTo>
                <a:lnTo>
                  <a:pt x="487963" y="6683"/>
                </a:lnTo>
                <a:lnTo>
                  <a:pt x="488058" y="6693"/>
                </a:lnTo>
                <a:lnTo>
                  <a:pt x="488152" y="6705"/>
                </a:lnTo>
                <a:lnTo>
                  <a:pt x="488244" y="6720"/>
                </a:lnTo>
                <a:lnTo>
                  <a:pt x="488334" y="6738"/>
                </a:lnTo>
                <a:lnTo>
                  <a:pt x="488423" y="6757"/>
                </a:lnTo>
                <a:lnTo>
                  <a:pt x="488511" y="6779"/>
                </a:lnTo>
                <a:lnTo>
                  <a:pt x="488597" y="6803"/>
                </a:lnTo>
                <a:lnTo>
                  <a:pt x="488681" y="6830"/>
                </a:lnTo>
                <a:lnTo>
                  <a:pt x="488764" y="6858"/>
                </a:lnTo>
                <a:lnTo>
                  <a:pt x="488846" y="6889"/>
                </a:lnTo>
                <a:lnTo>
                  <a:pt x="488926" y="6923"/>
                </a:lnTo>
                <a:lnTo>
                  <a:pt x="489004" y="6958"/>
                </a:lnTo>
                <a:lnTo>
                  <a:pt x="489081" y="6996"/>
                </a:lnTo>
                <a:lnTo>
                  <a:pt x="489157" y="7036"/>
                </a:lnTo>
                <a:lnTo>
                  <a:pt x="489231" y="7079"/>
                </a:lnTo>
                <a:lnTo>
                  <a:pt x="489303" y="7124"/>
                </a:lnTo>
                <a:lnTo>
                  <a:pt x="489374" y="7171"/>
                </a:lnTo>
                <a:lnTo>
                  <a:pt x="489444" y="7220"/>
                </a:lnTo>
                <a:lnTo>
                  <a:pt x="489512" y="7272"/>
                </a:lnTo>
                <a:lnTo>
                  <a:pt x="489579" y="7326"/>
                </a:lnTo>
                <a:lnTo>
                  <a:pt x="489644" y="7383"/>
                </a:lnTo>
                <a:lnTo>
                  <a:pt x="489707" y="7444"/>
                </a:lnTo>
                <a:lnTo>
                  <a:pt x="489769" y="7509"/>
                </a:lnTo>
                <a:lnTo>
                  <a:pt x="489830" y="7578"/>
                </a:lnTo>
                <a:lnTo>
                  <a:pt x="489889" y="7651"/>
                </a:lnTo>
                <a:lnTo>
                  <a:pt x="489946" y="7728"/>
                </a:lnTo>
                <a:lnTo>
                  <a:pt x="490002" y="7809"/>
                </a:lnTo>
                <a:lnTo>
                  <a:pt x="490056" y="7894"/>
                </a:lnTo>
                <a:lnTo>
                  <a:pt x="490109" y="7982"/>
                </a:lnTo>
                <a:lnTo>
                  <a:pt x="490161" y="8075"/>
                </a:lnTo>
                <a:lnTo>
                  <a:pt x="490211" y="8172"/>
                </a:lnTo>
                <a:lnTo>
                  <a:pt x="490259" y="8273"/>
                </a:lnTo>
                <a:lnTo>
                  <a:pt x="490306" y="8378"/>
                </a:lnTo>
                <a:lnTo>
                  <a:pt x="490352" y="8486"/>
                </a:lnTo>
                <a:lnTo>
                  <a:pt x="490396" y="8599"/>
                </a:lnTo>
                <a:lnTo>
                  <a:pt x="490438" y="8716"/>
                </a:lnTo>
                <a:lnTo>
                  <a:pt x="490479" y="8837"/>
                </a:lnTo>
                <a:lnTo>
                  <a:pt x="490519" y="8961"/>
                </a:lnTo>
                <a:lnTo>
                  <a:pt x="490557" y="9090"/>
                </a:lnTo>
                <a:lnTo>
                  <a:pt x="490593" y="9223"/>
                </a:lnTo>
                <a:lnTo>
                  <a:pt x="490628" y="9359"/>
                </a:lnTo>
                <a:lnTo>
                  <a:pt x="490662" y="9500"/>
                </a:lnTo>
                <a:lnTo>
                  <a:pt x="490693" y="9645"/>
                </a:lnTo>
                <a:lnTo>
                  <a:pt x="490724" y="9793"/>
                </a:lnTo>
                <a:lnTo>
                  <a:pt x="490753" y="9954"/>
                </a:lnTo>
                <a:lnTo>
                  <a:pt x="490781" y="10136"/>
                </a:lnTo>
                <a:lnTo>
                  <a:pt x="490807" y="10340"/>
                </a:lnTo>
                <a:lnTo>
                  <a:pt x="490833" y="10564"/>
                </a:lnTo>
                <a:lnTo>
                  <a:pt x="490857" y="10810"/>
                </a:lnTo>
                <a:lnTo>
                  <a:pt x="490880" y="11076"/>
                </a:lnTo>
                <a:lnTo>
                  <a:pt x="490901" y="11364"/>
                </a:lnTo>
                <a:lnTo>
                  <a:pt x="490922" y="11673"/>
                </a:lnTo>
                <a:lnTo>
                  <a:pt x="490941" y="12002"/>
                </a:lnTo>
                <a:lnTo>
                  <a:pt x="490959" y="12353"/>
                </a:lnTo>
                <a:lnTo>
                  <a:pt x="490976" y="12725"/>
                </a:lnTo>
                <a:lnTo>
                  <a:pt x="490991" y="13119"/>
                </a:lnTo>
                <a:lnTo>
                  <a:pt x="491005" y="13533"/>
                </a:lnTo>
                <a:lnTo>
                  <a:pt x="491018" y="13968"/>
                </a:lnTo>
                <a:lnTo>
                  <a:pt x="491030" y="14425"/>
                </a:lnTo>
                <a:lnTo>
                  <a:pt x="491041" y="14902"/>
                </a:lnTo>
                <a:lnTo>
                  <a:pt x="491050" y="15401"/>
                </a:lnTo>
                <a:lnTo>
                  <a:pt x="491058" y="15921"/>
                </a:lnTo>
                <a:lnTo>
                  <a:pt x="491065" y="16462"/>
                </a:lnTo>
                <a:lnTo>
                  <a:pt x="491070" y="17024"/>
                </a:lnTo>
                <a:lnTo>
                  <a:pt x="491075" y="17607"/>
                </a:lnTo>
                <a:lnTo>
                  <a:pt x="491078" y="18211"/>
                </a:lnTo>
                <a:lnTo>
                  <a:pt x="491080" y="18837"/>
                </a:lnTo>
                <a:lnTo>
                  <a:pt x="491080" y="19483"/>
                </a:lnTo>
                <a:lnTo>
                  <a:pt x="491080" y="61808"/>
                </a:lnTo>
                <a:lnTo>
                  <a:pt x="491079" y="62164"/>
                </a:lnTo>
                <a:lnTo>
                  <a:pt x="491076" y="62509"/>
                </a:lnTo>
                <a:lnTo>
                  <a:pt x="491070" y="62845"/>
                </a:lnTo>
                <a:lnTo>
                  <a:pt x="491062" y="63172"/>
                </a:lnTo>
                <a:lnTo>
                  <a:pt x="491052" y="63488"/>
                </a:lnTo>
                <a:lnTo>
                  <a:pt x="491039" y="63795"/>
                </a:lnTo>
                <a:lnTo>
                  <a:pt x="491024" y="64093"/>
                </a:lnTo>
                <a:lnTo>
                  <a:pt x="491007" y="64380"/>
                </a:lnTo>
                <a:lnTo>
                  <a:pt x="490987" y="64658"/>
                </a:lnTo>
                <a:lnTo>
                  <a:pt x="490965" y="64926"/>
                </a:lnTo>
                <a:lnTo>
                  <a:pt x="490941" y="65184"/>
                </a:lnTo>
                <a:lnTo>
                  <a:pt x="490915" y="65433"/>
                </a:lnTo>
                <a:lnTo>
                  <a:pt x="490886" y="65672"/>
                </a:lnTo>
                <a:lnTo>
                  <a:pt x="490855" y="65901"/>
                </a:lnTo>
                <a:lnTo>
                  <a:pt x="490822" y="66121"/>
                </a:lnTo>
                <a:lnTo>
                  <a:pt x="490786" y="66330"/>
                </a:lnTo>
                <a:lnTo>
                  <a:pt x="490748" y="66531"/>
                </a:lnTo>
                <a:lnTo>
                  <a:pt x="490708" y="66721"/>
                </a:lnTo>
                <a:lnTo>
                  <a:pt x="490666" y="66902"/>
                </a:lnTo>
                <a:lnTo>
                  <a:pt x="490621" y="67073"/>
                </a:lnTo>
                <a:lnTo>
                  <a:pt x="490574" y="67234"/>
                </a:lnTo>
                <a:lnTo>
                  <a:pt x="490524" y="67385"/>
                </a:lnTo>
                <a:lnTo>
                  <a:pt x="490472" y="67527"/>
                </a:lnTo>
                <a:lnTo>
                  <a:pt x="490418" y="67659"/>
                </a:lnTo>
                <a:lnTo>
                  <a:pt x="490362" y="67785"/>
                </a:lnTo>
                <a:lnTo>
                  <a:pt x="490305" y="67908"/>
                </a:lnTo>
                <a:lnTo>
                  <a:pt x="490245" y="68027"/>
                </a:lnTo>
                <a:lnTo>
                  <a:pt x="490184" y="68144"/>
                </a:lnTo>
                <a:lnTo>
                  <a:pt x="490121" y="68258"/>
                </a:lnTo>
                <a:lnTo>
                  <a:pt x="490056" y="68368"/>
                </a:lnTo>
                <a:lnTo>
                  <a:pt x="489989" y="68476"/>
                </a:lnTo>
                <a:lnTo>
                  <a:pt x="489921" y="68580"/>
                </a:lnTo>
                <a:lnTo>
                  <a:pt x="489851" y="68682"/>
                </a:lnTo>
                <a:lnTo>
                  <a:pt x="489779" y="68781"/>
                </a:lnTo>
                <a:lnTo>
                  <a:pt x="489705" y="68876"/>
                </a:lnTo>
                <a:lnTo>
                  <a:pt x="489629" y="68969"/>
                </a:lnTo>
                <a:lnTo>
                  <a:pt x="489552" y="69059"/>
                </a:lnTo>
                <a:lnTo>
                  <a:pt x="489473" y="69145"/>
                </a:lnTo>
                <a:lnTo>
                  <a:pt x="489392" y="69229"/>
                </a:lnTo>
                <a:lnTo>
                  <a:pt x="489310" y="69310"/>
                </a:lnTo>
                <a:lnTo>
                  <a:pt x="489226" y="69387"/>
                </a:lnTo>
                <a:lnTo>
                  <a:pt x="489139" y="69462"/>
                </a:lnTo>
                <a:lnTo>
                  <a:pt x="489052" y="69534"/>
                </a:lnTo>
                <a:lnTo>
                  <a:pt x="488962" y="69602"/>
                </a:lnTo>
                <a:lnTo>
                  <a:pt x="488871" y="69668"/>
                </a:lnTo>
                <a:lnTo>
                  <a:pt x="488777" y="69731"/>
                </a:lnTo>
                <a:lnTo>
                  <a:pt x="488683" y="69790"/>
                </a:lnTo>
                <a:lnTo>
                  <a:pt x="488586" y="69847"/>
                </a:lnTo>
                <a:lnTo>
                  <a:pt x="488485" y="69901"/>
                </a:lnTo>
                <a:lnTo>
                  <a:pt x="488377" y="69952"/>
                </a:lnTo>
                <a:lnTo>
                  <a:pt x="488261" y="70002"/>
                </a:lnTo>
                <a:lnTo>
                  <a:pt x="488139" y="70049"/>
                </a:lnTo>
                <a:lnTo>
                  <a:pt x="488010" y="70093"/>
                </a:lnTo>
                <a:lnTo>
                  <a:pt x="487873" y="70136"/>
                </a:lnTo>
                <a:lnTo>
                  <a:pt x="487730" y="70176"/>
                </a:lnTo>
                <a:lnTo>
                  <a:pt x="487579" y="70214"/>
                </a:lnTo>
                <a:lnTo>
                  <a:pt x="487421" y="70249"/>
                </a:lnTo>
                <a:lnTo>
                  <a:pt x="487257" y="70282"/>
                </a:lnTo>
                <a:lnTo>
                  <a:pt x="487085" y="70313"/>
                </a:lnTo>
                <a:lnTo>
                  <a:pt x="486906" y="70342"/>
                </a:lnTo>
                <a:lnTo>
                  <a:pt x="486720" y="70368"/>
                </a:lnTo>
                <a:lnTo>
                  <a:pt x="486527" y="70392"/>
                </a:lnTo>
                <a:lnTo>
                  <a:pt x="486327" y="70414"/>
                </a:lnTo>
                <a:lnTo>
                  <a:pt x="486120" y="70434"/>
                </a:lnTo>
                <a:lnTo>
                  <a:pt x="485905" y="70451"/>
                </a:lnTo>
                <a:lnTo>
                  <a:pt x="485684" y="70466"/>
                </a:lnTo>
                <a:lnTo>
                  <a:pt x="485456" y="70478"/>
                </a:lnTo>
                <a:lnTo>
                  <a:pt x="485220" y="70489"/>
                </a:lnTo>
                <a:lnTo>
                  <a:pt x="484978" y="70497"/>
                </a:lnTo>
                <a:lnTo>
                  <a:pt x="484728" y="70502"/>
                </a:lnTo>
                <a:lnTo>
                  <a:pt x="484471" y="70506"/>
                </a:lnTo>
                <a:lnTo>
                  <a:pt x="484208" y="70507"/>
                </a:lnTo>
                <a:lnTo>
                  <a:pt x="484208" y="72391"/>
                </a:lnTo>
                <a:lnTo>
                  <a:pt x="507065" y="72391"/>
                </a:lnTo>
                <a:lnTo>
                  <a:pt x="507065" y="70507"/>
                </a:lnTo>
                <a:lnTo>
                  <a:pt x="506768" y="70506"/>
                </a:lnTo>
                <a:lnTo>
                  <a:pt x="506479" y="70502"/>
                </a:lnTo>
                <a:lnTo>
                  <a:pt x="506197" y="70496"/>
                </a:lnTo>
                <a:lnTo>
                  <a:pt x="505924" y="70487"/>
                </a:lnTo>
                <a:lnTo>
                  <a:pt x="505659" y="70475"/>
                </a:lnTo>
                <a:lnTo>
                  <a:pt x="505401" y="70461"/>
                </a:lnTo>
                <a:lnTo>
                  <a:pt x="505152" y="70444"/>
                </a:lnTo>
                <a:lnTo>
                  <a:pt x="504910" y="70425"/>
                </a:lnTo>
                <a:lnTo>
                  <a:pt x="504677" y="70403"/>
                </a:lnTo>
                <a:lnTo>
                  <a:pt x="504451" y="70379"/>
                </a:lnTo>
                <a:lnTo>
                  <a:pt x="504233" y="70352"/>
                </a:lnTo>
                <a:lnTo>
                  <a:pt x="504024" y="70323"/>
                </a:lnTo>
                <a:lnTo>
                  <a:pt x="503822" y="70291"/>
                </a:lnTo>
                <a:lnTo>
                  <a:pt x="503628" y="70256"/>
                </a:lnTo>
                <a:lnTo>
                  <a:pt x="503442" y="70219"/>
                </a:lnTo>
                <a:lnTo>
                  <a:pt x="503264" y="70180"/>
                </a:lnTo>
                <a:lnTo>
                  <a:pt x="503094" y="70137"/>
                </a:lnTo>
                <a:lnTo>
                  <a:pt x="502932" y="70093"/>
                </a:lnTo>
                <a:lnTo>
                  <a:pt x="502778" y="70045"/>
                </a:lnTo>
                <a:lnTo>
                  <a:pt x="502632" y="69996"/>
                </a:lnTo>
                <a:lnTo>
                  <a:pt x="502494" y="69943"/>
                </a:lnTo>
                <a:lnTo>
                  <a:pt x="502364" y="69888"/>
                </a:lnTo>
                <a:lnTo>
                  <a:pt x="502242" y="69831"/>
                </a:lnTo>
                <a:lnTo>
                  <a:pt x="502127" y="69770"/>
                </a:lnTo>
                <a:lnTo>
                  <a:pt x="502018" y="69708"/>
                </a:lnTo>
                <a:lnTo>
                  <a:pt x="501911" y="69643"/>
                </a:lnTo>
                <a:lnTo>
                  <a:pt x="501807" y="69575"/>
                </a:lnTo>
                <a:lnTo>
                  <a:pt x="501705" y="69505"/>
                </a:lnTo>
                <a:lnTo>
                  <a:pt x="501606" y="69433"/>
                </a:lnTo>
                <a:lnTo>
                  <a:pt x="501508" y="69359"/>
                </a:lnTo>
                <a:lnTo>
                  <a:pt x="501414" y="69282"/>
                </a:lnTo>
                <a:lnTo>
                  <a:pt x="501321" y="69202"/>
                </a:lnTo>
                <a:lnTo>
                  <a:pt x="501231" y="69120"/>
                </a:lnTo>
                <a:lnTo>
                  <a:pt x="501144" y="69036"/>
                </a:lnTo>
                <a:lnTo>
                  <a:pt x="501058" y="68950"/>
                </a:lnTo>
                <a:lnTo>
                  <a:pt x="500975" y="68861"/>
                </a:lnTo>
                <a:lnTo>
                  <a:pt x="500895" y="68770"/>
                </a:lnTo>
                <a:lnTo>
                  <a:pt x="500817" y="68676"/>
                </a:lnTo>
                <a:lnTo>
                  <a:pt x="500741" y="68580"/>
                </a:lnTo>
                <a:lnTo>
                  <a:pt x="500668" y="68481"/>
                </a:lnTo>
                <a:lnTo>
                  <a:pt x="500597" y="68381"/>
                </a:lnTo>
                <a:lnTo>
                  <a:pt x="500528" y="68278"/>
                </a:lnTo>
                <a:lnTo>
                  <a:pt x="500462" y="68172"/>
                </a:lnTo>
                <a:lnTo>
                  <a:pt x="500399" y="68064"/>
                </a:lnTo>
                <a:lnTo>
                  <a:pt x="500337" y="67954"/>
                </a:lnTo>
                <a:lnTo>
                  <a:pt x="500278" y="67841"/>
                </a:lnTo>
                <a:lnTo>
                  <a:pt x="500222" y="67726"/>
                </a:lnTo>
                <a:lnTo>
                  <a:pt x="500167" y="67608"/>
                </a:lnTo>
                <a:lnTo>
                  <a:pt x="500115" y="67485"/>
                </a:lnTo>
                <a:lnTo>
                  <a:pt x="500066" y="67350"/>
                </a:lnTo>
                <a:lnTo>
                  <a:pt x="500018" y="67206"/>
                </a:lnTo>
                <a:lnTo>
                  <a:pt x="499973" y="67051"/>
                </a:lnTo>
                <a:lnTo>
                  <a:pt x="499930" y="66887"/>
                </a:lnTo>
                <a:lnTo>
                  <a:pt x="499889" y="66711"/>
                </a:lnTo>
                <a:lnTo>
                  <a:pt x="499850" y="66526"/>
                </a:lnTo>
                <a:lnTo>
                  <a:pt x="499814" y="66330"/>
                </a:lnTo>
                <a:lnTo>
                  <a:pt x="499780" y="66125"/>
                </a:lnTo>
                <a:lnTo>
                  <a:pt x="499747" y="65909"/>
                </a:lnTo>
                <a:lnTo>
                  <a:pt x="499718" y="65682"/>
                </a:lnTo>
                <a:lnTo>
                  <a:pt x="499690" y="65446"/>
                </a:lnTo>
                <a:lnTo>
                  <a:pt x="499665" y="65199"/>
                </a:lnTo>
                <a:lnTo>
                  <a:pt x="499641" y="64942"/>
                </a:lnTo>
                <a:lnTo>
                  <a:pt x="499620" y="64675"/>
                </a:lnTo>
                <a:lnTo>
                  <a:pt x="499602" y="64397"/>
                </a:lnTo>
                <a:lnTo>
                  <a:pt x="499585" y="64109"/>
                </a:lnTo>
                <a:lnTo>
                  <a:pt x="499571" y="63811"/>
                </a:lnTo>
                <a:lnTo>
                  <a:pt x="499559" y="63503"/>
                </a:lnTo>
                <a:lnTo>
                  <a:pt x="499549" y="63185"/>
                </a:lnTo>
                <a:lnTo>
                  <a:pt x="499541" y="62856"/>
                </a:lnTo>
                <a:lnTo>
                  <a:pt x="499535" y="62517"/>
                </a:lnTo>
                <a:lnTo>
                  <a:pt x="499532" y="62168"/>
                </a:lnTo>
                <a:lnTo>
                  <a:pt x="499531" y="61808"/>
                </a:lnTo>
                <a:lnTo>
                  <a:pt x="499531" y="0"/>
                </a:lnTo>
                <a:lnTo>
                  <a:pt x="497240" y="0"/>
                </a:lnTo>
                <a:lnTo>
                  <a:pt x="483342" y="5697"/>
                </a:lnTo>
                <a:lnTo>
                  <a:pt x="484208" y="7479"/>
                </a:lnTo>
                <a:lnTo>
                  <a:pt x="484376" y="7412"/>
                </a:lnTo>
                <a:close/>
                <a:moveTo>
                  <a:pt x="560568" y="7349"/>
                </a:moveTo>
                <a:lnTo>
                  <a:pt x="560731" y="7288"/>
                </a:lnTo>
                <a:lnTo>
                  <a:pt x="560892" y="7230"/>
                </a:lnTo>
                <a:lnTo>
                  <a:pt x="561051" y="7175"/>
                </a:lnTo>
                <a:lnTo>
                  <a:pt x="561207" y="7122"/>
                </a:lnTo>
                <a:lnTo>
                  <a:pt x="561360" y="7073"/>
                </a:lnTo>
                <a:lnTo>
                  <a:pt x="561512" y="7026"/>
                </a:lnTo>
                <a:lnTo>
                  <a:pt x="561660" y="6982"/>
                </a:lnTo>
                <a:lnTo>
                  <a:pt x="561806" y="6941"/>
                </a:lnTo>
                <a:lnTo>
                  <a:pt x="561950" y="6903"/>
                </a:lnTo>
                <a:lnTo>
                  <a:pt x="562091" y="6868"/>
                </a:lnTo>
                <a:lnTo>
                  <a:pt x="562230" y="6835"/>
                </a:lnTo>
                <a:lnTo>
                  <a:pt x="562366" y="6806"/>
                </a:lnTo>
                <a:lnTo>
                  <a:pt x="562500" y="6779"/>
                </a:lnTo>
                <a:lnTo>
                  <a:pt x="562631" y="6755"/>
                </a:lnTo>
                <a:lnTo>
                  <a:pt x="562760" y="6733"/>
                </a:lnTo>
                <a:lnTo>
                  <a:pt x="562887" y="6715"/>
                </a:lnTo>
                <a:lnTo>
                  <a:pt x="563011" y="6699"/>
                </a:lnTo>
                <a:lnTo>
                  <a:pt x="563132" y="6687"/>
                </a:lnTo>
                <a:lnTo>
                  <a:pt x="563251" y="6677"/>
                </a:lnTo>
                <a:lnTo>
                  <a:pt x="563368" y="6670"/>
                </a:lnTo>
                <a:lnTo>
                  <a:pt x="563482" y="6666"/>
                </a:lnTo>
                <a:lnTo>
                  <a:pt x="563593" y="6664"/>
                </a:lnTo>
                <a:lnTo>
                  <a:pt x="563694" y="6665"/>
                </a:lnTo>
                <a:lnTo>
                  <a:pt x="563794" y="6669"/>
                </a:lnTo>
                <a:lnTo>
                  <a:pt x="563892" y="6674"/>
                </a:lnTo>
                <a:lnTo>
                  <a:pt x="563988" y="6683"/>
                </a:lnTo>
                <a:lnTo>
                  <a:pt x="564083" y="6693"/>
                </a:lnTo>
                <a:lnTo>
                  <a:pt x="564177" y="6705"/>
                </a:lnTo>
                <a:lnTo>
                  <a:pt x="564269" y="6720"/>
                </a:lnTo>
                <a:lnTo>
                  <a:pt x="564360" y="6738"/>
                </a:lnTo>
                <a:lnTo>
                  <a:pt x="564449" y="6757"/>
                </a:lnTo>
                <a:lnTo>
                  <a:pt x="564536" y="6779"/>
                </a:lnTo>
                <a:lnTo>
                  <a:pt x="564622" y="6803"/>
                </a:lnTo>
                <a:lnTo>
                  <a:pt x="564707" y="6830"/>
                </a:lnTo>
                <a:lnTo>
                  <a:pt x="564790" y="6858"/>
                </a:lnTo>
                <a:lnTo>
                  <a:pt x="564871" y="6889"/>
                </a:lnTo>
                <a:lnTo>
                  <a:pt x="564951" y="6923"/>
                </a:lnTo>
                <a:lnTo>
                  <a:pt x="565030" y="6958"/>
                </a:lnTo>
                <a:lnTo>
                  <a:pt x="565107" y="6996"/>
                </a:lnTo>
                <a:lnTo>
                  <a:pt x="565182" y="7036"/>
                </a:lnTo>
                <a:lnTo>
                  <a:pt x="565256" y="7079"/>
                </a:lnTo>
                <a:lnTo>
                  <a:pt x="565329" y="7124"/>
                </a:lnTo>
                <a:lnTo>
                  <a:pt x="565400" y="7171"/>
                </a:lnTo>
                <a:lnTo>
                  <a:pt x="565469" y="7220"/>
                </a:lnTo>
                <a:lnTo>
                  <a:pt x="565537" y="7272"/>
                </a:lnTo>
                <a:lnTo>
                  <a:pt x="565604" y="7326"/>
                </a:lnTo>
                <a:lnTo>
                  <a:pt x="565669" y="7383"/>
                </a:lnTo>
                <a:lnTo>
                  <a:pt x="565732" y="7444"/>
                </a:lnTo>
                <a:lnTo>
                  <a:pt x="565794" y="7509"/>
                </a:lnTo>
                <a:lnTo>
                  <a:pt x="565855" y="7578"/>
                </a:lnTo>
                <a:lnTo>
                  <a:pt x="565914" y="7651"/>
                </a:lnTo>
                <a:lnTo>
                  <a:pt x="565971" y="7728"/>
                </a:lnTo>
                <a:lnTo>
                  <a:pt x="566027" y="7809"/>
                </a:lnTo>
                <a:lnTo>
                  <a:pt x="566082" y="7894"/>
                </a:lnTo>
                <a:lnTo>
                  <a:pt x="566135" y="7982"/>
                </a:lnTo>
                <a:lnTo>
                  <a:pt x="566186" y="8075"/>
                </a:lnTo>
                <a:lnTo>
                  <a:pt x="566236" y="8172"/>
                </a:lnTo>
                <a:lnTo>
                  <a:pt x="566285" y="8273"/>
                </a:lnTo>
                <a:lnTo>
                  <a:pt x="566332" y="8378"/>
                </a:lnTo>
                <a:lnTo>
                  <a:pt x="566377" y="8486"/>
                </a:lnTo>
                <a:lnTo>
                  <a:pt x="566421" y="8599"/>
                </a:lnTo>
                <a:lnTo>
                  <a:pt x="566464" y="8716"/>
                </a:lnTo>
                <a:lnTo>
                  <a:pt x="566505" y="8837"/>
                </a:lnTo>
                <a:lnTo>
                  <a:pt x="566544" y="8961"/>
                </a:lnTo>
                <a:lnTo>
                  <a:pt x="566582" y="9090"/>
                </a:lnTo>
                <a:lnTo>
                  <a:pt x="566619" y="9223"/>
                </a:lnTo>
                <a:lnTo>
                  <a:pt x="566654" y="9359"/>
                </a:lnTo>
                <a:lnTo>
                  <a:pt x="566687" y="9500"/>
                </a:lnTo>
                <a:lnTo>
                  <a:pt x="566719" y="9645"/>
                </a:lnTo>
                <a:lnTo>
                  <a:pt x="566749" y="9793"/>
                </a:lnTo>
                <a:lnTo>
                  <a:pt x="566778" y="9954"/>
                </a:lnTo>
                <a:lnTo>
                  <a:pt x="566806" y="10136"/>
                </a:lnTo>
                <a:lnTo>
                  <a:pt x="566833" y="10340"/>
                </a:lnTo>
                <a:lnTo>
                  <a:pt x="566858" y="10564"/>
                </a:lnTo>
                <a:lnTo>
                  <a:pt x="566882" y="10810"/>
                </a:lnTo>
                <a:lnTo>
                  <a:pt x="566905" y="11076"/>
                </a:lnTo>
                <a:lnTo>
                  <a:pt x="566927" y="11364"/>
                </a:lnTo>
                <a:lnTo>
                  <a:pt x="566947" y="11673"/>
                </a:lnTo>
                <a:lnTo>
                  <a:pt x="566967" y="12002"/>
                </a:lnTo>
                <a:lnTo>
                  <a:pt x="566984" y="12353"/>
                </a:lnTo>
                <a:lnTo>
                  <a:pt x="567001" y="12725"/>
                </a:lnTo>
                <a:lnTo>
                  <a:pt x="567017" y="13119"/>
                </a:lnTo>
                <a:lnTo>
                  <a:pt x="567031" y="13533"/>
                </a:lnTo>
                <a:lnTo>
                  <a:pt x="567044" y="13968"/>
                </a:lnTo>
                <a:lnTo>
                  <a:pt x="567056" y="14425"/>
                </a:lnTo>
                <a:lnTo>
                  <a:pt x="567066" y="14902"/>
                </a:lnTo>
                <a:lnTo>
                  <a:pt x="567075" y="15401"/>
                </a:lnTo>
                <a:lnTo>
                  <a:pt x="567083" y="15921"/>
                </a:lnTo>
                <a:lnTo>
                  <a:pt x="567090" y="16462"/>
                </a:lnTo>
                <a:lnTo>
                  <a:pt x="567096" y="17024"/>
                </a:lnTo>
                <a:lnTo>
                  <a:pt x="567100" y="17607"/>
                </a:lnTo>
                <a:lnTo>
                  <a:pt x="567103" y="18211"/>
                </a:lnTo>
                <a:lnTo>
                  <a:pt x="567105" y="18837"/>
                </a:lnTo>
                <a:lnTo>
                  <a:pt x="567106" y="19483"/>
                </a:lnTo>
                <a:lnTo>
                  <a:pt x="567106" y="61808"/>
                </a:lnTo>
                <a:lnTo>
                  <a:pt x="567105" y="62164"/>
                </a:lnTo>
                <a:lnTo>
                  <a:pt x="567101" y="62509"/>
                </a:lnTo>
                <a:lnTo>
                  <a:pt x="567095" y="62845"/>
                </a:lnTo>
                <a:lnTo>
                  <a:pt x="567087" y="63172"/>
                </a:lnTo>
                <a:lnTo>
                  <a:pt x="567077" y="63488"/>
                </a:lnTo>
                <a:lnTo>
                  <a:pt x="567064" y="63795"/>
                </a:lnTo>
                <a:lnTo>
                  <a:pt x="567049" y="64093"/>
                </a:lnTo>
                <a:lnTo>
                  <a:pt x="567032" y="64380"/>
                </a:lnTo>
                <a:lnTo>
                  <a:pt x="567013" y="64658"/>
                </a:lnTo>
                <a:lnTo>
                  <a:pt x="566991" y="64926"/>
                </a:lnTo>
                <a:lnTo>
                  <a:pt x="566967" y="65184"/>
                </a:lnTo>
                <a:lnTo>
                  <a:pt x="566940" y="65433"/>
                </a:lnTo>
                <a:lnTo>
                  <a:pt x="566912" y="65672"/>
                </a:lnTo>
                <a:lnTo>
                  <a:pt x="566881" y="65901"/>
                </a:lnTo>
                <a:lnTo>
                  <a:pt x="566847" y="66121"/>
                </a:lnTo>
                <a:lnTo>
                  <a:pt x="566812" y="66330"/>
                </a:lnTo>
                <a:lnTo>
                  <a:pt x="566774" y="66531"/>
                </a:lnTo>
                <a:lnTo>
                  <a:pt x="566733" y="66721"/>
                </a:lnTo>
                <a:lnTo>
                  <a:pt x="566691" y="66902"/>
                </a:lnTo>
                <a:lnTo>
                  <a:pt x="566646" y="67073"/>
                </a:lnTo>
                <a:lnTo>
                  <a:pt x="566599" y="67234"/>
                </a:lnTo>
                <a:lnTo>
                  <a:pt x="566550" y="67385"/>
                </a:lnTo>
                <a:lnTo>
                  <a:pt x="566498" y="67527"/>
                </a:lnTo>
                <a:lnTo>
                  <a:pt x="566444" y="67659"/>
                </a:lnTo>
                <a:lnTo>
                  <a:pt x="566388" y="67785"/>
                </a:lnTo>
                <a:lnTo>
                  <a:pt x="566330" y="67908"/>
                </a:lnTo>
                <a:lnTo>
                  <a:pt x="566271" y="68027"/>
                </a:lnTo>
                <a:lnTo>
                  <a:pt x="566209" y="68144"/>
                </a:lnTo>
                <a:lnTo>
                  <a:pt x="566146" y="68258"/>
                </a:lnTo>
                <a:lnTo>
                  <a:pt x="566081" y="68368"/>
                </a:lnTo>
                <a:lnTo>
                  <a:pt x="566015" y="68476"/>
                </a:lnTo>
                <a:lnTo>
                  <a:pt x="565946" y="68580"/>
                </a:lnTo>
                <a:lnTo>
                  <a:pt x="565876" y="68682"/>
                </a:lnTo>
                <a:lnTo>
                  <a:pt x="565804" y="68781"/>
                </a:lnTo>
                <a:lnTo>
                  <a:pt x="565730" y="68876"/>
                </a:lnTo>
                <a:lnTo>
                  <a:pt x="565655" y="68969"/>
                </a:lnTo>
                <a:lnTo>
                  <a:pt x="565578" y="69059"/>
                </a:lnTo>
                <a:lnTo>
                  <a:pt x="565499" y="69145"/>
                </a:lnTo>
                <a:lnTo>
                  <a:pt x="565418" y="69229"/>
                </a:lnTo>
                <a:lnTo>
                  <a:pt x="565335" y="69310"/>
                </a:lnTo>
                <a:lnTo>
                  <a:pt x="565251" y="69387"/>
                </a:lnTo>
                <a:lnTo>
                  <a:pt x="565165" y="69462"/>
                </a:lnTo>
                <a:lnTo>
                  <a:pt x="565077" y="69534"/>
                </a:lnTo>
                <a:lnTo>
                  <a:pt x="564987" y="69602"/>
                </a:lnTo>
                <a:lnTo>
                  <a:pt x="564896" y="69668"/>
                </a:lnTo>
                <a:lnTo>
                  <a:pt x="564803" y="69731"/>
                </a:lnTo>
                <a:lnTo>
                  <a:pt x="564708" y="69790"/>
                </a:lnTo>
                <a:lnTo>
                  <a:pt x="564611" y="69847"/>
                </a:lnTo>
                <a:lnTo>
                  <a:pt x="564510" y="69901"/>
                </a:lnTo>
                <a:lnTo>
                  <a:pt x="564402" y="69952"/>
                </a:lnTo>
                <a:lnTo>
                  <a:pt x="564287" y="70002"/>
                </a:lnTo>
                <a:lnTo>
                  <a:pt x="564164" y="70049"/>
                </a:lnTo>
                <a:lnTo>
                  <a:pt x="564035" y="70093"/>
                </a:lnTo>
                <a:lnTo>
                  <a:pt x="563899" y="70136"/>
                </a:lnTo>
                <a:lnTo>
                  <a:pt x="563755" y="70176"/>
                </a:lnTo>
                <a:lnTo>
                  <a:pt x="563604" y="70214"/>
                </a:lnTo>
                <a:lnTo>
                  <a:pt x="563447" y="70249"/>
                </a:lnTo>
                <a:lnTo>
                  <a:pt x="563282" y="70282"/>
                </a:lnTo>
                <a:lnTo>
                  <a:pt x="563110" y="70313"/>
                </a:lnTo>
                <a:lnTo>
                  <a:pt x="562931" y="70342"/>
                </a:lnTo>
                <a:lnTo>
                  <a:pt x="562745" y="70368"/>
                </a:lnTo>
                <a:lnTo>
                  <a:pt x="562552" y="70392"/>
                </a:lnTo>
                <a:lnTo>
                  <a:pt x="562352" y="70414"/>
                </a:lnTo>
                <a:lnTo>
                  <a:pt x="562145" y="70434"/>
                </a:lnTo>
                <a:lnTo>
                  <a:pt x="561931" y="70451"/>
                </a:lnTo>
                <a:lnTo>
                  <a:pt x="561710" y="70466"/>
                </a:lnTo>
                <a:lnTo>
                  <a:pt x="561481" y="70478"/>
                </a:lnTo>
                <a:lnTo>
                  <a:pt x="561246" y="70489"/>
                </a:lnTo>
                <a:lnTo>
                  <a:pt x="561003" y="70497"/>
                </a:lnTo>
                <a:lnTo>
                  <a:pt x="560754" y="70502"/>
                </a:lnTo>
                <a:lnTo>
                  <a:pt x="560497" y="70506"/>
                </a:lnTo>
                <a:lnTo>
                  <a:pt x="560233" y="70507"/>
                </a:lnTo>
                <a:lnTo>
                  <a:pt x="560233" y="72391"/>
                </a:lnTo>
                <a:lnTo>
                  <a:pt x="583091" y="72391"/>
                </a:lnTo>
                <a:lnTo>
                  <a:pt x="583091" y="70507"/>
                </a:lnTo>
                <a:lnTo>
                  <a:pt x="582793" y="70506"/>
                </a:lnTo>
                <a:lnTo>
                  <a:pt x="582504" y="70502"/>
                </a:lnTo>
                <a:lnTo>
                  <a:pt x="582223" y="70496"/>
                </a:lnTo>
                <a:lnTo>
                  <a:pt x="581950" y="70487"/>
                </a:lnTo>
                <a:lnTo>
                  <a:pt x="581684" y="70475"/>
                </a:lnTo>
                <a:lnTo>
                  <a:pt x="581427" y="70461"/>
                </a:lnTo>
                <a:lnTo>
                  <a:pt x="581177" y="70444"/>
                </a:lnTo>
                <a:lnTo>
                  <a:pt x="580936" y="70425"/>
                </a:lnTo>
                <a:lnTo>
                  <a:pt x="580702" y="70403"/>
                </a:lnTo>
                <a:lnTo>
                  <a:pt x="580476" y="70379"/>
                </a:lnTo>
                <a:lnTo>
                  <a:pt x="580259" y="70352"/>
                </a:lnTo>
                <a:lnTo>
                  <a:pt x="580049" y="70323"/>
                </a:lnTo>
                <a:lnTo>
                  <a:pt x="579847" y="70291"/>
                </a:lnTo>
                <a:lnTo>
                  <a:pt x="579653" y="70256"/>
                </a:lnTo>
                <a:lnTo>
                  <a:pt x="579468" y="70219"/>
                </a:lnTo>
                <a:lnTo>
                  <a:pt x="579290" y="70180"/>
                </a:lnTo>
                <a:lnTo>
                  <a:pt x="579120" y="70137"/>
                </a:lnTo>
                <a:lnTo>
                  <a:pt x="578958" y="70093"/>
                </a:lnTo>
                <a:lnTo>
                  <a:pt x="578804" y="70045"/>
                </a:lnTo>
                <a:lnTo>
                  <a:pt x="578657" y="69996"/>
                </a:lnTo>
                <a:lnTo>
                  <a:pt x="578519" y="69943"/>
                </a:lnTo>
                <a:lnTo>
                  <a:pt x="578389" y="69888"/>
                </a:lnTo>
                <a:lnTo>
                  <a:pt x="578267" y="69831"/>
                </a:lnTo>
                <a:lnTo>
                  <a:pt x="578153" y="69770"/>
                </a:lnTo>
                <a:lnTo>
                  <a:pt x="578044" y="69708"/>
                </a:lnTo>
                <a:lnTo>
                  <a:pt x="577937" y="69643"/>
                </a:lnTo>
                <a:lnTo>
                  <a:pt x="577832" y="69575"/>
                </a:lnTo>
                <a:lnTo>
                  <a:pt x="577731" y="69505"/>
                </a:lnTo>
                <a:lnTo>
                  <a:pt x="577631" y="69433"/>
                </a:lnTo>
                <a:lnTo>
                  <a:pt x="577534" y="69359"/>
                </a:lnTo>
                <a:lnTo>
                  <a:pt x="577439" y="69282"/>
                </a:lnTo>
                <a:lnTo>
                  <a:pt x="577347" y="69202"/>
                </a:lnTo>
                <a:lnTo>
                  <a:pt x="577257" y="69120"/>
                </a:lnTo>
                <a:lnTo>
                  <a:pt x="577169" y="69036"/>
                </a:lnTo>
                <a:lnTo>
                  <a:pt x="577084" y="68950"/>
                </a:lnTo>
                <a:lnTo>
                  <a:pt x="577001" y="68861"/>
                </a:lnTo>
                <a:lnTo>
                  <a:pt x="576920" y="68770"/>
                </a:lnTo>
                <a:lnTo>
                  <a:pt x="576842" y="68676"/>
                </a:lnTo>
                <a:lnTo>
                  <a:pt x="576767" y="68580"/>
                </a:lnTo>
                <a:lnTo>
                  <a:pt x="576693" y="68481"/>
                </a:lnTo>
                <a:lnTo>
                  <a:pt x="576622" y="68381"/>
                </a:lnTo>
                <a:lnTo>
                  <a:pt x="576554" y="68278"/>
                </a:lnTo>
                <a:lnTo>
                  <a:pt x="576488" y="68172"/>
                </a:lnTo>
                <a:lnTo>
                  <a:pt x="576424" y="68064"/>
                </a:lnTo>
                <a:lnTo>
                  <a:pt x="576363" y="67954"/>
                </a:lnTo>
                <a:lnTo>
                  <a:pt x="576304" y="67841"/>
                </a:lnTo>
                <a:lnTo>
                  <a:pt x="576247" y="67726"/>
                </a:lnTo>
                <a:lnTo>
                  <a:pt x="576193" y="67608"/>
                </a:lnTo>
                <a:lnTo>
                  <a:pt x="576141" y="67485"/>
                </a:lnTo>
                <a:lnTo>
                  <a:pt x="576091" y="67350"/>
                </a:lnTo>
                <a:lnTo>
                  <a:pt x="576044" y="67206"/>
                </a:lnTo>
                <a:lnTo>
                  <a:pt x="575998" y="67051"/>
                </a:lnTo>
                <a:lnTo>
                  <a:pt x="575955" y="66887"/>
                </a:lnTo>
                <a:lnTo>
                  <a:pt x="575914" y="66711"/>
                </a:lnTo>
                <a:lnTo>
                  <a:pt x="575876" y="66526"/>
                </a:lnTo>
                <a:lnTo>
                  <a:pt x="575839" y="66330"/>
                </a:lnTo>
                <a:lnTo>
                  <a:pt x="575805" y="66125"/>
                </a:lnTo>
                <a:lnTo>
                  <a:pt x="575773" y="65909"/>
                </a:lnTo>
                <a:lnTo>
                  <a:pt x="575743" y="65682"/>
                </a:lnTo>
                <a:lnTo>
                  <a:pt x="575715" y="65446"/>
                </a:lnTo>
                <a:lnTo>
                  <a:pt x="575690" y="65199"/>
                </a:lnTo>
                <a:lnTo>
                  <a:pt x="575667" y="64942"/>
                </a:lnTo>
                <a:lnTo>
                  <a:pt x="575646" y="64675"/>
                </a:lnTo>
                <a:lnTo>
                  <a:pt x="575627" y="64397"/>
                </a:lnTo>
                <a:lnTo>
                  <a:pt x="575611" y="64109"/>
                </a:lnTo>
                <a:lnTo>
                  <a:pt x="575596" y="63811"/>
                </a:lnTo>
                <a:lnTo>
                  <a:pt x="575584" y="63503"/>
                </a:lnTo>
                <a:lnTo>
                  <a:pt x="575574" y="63185"/>
                </a:lnTo>
                <a:lnTo>
                  <a:pt x="575566" y="62856"/>
                </a:lnTo>
                <a:lnTo>
                  <a:pt x="575561" y="62517"/>
                </a:lnTo>
                <a:lnTo>
                  <a:pt x="575557" y="62168"/>
                </a:lnTo>
                <a:lnTo>
                  <a:pt x="575556" y="61808"/>
                </a:lnTo>
                <a:lnTo>
                  <a:pt x="575556" y="0"/>
                </a:lnTo>
                <a:lnTo>
                  <a:pt x="573266" y="0"/>
                </a:lnTo>
                <a:lnTo>
                  <a:pt x="559368" y="5697"/>
                </a:lnTo>
                <a:lnTo>
                  <a:pt x="560233" y="7479"/>
                </a:lnTo>
                <a:lnTo>
                  <a:pt x="560402" y="7412"/>
                </a:lnTo>
                <a:lnTo>
                  <a:pt x="560568" y="7349"/>
                </a:lnTo>
                <a:close/>
                <a:moveTo>
                  <a:pt x="370961" y="31832"/>
                </a:moveTo>
                <a:lnTo>
                  <a:pt x="371123" y="31775"/>
                </a:lnTo>
                <a:lnTo>
                  <a:pt x="371283" y="31721"/>
                </a:lnTo>
                <a:lnTo>
                  <a:pt x="371442" y="31670"/>
                </a:lnTo>
                <a:lnTo>
                  <a:pt x="371600" y="31621"/>
                </a:lnTo>
                <a:lnTo>
                  <a:pt x="371756" y="31574"/>
                </a:lnTo>
                <a:lnTo>
                  <a:pt x="371911" y="31531"/>
                </a:lnTo>
                <a:lnTo>
                  <a:pt x="372065" y="31490"/>
                </a:lnTo>
                <a:lnTo>
                  <a:pt x="372217" y="31451"/>
                </a:lnTo>
                <a:lnTo>
                  <a:pt x="372367" y="31416"/>
                </a:lnTo>
                <a:lnTo>
                  <a:pt x="372516" y="31383"/>
                </a:lnTo>
                <a:lnTo>
                  <a:pt x="372664" y="31352"/>
                </a:lnTo>
                <a:lnTo>
                  <a:pt x="372811" y="31324"/>
                </a:lnTo>
                <a:lnTo>
                  <a:pt x="372956" y="31299"/>
                </a:lnTo>
                <a:lnTo>
                  <a:pt x="373099" y="31277"/>
                </a:lnTo>
                <a:lnTo>
                  <a:pt x="373241" y="31257"/>
                </a:lnTo>
                <a:lnTo>
                  <a:pt x="373382" y="31240"/>
                </a:lnTo>
                <a:lnTo>
                  <a:pt x="373521" y="31225"/>
                </a:lnTo>
                <a:lnTo>
                  <a:pt x="373659" y="31213"/>
                </a:lnTo>
                <a:lnTo>
                  <a:pt x="373795" y="31204"/>
                </a:lnTo>
                <a:lnTo>
                  <a:pt x="373931" y="31197"/>
                </a:lnTo>
                <a:lnTo>
                  <a:pt x="374064" y="31193"/>
                </a:lnTo>
                <a:lnTo>
                  <a:pt x="374196" y="31192"/>
                </a:lnTo>
                <a:lnTo>
                  <a:pt x="374306" y="31193"/>
                </a:lnTo>
                <a:lnTo>
                  <a:pt x="374414" y="31197"/>
                </a:lnTo>
                <a:lnTo>
                  <a:pt x="374521" y="31203"/>
                </a:lnTo>
                <a:lnTo>
                  <a:pt x="374626" y="31212"/>
                </a:lnTo>
                <a:lnTo>
                  <a:pt x="374729" y="31223"/>
                </a:lnTo>
                <a:lnTo>
                  <a:pt x="374831" y="31236"/>
                </a:lnTo>
                <a:lnTo>
                  <a:pt x="374932" y="31253"/>
                </a:lnTo>
                <a:lnTo>
                  <a:pt x="375031" y="31271"/>
                </a:lnTo>
                <a:lnTo>
                  <a:pt x="375128" y="31292"/>
                </a:lnTo>
                <a:lnTo>
                  <a:pt x="375224" y="31315"/>
                </a:lnTo>
                <a:lnTo>
                  <a:pt x="375319" y="31341"/>
                </a:lnTo>
                <a:lnTo>
                  <a:pt x="375412" y="31370"/>
                </a:lnTo>
                <a:lnTo>
                  <a:pt x="375503" y="31401"/>
                </a:lnTo>
                <a:lnTo>
                  <a:pt x="375593" y="31434"/>
                </a:lnTo>
                <a:lnTo>
                  <a:pt x="375682" y="31470"/>
                </a:lnTo>
                <a:lnTo>
                  <a:pt x="375769" y="31508"/>
                </a:lnTo>
                <a:lnTo>
                  <a:pt x="375854" y="31549"/>
                </a:lnTo>
                <a:lnTo>
                  <a:pt x="375938" y="31592"/>
                </a:lnTo>
                <a:lnTo>
                  <a:pt x="376021" y="31638"/>
                </a:lnTo>
                <a:lnTo>
                  <a:pt x="376102" y="31686"/>
                </a:lnTo>
                <a:lnTo>
                  <a:pt x="376181" y="31736"/>
                </a:lnTo>
                <a:lnTo>
                  <a:pt x="376259" y="31790"/>
                </a:lnTo>
                <a:lnTo>
                  <a:pt x="376336" y="31845"/>
                </a:lnTo>
                <a:lnTo>
                  <a:pt x="376411" y="31903"/>
                </a:lnTo>
                <a:lnTo>
                  <a:pt x="376484" y="31964"/>
                </a:lnTo>
                <a:lnTo>
                  <a:pt x="376555" y="32027"/>
                </a:lnTo>
                <a:lnTo>
                  <a:pt x="376625" y="32094"/>
                </a:lnTo>
                <a:lnTo>
                  <a:pt x="376692" y="32163"/>
                </a:lnTo>
                <a:lnTo>
                  <a:pt x="376758" y="32236"/>
                </a:lnTo>
                <a:lnTo>
                  <a:pt x="376821" y="32311"/>
                </a:lnTo>
                <a:lnTo>
                  <a:pt x="376883" y="32389"/>
                </a:lnTo>
                <a:lnTo>
                  <a:pt x="376943" y="32470"/>
                </a:lnTo>
                <a:lnTo>
                  <a:pt x="377000" y="32554"/>
                </a:lnTo>
                <a:lnTo>
                  <a:pt x="377056" y="32641"/>
                </a:lnTo>
                <a:lnTo>
                  <a:pt x="377110" y="32731"/>
                </a:lnTo>
                <a:lnTo>
                  <a:pt x="377162" y="32824"/>
                </a:lnTo>
                <a:lnTo>
                  <a:pt x="377212" y="32920"/>
                </a:lnTo>
                <a:lnTo>
                  <a:pt x="377260" y="33018"/>
                </a:lnTo>
                <a:lnTo>
                  <a:pt x="377306" y="33120"/>
                </a:lnTo>
                <a:lnTo>
                  <a:pt x="377350" y="33224"/>
                </a:lnTo>
                <a:lnTo>
                  <a:pt x="377392" y="33331"/>
                </a:lnTo>
                <a:lnTo>
                  <a:pt x="377432" y="33441"/>
                </a:lnTo>
                <a:lnTo>
                  <a:pt x="377470" y="33555"/>
                </a:lnTo>
                <a:lnTo>
                  <a:pt x="377507" y="33671"/>
                </a:lnTo>
                <a:lnTo>
                  <a:pt x="377541" y="33789"/>
                </a:lnTo>
                <a:lnTo>
                  <a:pt x="377574" y="33911"/>
                </a:lnTo>
                <a:lnTo>
                  <a:pt x="377604" y="34036"/>
                </a:lnTo>
                <a:lnTo>
                  <a:pt x="377633" y="34164"/>
                </a:lnTo>
                <a:lnTo>
                  <a:pt x="377660" y="34304"/>
                </a:lnTo>
                <a:lnTo>
                  <a:pt x="377686" y="34467"/>
                </a:lnTo>
                <a:lnTo>
                  <a:pt x="377710" y="34654"/>
                </a:lnTo>
                <a:lnTo>
                  <a:pt x="377734" y="34863"/>
                </a:lnTo>
                <a:lnTo>
                  <a:pt x="377756" y="35094"/>
                </a:lnTo>
                <a:lnTo>
                  <a:pt x="377777" y="35349"/>
                </a:lnTo>
                <a:lnTo>
                  <a:pt x="377798" y="35626"/>
                </a:lnTo>
                <a:lnTo>
                  <a:pt x="377816" y="35927"/>
                </a:lnTo>
                <a:lnTo>
                  <a:pt x="377834" y="36250"/>
                </a:lnTo>
                <a:lnTo>
                  <a:pt x="377851" y="36596"/>
                </a:lnTo>
                <a:lnTo>
                  <a:pt x="377866" y="36965"/>
                </a:lnTo>
                <a:lnTo>
                  <a:pt x="377881" y="37357"/>
                </a:lnTo>
                <a:lnTo>
                  <a:pt x="377894" y="37771"/>
                </a:lnTo>
                <a:lnTo>
                  <a:pt x="377906" y="38209"/>
                </a:lnTo>
                <a:lnTo>
                  <a:pt x="377917" y="38669"/>
                </a:lnTo>
                <a:lnTo>
                  <a:pt x="377927" y="39152"/>
                </a:lnTo>
                <a:lnTo>
                  <a:pt x="377935" y="39658"/>
                </a:lnTo>
                <a:lnTo>
                  <a:pt x="377943" y="40187"/>
                </a:lnTo>
                <a:lnTo>
                  <a:pt x="377949" y="40738"/>
                </a:lnTo>
                <a:lnTo>
                  <a:pt x="377954" y="41313"/>
                </a:lnTo>
                <a:lnTo>
                  <a:pt x="377958" y="41910"/>
                </a:lnTo>
                <a:lnTo>
                  <a:pt x="377961" y="42530"/>
                </a:lnTo>
                <a:lnTo>
                  <a:pt x="377963" y="43174"/>
                </a:lnTo>
                <a:lnTo>
                  <a:pt x="377964" y="43839"/>
                </a:lnTo>
                <a:lnTo>
                  <a:pt x="377964" y="61872"/>
                </a:lnTo>
                <a:lnTo>
                  <a:pt x="377963" y="62205"/>
                </a:lnTo>
                <a:lnTo>
                  <a:pt x="377962" y="62527"/>
                </a:lnTo>
                <a:lnTo>
                  <a:pt x="377960" y="62838"/>
                </a:lnTo>
                <a:lnTo>
                  <a:pt x="377956" y="63137"/>
                </a:lnTo>
                <a:lnTo>
                  <a:pt x="377953" y="63426"/>
                </a:lnTo>
                <a:lnTo>
                  <a:pt x="377948" y="63703"/>
                </a:lnTo>
                <a:lnTo>
                  <a:pt x="377942" y="63970"/>
                </a:lnTo>
                <a:lnTo>
                  <a:pt x="377935" y="64225"/>
                </a:lnTo>
                <a:lnTo>
                  <a:pt x="377928" y="64469"/>
                </a:lnTo>
                <a:lnTo>
                  <a:pt x="377919" y="64702"/>
                </a:lnTo>
                <a:lnTo>
                  <a:pt x="377910" y="64924"/>
                </a:lnTo>
                <a:lnTo>
                  <a:pt x="377900" y="65135"/>
                </a:lnTo>
                <a:lnTo>
                  <a:pt x="377889" y="65335"/>
                </a:lnTo>
                <a:lnTo>
                  <a:pt x="377877" y="65523"/>
                </a:lnTo>
                <a:lnTo>
                  <a:pt x="377864" y="65701"/>
                </a:lnTo>
                <a:lnTo>
                  <a:pt x="377850" y="65867"/>
                </a:lnTo>
                <a:lnTo>
                  <a:pt x="377836" y="66023"/>
                </a:lnTo>
                <a:lnTo>
                  <a:pt x="377820" y="66167"/>
                </a:lnTo>
                <a:lnTo>
                  <a:pt x="377804" y="66300"/>
                </a:lnTo>
                <a:lnTo>
                  <a:pt x="377787" y="66422"/>
                </a:lnTo>
                <a:lnTo>
                  <a:pt x="377769" y="66533"/>
                </a:lnTo>
                <a:lnTo>
                  <a:pt x="377750" y="66633"/>
                </a:lnTo>
                <a:lnTo>
                  <a:pt x="377730" y="66721"/>
                </a:lnTo>
                <a:lnTo>
                  <a:pt x="377709" y="66799"/>
                </a:lnTo>
                <a:lnTo>
                  <a:pt x="377665" y="66945"/>
                </a:lnTo>
                <a:lnTo>
                  <a:pt x="377619" y="67088"/>
                </a:lnTo>
                <a:lnTo>
                  <a:pt x="377570" y="67228"/>
                </a:lnTo>
                <a:lnTo>
                  <a:pt x="377518" y="67365"/>
                </a:lnTo>
                <a:lnTo>
                  <a:pt x="377464" y="67498"/>
                </a:lnTo>
                <a:lnTo>
                  <a:pt x="377407" y="67628"/>
                </a:lnTo>
                <a:lnTo>
                  <a:pt x="377347" y="67754"/>
                </a:lnTo>
                <a:lnTo>
                  <a:pt x="377285" y="67877"/>
                </a:lnTo>
                <a:lnTo>
                  <a:pt x="377220" y="67997"/>
                </a:lnTo>
                <a:lnTo>
                  <a:pt x="377152" y="68113"/>
                </a:lnTo>
                <a:lnTo>
                  <a:pt x="377082" y="68226"/>
                </a:lnTo>
                <a:lnTo>
                  <a:pt x="377009" y="68336"/>
                </a:lnTo>
                <a:lnTo>
                  <a:pt x="376933" y="68442"/>
                </a:lnTo>
                <a:lnTo>
                  <a:pt x="376855" y="68545"/>
                </a:lnTo>
                <a:lnTo>
                  <a:pt x="376774" y="68645"/>
                </a:lnTo>
                <a:lnTo>
                  <a:pt x="376691" y="68741"/>
                </a:lnTo>
                <a:lnTo>
                  <a:pt x="376605" y="68834"/>
                </a:lnTo>
                <a:lnTo>
                  <a:pt x="376516" y="68923"/>
                </a:lnTo>
                <a:lnTo>
                  <a:pt x="376424" y="69010"/>
                </a:lnTo>
                <a:lnTo>
                  <a:pt x="376330" y="69092"/>
                </a:lnTo>
                <a:lnTo>
                  <a:pt x="376233" y="69172"/>
                </a:lnTo>
                <a:lnTo>
                  <a:pt x="376134" y="69248"/>
                </a:lnTo>
                <a:lnTo>
                  <a:pt x="376032" y="69321"/>
                </a:lnTo>
                <a:lnTo>
                  <a:pt x="375927" y="69390"/>
                </a:lnTo>
                <a:lnTo>
                  <a:pt x="375780" y="69481"/>
                </a:lnTo>
                <a:lnTo>
                  <a:pt x="375626" y="69569"/>
                </a:lnTo>
                <a:lnTo>
                  <a:pt x="375466" y="69652"/>
                </a:lnTo>
                <a:lnTo>
                  <a:pt x="375299" y="69731"/>
                </a:lnTo>
                <a:lnTo>
                  <a:pt x="375127" y="69807"/>
                </a:lnTo>
                <a:lnTo>
                  <a:pt x="374947" y="69879"/>
                </a:lnTo>
                <a:lnTo>
                  <a:pt x="374762" y="69947"/>
                </a:lnTo>
                <a:lnTo>
                  <a:pt x="374570" y="70011"/>
                </a:lnTo>
                <a:lnTo>
                  <a:pt x="374371" y="70071"/>
                </a:lnTo>
                <a:lnTo>
                  <a:pt x="374167" y="70127"/>
                </a:lnTo>
                <a:lnTo>
                  <a:pt x="373956" y="70179"/>
                </a:lnTo>
                <a:lnTo>
                  <a:pt x="373738" y="70228"/>
                </a:lnTo>
                <a:lnTo>
                  <a:pt x="373514" y="70272"/>
                </a:lnTo>
                <a:lnTo>
                  <a:pt x="373284" y="70313"/>
                </a:lnTo>
                <a:lnTo>
                  <a:pt x="373048" y="70350"/>
                </a:lnTo>
                <a:lnTo>
                  <a:pt x="372805" y="70383"/>
                </a:lnTo>
                <a:lnTo>
                  <a:pt x="372556" y="70412"/>
                </a:lnTo>
                <a:lnTo>
                  <a:pt x="372300" y="70437"/>
                </a:lnTo>
                <a:lnTo>
                  <a:pt x="372038" y="70459"/>
                </a:lnTo>
                <a:lnTo>
                  <a:pt x="371770" y="70476"/>
                </a:lnTo>
                <a:lnTo>
                  <a:pt x="371495" y="70490"/>
                </a:lnTo>
                <a:lnTo>
                  <a:pt x="371214" y="70499"/>
                </a:lnTo>
                <a:lnTo>
                  <a:pt x="370927" y="70505"/>
                </a:lnTo>
                <a:lnTo>
                  <a:pt x="370633" y="70507"/>
                </a:lnTo>
                <a:lnTo>
                  <a:pt x="370633" y="72391"/>
                </a:lnTo>
                <a:lnTo>
                  <a:pt x="394509" y="72391"/>
                </a:lnTo>
                <a:lnTo>
                  <a:pt x="394509" y="70507"/>
                </a:lnTo>
                <a:lnTo>
                  <a:pt x="394248" y="70505"/>
                </a:lnTo>
                <a:lnTo>
                  <a:pt x="393993" y="70501"/>
                </a:lnTo>
                <a:lnTo>
                  <a:pt x="393743" y="70493"/>
                </a:lnTo>
                <a:lnTo>
                  <a:pt x="393497" y="70482"/>
                </a:lnTo>
                <a:lnTo>
                  <a:pt x="393257" y="70467"/>
                </a:lnTo>
                <a:lnTo>
                  <a:pt x="393023" y="70450"/>
                </a:lnTo>
                <a:lnTo>
                  <a:pt x="392793" y="70429"/>
                </a:lnTo>
                <a:lnTo>
                  <a:pt x="392568" y="70406"/>
                </a:lnTo>
                <a:lnTo>
                  <a:pt x="392349" y="70379"/>
                </a:lnTo>
                <a:lnTo>
                  <a:pt x="392135" y="70348"/>
                </a:lnTo>
                <a:lnTo>
                  <a:pt x="391925" y="70315"/>
                </a:lnTo>
                <a:lnTo>
                  <a:pt x="391721" y="70279"/>
                </a:lnTo>
                <a:lnTo>
                  <a:pt x="391522" y="70239"/>
                </a:lnTo>
                <a:lnTo>
                  <a:pt x="391329" y="70196"/>
                </a:lnTo>
                <a:lnTo>
                  <a:pt x="391140" y="70150"/>
                </a:lnTo>
                <a:lnTo>
                  <a:pt x="390956" y="70101"/>
                </a:lnTo>
                <a:lnTo>
                  <a:pt x="390778" y="70049"/>
                </a:lnTo>
                <a:lnTo>
                  <a:pt x="390605" y="69993"/>
                </a:lnTo>
                <a:lnTo>
                  <a:pt x="390436" y="69935"/>
                </a:lnTo>
                <a:lnTo>
                  <a:pt x="390273" y="69873"/>
                </a:lnTo>
                <a:lnTo>
                  <a:pt x="390115" y="69808"/>
                </a:lnTo>
                <a:lnTo>
                  <a:pt x="389963" y="69740"/>
                </a:lnTo>
                <a:lnTo>
                  <a:pt x="389815" y="69668"/>
                </a:lnTo>
                <a:lnTo>
                  <a:pt x="389672" y="69594"/>
                </a:lnTo>
                <a:lnTo>
                  <a:pt x="389534" y="69517"/>
                </a:lnTo>
                <a:lnTo>
                  <a:pt x="389399" y="69438"/>
                </a:lnTo>
                <a:lnTo>
                  <a:pt x="389268" y="69358"/>
                </a:lnTo>
                <a:lnTo>
                  <a:pt x="389141" y="69276"/>
                </a:lnTo>
                <a:lnTo>
                  <a:pt x="389017" y="69193"/>
                </a:lnTo>
                <a:lnTo>
                  <a:pt x="388896" y="69108"/>
                </a:lnTo>
                <a:lnTo>
                  <a:pt x="388779" y="69021"/>
                </a:lnTo>
                <a:lnTo>
                  <a:pt x="388665" y="68933"/>
                </a:lnTo>
                <a:lnTo>
                  <a:pt x="388556" y="68844"/>
                </a:lnTo>
                <a:lnTo>
                  <a:pt x="388449" y="68752"/>
                </a:lnTo>
                <a:lnTo>
                  <a:pt x="388346" y="68659"/>
                </a:lnTo>
                <a:lnTo>
                  <a:pt x="388247" y="68565"/>
                </a:lnTo>
                <a:lnTo>
                  <a:pt x="388151" y="68469"/>
                </a:lnTo>
                <a:lnTo>
                  <a:pt x="388059" y="68371"/>
                </a:lnTo>
                <a:lnTo>
                  <a:pt x="387970" y="68272"/>
                </a:lnTo>
                <a:lnTo>
                  <a:pt x="387885" y="68171"/>
                </a:lnTo>
                <a:lnTo>
                  <a:pt x="387803" y="68069"/>
                </a:lnTo>
                <a:lnTo>
                  <a:pt x="387725" y="67965"/>
                </a:lnTo>
                <a:lnTo>
                  <a:pt x="387650" y="67859"/>
                </a:lnTo>
                <a:lnTo>
                  <a:pt x="387579" y="67752"/>
                </a:lnTo>
                <a:lnTo>
                  <a:pt x="387512" y="67643"/>
                </a:lnTo>
                <a:lnTo>
                  <a:pt x="387448" y="67533"/>
                </a:lnTo>
                <a:lnTo>
                  <a:pt x="387387" y="67421"/>
                </a:lnTo>
                <a:lnTo>
                  <a:pt x="387331" y="67308"/>
                </a:lnTo>
                <a:lnTo>
                  <a:pt x="387252" y="67139"/>
                </a:lnTo>
                <a:lnTo>
                  <a:pt x="387176" y="66965"/>
                </a:lnTo>
                <a:lnTo>
                  <a:pt x="387104" y="66783"/>
                </a:lnTo>
                <a:lnTo>
                  <a:pt x="387035" y="66595"/>
                </a:lnTo>
                <a:lnTo>
                  <a:pt x="386970" y="66401"/>
                </a:lnTo>
                <a:lnTo>
                  <a:pt x="386907" y="66200"/>
                </a:lnTo>
                <a:lnTo>
                  <a:pt x="386849" y="65993"/>
                </a:lnTo>
                <a:lnTo>
                  <a:pt x="386793" y="65779"/>
                </a:lnTo>
                <a:lnTo>
                  <a:pt x="386741" y="65558"/>
                </a:lnTo>
                <a:lnTo>
                  <a:pt x="386692" y="65331"/>
                </a:lnTo>
                <a:lnTo>
                  <a:pt x="386647" y="65098"/>
                </a:lnTo>
                <a:lnTo>
                  <a:pt x="386605" y="64858"/>
                </a:lnTo>
                <a:lnTo>
                  <a:pt x="386566" y="64611"/>
                </a:lnTo>
                <a:lnTo>
                  <a:pt x="386531" y="64358"/>
                </a:lnTo>
                <a:lnTo>
                  <a:pt x="386499" y="64099"/>
                </a:lnTo>
                <a:lnTo>
                  <a:pt x="386471" y="63833"/>
                </a:lnTo>
                <a:lnTo>
                  <a:pt x="386446" y="63560"/>
                </a:lnTo>
                <a:lnTo>
                  <a:pt x="386424" y="63281"/>
                </a:lnTo>
                <a:lnTo>
                  <a:pt x="386405" y="62995"/>
                </a:lnTo>
                <a:lnTo>
                  <a:pt x="386390" y="62703"/>
                </a:lnTo>
                <a:lnTo>
                  <a:pt x="386378" y="62404"/>
                </a:lnTo>
                <a:lnTo>
                  <a:pt x="386370" y="62099"/>
                </a:lnTo>
                <a:lnTo>
                  <a:pt x="386365" y="61788"/>
                </a:lnTo>
                <a:lnTo>
                  <a:pt x="386363" y="61469"/>
                </a:lnTo>
                <a:lnTo>
                  <a:pt x="386363" y="39178"/>
                </a:lnTo>
                <a:lnTo>
                  <a:pt x="386567" y="38785"/>
                </a:lnTo>
                <a:lnTo>
                  <a:pt x="386770" y="38401"/>
                </a:lnTo>
                <a:lnTo>
                  <a:pt x="386972" y="38027"/>
                </a:lnTo>
                <a:lnTo>
                  <a:pt x="387174" y="37662"/>
                </a:lnTo>
                <a:lnTo>
                  <a:pt x="387375" y="37306"/>
                </a:lnTo>
                <a:lnTo>
                  <a:pt x="387576" y="36960"/>
                </a:lnTo>
                <a:lnTo>
                  <a:pt x="387776" y="36623"/>
                </a:lnTo>
                <a:lnTo>
                  <a:pt x="387975" y="36295"/>
                </a:lnTo>
                <a:lnTo>
                  <a:pt x="388175" y="35977"/>
                </a:lnTo>
                <a:lnTo>
                  <a:pt x="388373" y="35668"/>
                </a:lnTo>
                <a:lnTo>
                  <a:pt x="388571" y="35368"/>
                </a:lnTo>
                <a:lnTo>
                  <a:pt x="388769" y="35078"/>
                </a:lnTo>
                <a:lnTo>
                  <a:pt x="388966" y="34797"/>
                </a:lnTo>
                <a:lnTo>
                  <a:pt x="389162" y="34526"/>
                </a:lnTo>
                <a:lnTo>
                  <a:pt x="389358" y="34263"/>
                </a:lnTo>
                <a:lnTo>
                  <a:pt x="389554" y="34010"/>
                </a:lnTo>
                <a:lnTo>
                  <a:pt x="389748" y="33767"/>
                </a:lnTo>
                <a:lnTo>
                  <a:pt x="389943" y="33532"/>
                </a:lnTo>
                <a:lnTo>
                  <a:pt x="390137" y="33308"/>
                </a:lnTo>
                <a:lnTo>
                  <a:pt x="390330" y="33092"/>
                </a:lnTo>
                <a:lnTo>
                  <a:pt x="390523" y="32886"/>
                </a:lnTo>
                <a:lnTo>
                  <a:pt x="390715" y="32689"/>
                </a:lnTo>
                <a:lnTo>
                  <a:pt x="390907" y="32501"/>
                </a:lnTo>
                <a:lnTo>
                  <a:pt x="391098" y="32323"/>
                </a:lnTo>
                <a:lnTo>
                  <a:pt x="391187" y="32240"/>
                </a:lnTo>
                <a:lnTo>
                  <a:pt x="391275" y="32161"/>
                </a:lnTo>
                <a:lnTo>
                  <a:pt x="391363" y="32085"/>
                </a:lnTo>
                <a:lnTo>
                  <a:pt x="391450" y="32013"/>
                </a:lnTo>
                <a:lnTo>
                  <a:pt x="391537" y="31944"/>
                </a:lnTo>
                <a:lnTo>
                  <a:pt x="391623" y="31879"/>
                </a:lnTo>
                <a:lnTo>
                  <a:pt x="391708" y="31817"/>
                </a:lnTo>
                <a:lnTo>
                  <a:pt x="391793" y="31759"/>
                </a:lnTo>
                <a:lnTo>
                  <a:pt x="391878" y="31705"/>
                </a:lnTo>
                <a:lnTo>
                  <a:pt x="391962" y="31654"/>
                </a:lnTo>
                <a:lnTo>
                  <a:pt x="392046" y="31606"/>
                </a:lnTo>
                <a:lnTo>
                  <a:pt x="392129" y="31562"/>
                </a:lnTo>
                <a:lnTo>
                  <a:pt x="392211" y="31521"/>
                </a:lnTo>
                <a:lnTo>
                  <a:pt x="392293" y="31484"/>
                </a:lnTo>
                <a:lnTo>
                  <a:pt x="392374" y="31451"/>
                </a:lnTo>
                <a:lnTo>
                  <a:pt x="392455" y="31421"/>
                </a:lnTo>
                <a:lnTo>
                  <a:pt x="392536" y="31395"/>
                </a:lnTo>
                <a:lnTo>
                  <a:pt x="392615" y="31372"/>
                </a:lnTo>
                <a:lnTo>
                  <a:pt x="392695" y="31352"/>
                </a:lnTo>
                <a:lnTo>
                  <a:pt x="392773" y="31336"/>
                </a:lnTo>
                <a:lnTo>
                  <a:pt x="392852" y="31324"/>
                </a:lnTo>
                <a:lnTo>
                  <a:pt x="392929" y="31315"/>
                </a:lnTo>
                <a:lnTo>
                  <a:pt x="393006" y="31310"/>
                </a:lnTo>
                <a:lnTo>
                  <a:pt x="393083" y="31308"/>
                </a:lnTo>
                <a:lnTo>
                  <a:pt x="393174" y="31311"/>
                </a:lnTo>
                <a:lnTo>
                  <a:pt x="393269" y="31320"/>
                </a:lnTo>
                <a:lnTo>
                  <a:pt x="393368" y="31336"/>
                </a:lnTo>
                <a:lnTo>
                  <a:pt x="393471" y="31357"/>
                </a:lnTo>
                <a:lnTo>
                  <a:pt x="393578" y="31384"/>
                </a:lnTo>
                <a:lnTo>
                  <a:pt x="393689" y="31418"/>
                </a:lnTo>
                <a:lnTo>
                  <a:pt x="393804" y="31458"/>
                </a:lnTo>
                <a:lnTo>
                  <a:pt x="393923" y="31503"/>
                </a:lnTo>
                <a:lnTo>
                  <a:pt x="394046" y="31555"/>
                </a:lnTo>
                <a:lnTo>
                  <a:pt x="394173" y="31613"/>
                </a:lnTo>
                <a:lnTo>
                  <a:pt x="394304" y="31677"/>
                </a:lnTo>
                <a:lnTo>
                  <a:pt x="394439" y="31747"/>
                </a:lnTo>
                <a:lnTo>
                  <a:pt x="394577" y="31823"/>
                </a:lnTo>
                <a:lnTo>
                  <a:pt x="394720" y="31906"/>
                </a:lnTo>
                <a:lnTo>
                  <a:pt x="394867" y="31994"/>
                </a:lnTo>
                <a:lnTo>
                  <a:pt x="395018" y="32089"/>
                </a:lnTo>
                <a:lnTo>
                  <a:pt x="395172" y="32189"/>
                </a:lnTo>
                <a:lnTo>
                  <a:pt x="395331" y="32296"/>
                </a:lnTo>
                <a:lnTo>
                  <a:pt x="395494" y="32409"/>
                </a:lnTo>
                <a:lnTo>
                  <a:pt x="395660" y="32528"/>
                </a:lnTo>
                <a:lnTo>
                  <a:pt x="395831" y="32653"/>
                </a:lnTo>
                <a:lnTo>
                  <a:pt x="396006" y="32784"/>
                </a:lnTo>
                <a:lnTo>
                  <a:pt x="396184" y="32921"/>
                </a:lnTo>
                <a:lnTo>
                  <a:pt x="396367" y="33064"/>
                </a:lnTo>
                <a:lnTo>
                  <a:pt x="396550" y="33208"/>
                </a:lnTo>
                <a:lnTo>
                  <a:pt x="396733" y="33345"/>
                </a:lnTo>
                <a:lnTo>
                  <a:pt x="396914" y="33476"/>
                </a:lnTo>
                <a:lnTo>
                  <a:pt x="397093" y="33601"/>
                </a:lnTo>
                <a:lnTo>
                  <a:pt x="397271" y="33720"/>
                </a:lnTo>
                <a:lnTo>
                  <a:pt x="397447" y="33833"/>
                </a:lnTo>
                <a:lnTo>
                  <a:pt x="397622" y="33940"/>
                </a:lnTo>
                <a:lnTo>
                  <a:pt x="397795" y="34040"/>
                </a:lnTo>
                <a:lnTo>
                  <a:pt x="397967" y="34135"/>
                </a:lnTo>
                <a:lnTo>
                  <a:pt x="398137" y="34223"/>
                </a:lnTo>
                <a:lnTo>
                  <a:pt x="398306" y="34305"/>
                </a:lnTo>
                <a:lnTo>
                  <a:pt x="398473" y="34382"/>
                </a:lnTo>
                <a:lnTo>
                  <a:pt x="398639" y="34452"/>
                </a:lnTo>
                <a:lnTo>
                  <a:pt x="398803" y="34516"/>
                </a:lnTo>
                <a:lnTo>
                  <a:pt x="398966" y="34574"/>
                </a:lnTo>
                <a:lnTo>
                  <a:pt x="399127" y="34626"/>
                </a:lnTo>
                <a:lnTo>
                  <a:pt x="399287" y="34671"/>
                </a:lnTo>
                <a:lnTo>
                  <a:pt x="399445" y="34711"/>
                </a:lnTo>
                <a:lnTo>
                  <a:pt x="399602" y="34745"/>
                </a:lnTo>
                <a:lnTo>
                  <a:pt x="399757" y="34772"/>
                </a:lnTo>
                <a:lnTo>
                  <a:pt x="399911" y="34793"/>
                </a:lnTo>
                <a:lnTo>
                  <a:pt x="400063" y="34809"/>
                </a:lnTo>
                <a:lnTo>
                  <a:pt x="400214" y="34818"/>
                </a:lnTo>
                <a:lnTo>
                  <a:pt x="400363" y="34821"/>
                </a:lnTo>
                <a:lnTo>
                  <a:pt x="400515" y="34818"/>
                </a:lnTo>
                <a:lnTo>
                  <a:pt x="400665" y="34811"/>
                </a:lnTo>
                <a:lnTo>
                  <a:pt x="400813" y="34799"/>
                </a:lnTo>
                <a:lnTo>
                  <a:pt x="400960" y="34783"/>
                </a:lnTo>
                <a:lnTo>
                  <a:pt x="401104" y="34761"/>
                </a:lnTo>
                <a:lnTo>
                  <a:pt x="401247" y="34735"/>
                </a:lnTo>
                <a:lnTo>
                  <a:pt x="401389" y="34704"/>
                </a:lnTo>
                <a:lnTo>
                  <a:pt x="401528" y="34668"/>
                </a:lnTo>
                <a:lnTo>
                  <a:pt x="401666" y="34628"/>
                </a:lnTo>
                <a:lnTo>
                  <a:pt x="401802" y="34582"/>
                </a:lnTo>
                <a:lnTo>
                  <a:pt x="401936" y="34532"/>
                </a:lnTo>
                <a:lnTo>
                  <a:pt x="402068" y="34477"/>
                </a:lnTo>
                <a:lnTo>
                  <a:pt x="402199" y="34418"/>
                </a:lnTo>
                <a:lnTo>
                  <a:pt x="402328" y="34353"/>
                </a:lnTo>
                <a:lnTo>
                  <a:pt x="402455" y="34284"/>
                </a:lnTo>
                <a:lnTo>
                  <a:pt x="402580" y="34210"/>
                </a:lnTo>
                <a:lnTo>
                  <a:pt x="402704" y="34131"/>
                </a:lnTo>
                <a:lnTo>
                  <a:pt x="402826" y="34048"/>
                </a:lnTo>
                <a:lnTo>
                  <a:pt x="402946" y="33959"/>
                </a:lnTo>
                <a:lnTo>
                  <a:pt x="403064" y="33866"/>
                </a:lnTo>
                <a:lnTo>
                  <a:pt x="403180" y="33768"/>
                </a:lnTo>
                <a:lnTo>
                  <a:pt x="403295" y="33666"/>
                </a:lnTo>
                <a:lnTo>
                  <a:pt x="403408" y="33558"/>
                </a:lnTo>
                <a:lnTo>
                  <a:pt x="403519" y="33446"/>
                </a:lnTo>
                <a:lnTo>
                  <a:pt x="403627" y="33331"/>
                </a:lnTo>
                <a:lnTo>
                  <a:pt x="403731" y="33213"/>
                </a:lnTo>
                <a:lnTo>
                  <a:pt x="403829" y="33093"/>
                </a:lnTo>
                <a:lnTo>
                  <a:pt x="403924" y="32971"/>
                </a:lnTo>
                <a:lnTo>
                  <a:pt x="404013" y="32847"/>
                </a:lnTo>
                <a:lnTo>
                  <a:pt x="404098" y="32721"/>
                </a:lnTo>
                <a:lnTo>
                  <a:pt x="404179" y="32593"/>
                </a:lnTo>
                <a:lnTo>
                  <a:pt x="404254" y="32462"/>
                </a:lnTo>
                <a:lnTo>
                  <a:pt x="404326" y="32330"/>
                </a:lnTo>
                <a:lnTo>
                  <a:pt x="404392" y="32195"/>
                </a:lnTo>
                <a:lnTo>
                  <a:pt x="404454" y="32058"/>
                </a:lnTo>
                <a:lnTo>
                  <a:pt x="404512" y="31919"/>
                </a:lnTo>
                <a:lnTo>
                  <a:pt x="404565" y="31778"/>
                </a:lnTo>
                <a:lnTo>
                  <a:pt x="404613" y="31635"/>
                </a:lnTo>
                <a:lnTo>
                  <a:pt x="404657" y="31490"/>
                </a:lnTo>
                <a:lnTo>
                  <a:pt x="404696" y="31342"/>
                </a:lnTo>
                <a:lnTo>
                  <a:pt x="404730" y="31193"/>
                </a:lnTo>
                <a:lnTo>
                  <a:pt x="404760" y="31041"/>
                </a:lnTo>
                <a:lnTo>
                  <a:pt x="404785" y="30887"/>
                </a:lnTo>
                <a:lnTo>
                  <a:pt x="404806" y="30731"/>
                </a:lnTo>
                <a:lnTo>
                  <a:pt x="404822" y="30573"/>
                </a:lnTo>
                <a:lnTo>
                  <a:pt x="404834" y="30413"/>
                </a:lnTo>
                <a:lnTo>
                  <a:pt x="404840" y="30251"/>
                </a:lnTo>
                <a:lnTo>
                  <a:pt x="404843" y="30086"/>
                </a:lnTo>
                <a:lnTo>
                  <a:pt x="404840" y="29901"/>
                </a:lnTo>
                <a:lnTo>
                  <a:pt x="404830" y="29717"/>
                </a:lnTo>
                <a:lnTo>
                  <a:pt x="404814" y="29535"/>
                </a:lnTo>
                <a:lnTo>
                  <a:pt x="404792" y="29355"/>
                </a:lnTo>
                <a:lnTo>
                  <a:pt x="404763" y="29176"/>
                </a:lnTo>
                <a:lnTo>
                  <a:pt x="404728" y="29000"/>
                </a:lnTo>
                <a:lnTo>
                  <a:pt x="404687" y="28825"/>
                </a:lnTo>
                <a:lnTo>
                  <a:pt x="404639" y="28652"/>
                </a:lnTo>
                <a:lnTo>
                  <a:pt x="404585" y="28482"/>
                </a:lnTo>
                <a:lnTo>
                  <a:pt x="404525" y="28313"/>
                </a:lnTo>
                <a:lnTo>
                  <a:pt x="404458" y="28145"/>
                </a:lnTo>
                <a:lnTo>
                  <a:pt x="404385" y="27980"/>
                </a:lnTo>
                <a:lnTo>
                  <a:pt x="404305" y="27817"/>
                </a:lnTo>
                <a:lnTo>
                  <a:pt x="404219" y="27655"/>
                </a:lnTo>
                <a:lnTo>
                  <a:pt x="404127" y="27495"/>
                </a:lnTo>
                <a:lnTo>
                  <a:pt x="404028" y="27337"/>
                </a:lnTo>
                <a:lnTo>
                  <a:pt x="403923" y="27181"/>
                </a:lnTo>
                <a:lnTo>
                  <a:pt x="403812" y="27027"/>
                </a:lnTo>
                <a:lnTo>
                  <a:pt x="403694" y="26875"/>
                </a:lnTo>
                <a:lnTo>
                  <a:pt x="403570" y="26724"/>
                </a:lnTo>
                <a:lnTo>
                  <a:pt x="403440" y="26576"/>
                </a:lnTo>
                <a:lnTo>
                  <a:pt x="403303" y="26429"/>
                </a:lnTo>
                <a:lnTo>
                  <a:pt x="403160" y="26284"/>
                </a:lnTo>
                <a:lnTo>
                  <a:pt x="403010" y="26141"/>
                </a:lnTo>
                <a:lnTo>
                  <a:pt x="402856" y="26002"/>
                </a:lnTo>
                <a:lnTo>
                  <a:pt x="402698" y="25869"/>
                </a:lnTo>
                <a:lnTo>
                  <a:pt x="402537" y="25741"/>
                </a:lnTo>
                <a:lnTo>
                  <a:pt x="402372" y="25620"/>
                </a:lnTo>
                <a:lnTo>
                  <a:pt x="402204" y="25504"/>
                </a:lnTo>
                <a:lnTo>
                  <a:pt x="402033" y="25395"/>
                </a:lnTo>
                <a:lnTo>
                  <a:pt x="401859" y="25291"/>
                </a:lnTo>
                <a:lnTo>
                  <a:pt x="401681" y="25194"/>
                </a:lnTo>
                <a:lnTo>
                  <a:pt x="401500" y="25102"/>
                </a:lnTo>
                <a:lnTo>
                  <a:pt x="401315" y="25016"/>
                </a:lnTo>
                <a:lnTo>
                  <a:pt x="401127" y="24936"/>
                </a:lnTo>
                <a:lnTo>
                  <a:pt x="400936" y="24862"/>
                </a:lnTo>
                <a:lnTo>
                  <a:pt x="400741" y="24794"/>
                </a:lnTo>
                <a:lnTo>
                  <a:pt x="400543" y="24732"/>
                </a:lnTo>
                <a:lnTo>
                  <a:pt x="400341" y="24675"/>
                </a:lnTo>
                <a:lnTo>
                  <a:pt x="400137" y="24625"/>
                </a:lnTo>
                <a:lnTo>
                  <a:pt x="399929" y="24581"/>
                </a:lnTo>
                <a:lnTo>
                  <a:pt x="399717" y="24542"/>
                </a:lnTo>
                <a:lnTo>
                  <a:pt x="399502" y="24510"/>
                </a:lnTo>
                <a:lnTo>
                  <a:pt x="399284" y="24483"/>
                </a:lnTo>
                <a:lnTo>
                  <a:pt x="399062" y="24462"/>
                </a:lnTo>
                <a:lnTo>
                  <a:pt x="398837" y="24447"/>
                </a:lnTo>
                <a:lnTo>
                  <a:pt x="398609" y="24439"/>
                </a:lnTo>
                <a:lnTo>
                  <a:pt x="398377" y="24436"/>
                </a:lnTo>
                <a:lnTo>
                  <a:pt x="397865" y="24454"/>
                </a:lnTo>
                <a:lnTo>
                  <a:pt x="397353" y="24508"/>
                </a:lnTo>
                <a:lnTo>
                  <a:pt x="396842" y="24600"/>
                </a:lnTo>
                <a:lnTo>
                  <a:pt x="396333" y="24727"/>
                </a:lnTo>
                <a:lnTo>
                  <a:pt x="395824" y="24891"/>
                </a:lnTo>
                <a:lnTo>
                  <a:pt x="395317" y="25091"/>
                </a:lnTo>
                <a:lnTo>
                  <a:pt x="394810" y="25328"/>
                </a:lnTo>
                <a:lnTo>
                  <a:pt x="394305" y="25601"/>
                </a:lnTo>
                <a:lnTo>
                  <a:pt x="393801" y="25910"/>
                </a:lnTo>
                <a:lnTo>
                  <a:pt x="393297" y="26256"/>
                </a:lnTo>
                <a:lnTo>
                  <a:pt x="392795" y="26639"/>
                </a:lnTo>
                <a:lnTo>
                  <a:pt x="392294" y="27057"/>
                </a:lnTo>
                <a:lnTo>
                  <a:pt x="391794" y="27513"/>
                </a:lnTo>
                <a:lnTo>
                  <a:pt x="391295" y="28004"/>
                </a:lnTo>
                <a:lnTo>
                  <a:pt x="390797" y="28532"/>
                </a:lnTo>
                <a:lnTo>
                  <a:pt x="390300" y="29097"/>
                </a:lnTo>
                <a:lnTo>
                  <a:pt x="389804" y="29697"/>
                </a:lnTo>
                <a:lnTo>
                  <a:pt x="389310" y="30335"/>
                </a:lnTo>
                <a:lnTo>
                  <a:pt x="388816" y="31008"/>
                </a:lnTo>
                <a:lnTo>
                  <a:pt x="388323" y="31718"/>
                </a:lnTo>
                <a:lnTo>
                  <a:pt x="387832" y="32465"/>
                </a:lnTo>
                <a:lnTo>
                  <a:pt x="387341" y="33248"/>
                </a:lnTo>
                <a:lnTo>
                  <a:pt x="386852" y="34067"/>
                </a:lnTo>
                <a:lnTo>
                  <a:pt x="386363" y="34923"/>
                </a:lnTo>
                <a:lnTo>
                  <a:pt x="386363" y="24436"/>
                </a:lnTo>
                <a:lnTo>
                  <a:pt x="384225" y="24436"/>
                </a:lnTo>
                <a:lnTo>
                  <a:pt x="370124" y="30125"/>
                </a:lnTo>
                <a:lnTo>
                  <a:pt x="370633" y="31954"/>
                </a:lnTo>
                <a:lnTo>
                  <a:pt x="370798" y="31892"/>
                </a:lnTo>
                <a:lnTo>
                  <a:pt x="370961" y="31832"/>
                </a:lnTo>
                <a:close/>
                <a:moveTo>
                  <a:pt x="352500" y="66994"/>
                </a:moveTo>
                <a:lnTo>
                  <a:pt x="352527" y="67304"/>
                </a:lnTo>
                <a:lnTo>
                  <a:pt x="352558" y="67605"/>
                </a:lnTo>
                <a:lnTo>
                  <a:pt x="352595" y="67898"/>
                </a:lnTo>
                <a:lnTo>
                  <a:pt x="352636" y="68182"/>
                </a:lnTo>
                <a:lnTo>
                  <a:pt x="352682" y="68458"/>
                </a:lnTo>
                <a:lnTo>
                  <a:pt x="352734" y="68725"/>
                </a:lnTo>
                <a:lnTo>
                  <a:pt x="352790" y="68984"/>
                </a:lnTo>
                <a:lnTo>
                  <a:pt x="352851" y="69234"/>
                </a:lnTo>
                <a:lnTo>
                  <a:pt x="352917" y="69476"/>
                </a:lnTo>
                <a:lnTo>
                  <a:pt x="352988" y="69709"/>
                </a:lnTo>
                <a:lnTo>
                  <a:pt x="353064" y="69934"/>
                </a:lnTo>
                <a:lnTo>
                  <a:pt x="353145" y="70151"/>
                </a:lnTo>
                <a:lnTo>
                  <a:pt x="353231" y="70359"/>
                </a:lnTo>
                <a:lnTo>
                  <a:pt x="353322" y="70558"/>
                </a:lnTo>
                <a:lnTo>
                  <a:pt x="353418" y="70749"/>
                </a:lnTo>
                <a:lnTo>
                  <a:pt x="353518" y="70931"/>
                </a:lnTo>
                <a:lnTo>
                  <a:pt x="353624" y="71105"/>
                </a:lnTo>
                <a:lnTo>
                  <a:pt x="353735" y="71271"/>
                </a:lnTo>
                <a:lnTo>
                  <a:pt x="353850" y="71428"/>
                </a:lnTo>
                <a:lnTo>
                  <a:pt x="353971" y="71576"/>
                </a:lnTo>
                <a:lnTo>
                  <a:pt x="354096" y="71717"/>
                </a:lnTo>
                <a:lnTo>
                  <a:pt x="354224" y="71853"/>
                </a:lnTo>
                <a:lnTo>
                  <a:pt x="354356" y="71982"/>
                </a:lnTo>
                <a:lnTo>
                  <a:pt x="354491" y="72105"/>
                </a:lnTo>
                <a:lnTo>
                  <a:pt x="354630" y="72222"/>
                </a:lnTo>
                <a:lnTo>
                  <a:pt x="354773" y="72333"/>
                </a:lnTo>
                <a:lnTo>
                  <a:pt x="354919" y="72438"/>
                </a:lnTo>
                <a:lnTo>
                  <a:pt x="355068" y="72538"/>
                </a:lnTo>
                <a:lnTo>
                  <a:pt x="355221" y="72631"/>
                </a:lnTo>
                <a:lnTo>
                  <a:pt x="355378" y="72718"/>
                </a:lnTo>
                <a:lnTo>
                  <a:pt x="355538" y="72799"/>
                </a:lnTo>
                <a:lnTo>
                  <a:pt x="355702" y="72874"/>
                </a:lnTo>
                <a:lnTo>
                  <a:pt x="355869" y="72943"/>
                </a:lnTo>
                <a:lnTo>
                  <a:pt x="356040" y="73006"/>
                </a:lnTo>
                <a:lnTo>
                  <a:pt x="356214" y="73064"/>
                </a:lnTo>
                <a:lnTo>
                  <a:pt x="356392" y="73115"/>
                </a:lnTo>
                <a:lnTo>
                  <a:pt x="356573" y="73160"/>
                </a:lnTo>
                <a:lnTo>
                  <a:pt x="356758" y="73199"/>
                </a:lnTo>
                <a:lnTo>
                  <a:pt x="356946" y="73232"/>
                </a:lnTo>
                <a:lnTo>
                  <a:pt x="357138" y="73259"/>
                </a:lnTo>
                <a:lnTo>
                  <a:pt x="357334" y="73280"/>
                </a:lnTo>
                <a:lnTo>
                  <a:pt x="357533" y="73295"/>
                </a:lnTo>
                <a:lnTo>
                  <a:pt x="357736" y="73304"/>
                </a:lnTo>
                <a:lnTo>
                  <a:pt x="357942" y="73307"/>
                </a:lnTo>
                <a:lnTo>
                  <a:pt x="358375" y="73294"/>
                </a:lnTo>
                <a:lnTo>
                  <a:pt x="358811" y="73254"/>
                </a:lnTo>
                <a:lnTo>
                  <a:pt x="359248" y="73188"/>
                </a:lnTo>
                <a:lnTo>
                  <a:pt x="359687" y="73095"/>
                </a:lnTo>
                <a:lnTo>
                  <a:pt x="360127" y="72975"/>
                </a:lnTo>
                <a:lnTo>
                  <a:pt x="360570" y="72830"/>
                </a:lnTo>
                <a:lnTo>
                  <a:pt x="361014" y="72657"/>
                </a:lnTo>
                <a:lnTo>
                  <a:pt x="361460" y="72458"/>
                </a:lnTo>
                <a:lnTo>
                  <a:pt x="361908" y="72233"/>
                </a:lnTo>
                <a:lnTo>
                  <a:pt x="362357" y="71981"/>
                </a:lnTo>
                <a:lnTo>
                  <a:pt x="362808" y="71703"/>
                </a:lnTo>
                <a:lnTo>
                  <a:pt x="363261" y="71398"/>
                </a:lnTo>
                <a:lnTo>
                  <a:pt x="363716" y="71066"/>
                </a:lnTo>
                <a:lnTo>
                  <a:pt x="364173" y="70709"/>
                </a:lnTo>
                <a:lnTo>
                  <a:pt x="364631" y="70324"/>
                </a:lnTo>
                <a:lnTo>
                  <a:pt x="365091" y="69913"/>
                </a:lnTo>
                <a:lnTo>
                  <a:pt x="365553" y="69476"/>
                </a:lnTo>
                <a:lnTo>
                  <a:pt x="366017" y="69012"/>
                </a:lnTo>
                <a:lnTo>
                  <a:pt x="366482" y="68521"/>
                </a:lnTo>
                <a:lnTo>
                  <a:pt x="366949" y="68004"/>
                </a:lnTo>
                <a:lnTo>
                  <a:pt x="367418" y="67461"/>
                </a:lnTo>
                <a:lnTo>
                  <a:pt x="367889" y="66890"/>
                </a:lnTo>
                <a:lnTo>
                  <a:pt x="368362" y="66294"/>
                </a:lnTo>
                <a:lnTo>
                  <a:pt x="368836" y="65671"/>
                </a:lnTo>
                <a:lnTo>
                  <a:pt x="368836" y="62820"/>
                </a:lnTo>
                <a:lnTo>
                  <a:pt x="368585" y="63070"/>
                </a:lnTo>
                <a:lnTo>
                  <a:pt x="368341" y="63312"/>
                </a:lnTo>
                <a:lnTo>
                  <a:pt x="368103" y="63546"/>
                </a:lnTo>
                <a:lnTo>
                  <a:pt x="367873" y="63772"/>
                </a:lnTo>
                <a:lnTo>
                  <a:pt x="367649" y="63989"/>
                </a:lnTo>
                <a:lnTo>
                  <a:pt x="367433" y="64198"/>
                </a:lnTo>
                <a:lnTo>
                  <a:pt x="367223" y="64398"/>
                </a:lnTo>
                <a:lnTo>
                  <a:pt x="367020" y="64590"/>
                </a:lnTo>
                <a:lnTo>
                  <a:pt x="366824" y="64774"/>
                </a:lnTo>
                <a:lnTo>
                  <a:pt x="366635" y="64950"/>
                </a:lnTo>
                <a:lnTo>
                  <a:pt x="366453" y="65117"/>
                </a:lnTo>
                <a:lnTo>
                  <a:pt x="366278" y="65276"/>
                </a:lnTo>
                <a:lnTo>
                  <a:pt x="366109" y="65427"/>
                </a:lnTo>
                <a:lnTo>
                  <a:pt x="365948" y="65569"/>
                </a:lnTo>
                <a:lnTo>
                  <a:pt x="365793" y="65703"/>
                </a:lnTo>
                <a:lnTo>
                  <a:pt x="365646" y="65829"/>
                </a:lnTo>
                <a:lnTo>
                  <a:pt x="365505" y="65947"/>
                </a:lnTo>
                <a:lnTo>
                  <a:pt x="365371" y="66056"/>
                </a:lnTo>
                <a:lnTo>
                  <a:pt x="365244" y="66157"/>
                </a:lnTo>
                <a:lnTo>
                  <a:pt x="365124" y="66249"/>
                </a:lnTo>
                <a:lnTo>
                  <a:pt x="365011" y="66333"/>
                </a:lnTo>
                <a:lnTo>
                  <a:pt x="364904" y="66409"/>
                </a:lnTo>
                <a:lnTo>
                  <a:pt x="364805" y="66477"/>
                </a:lnTo>
                <a:lnTo>
                  <a:pt x="364712" y="66536"/>
                </a:lnTo>
                <a:lnTo>
                  <a:pt x="364661" y="66565"/>
                </a:lnTo>
                <a:lnTo>
                  <a:pt x="364609" y="66593"/>
                </a:lnTo>
                <a:lnTo>
                  <a:pt x="364556" y="66620"/>
                </a:lnTo>
                <a:lnTo>
                  <a:pt x="364503" y="66645"/>
                </a:lnTo>
                <a:lnTo>
                  <a:pt x="364449" y="66669"/>
                </a:lnTo>
                <a:lnTo>
                  <a:pt x="364394" y="66692"/>
                </a:lnTo>
                <a:lnTo>
                  <a:pt x="364339" y="66714"/>
                </a:lnTo>
                <a:lnTo>
                  <a:pt x="364282" y="66734"/>
                </a:lnTo>
                <a:lnTo>
                  <a:pt x="364226" y="66753"/>
                </a:lnTo>
                <a:lnTo>
                  <a:pt x="364168" y="66771"/>
                </a:lnTo>
                <a:lnTo>
                  <a:pt x="364110" y="66788"/>
                </a:lnTo>
                <a:lnTo>
                  <a:pt x="364051" y="66803"/>
                </a:lnTo>
                <a:lnTo>
                  <a:pt x="363991" y="66818"/>
                </a:lnTo>
                <a:lnTo>
                  <a:pt x="363930" y="66831"/>
                </a:lnTo>
                <a:lnTo>
                  <a:pt x="363869" y="66842"/>
                </a:lnTo>
                <a:lnTo>
                  <a:pt x="363807" y="66853"/>
                </a:lnTo>
                <a:lnTo>
                  <a:pt x="363745" y="66862"/>
                </a:lnTo>
                <a:lnTo>
                  <a:pt x="363681" y="66870"/>
                </a:lnTo>
                <a:lnTo>
                  <a:pt x="363617" y="66877"/>
                </a:lnTo>
                <a:lnTo>
                  <a:pt x="363553" y="66883"/>
                </a:lnTo>
                <a:lnTo>
                  <a:pt x="363487" y="66887"/>
                </a:lnTo>
                <a:lnTo>
                  <a:pt x="363421" y="66890"/>
                </a:lnTo>
                <a:lnTo>
                  <a:pt x="363354" y="66892"/>
                </a:lnTo>
                <a:lnTo>
                  <a:pt x="363287" y="66893"/>
                </a:lnTo>
                <a:lnTo>
                  <a:pt x="363224" y="66892"/>
                </a:lnTo>
                <a:lnTo>
                  <a:pt x="363161" y="66889"/>
                </a:lnTo>
                <a:lnTo>
                  <a:pt x="363099" y="66885"/>
                </a:lnTo>
                <a:lnTo>
                  <a:pt x="363037" y="66878"/>
                </a:lnTo>
                <a:lnTo>
                  <a:pt x="362976" y="66871"/>
                </a:lnTo>
                <a:lnTo>
                  <a:pt x="362916" y="66861"/>
                </a:lnTo>
                <a:lnTo>
                  <a:pt x="362857" y="66849"/>
                </a:lnTo>
                <a:lnTo>
                  <a:pt x="362798" y="66836"/>
                </a:lnTo>
                <a:lnTo>
                  <a:pt x="362739" y="66821"/>
                </a:lnTo>
                <a:lnTo>
                  <a:pt x="362682" y="66804"/>
                </a:lnTo>
                <a:lnTo>
                  <a:pt x="362624" y="66786"/>
                </a:lnTo>
                <a:lnTo>
                  <a:pt x="362568" y="66766"/>
                </a:lnTo>
                <a:lnTo>
                  <a:pt x="362512" y="66744"/>
                </a:lnTo>
                <a:lnTo>
                  <a:pt x="362457" y="66720"/>
                </a:lnTo>
                <a:lnTo>
                  <a:pt x="362402" y="66694"/>
                </a:lnTo>
                <a:lnTo>
                  <a:pt x="362348" y="66667"/>
                </a:lnTo>
                <a:lnTo>
                  <a:pt x="362295" y="66638"/>
                </a:lnTo>
                <a:lnTo>
                  <a:pt x="362242" y="66607"/>
                </a:lnTo>
                <a:lnTo>
                  <a:pt x="362190" y="66575"/>
                </a:lnTo>
                <a:lnTo>
                  <a:pt x="362138" y="66540"/>
                </a:lnTo>
                <a:lnTo>
                  <a:pt x="362087" y="66504"/>
                </a:lnTo>
                <a:lnTo>
                  <a:pt x="362037" y="66466"/>
                </a:lnTo>
                <a:lnTo>
                  <a:pt x="361987" y="66426"/>
                </a:lnTo>
                <a:lnTo>
                  <a:pt x="361938" y="66385"/>
                </a:lnTo>
                <a:lnTo>
                  <a:pt x="361890" y="66341"/>
                </a:lnTo>
                <a:lnTo>
                  <a:pt x="361843" y="66293"/>
                </a:lnTo>
                <a:lnTo>
                  <a:pt x="361797" y="66242"/>
                </a:lnTo>
                <a:lnTo>
                  <a:pt x="361752" y="66188"/>
                </a:lnTo>
                <a:lnTo>
                  <a:pt x="361708" y="66130"/>
                </a:lnTo>
                <a:lnTo>
                  <a:pt x="361666" y="66069"/>
                </a:lnTo>
                <a:lnTo>
                  <a:pt x="361625" y="66004"/>
                </a:lnTo>
                <a:lnTo>
                  <a:pt x="361584" y="65936"/>
                </a:lnTo>
                <a:lnTo>
                  <a:pt x="361545" y="65864"/>
                </a:lnTo>
                <a:lnTo>
                  <a:pt x="361507" y="65789"/>
                </a:lnTo>
                <a:lnTo>
                  <a:pt x="361471" y="65710"/>
                </a:lnTo>
                <a:lnTo>
                  <a:pt x="361435" y="65628"/>
                </a:lnTo>
                <a:lnTo>
                  <a:pt x="361401" y="65543"/>
                </a:lnTo>
                <a:lnTo>
                  <a:pt x="361367" y="65454"/>
                </a:lnTo>
                <a:lnTo>
                  <a:pt x="361335" y="65362"/>
                </a:lnTo>
                <a:lnTo>
                  <a:pt x="361304" y="65266"/>
                </a:lnTo>
                <a:lnTo>
                  <a:pt x="361275" y="65167"/>
                </a:lnTo>
                <a:lnTo>
                  <a:pt x="361246" y="65064"/>
                </a:lnTo>
                <a:lnTo>
                  <a:pt x="361218" y="64958"/>
                </a:lnTo>
                <a:lnTo>
                  <a:pt x="361192" y="64848"/>
                </a:lnTo>
                <a:lnTo>
                  <a:pt x="361167" y="64735"/>
                </a:lnTo>
                <a:lnTo>
                  <a:pt x="361143" y="64619"/>
                </a:lnTo>
                <a:lnTo>
                  <a:pt x="361120" y="64499"/>
                </a:lnTo>
                <a:lnTo>
                  <a:pt x="361098" y="64376"/>
                </a:lnTo>
                <a:lnTo>
                  <a:pt x="361077" y="64242"/>
                </a:lnTo>
                <a:lnTo>
                  <a:pt x="361057" y="64090"/>
                </a:lnTo>
                <a:lnTo>
                  <a:pt x="361038" y="63920"/>
                </a:lnTo>
                <a:lnTo>
                  <a:pt x="361020" y="63732"/>
                </a:lnTo>
                <a:lnTo>
                  <a:pt x="361003" y="63527"/>
                </a:lnTo>
                <a:lnTo>
                  <a:pt x="360987" y="63303"/>
                </a:lnTo>
                <a:lnTo>
                  <a:pt x="360971" y="63062"/>
                </a:lnTo>
                <a:lnTo>
                  <a:pt x="360956" y="62802"/>
                </a:lnTo>
                <a:lnTo>
                  <a:pt x="360943" y="62525"/>
                </a:lnTo>
                <a:lnTo>
                  <a:pt x="360930" y="62230"/>
                </a:lnTo>
                <a:lnTo>
                  <a:pt x="360918" y="61917"/>
                </a:lnTo>
                <a:lnTo>
                  <a:pt x="360907" y="61585"/>
                </a:lnTo>
                <a:lnTo>
                  <a:pt x="360897" y="61236"/>
                </a:lnTo>
                <a:lnTo>
                  <a:pt x="360888" y="60870"/>
                </a:lnTo>
                <a:lnTo>
                  <a:pt x="360879" y="60485"/>
                </a:lnTo>
                <a:lnTo>
                  <a:pt x="360872" y="60082"/>
                </a:lnTo>
                <a:lnTo>
                  <a:pt x="360865" y="59661"/>
                </a:lnTo>
                <a:lnTo>
                  <a:pt x="360859" y="59223"/>
                </a:lnTo>
                <a:lnTo>
                  <a:pt x="360854" y="58766"/>
                </a:lnTo>
                <a:lnTo>
                  <a:pt x="360850" y="58292"/>
                </a:lnTo>
                <a:lnTo>
                  <a:pt x="360847" y="57799"/>
                </a:lnTo>
                <a:lnTo>
                  <a:pt x="360845" y="57289"/>
                </a:lnTo>
                <a:lnTo>
                  <a:pt x="360844" y="56761"/>
                </a:lnTo>
                <a:lnTo>
                  <a:pt x="360843" y="56215"/>
                </a:lnTo>
                <a:lnTo>
                  <a:pt x="360843" y="40402"/>
                </a:lnTo>
                <a:lnTo>
                  <a:pt x="360842" y="39846"/>
                </a:lnTo>
                <a:lnTo>
                  <a:pt x="360837" y="39306"/>
                </a:lnTo>
                <a:lnTo>
                  <a:pt x="360829" y="38782"/>
                </a:lnTo>
                <a:lnTo>
                  <a:pt x="360818" y="38274"/>
                </a:lnTo>
                <a:lnTo>
                  <a:pt x="360804" y="37782"/>
                </a:lnTo>
                <a:lnTo>
                  <a:pt x="360786" y="37306"/>
                </a:lnTo>
                <a:lnTo>
                  <a:pt x="360765" y="36846"/>
                </a:lnTo>
                <a:lnTo>
                  <a:pt x="360742" y="36402"/>
                </a:lnTo>
                <a:lnTo>
                  <a:pt x="360715" y="35973"/>
                </a:lnTo>
                <a:lnTo>
                  <a:pt x="360684" y="35561"/>
                </a:lnTo>
                <a:lnTo>
                  <a:pt x="360651" y="35164"/>
                </a:lnTo>
                <a:lnTo>
                  <a:pt x="360614" y="34783"/>
                </a:lnTo>
                <a:lnTo>
                  <a:pt x="360575" y="34418"/>
                </a:lnTo>
                <a:lnTo>
                  <a:pt x="360532" y="34069"/>
                </a:lnTo>
                <a:lnTo>
                  <a:pt x="360485" y="33736"/>
                </a:lnTo>
                <a:lnTo>
                  <a:pt x="360436" y="33419"/>
                </a:lnTo>
                <a:lnTo>
                  <a:pt x="360384" y="33117"/>
                </a:lnTo>
                <a:lnTo>
                  <a:pt x="360328" y="32832"/>
                </a:lnTo>
                <a:lnTo>
                  <a:pt x="360269" y="32562"/>
                </a:lnTo>
                <a:lnTo>
                  <a:pt x="360207" y="32309"/>
                </a:lnTo>
                <a:lnTo>
                  <a:pt x="360142" y="32071"/>
                </a:lnTo>
                <a:lnTo>
                  <a:pt x="360073" y="31849"/>
                </a:lnTo>
                <a:lnTo>
                  <a:pt x="360002" y="31643"/>
                </a:lnTo>
                <a:lnTo>
                  <a:pt x="359927" y="31453"/>
                </a:lnTo>
                <a:lnTo>
                  <a:pt x="359806" y="31176"/>
                </a:lnTo>
                <a:lnTo>
                  <a:pt x="359679" y="30906"/>
                </a:lnTo>
                <a:lnTo>
                  <a:pt x="359546" y="30642"/>
                </a:lnTo>
                <a:lnTo>
                  <a:pt x="359408" y="30383"/>
                </a:lnTo>
                <a:lnTo>
                  <a:pt x="359265" y="30132"/>
                </a:lnTo>
                <a:lnTo>
                  <a:pt x="359116" y="29886"/>
                </a:lnTo>
                <a:lnTo>
                  <a:pt x="358961" y="29646"/>
                </a:lnTo>
                <a:lnTo>
                  <a:pt x="358801" y="29413"/>
                </a:lnTo>
                <a:lnTo>
                  <a:pt x="358636" y="29186"/>
                </a:lnTo>
                <a:lnTo>
                  <a:pt x="358465" y="28965"/>
                </a:lnTo>
                <a:lnTo>
                  <a:pt x="358289" y="28750"/>
                </a:lnTo>
                <a:lnTo>
                  <a:pt x="358107" y="28541"/>
                </a:lnTo>
                <a:lnTo>
                  <a:pt x="357920" y="28339"/>
                </a:lnTo>
                <a:lnTo>
                  <a:pt x="357727" y="28143"/>
                </a:lnTo>
                <a:lnTo>
                  <a:pt x="357529" y="27952"/>
                </a:lnTo>
                <a:lnTo>
                  <a:pt x="357325" y="27768"/>
                </a:lnTo>
                <a:lnTo>
                  <a:pt x="357116" y="27591"/>
                </a:lnTo>
                <a:lnTo>
                  <a:pt x="356901" y="27419"/>
                </a:lnTo>
                <a:lnTo>
                  <a:pt x="356681" y="27254"/>
                </a:lnTo>
                <a:lnTo>
                  <a:pt x="356455" y="27095"/>
                </a:lnTo>
                <a:lnTo>
                  <a:pt x="356224" y="26942"/>
                </a:lnTo>
                <a:lnTo>
                  <a:pt x="355988" y="26795"/>
                </a:lnTo>
                <a:lnTo>
                  <a:pt x="355746" y="26654"/>
                </a:lnTo>
                <a:lnTo>
                  <a:pt x="355498" y="26520"/>
                </a:lnTo>
                <a:lnTo>
                  <a:pt x="355163" y="26350"/>
                </a:lnTo>
                <a:lnTo>
                  <a:pt x="354821" y="26187"/>
                </a:lnTo>
                <a:lnTo>
                  <a:pt x="354470" y="26031"/>
                </a:lnTo>
                <a:lnTo>
                  <a:pt x="354112" y="25883"/>
                </a:lnTo>
                <a:lnTo>
                  <a:pt x="353746" y="25742"/>
                </a:lnTo>
                <a:lnTo>
                  <a:pt x="353373" y="25608"/>
                </a:lnTo>
                <a:lnTo>
                  <a:pt x="352991" y="25481"/>
                </a:lnTo>
                <a:lnTo>
                  <a:pt x="352602" y="25362"/>
                </a:lnTo>
                <a:lnTo>
                  <a:pt x="352205" y="25250"/>
                </a:lnTo>
                <a:lnTo>
                  <a:pt x="351800" y="25145"/>
                </a:lnTo>
                <a:lnTo>
                  <a:pt x="351388" y="25047"/>
                </a:lnTo>
                <a:lnTo>
                  <a:pt x="350967" y="24957"/>
                </a:lnTo>
                <a:lnTo>
                  <a:pt x="350539" y="24873"/>
                </a:lnTo>
                <a:lnTo>
                  <a:pt x="350103" y="24797"/>
                </a:lnTo>
                <a:lnTo>
                  <a:pt x="349660" y="24729"/>
                </a:lnTo>
                <a:lnTo>
                  <a:pt x="349208" y="24667"/>
                </a:lnTo>
                <a:lnTo>
                  <a:pt x="348749" y="24613"/>
                </a:lnTo>
                <a:lnTo>
                  <a:pt x="348282" y="24566"/>
                </a:lnTo>
                <a:lnTo>
                  <a:pt x="347807" y="24526"/>
                </a:lnTo>
                <a:lnTo>
                  <a:pt x="347325" y="24494"/>
                </a:lnTo>
                <a:lnTo>
                  <a:pt x="346834" y="24468"/>
                </a:lnTo>
                <a:lnTo>
                  <a:pt x="346336" y="24450"/>
                </a:lnTo>
                <a:lnTo>
                  <a:pt x="345830" y="24439"/>
                </a:lnTo>
                <a:lnTo>
                  <a:pt x="345317" y="24436"/>
                </a:lnTo>
                <a:lnTo>
                  <a:pt x="344648" y="24442"/>
                </a:lnTo>
                <a:lnTo>
                  <a:pt x="343993" y="24461"/>
                </a:lnTo>
                <a:lnTo>
                  <a:pt x="343349" y="24493"/>
                </a:lnTo>
                <a:lnTo>
                  <a:pt x="342719" y="24537"/>
                </a:lnTo>
                <a:lnTo>
                  <a:pt x="342101" y="24594"/>
                </a:lnTo>
                <a:lnTo>
                  <a:pt x="341495" y="24664"/>
                </a:lnTo>
                <a:lnTo>
                  <a:pt x="340902" y="24747"/>
                </a:lnTo>
                <a:lnTo>
                  <a:pt x="340322" y="24842"/>
                </a:lnTo>
                <a:lnTo>
                  <a:pt x="339754" y="24950"/>
                </a:lnTo>
                <a:lnTo>
                  <a:pt x="339199" y="25070"/>
                </a:lnTo>
                <a:lnTo>
                  <a:pt x="338656" y="25203"/>
                </a:lnTo>
                <a:lnTo>
                  <a:pt x="338126" y="25349"/>
                </a:lnTo>
                <a:lnTo>
                  <a:pt x="337608" y="25508"/>
                </a:lnTo>
                <a:lnTo>
                  <a:pt x="337103" y="25679"/>
                </a:lnTo>
                <a:lnTo>
                  <a:pt x="336611" y="25863"/>
                </a:lnTo>
                <a:lnTo>
                  <a:pt x="336131" y="26060"/>
                </a:lnTo>
                <a:lnTo>
                  <a:pt x="335663" y="26269"/>
                </a:lnTo>
                <a:lnTo>
                  <a:pt x="335208" y="26491"/>
                </a:lnTo>
                <a:lnTo>
                  <a:pt x="334766" y="26726"/>
                </a:lnTo>
                <a:lnTo>
                  <a:pt x="334336" y="26973"/>
                </a:lnTo>
                <a:lnTo>
                  <a:pt x="333919" y="27233"/>
                </a:lnTo>
                <a:lnTo>
                  <a:pt x="333514" y="27506"/>
                </a:lnTo>
                <a:lnTo>
                  <a:pt x="333122" y="27792"/>
                </a:lnTo>
                <a:lnTo>
                  <a:pt x="332742" y="28090"/>
                </a:lnTo>
                <a:lnTo>
                  <a:pt x="332377" y="28396"/>
                </a:lnTo>
                <a:lnTo>
                  <a:pt x="332027" y="28704"/>
                </a:lnTo>
                <a:lnTo>
                  <a:pt x="331692" y="29014"/>
                </a:lnTo>
                <a:lnTo>
                  <a:pt x="331374" y="29328"/>
                </a:lnTo>
                <a:lnTo>
                  <a:pt x="331070" y="29643"/>
                </a:lnTo>
                <a:lnTo>
                  <a:pt x="330782" y="29961"/>
                </a:lnTo>
                <a:lnTo>
                  <a:pt x="330510" y="30282"/>
                </a:lnTo>
                <a:lnTo>
                  <a:pt x="330254" y="30605"/>
                </a:lnTo>
                <a:lnTo>
                  <a:pt x="330012" y="30930"/>
                </a:lnTo>
                <a:lnTo>
                  <a:pt x="329787" y="31258"/>
                </a:lnTo>
                <a:lnTo>
                  <a:pt x="329577" y="31589"/>
                </a:lnTo>
                <a:lnTo>
                  <a:pt x="329382" y="31921"/>
                </a:lnTo>
                <a:lnTo>
                  <a:pt x="329204" y="32257"/>
                </a:lnTo>
                <a:lnTo>
                  <a:pt x="329040" y="32595"/>
                </a:lnTo>
                <a:lnTo>
                  <a:pt x="328892" y="32935"/>
                </a:lnTo>
                <a:lnTo>
                  <a:pt x="328760" y="33277"/>
                </a:lnTo>
                <a:lnTo>
                  <a:pt x="328644" y="33623"/>
                </a:lnTo>
                <a:lnTo>
                  <a:pt x="328543" y="33970"/>
                </a:lnTo>
                <a:lnTo>
                  <a:pt x="328457" y="34320"/>
                </a:lnTo>
                <a:lnTo>
                  <a:pt x="328387" y="34673"/>
                </a:lnTo>
                <a:lnTo>
                  <a:pt x="328333" y="35028"/>
                </a:lnTo>
                <a:lnTo>
                  <a:pt x="328294" y="35385"/>
                </a:lnTo>
                <a:lnTo>
                  <a:pt x="328270" y="35745"/>
                </a:lnTo>
                <a:lnTo>
                  <a:pt x="328263" y="36108"/>
                </a:lnTo>
                <a:lnTo>
                  <a:pt x="328265" y="36296"/>
                </a:lnTo>
                <a:lnTo>
                  <a:pt x="328271" y="36482"/>
                </a:lnTo>
                <a:lnTo>
                  <a:pt x="328281" y="36664"/>
                </a:lnTo>
                <a:lnTo>
                  <a:pt x="328296" y="36843"/>
                </a:lnTo>
                <a:lnTo>
                  <a:pt x="328314" y="37018"/>
                </a:lnTo>
                <a:lnTo>
                  <a:pt x="328337" y="37190"/>
                </a:lnTo>
                <a:lnTo>
                  <a:pt x="328364" y="37358"/>
                </a:lnTo>
                <a:lnTo>
                  <a:pt x="328395" y="37524"/>
                </a:lnTo>
                <a:lnTo>
                  <a:pt x="328431" y="37686"/>
                </a:lnTo>
                <a:lnTo>
                  <a:pt x="328470" y="37844"/>
                </a:lnTo>
                <a:lnTo>
                  <a:pt x="328514" y="37999"/>
                </a:lnTo>
                <a:lnTo>
                  <a:pt x="328562" y="38151"/>
                </a:lnTo>
                <a:lnTo>
                  <a:pt x="328614" y="38300"/>
                </a:lnTo>
                <a:lnTo>
                  <a:pt x="328670" y="38445"/>
                </a:lnTo>
                <a:lnTo>
                  <a:pt x="328730" y="38587"/>
                </a:lnTo>
                <a:lnTo>
                  <a:pt x="328794" y="38725"/>
                </a:lnTo>
                <a:lnTo>
                  <a:pt x="328863" y="38860"/>
                </a:lnTo>
                <a:lnTo>
                  <a:pt x="328935" y="38992"/>
                </a:lnTo>
                <a:lnTo>
                  <a:pt x="329012" y="39121"/>
                </a:lnTo>
                <a:lnTo>
                  <a:pt x="329093" y="39246"/>
                </a:lnTo>
                <a:lnTo>
                  <a:pt x="329178" y="39368"/>
                </a:lnTo>
                <a:lnTo>
                  <a:pt x="329268" y="39486"/>
                </a:lnTo>
                <a:lnTo>
                  <a:pt x="329361" y="39601"/>
                </a:lnTo>
                <a:lnTo>
                  <a:pt x="329459" y="39713"/>
                </a:lnTo>
                <a:lnTo>
                  <a:pt x="329560" y="39820"/>
                </a:lnTo>
                <a:lnTo>
                  <a:pt x="329663" y="39923"/>
                </a:lnTo>
                <a:lnTo>
                  <a:pt x="329769" y="40022"/>
                </a:lnTo>
                <a:lnTo>
                  <a:pt x="329877" y="40116"/>
                </a:lnTo>
                <a:lnTo>
                  <a:pt x="329987" y="40205"/>
                </a:lnTo>
                <a:lnTo>
                  <a:pt x="330100" y="40290"/>
                </a:lnTo>
                <a:lnTo>
                  <a:pt x="330215" y="40370"/>
                </a:lnTo>
                <a:lnTo>
                  <a:pt x="330333" y="40445"/>
                </a:lnTo>
                <a:lnTo>
                  <a:pt x="330453" y="40516"/>
                </a:lnTo>
                <a:lnTo>
                  <a:pt x="330575" y="40583"/>
                </a:lnTo>
                <a:lnTo>
                  <a:pt x="330700" y="40645"/>
                </a:lnTo>
                <a:lnTo>
                  <a:pt x="330827" y="40702"/>
                </a:lnTo>
                <a:lnTo>
                  <a:pt x="330957" y="40754"/>
                </a:lnTo>
                <a:lnTo>
                  <a:pt x="331088" y="40803"/>
                </a:lnTo>
                <a:lnTo>
                  <a:pt x="331223" y="40846"/>
                </a:lnTo>
                <a:lnTo>
                  <a:pt x="331359" y="40885"/>
                </a:lnTo>
                <a:lnTo>
                  <a:pt x="331498" y="40919"/>
                </a:lnTo>
                <a:lnTo>
                  <a:pt x="331640" y="40949"/>
                </a:lnTo>
                <a:lnTo>
                  <a:pt x="331784" y="40974"/>
                </a:lnTo>
                <a:lnTo>
                  <a:pt x="331930" y="40995"/>
                </a:lnTo>
                <a:lnTo>
                  <a:pt x="332079" y="41011"/>
                </a:lnTo>
                <a:lnTo>
                  <a:pt x="332230" y="41022"/>
                </a:lnTo>
                <a:lnTo>
                  <a:pt x="332383" y="41029"/>
                </a:lnTo>
                <a:lnTo>
                  <a:pt x="332539" y="41032"/>
                </a:lnTo>
                <a:lnTo>
                  <a:pt x="332699" y="41029"/>
                </a:lnTo>
                <a:lnTo>
                  <a:pt x="332856" y="41023"/>
                </a:lnTo>
                <a:lnTo>
                  <a:pt x="333011" y="41012"/>
                </a:lnTo>
                <a:lnTo>
                  <a:pt x="333163" y="40996"/>
                </a:lnTo>
                <a:lnTo>
                  <a:pt x="333313" y="40976"/>
                </a:lnTo>
                <a:lnTo>
                  <a:pt x="333460" y="40952"/>
                </a:lnTo>
                <a:lnTo>
                  <a:pt x="333604" y="40924"/>
                </a:lnTo>
                <a:lnTo>
                  <a:pt x="333746" y="40891"/>
                </a:lnTo>
                <a:lnTo>
                  <a:pt x="333886" y="40853"/>
                </a:lnTo>
                <a:lnTo>
                  <a:pt x="334023" y="40811"/>
                </a:lnTo>
                <a:lnTo>
                  <a:pt x="334157" y="40765"/>
                </a:lnTo>
                <a:lnTo>
                  <a:pt x="334289" y="40715"/>
                </a:lnTo>
                <a:lnTo>
                  <a:pt x="334418" y="40660"/>
                </a:lnTo>
                <a:lnTo>
                  <a:pt x="334544" y="40600"/>
                </a:lnTo>
                <a:lnTo>
                  <a:pt x="334669" y="40536"/>
                </a:lnTo>
                <a:lnTo>
                  <a:pt x="334790" y="40468"/>
                </a:lnTo>
                <a:lnTo>
                  <a:pt x="334909" y="40395"/>
                </a:lnTo>
                <a:lnTo>
                  <a:pt x="335025" y="40318"/>
                </a:lnTo>
                <a:lnTo>
                  <a:pt x="335139" y="40237"/>
                </a:lnTo>
                <a:lnTo>
                  <a:pt x="335250" y="40151"/>
                </a:lnTo>
                <a:lnTo>
                  <a:pt x="335359" y="40061"/>
                </a:lnTo>
                <a:lnTo>
                  <a:pt x="335465" y="39966"/>
                </a:lnTo>
                <a:lnTo>
                  <a:pt x="335569" y="39867"/>
                </a:lnTo>
                <a:lnTo>
                  <a:pt x="335670" y="39764"/>
                </a:lnTo>
                <a:lnTo>
                  <a:pt x="335767" y="39656"/>
                </a:lnTo>
                <a:lnTo>
                  <a:pt x="335861" y="39545"/>
                </a:lnTo>
                <a:lnTo>
                  <a:pt x="335950" y="39430"/>
                </a:lnTo>
                <a:lnTo>
                  <a:pt x="336035" y="39311"/>
                </a:lnTo>
                <a:lnTo>
                  <a:pt x="336116" y="39189"/>
                </a:lnTo>
                <a:lnTo>
                  <a:pt x="336193" y="39063"/>
                </a:lnTo>
                <a:lnTo>
                  <a:pt x="336266" y="38933"/>
                </a:lnTo>
                <a:lnTo>
                  <a:pt x="336334" y="38800"/>
                </a:lnTo>
                <a:lnTo>
                  <a:pt x="336399" y="38663"/>
                </a:lnTo>
                <a:lnTo>
                  <a:pt x="336459" y="38522"/>
                </a:lnTo>
                <a:lnTo>
                  <a:pt x="336515" y="38378"/>
                </a:lnTo>
                <a:lnTo>
                  <a:pt x="336567" y="38230"/>
                </a:lnTo>
                <a:lnTo>
                  <a:pt x="336615" y="38078"/>
                </a:lnTo>
                <a:lnTo>
                  <a:pt x="336658" y="37922"/>
                </a:lnTo>
                <a:lnTo>
                  <a:pt x="336698" y="37763"/>
                </a:lnTo>
                <a:lnTo>
                  <a:pt x="336733" y="37600"/>
                </a:lnTo>
                <a:lnTo>
                  <a:pt x="336764" y="37433"/>
                </a:lnTo>
                <a:lnTo>
                  <a:pt x="336791" y="37263"/>
                </a:lnTo>
                <a:lnTo>
                  <a:pt x="336814" y="37089"/>
                </a:lnTo>
                <a:lnTo>
                  <a:pt x="336833" y="36911"/>
                </a:lnTo>
                <a:lnTo>
                  <a:pt x="336847" y="36730"/>
                </a:lnTo>
                <a:lnTo>
                  <a:pt x="336858" y="36545"/>
                </a:lnTo>
                <a:lnTo>
                  <a:pt x="336864" y="36356"/>
                </a:lnTo>
                <a:lnTo>
                  <a:pt x="336866" y="36163"/>
                </a:lnTo>
                <a:lnTo>
                  <a:pt x="336764" y="33222"/>
                </a:lnTo>
                <a:lnTo>
                  <a:pt x="336767" y="33037"/>
                </a:lnTo>
                <a:lnTo>
                  <a:pt x="336778" y="32854"/>
                </a:lnTo>
                <a:lnTo>
                  <a:pt x="336794" y="32672"/>
                </a:lnTo>
                <a:lnTo>
                  <a:pt x="336818" y="32492"/>
                </a:lnTo>
                <a:lnTo>
                  <a:pt x="336848" y="32314"/>
                </a:lnTo>
                <a:lnTo>
                  <a:pt x="336885" y="32138"/>
                </a:lnTo>
                <a:lnTo>
                  <a:pt x="336929" y="31963"/>
                </a:lnTo>
                <a:lnTo>
                  <a:pt x="336979" y="31790"/>
                </a:lnTo>
                <a:lnTo>
                  <a:pt x="337036" y="31619"/>
                </a:lnTo>
                <a:lnTo>
                  <a:pt x="337100" y="31450"/>
                </a:lnTo>
                <a:lnTo>
                  <a:pt x="337170" y="31283"/>
                </a:lnTo>
                <a:lnTo>
                  <a:pt x="337248" y="31117"/>
                </a:lnTo>
                <a:lnTo>
                  <a:pt x="337332" y="30953"/>
                </a:lnTo>
                <a:lnTo>
                  <a:pt x="337422" y="30791"/>
                </a:lnTo>
                <a:lnTo>
                  <a:pt x="337520" y="30630"/>
                </a:lnTo>
                <a:lnTo>
                  <a:pt x="337624" y="30472"/>
                </a:lnTo>
                <a:lnTo>
                  <a:pt x="337735" y="30315"/>
                </a:lnTo>
                <a:lnTo>
                  <a:pt x="337852" y="30159"/>
                </a:lnTo>
                <a:lnTo>
                  <a:pt x="337976" y="30006"/>
                </a:lnTo>
                <a:lnTo>
                  <a:pt x="338107" y="29854"/>
                </a:lnTo>
                <a:lnTo>
                  <a:pt x="338245" y="29705"/>
                </a:lnTo>
                <a:lnTo>
                  <a:pt x="338390" y="29556"/>
                </a:lnTo>
                <a:lnTo>
                  <a:pt x="338541" y="29410"/>
                </a:lnTo>
                <a:lnTo>
                  <a:pt x="338699" y="29266"/>
                </a:lnTo>
                <a:lnTo>
                  <a:pt x="338858" y="29125"/>
                </a:lnTo>
                <a:lnTo>
                  <a:pt x="339022" y="28990"/>
                </a:lnTo>
                <a:lnTo>
                  <a:pt x="339190" y="28861"/>
                </a:lnTo>
                <a:lnTo>
                  <a:pt x="339363" y="28739"/>
                </a:lnTo>
                <a:lnTo>
                  <a:pt x="339541" y="28622"/>
                </a:lnTo>
                <a:lnTo>
                  <a:pt x="339723" y="28511"/>
                </a:lnTo>
                <a:lnTo>
                  <a:pt x="339910" y="28406"/>
                </a:lnTo>
                <a:lnTo>
                  <a:pt x="340101" y="28307"/>
                </a:lnTo>
                <a:lnTo>
                  <a:pt x="340297" y="28215"/>
                </a:lnTo>
                <a:lnTo>
                  <a:pt x="340498" y="28128"/>
                </a:lnTo>
                <a:lnTo>
                  <a:pt x="340703" y="28047"/>
                </a:lnTo>
                <a:lnTo>
                  <a:pt x="340913" y="27972"/>
                </a:lnTo>
                <a:lnTo>
                  <a:pt x="341127" y="27903"/>
                </a:lnTo>
                <a:lnTo>
                  <a:pt x="341346" y="27840"/>
                </a:lnTo>
                <a:lnTo>
                  <a:pt x="341570" y="27784"/>
                </a:lnTo>
                <a:lnTo>
                  <a:pt x="341798" y="27733"/>
                </a:lnTo>
                <a:lnTo>
                  <a:pt x="342031" y="27688"/>
                </a:lnTo>
                <a:lnTo>
                  <a:pt x="342268" y="27649"/>
                </a:lnTo>
                <a:lnTo>
                  <a:pt x="342510" y="27616"/>
                </a:lnTo>
                <a:lnTo>
                  <a:pt x="342757" y="27589"/>
                </a:lnTo>
                <a:lnTo>
                  <a:pt x="343008" y="27568"/>
                </a:lnTo>
                <a:lnTo>
                  <a:pt x="343264" y="27553"/>
                </a:lnTo>
                <a:lnTo>
                  <a:pt x="343524" y="27544"/>
                </a:lnTo>
                <a:lnTo>
                  <a:pt x="343789" y="27541"/>
                </a:lnTo>
                <a:lnTo>
                  <a:pt x="344138" y="27546"/>
                </a:lnTo>
                <a:lnTo>
                  <a:pt x="344480" y="27559"/>
                </a:lnTo>
                <a:lnTo>
                  <a:pt x="344814" y="27582"/>
                </a:lnTo>
                <a:lnTo>
                  <a:pt x="345142" y="27613"/>
                </a:lnTo>
                <a:lnTo>
                  <a:pt x="345463" y="27654"/>
                </a:lnTo>
                <a:lnTo>
                  <a:pt x="345776" y="27703"/>
                </a:lnTo>
                <a:lnTo>
                  <a:pt x="346083" y="27762"/>
                </a:lnTo>
                <a:lnTo>
                  <a:pt x="346383" y="27829"/>
                </a:lnTo>
                <a:lnTo>
                  <a:pt x="346676" y="27906"/>
                </a:lnTo>
                <a:lnTo>
                  <a:pt x="346961" y="27992"/>
                </a:lnTo>
                <a:lnTo>
                  <a:pt x="347240" y="28086"/>
                </a:lnTo>
                <a:lnTo>
                  <a:pt x="347512" y="28190"/>
                </a:lnTo>
                <a:lnTo>
                  <a:pt x="347777" y="28303"/>
                </a:lnTo>
                <a:lnTo>
                  <a:pt x="348035" y="28424"/>
                </a:lnTo>
                <a:lnTo>
                  <a:pt x="348286" y="28555"/>
                </a:lnTo>
                <a:lnTo>
                  <a:pt x="348529" y="28695"/>
                </a:lnTo>
                <a:lnTo>
                  <a:pt x="348766" y="28844"/>
                </a:lnTo>
                <a:lnTo>
                  <a:pt x="348996" y="29001"/>
                </a:lnTo>
                <a:lnTo>
                  <a:pt x="349219" y="29168"/>
                </a:lnTo>
                <a:lnTo>
                  <a:pt x="349435" y="29344"/>
                </a:lnTo>
                <a:lnTo>
                  <a:pt x="349644" y="29529"/>
                </a:lnTo>
                <a:lnTo>
                  <a:pt x="349846" y="29723"/>
                </a:lnTo>
                <a:lnTo>
                  <a:pt x="350041" y="29925"/>
                </a:lnTo>
                <a:lnTo>
                  <a:pt x="350229" y="30137"/>
                </a:lnTo>
                <a:lnTo>
                  <a:pt x="350410" y="30361"/>
                </a:lnTo>
                <a:lnTo>
                  <a:pt x="350583" y="30600"/>
                </a:lnTo>
                <a:lnTo>
                  <a:pt x="350748" y="30855"/>
                </a:lnTo>
                <a:lnTo>
                  <a:pt x="350906" y="31124"/>
                </a:lnTo>
                <a:lnTo>
                  <a:pt x="351056" y="31409"/>
                </a:lnTo>
                <a:lnTo>
                  <a:pt x="351198" y="31709"/>
                </a:lnTo>
                <a:lnTo>
                  <a:pt x="351333" y="32024"/>
                </a:lnTo>
                <a:lnTo>
                  <a:pt x="351459" y="32355"/>
                </a:lnTo>
                <a:lnTo>
                  <a:pt x="351579" y="32700"/>
                </a:lnTo>
                <a:lnTo>
                  <a:pt x="351690" y="33061"/>
                </a:lnTo>
                <a:lnTo>
                  <a:pt x="351794" y="33437"/>
                </a:lnTo>
                <a:lnTo>
                  <a:pt x="351890" y="33828"/>
                </a:lnTo>
                <a:lnTo>
                  <a:pt x="351978" y="34234"/>
                </a:lnTo>
                <a:lnTo>
                  <a:pt x="352059" y="34656"/>
                </a:lnTo>
                <a:lnTo>
                  <a:pt x="352132" y="35093"/>
                </a:lnTo>
                <a:lnTo>
                  <a:pt x="352198" y="35545"/>
                </a:lnTo>
                <a:lnTo>
                  <a:pt x="352255" y="36012"/>
                </a:lnTo>
                <a:lnTo>
                  <a:pt x="352305" y="36494"/>
                </a:lnTo>
                <a:lnTo>
                  <a:pt x="352348" y="36992"/>
                </a:lnTo>
                <a:lnTo>
                  <a:pt x="352382" y="37505"/>
                </a:lnTo>
                <a:lnTo>
                  <a:pt x="352409" y="38033"/>
                </a:lnTo>
                <a:lnTo>
                  <a:pt x="352428" y="38576"/>
                </a:lnTo>
                <a:lnTo>
                  <a:pt x="352440" y="39134"/>
                </a:lnTo>
                <a:lnTo>
                  <a:pt x="352444" y="39708"/>
                </a:lnTo>
                <a:lnTo>
                  <a:pt x="352444" y="41541"/>
                </a:lnTo>
                <a:lnTo>
                  <a:pt x="351454" y="41903"/>
                </a:lnTo>
                <a:lnTo>
                  <a:pt x="350489" y="42261"/>
                </a:lnTo>
                <a:lnTo>
                  <a:pt x="349547" y="42614"/>
                </a:lnTo>
                <a:lnTo>
                  <a:pt x="348629" y="42963"/>
                </a:lnTo>
                <a:lnTo>
                  <a:pt x="347735" y="43307"/>
                </a:lnTo>
                <a:lnTo>
                  <a:pt x="346864" y="43647"/>
                </a:lnTo>
                <a:lnTo>
                  <a:pt x="346018" y="43982"/>
                </a:lnTo>
                <a:lnTo>
                  <a:pt x="345195" y="44312"/>
                </a:lnTo>
                <a:lnTo>
                  <a:pt x="344396" y="44638"/>
                </a:lnTo>
                <a:lnTo>
                  <a:pt x="343621" y="44959"/>
                </a:lnTo>
                <a:lnTo>
                  <a:pt x="342869" y="45276"/>
                </a:lnTo>
                <a:lnTo>
                  <a:pt x="342141" y="45588"/>
                </a:lnTo>
                <a:lnTo>
                  <a:pt x="341437" y="45895"/>
                </a:lnTo>
                <a:lnTo>
                  <a:pt x="340757" y="46198"/>
                </a:lnTo>
                <a:lnTo>
                  <a:pt x="340101" y="46496"/>
                </a:lnTo>
                <a:lnTo>
                  <a:pt x="339468" y="46790"/>
                </a:lnTo>
                <a:lnTo>
                  <a:pt x="338859" y="47079"/>
                </a:lnTo>
                <a:lnTo>
                  <a:pt x="338274" y="47363"/>
                </a:lnTo>
                <a:lnTo>
                  <a:pt x="337712" y="47643"/>
                </a:lnTo>
                <a:lnTo>
                  <a:pt x="337175" y="47918"/>
                </a:lnTo>
                <a:lnTo>
                  <a:pt x="336661" y="48189"/>
                </a:lnTo>
                <a:lnTo>
                  <a:pt x="336171" y="48455"/>
                </a:lnTo>
                <a:lnTo>
                  <a:pt x="335705" y="48716"/>
                </a:lnTo>
                <a:lnTo>
                  <a:pt x="335262" y="48973"/>
                </a:lnTo>
                <a:lnTo>
                  <a:pt x="334837" y="49228"/>
                </a:lnTo>
                <a:lnTo>
                  <a:pt x="334423" y="49485"/>
                </a:lnTo>
                <a:lnTo>
                  <a:pt x="334019" y="49743"/>
                </a:lnTo>
                <a:lnTo>
                  <a:pt x="333625" y="50003"/>
                </a:lnTo>
                <a:lnTo>
                  <a:pt x="333243" y="50263"/>
                </a:lnTo>
                <a:lnTo>
                  <a:pt x="332871" y="50526"/>
                </a:lnTo>
                <a:lnTo>
                  <a:pt x="332510" y="50790"/>
                </a:lnTo>
                <a:lnTo>
                  <a:pt x="332160" y="51055"/>
                </a:lnTo>
                <a:lnTo>
                  <a:pt x="331820" y="51321"/>
                </a:lnTo>
                <a:lnTo>
                  <a:pt x="331491" y="51589"/>
                </a:lnTo>
                <a:lnTo>
                  <a:pt x="331173" y="51859"/>
                </a:lnTo>
                <a:lnTo>
                  <a:pt x="330865" y="52129"/>
                </a:lnTo>
                <a:lnTo>
                  <a:pt x="330568" y="52402"/>
                </a:lnTo>
                <a:lnTo>
                  <a:pt x="330282" y="52675"/>
                </a:lnTo>
                <a:lnTo>
                  <a:pt x="330006" y="52950"/>
                </a:lnTo>
                <a:lnTo>
                  <a:pt x="329742" y="53227"/>
                </a:lnTo>
                <a:lnTo>
                  <a:pt x="329488" y="53505"/>
                </a:lnTo>
                <a:lnTo>
                  <a:pt x="329244" y="53784"/>
                </a:lnTo>
                <a:lnTo>
                  <a:pt x="329011" y="54065"/>
                </a:lnTo>
                <a:lnTo>
                  <a:pt x="328789" y="54347"/>
                </a:lnTo>
                <a:lnTo>
                  <a:pt x="328578" y="54630"/>
                </a:lnTo>
                <a:lnTo>
                  <a:pt x="328377" y="54915"/>
                </a:lnTo>
                <a:lnTo>
                  <a:pt x="328187" y="55202"/>
                </a:lnTo>
                <a:lnTo>
                  <a:pt x="328008" y="55489"/>
                </a:lnTo>
                <a:lnTo>
                  <a:pt x="327883" y="55699"/>
                </a:lnTo>
                <a:lnTo>
                  <a:pt x="327764" y="55911"/>
                </a:lnTo>
                <a:lnTo>
                  <a:pt x="327650" y="56127"/>
                </a:lnTo>
                <a:lnTo>
                  <a:pt x="327541" y="56346"/>
                </a:lnTo>
                <a:lnTo>
                  <a:pt x="327438" y="56568"/>
                </a:lnTo>
                <a:lnTo>
                  <a:pt x="327340" y="56794"/>
                </a:lnTo>
                <a:lnTo>
                  <a:pt x="327247" y="57022"/>
                </a:lnTo>
                <a:lnTo>
                  <a:pt x="327160" y="57254"/>
                </a:lnTo>
                <a:lnTo>
                  <a:pt x="327077" y="57489"/>
                </a:lnTo>
                <a:lnTo>
                  <a:pt x="327000" y="57727"/>
                </a:lnTo>
                <a:lnTo>
                  <a:pt x="326929" y="57968"/>
                </a:lnTo>
                <a:lnTo>
                  <a:pt x="326863" y="58213"/>
                </a:lnTo>
                <a:lnTo>
                  <a:pt x="326802" y="58460"/>
                </a:lnTo>
                <a:lnTo>
                  <a:pt x="326746" y="58711"/>
                </a:lnTo>
                <a:lnTo>
                  <a:pt x="326696" y="58965"/>
                </a:lnTo>
                <a:lnTo>
                  <a:pt x="326650" y="59222"/>
                </a:lnTo>
                <a:lnTo>
                  <a:pt x="326611" y="59483"/>
                </a:lnTo>
                <a:lnTo>
                  <a:pt x="326576" y="59746"/>
                </a:lnTo>
                <a:lnTo>
                  <a:pt x="326547" y="60013"/>
                </a:lnTo>
                <a:lnTo>
                  <a:pt x="326523" y="60283"/>
                </a:lnTo>
                <a:lnTo>
                  <a:pt x="326505" y="60556"/>
                </a:lnTo>
                <a:lnTo>
                  <a:pt x="326491" y="60832"/>
                </a:lnTo>
                <a:lnTo>
                  <a:pt x="326483" y="61112"/>
                </a:lnTo>
                <a:lnTo>
                  <a:pt x="326481" y="61395"/>
                </a:lnTo>
                <a:lnTo>
                  <a:pt x="326486" y="61841"/>
                </a:lnTo>
                <a:lnTo>
                  <a:pt x="326502" y="62279"/>
                </a:lnTo>
                <a:lnTo>
                  <a:pt x="326530" y="62711"/>
                </a:lnTo>
                <a:lnTo>
                  <a:pt x="326568" y="63135"/>
                </a:lnTo>
                <a:lnTo>
                  <a:pt x="326617" y="63552"/>
                </a:lnTo>
                <a:lnTo>
                  <a:pt x="326676" y="63962"/>
                </a:lnTo>
                <a:lnTo>
                  <a:pt x="326747" y="64365"/>
                </a:lnTo>
                <a:lnTo>
                  <a:pt x="326829" y="64760"/>
                </a:lnTo>
                <a:lnTo>
                  <a:pt x="326921" y="65148"/>
                </a:lnTo>
                <a:lnTo>
                  <a:pt x="327024" y="65529"/>
                </a:lnTo>
                <a:lnTo>
                  <a:pt x="327138" y="65903"/>
                </a:lnTo>
                <a:lnTo>
                  <a:pt x="327263" y="66269"/>
                </a:lnTo>
                <a:lnTo>
                  <a:pt x="327399" y="66628"/>
                </a:lnTo>
                <a:lnTo>
                  <a:pt x="327546" y="66980"/>
                </a:lnTo>
                <a:lnTo>
                  <a:pt x="327704" y="67324"/>
                </a:lnTo>
                <a:lnTo>
                  <a:pt x="327872" y="67662"/>
                </a:lnTo>
                <a:lnTo>
                  <a:pt x="328052" y="67992"/>
                </a:lnTo>
                <a:lnTo>
                  <a:pt x="328242" y="68315"/>
                </a:lnTo>
                <a:lnTo>
                  <a:pt x="328443" y="68630"/>
                </a:lnTo>
                <a:lnTo>
                  <a:pt x="328655" y="68939"/>
                </a:lnTo>
                <a:lnTo>
                  <a:pt x="328878" y="69240"/>
                </a:lnTo>
                <a:lnTo>
                  <a:pt x="329112" y="69534"/>
                </a:lnTo>
                <a:lnTo>
                  <a:pt x="329356" y="69820"/>
                </a:lnTo>
                <a:lnTo>
                  <a:pt x="329612" y="70100"/>
                </a:lnTo>
                <a:lnTo>
                  <a:pt x="329875" y="70370"/>
                </a:lnTo>
                <a:lnTo>
                  <a:pt x="330145" y="70628"/>
                </a:lnTo>
                <a:lnTo>
                  <a:pt x="330421" y="70875"/>
                </a:lnTo>
                <a:lnTo>
                  <a:pt x="330703" y="71111"/>
                </a:lnTo>
                <a:lnTo>
                  <a:pt x="330990" y="71335"/>
                </a:lnTo>
                <a:lnTo>
                  <a:pt x="331284" y="71547"/>
                </a:lnTo>
                <a:lnTo>
                  <a:pt x="331583" y="71749"/>
                </a:lnTo>
                <a:lnTo>
                  <a:pt x="331888" y="71938"/>
                </a:lnTo>
                <a:lnTo>
                  <a:pt x="332200" y="72116"/>
                </a:lnTo>
                <a:lnTo>
                  <a:pt x="332517" y="72283"/>
                </a:lnTo>
                <a:lnTo>
                  <a:pt x="332840" y="72438"/>
                </a:lnTo>
                <a:lnTo>
                  <a:pt x="333169" y="72581"/>
                </a:lnTo>
                <a:lnTo>
                  <a:pt x="333504" y="72714"/>
                </a:lnTo>
                <a:lnTo>
                  <a:pt x="333844" y="72834"/>
                </a:lnTo>
                <a:lnTo>
                  <a:pt x="334191" y="72943"/>
                </a:lnTo>
                <a:lnTo>
                  <a:pt x="334544" y="73041"/>
                </a:lnTo>
                <a:lnTo>
                  <a:pt x="334903" y="73127"/>
                </a:lnTo>
                <a:lnTo>
                  <a:pt x="335267" y="73202"/>
                </a:lnTo>
                <a:lnTo>
                  <a:pt x="335638" y="73265"/>
                </a:lnTo>
                <a:lnTo>
                  <a:pt x="336014" y="73317"/>
                </a:lnTo>
                <a:lnTo>
                  <a:pt x="336396" y="73357"/>
                </a:lnTo>
                <a:lnTo>
                  <a:pt x="336784" y="73386"/>
                </a:lnTo>
                <a:lnTo>
                  <a:pt x="337179" y="73403"/>
                </a:lnTo>
                <a:lnTo>
                  <a:pt x="337579" y="73409"/>
                </a:lnTo>
                <a:lnTo>
                  <a:pt x="337837" y="73406"/>
                </a:lnTo>
                <a:lnTo>
                  <a:pt x="338094" y="73400"/>
                </a:lnTo>
                <a:lnTo>
                  <a:pt x="338349" y="73388"/>
                </a:lnTo>
                <a:lnTo>
                  <a:pt x="338604" y="73372"/>
                </a:lnTo>
                <a:lnTo>
                  <a:pt x="338857" y="73351"/>
                </a:lnTo>
                <a:lnTo>
                  <a:pt x="339109" y="73326"/>
                </a:lnTo>
                <a:lnTo>
                  <a:pt x="339360" y="73296"/>
                </a:lnTo>
                <a:lnTo>
                  <a:pt x="339609" y="73262"/>
                </a:lnTo>
                <a:lnTo>
                  <a:pt x="339858" y="73223"/>
                </a:lnTo>
                <a:lnTo>
                  <a:pt x="340105" y="73179"/>
                </a:lnTo>
                <a:lnTo>
                  <a:pt x="340350" y="73131"/>
                </a:lnTo>
                <a:lnTo>
                  <a:pt x="340595" y="73078"/>
                </a:lnTo>
                <a:lnTo>
                  <a:pt x="340838" y="73020"/>
                </a:lnTo>
                <a:lnTo>
                  <a:pt x="341080" y="72958"/>
                </a:lnTo>
                <a:lnTo>
                  <a:pt x="341321" y="72892"/>
                </a:lnTo>
                <a:lnTo>
                  <a:pt x="341561" y="72820"/>
                </a:lnTo>
                <a:lnTo>
                  <a:pt x="341799" y="72745"/>
                </a:lnTo>
                <a:lnTo>
                  <a:pt x="342036" y="72664"/>
                </a:lnTo>
                <a:lnTo>
                  <a:pt x="342272" y="72579"/>
                </a:lnTo>
                <a:lnTo>
                  <a:pt x="342507" y="72490"/>
                </a:lnTo>
                <a:lnTo>
                  <a:pt x="342740" y="72395"/>
                </a:lnTo>
                <a:lnTo>
                  <a:pt x="342972" y="72297"/>
                </a:lnTo>
                <a:lnTo>
                  <a:pt x="343203" y="72193"/>
                </a:lnTo>
                <a:lnTo>
                  <a:pt x="343433" y="72085"/>
                </a:lnTo>
                <a:lnTo>
                  <a:pt x="343595" y="72005"/>
                </a:lnTo>
                <a:lnTo>
                  <a:pt x="343776" y="71908"/>
                </a:lnTo>
                <a:lnTo>
                  <a:pt x="343975" y="71796"/>
                </a:lnTo>
                <a:lnTo>
                  <a:pt x="344192" y="71667"/>
                </a:lnTo>
                <a:lnTo>
                  <a:pt x="344429" y="71521"/>
                </a:lnTo>
                <a:lnTo>
                  <a:pt x="344683" y="71360"/>
                </a:lnTo>
                <a:lnTo>
                  <a:pt x="344957" y="71182"/>
                </a:lnTo>
                <a:lnTo>
                  <a:pt x="345249" y="70988"/>
                </a:lnTo>
                <a:lnTo>
                  <a:pt x="345559" y="70777"/>
                </a:lnTo>
                <a:lnTo>
                  <a:pt x="345888" y="70551"/>
                </a:lnTo>
                <a:lnTo>
                  <a:pt x="346236" y="70308"/>
                </a:lnTo>
                <a:lnTo>
                  <a:pt x="346602" y="70049"/>
                </a:lnTo>
                <a:lnTo>
                  <a:pt x="346987" y="69773"/>
                </a:lnTo>
                <a:lnTo>
                  <a:pt x="347390" y="69482"/>
                </a:lnTo>
                <a:lnTo>
                  <a:pt x="347812" y="69174"/>
                </a:lnTo>
                <a:lnTo>
                  <a:pt x="348252" y="68850"/>
                </a:lnTo>
                <a:lnTo>
                  <a:pt x="348711" y="68509"/>
                </a:lnTo>
                <a:lnTo>
                  <a:pt x="349189" y="68153"/>
                </a:lnTo>
                <a:lnTo>
                  <a:pt x="349685" y="67780"/>
                </a:lnTo>
                <a:lnTo>
                  <a:pt x="350199" y="67390"/>
                </a:lnTo>
                <a:lnTo>
                  <a:pt x="350733" y="66985"/>
                </a:lnTo>
                <a:lnTo>
                  <a:pt x="351284" y="66563"/>
                </a:lnTo>
                <a:lnTo>
                  <a:pt x="351855" y="66125"/>
                </a:lnTo>
                <a:lnTo>
                  <a:pt x="352444" y="65671"/>
                </a:lnTo>
                <a:lnTo>
                  <a:pt x="352450" y="66014"/>
                </a:lnTo>
                <a:lnTo>
                  <a:pt x="352462" y="66350"/>
                </a:lnTo>
                <a:lnTo>
                  <a:pt x="352479" y="66676"/>
                </a:lnTo>
                <a:lnTo>
                  <a:pt x="352500" y="66994"/>
                </a:lnTo>
                <a:close/>
                <a:moveTo>
                  <a:pt x="350407" y="63882"/>
                </a:moveTo>
                <a:lnTo>
                  <a:pt x="349919" y="64225"/>
                </a:lnTo>
                <a:lnTo>
                  <a:pt x="349440" y="64551"/>
                </a:lnTo>
                <a:lnTo>
                  <a:pt x="348969" y="64859"/>
                </a:lnTo>
                <a:lnTo>
                  <a:pt x="348507" y="65149"/>
                </a:lnTo>
                <a:lnTo>
                  <a:pt x="348053" y="65422"/>
                </a:lnTo>
                <a:lnTo>
                  <a:pt x="347607" y="65677"/>
                </a:lnTo>
                <a:lnTo>
                  <a:pt x="347170" y="65915"/>
                </a:lnTo>
                <a:lnTo>
                  <a:pt x="346742" y="66135"/>
                </a:lnTo>
                <a:lnTo>
                  <a:pt x="346322" y="66337"/>
                </a:lnTo>
                <a:lnTo>
                  <a:pt x="345910" y="66522"/>
                </a:lnTo>
                <a:lnTo>
                  <a:pt x="345507" y="66689"/>
                </a:lnTo>
                <a:lnTo>
                  <a:pt x="345113" y="66838"/>
                </a:lnTo>
                <a:lnTo>
                  <a:pt x="344727" y="66970"/>
                </a:lnTo>
                <a:lnTo>
                  <a:pt x="344349" y="67085"/>
                </a:lnTo>
                <a:lnTo>
                  <a:pt x="343980" y="67182"/>
                </a:lnTo>
                <a:lnTo>
                  <a:pt x="343620" y="67261"/>
                </a:lnTo>
                <a:lnTo>
                  <a:pt x="343268" y="67322"/>
                </a:lnTo>
                <a:lnTo>
                  <a:pt x="342924" y="67366"/>
                </a:lnTo>
                <a:lnTo>
                  <a:pt x="342589" y="67393"/>
                </a:lnTo>
                <a:lnTo>
                  <a:pt x="342262" y="67402"/>
                </a:lnTo>
                <a:lnTo>
                  <a:pt x="342026" y="67397"/>
                </a:lnTo>
                <a:lnTo>
                  <a:pt x="341792" y="67385"/>
                </a:lnTo>
                <a:lnTo>
                  <a:pt x="341560" y="67364"/>
                </a:lnTo>
                <a:lnTo>
                  <a:pt x="341330" y="67335"/>
                </a:lnTo>
                <a:lnTo>
                  <a:pt x="341103" y="67297"/>
                </a:lnTo>
                <a:lnTo>
                  <a:pt x="340878" y="67251"/>
                </a:lnTo>
                <a:lnTo>
                  <a:pt x="340655" y="67197"/>
                </a:lnTo>
                <a:lnTo>
                  <a:pt x="340435" y="67134"/>
                </a:lnTo>
                <a:lnTo>
                  <a:pt x="340217" y="67063"/>
                </a:lnTo>
                <a:lnTo>
                  <a:pt x="340001" y="66984"/>
                </a:lnTo>
                <a:lnTo>
                  <a:pt x="339788" y="66896"/>
                </a:lnTo>
                <a:lnTo>
                  <a:pt x="339577" y="66800"/>
                </a:lnTo>
                <a:lnTo>
                  <a:pt x="339368" y="66695"/>
                </a:lnTo>
                <a:lnTo>
                  <a:pt x="339161" y="66583"/>
                </a:lnTo>
                <a:lnTo>
                  <a:pt x="338957" y="66461"/>
                </a:lnTo>
                <a:lnTo>
                  <a:pt x="338755" y="66332"/>
                </a:lnTo>
                <a:lnTo>
                  <a:pt x="338555" y="66194"/>
                </a:lnTo>
                <a:lnTo>
                  <a:pt x="338358" y="66048"/>
                </a:lnTo>
                <a:lnTo>
                  <a:pt x="338163" y="65893"/>
                </a:lnTo>
                <a:lnTo>
                  <a:pt x="337970" y="65730"/>
                </a:lnTo>
                <a:lnTo>
                  <a:pt x="337780" y="65559"/>
                </a:lnTo>
                <a:lnTo>
                  <a:pt x="337592" y="65379"/>
                </a:lnTo>
                <a:lnTo>
                  <a:pt x="337406" y="65191"/>
                </a:lnTo>
                <a:lnTo>
                  <a:pt x="337222" y="64995"/>
                </a:lnTo>
                <a:lnTo>
                  <a:pt x="337044" y="64792"/>
                </a:lnTo>
                <a:lnTo>
                  <a:pt x="336873" y="64585"/>
                </a:lnTo>
                <a:lnTo>
                  <a:pt x="336709" y="64374"/>
                </a:lnTo>
                <a:lnTo>
                  <a:pt x="336553" y="64158"/>
                </a:lnTo>
                <a:lnTo>
                  <a:pt x="336405" y="63938"/>
                </a:lnTo>
                <a:lnTo>
                  <a:pt x="336265" y="63714"/>
                </a:lnTo>
                <a:lnTo>
                  <a:pt x="336132" y="63485"/>
                </a:lnTo>
                <a:lnTo>
                  <a:pt x="336006" y="63252"/>
                </a:lnTo>
                <a:lnTo>
                  <a:pt x="335888" y="63015"/>
                </a:lnTo>
                <a:lnTo>
                  <a:pt x="335778" y="62773"/>
                </a:lnTo>
                <a:lnTo>
                  <a:pt x="335675" y="62527"/>
                </a:lnTo>
                <a:lnTo>
                  <a:pt x="335580" y="62277"/>
                </a:lnTo>
                <a:lnTo>
                  <a:pt x="335493" y="62023"/>
                </a:lnTo>
                <a:lnTo>
                  <a:pt x="335413" y="61764"/>
                </a:lnTo>
                <a:lnTo>
                  <a:pt x="335341" y="61501"/>
                </a:lnTo>
                <a:lnTo>
                  <a:pt x="335276" y="61233"/>
                </a:lnTo>
                <a:lnTo>
                  <a:pt x="335219" y="60961"/>
                </a:lnTo>
                <a:lnTo>
                  <a:pt x="335170" y="60685"/>
                </a:lnTo>
                <a:lnTo>
                  <a:pt x="335128" y="60405"/>
                </a:lnTo>
                <a:lnTo>
                  <a:pt x="335094" y="60120"/>
                </a:lnTo>
                <a:lnTo>
                  <a:pt x="335067" y="59831"/>
                </a:lnTo>
                <a:lnTo>
                  <a:pt x="335048" y="59538"/>
                </a:lnTo>
                <a:lnTo>
                  <a:pt x="335037" y="59240"/>
                </a:lnTo>
                <a:lnTo>
                  <a:pt x="335033" y="58938"/>
                </a:lnTo>
                <a:lnTo>
                  <a:pt x="335036" y="58698"/>
                </a:lnTo>
                <a:lnTo>
                  <a:pt x="335045" y="58460"/>
                </a:lnTo>
                <a:lnTo>
                  <a:pt x="335060" y="58223"/>
                </a:lnTo>
                <a:lnTo>
                  <a:pt x="335081" y="57988"/>
                </a:lnTo>
                <a:lnTo>
                  <a:pt x="335108" y="57754"/>
                </a:lnTo>
                <a:lnTo>
                  <a:pt x="335141" y="57522"/>
                </a:lnTo>
                <a:lnTo>
                  <a:pt x="335180" y="57292"/>
                </a:lnTo>
                <a:lnTo>
                  <a:pt x="335226" y="57063"/>
                </a:lnTo>
                <a:lnTo>
                  <a:pt x="335277" y="56836"/>
                </a:lnTo>
                <a:lnTo>
                  <a:pt x="335334" y="56610"/>
                </a:lnTo>
                <a:lnTo>
                  <a:pt x="335397" y="56386"/>
                </a:lnTo>
                <a:lnTo>
                  <a:pt x="335466" y="56163"/>
                </a:lnTo>
                <a:lnTo>
                  <a:pt x="335541" y="55942"/>
                </a:lnTo>
                <a:lnTo>
                  <a:pt x="335622" y="55723"/>
                </a:lnTo>
                <a:lnTo>
                  <a:pt x="335709" y="55505"/>
                </a:lnTo>
                <a:lnTo>
                  <a:pt x="335802" y="55289"/>
                </a:lnTo>
                <a:lnTo>
                  <a:pt x="335902" y="55075"/>
                </a:lnTo>
                <a:lnTo>
                  <a:pt x="336007" y="54862"/>
                </a:lnTo>
                <a:lnTo>
                  <a:pt x="336118" y="54650"/>
                </a:lnTo>
                <a:lnTo>
                  <a:pt x="336235" y="54440"/>
                </a:lnTo>
                <a:lnTo>
                  <a:pt x="336358" y="54232"/>
                </a:lnTo>
                <a:lnTo>
                  <a:pt x="336488" y="54025"/>
                </a:lnTo>
                <a:lnTo>
                  <a:pt x="336623" y="53820"/>
                </a:lnTo>
                <a:lnTo>
                  <a:pt x="336764" y="53617"/>
                </a:lnTo>
                <a:lnTo>
                  <a:pt x="336912" y="53414"/>
                </a:lnTo>
                <a:lnTo>
                  <a:pt x="337068" y="53213"/>
                </a:lnTo>
                <a:lnTo>
                  <a:pt x="337233" y="53012"/>
                </a:lnTo>
                <a:lnTo>
                  <a:pt x="337405" y="52812"/>
                </a:lnTo>
                <a:lnTo>
                  <a:pt x="337585" y="52612"/>
                </a:lnTo>
                <a:lnTo>
                  <a:pt x="337773" y="52413"/>
                </a:lnTo>
                <a:lnTo>
                  <a:pt x="337969" y="52215"/>
                </a:lnTo>
                <a:lnTo>
                  <a:pt x="338173" y="52018"/>
                </a:lnTo>
                <a:lnTo>
                  <a:pt x="338384" y="51821"/>
                </a:lnTo>
                <a:lnTo>
                  <a:pt x="338604" y="51625"/>
                </a:lnTo>
                <a:lnTo>
                  <a:pt x="338832" y="51430"/>
                </a:lnTo>
                <a:lnTo>
                  <a:pt x="339068" y="51235"/>
                </a:lnTo>
                <a:lnTo>
                  <a:pt x="339311" y="51041"/>
                </a:lnTo>
                <a:lnTo>
                  <a:pt x="339563" y="50848"/>
                </a:lnTo>
                <a:lnTo>
                  <a:pt x="339823" y="50655"/>
                </a:lnTo>
                <a:lnTo>
                  <a:pt x="340090" y="50463"/>
                </a:lnTo>
                <a:lnTo>
                  <a:pt x="340366" y="50272"/>
                </a:lnTo>
                <a:lnTo>
                  <a:pt x="340649" y="50082"/>
                </a:lnTo>
                <a:lnTo>
                  <a:pt x="340940" y="49892"/>
                </a:lnTo>
                <a:lnTo>
                  <a:pt x="341240" y="49703"/>
                </a:lnTo>
                <a:lnTo>
                  <a:pt x="341547" y="49515"/>
                </a:lnTo>
                <a:lnTo>
                  <a:pt x="341862" y="49327"/>
                </a:lnTo>
                <a:lnTo>
                  <a:pt x="342185" y="49140"/>
                </a:lnTo>
                <a:lnTo>
                  <a:pt x="342517" y="48954"/>
                </a:lnTo>
                <a:lnTo>
                  <a:pt x="342713" y="48845"/>
                </a:lnTo>
                <a:lnTo>
                  <a:pt x="342928" y="48730"/>
                </a:lnTo>
                <a:lnTo>
                  <a:pt x="343162" y="48609"/>
                </a:lnTo>
                <a:lnTo>
                  <a:pt x="343415" y="48482"/>
                </a:lnTo>
                <a:lnTo>
                  <a:pt x="343686" y="48349"/>
                </a:lnTo>
                <a:lnTo>
                  <a:pt x="343977" y="48209"/>
                </a:lnTo>
                <a:lnTo>
                  <a:pt x="344287" y="48064"/>
                </a:lnTo>
                <a:lnTo>
                  <a:pt x="344615" y="47912"/>
                </a:lnTo>
                <a:lnTo>
                  <a:pt x="344963" y="47754"/>
                </a:lnTo>
                <a:lnTo>
                  <a:pt x="345329" y="47590"/>
                </a:lnTo>
                <a:lnTo>
                  <a:pt x="345714" y="47419"/>
                </a:lnTo>
                <a:lnTo>
                  <a:pt x="346118" y="47243"/>
                </a:lnTo>
                <a:lnTo>
                  <a:pt x="346541" y="47060"/>
                </a:lnTo>
                <a:lnTo>
                  <a:pt x="346983" y="46872"/>
                </a:lnTo>
                <a:lnTo>
                  <a:pt x="347444" y="46677"/>
                </a:lnTo>
                <a:lnTo>
                  <a:pt x="347924" y="46476"/>
                </a:lnTo>
                <a:lnTo>
                  <a:pt x="348423" y="46269"/>
                </a:lnTo>
                <a:lnTo>
                  <a:pt x="348941" y="46055"/>
                </a:lnTo>
                <a:lnTo>
                  <a:pt x="349477" y="45836"/>
                </a:lnTo>
                <a:lnTo>
                  <a:pt x="350033" y="45610"/>
                </a:lnTo>
                <a:lnTo>
                  <a:pt x="350607" y="45378"/>
                </a:lnTo>
                <a:lnTo>
                  <a:pt x="351200" y="45140"/>
                </a:lnTo>
                <a:lnTo>
                  <a:pt x="351812" y="44896"/>
                </a:lnTo>
                <a:lnTo>
                  <a:pt x="352444" y="44646"/>
                </a:lnTo>
                <a:lnTo>
                  <a:pt x="352444" y="62333"/>
                </a:lnTo>
                <a:lnTo>
                  <a:pt x="351922" y="62747"/>
                </a:lnTo>
                <a:lnTo>
                  <a:pt x="351408" y="63143"/>
                </a:lnTo>
                <a:lnTo>
                  <a:pt x="350904" y="63521"/>
                </a:lnTo>
                <a:lnTo>
                  <a:pt x="350407" y="63882"/>
                </a:lnTo>
                <a:close/>
                <a:moveTo>
                  <a:pt x="433974" y="67304"/>
                </a:moveTo>
                <a:lnTo>
                  <a:pt x="434005" y="67605"/>
                </a:lnTo>
                <a:lnTo>
                  <a:pt x="434042" y="67898"/>
                </a:lnTo>
                <a:lnTo>
                  <a:pt x="434083" y="68182"/>
                </a:lnTo>
                <a:lnTo>
                  <a:pt x="434129" y="68458"/>
                </a:lnTo>
                <a:lnTo>
                  <a:pt x="434180" y="68725"/>
                </a:lnTo>
                <a:lnTo>
                  <a:pt x="434237" y="68984"/>
                </a:lnTo>
                <a:lnTo>
                  <a:pt x="434298" y="69234"/>
                </a:lnTo>
                <a:lnTo>
                  <a:pt x="434364" y="69476"/>
                </a:lnTo>
                <a:lnTo>
                  <a:pt x="434435" y="69709"/>
                </a:lnTo>
                <a:lnTo>
                  <a:pt x="434511" y="69934"/>
                </a:lnTo>
                <a:lnTo>
                  <a:pt x="434592" y="70151"/>
                </a:lnTo>
                <a:lnTo>
                  <a:pt x="434678" y="70359"/>
                </a:lnTo>
                <a:lnTo>
                  <a:pt x="434769" y="70558"/>
                </a:lnTo>
                <a:lnTo>
                  <a:pt x="434865" y="70749"/>
                </a:lnTo>
                <a:lnTo>
                  <a:pt x="434965" y="70931"/>
                </a:lnTo>
                <a:lnTo>
                  <a:pt x="435071" y="71105"/>
                </a:lnTo>
                <a:lnTo>
                  <a:pt x="435182" y="71271"/>
                </a:lnTo>
                <a:lnTo>
                  <a:pt x="435297" y="71428"/>
                </a:lnTo>
                <a:lnTo>
                  <a:pt x="435418" y="71576"/>
                </a:lnTo>
                <a:lnTo>
                  <a:pt x="435543" y="71717"/>
                </a:lnTo>
                <a:lnTo>
                  <a:pt x="435671" y="71853"/>
                </a:lnTo>
                <a:lnTo>
                  <a:pt x="435803" y="71982"/>
                </a:lnTo>
                <a:lnTo>
                  <a:pt x="435938" y="72105"/>
                </a:lnTo>
                <a:lnTo>
                  <a:pt x="436077" y="72222"/>
                </a:lnTo>
                <a:lnTo>
                  <a:pt x="436220" y="72333"/>
                </a:lnTo>
                <a:lnTo>
                  <a:pt x="436366" y="72438"/>
                </a:lnTo>
                <a:lnTo>
                  <a:pt x="436515" y="72538"/>
                </a:lnTo>
                <a:lnTo>
                  <a:pt x="436668" y="72631"/>
                </a:lnTo>
                <a:lnTo>
                  <a:pt x="436825" y="72718"/>
                </a:lnTo>
                <a:lnTo>
                  <a:pt x="436985" y="72799"/>
                </a:lnTo>
                <a:lnTo>
                  <a:pt x="437149" y="72874"/>
                </a:lnTo>
                <a:lnTo>
                  <a:pt x="437316" y="72943"/>
                </a:lnTo>
                <a:lnTo>
                  <a:pt x="437487" y="73006"/>
                </a:lnTo>
                <a:lnTo>
                  <a:pt x="437661" y="73064"/>
                </a:lnTo>
                <a:lnTo>
                  <a:pt x="437839" y="73115"/>
                </a:lnTo>
                <a:lnTo>
                  <a:pt x="438020" y="73160"/>
                </a:lnTo>
                <a:lnTo>
                  <a:pt x="438205" y="73199"/>
                </a:lnTo>
                <a:lnTo>
                  <a:pt x="438393" y="73232"/>
                </a:lnTo>
                <a:lnTo>
                  <a:pt x="438585" y="73259"/>
                </a:lnTo>
                <a:lnTo>
                  <a:pt x="438781" y="73280"/>
                </a:lnTo>
                <a:lnTo>
                  <a:pt x="438980" y="73295"/>
                </a:lnTo>
                <a:lnTo>
                  <a:pt x="439183" y="73304"/>
                </a:lnTo>
                <a:lnTo>
                  <a:pt x="439389" y="73307"/>
                </a:lnTo>
                <a:lnTo>
                  <a:pt x="439822" y="73294"/>
                </a:lnTo>
                <a:lnTo>
                  <a:pt x="440258" y="73254"/>
                </a:lnTo>
                <a:lnTo>
                  <a:pt x="440695" y="73188"/>
                </a:lnTo>
                <a:lnTo>
                  <a:pt x="441134" y="73095"/>
                </a:lnTo>
                <a:lnTo>
                  <a:pt x="441574" y="72975"/>
                </a:lnTo>
                <a:lnTo>
                  <a:pt x="442017" y="72830"/>
                </a:lnTo>
                <a:lnTo>
                  <a:pt x="442461" y="72657"/>
                </a:lnTo>
                <a:lnTo>
                  <a:pt x="442907" y="72458"/>
                </a:lnTo>
                <a:lnTo>
                  <a:pt x="443355" y="72233"/>
                </a:lnTo>
                <a:lnTo>
                  <a:pt x="443804" y="71981"/>
                </a:lnTo>
                <a:lnTo>
                  <a:pt x="444255" y="71703"/>
                </a:lnTo>
                <a:lnTo>
                  <a:pt x="444708" y="71398"/>
                </a:lnTo>
                <a:lnTo>
                  <a:pt x="445163" y="71066"/>
                </a:lnTo>
                <a:lnTo>
                  <a:pt x="445620" y="70709"/>
                </a:lnTo>
                <a:lnTo>
                  <a:pt x="446078" y="70324"/>
                </a:lnTo>
                <a:lnTo>
                  <a:pt x="446538" y="69913"/>
                </a:lnTo>
                <a:lnTo>
                  <a:pt x="447000" y="69476"/>
                </a:lnTo>
                <a:lnTo>
                  <a:pt x="447464" y="69012"/>
                </a:lnTo>
                <a:lnTo>
                  <a:pt x="447929" y="68521"/>
                </a:lnTo>
                <a:lnTo>
                  <a:pt x="448396" y="68004"/>
                </a:lnTo>
                <a:lnTo>
                  <a:pt x="448865" y="67461"/>
                </a:lnTo>
                <a:lnTo>
                  <a:pt x="449336" y="66890"/>
                </a:lnTo>
                <a:lnTo>
                  <a:pt x="449809" y="66294"/>
                </a:lnTo>
                <a:lnTo>
                  <a:pt x="450283" y="65671"/>
                </a:lnTo>
                <a:lnTo>
                  <a:pt x="450283" y="62820"/>
                </a:lnTo>
                <a:lnTo>
                  <a:pt x="450032" y="63070"/>
                </a:lnTo>
                <a:lnTo>
                  <a:pt x="449788" y="63312"/>
                </a:lnTo>
                <a:lnTo>
                  <a:pt x="449550" y="63546"/>
                </a:lnTo>
                <a:lnTo>
                  <a:pt x="449320" y="63772"/>
                </a:lnTo>
                <a:lnTo>
                  <a:pt x="449096" y="63989"/>
                </a:lnTo>
                <a:lnTo>
                  <a:pt x="448880" y="64198"/>
                </a:lnTo>
                <a:lnTo>
                  <a:pt x="448670" y="64398"/>
                </a:lnTo>
                <a:lnTo>
                  <a:pt x="448467" y="64590"/>
                </a:lnTo>
                <a:lnTo>
                  <a:pt x="448271" y="64774"/>
                </a:lnTo>
                <a:lnTo>
                  <a:pt x="448082" y="64950"/>
                </a:lnTo>
                <a:lnTo>
                  <a:pt x="447900" y="65117"/>
                </a:lnTo>
                <a:lnTo>
                  <a:pt x="447725" y="65276"/>
                </a:lnTo>
                <a:lnTo>
                  <a:pt x="447556" y="65427"/>
                </a:lnTo>
                <a:lnTo>
                  <a:pt x="447395" y="65569"/>
                </a:lnTo>
                <a:lnTo>
                  <a:pt x="447240" y="65703"/>
                </a:lnTo>
                <a:lnTo>
                  <a:pt x="447093" y="65829"/>
                </a:lnTo>
                <a:lnTo>
                  <a:pt x="446952" y="65947"/>
                </a:lnTo>
                <a:lnTo>
                  <a:pt x="446818" y="66056"/>
                </a:lnTo>
                <a:lnTo>
                  <a:pt x="446691" y="66157"/>
                </a:lnTo>
                <a:lnTo>
                  <a:pt x="446571" y="66249"/>
                </a:lnTo>
                <a:lnTo>
                  <a:pt x="446458" y="66333"/>
                </a:lnTo>
                <a:lnTo>
                  <a:pt x="446351" y="66409"/>
                </a:lnTo>
                <a:lnTo>
                  <a:pt x="446252" y="66477"/>
                </a:lnTo>
                <a:lnTo>
                  <a:pt x="446159" y="66536"/>
                </a:lnTo>
                <a:lnTo>
                  <a:pt x="446108" y="66565"/>
                </a:lnTo>
                <a:lnTo>
                  <a:pt x="446056" y="66593"/>
                </a:lnTo>
                <a:lnTo>
                  <a:pt x="446003" y="66620"/>
                </a:lnTo>
                <a:lnTo>
                  <a:pt x="445950" y="66645"/>
                </a:lnTo>
                <a:lnTo>
                  <a:pt x="445896" y="66669"/>
                </a:lnTo>
                <a:lnTo>
                  <a:pt x="445841" y="66692"/>
                </a:lnTo>
                <a:lnTo>
                  <a:pt x="445786" y="66714"/>
                </a:lnTo>
                <a:lnTo>
                  <a:pt x="445729" y="66734"/>
                </a:lnTo>
                <a:lnTo>
                  <a:pt x="445673" y="66753"/>
                </a:lnTo>
                <a:lnTo>
                  <a:pt x="445615" y="66771"/>
                </a:lnTo>
                <a:lnTo>
                  <a:pt x="445557" y="66788"/>
                </a:lnTo>
                <a:lnTo>
                  <a:pt x="445498" y="66803"/>
                </a:lnTo>
                <a:lnTo>
                  <a:pt x="445438" y="66818"/>
                </a:lnTo>
                <a:lnTo>
                  <a:pt x="445377" y="66831"/>
                </a:lnTo>
                <a:lnTo>
                  <a:pt x="445316" y="66842"/>
                </a:lnTo>
                <a:lnTo>
                  <a:pt x="445254" y="66853"/>
                </a:lnTo>
                <a:lnTo>
                  <a:pt x="445192" y="66862"/>
                </a:lnTo>
                <a:lnTo>
                  <a:pt x="445128" y="66870"/>
                </a:lnTo>
                <a:lnTo>
                  <a:pt x="445064" y="66877"/>
                </a:lnTo>
                <a:lnTo>
                  <a:pt x="445000" y="66883"/>
                </a:lnTo>
                <a:lnTo>
                  <a:pt x="444934" y="66887"/>
                </a:lnTo>
                <a:lnTo>
                  <a:pt x="444868" y="66890"/>
                </a:lnTo>
                <a:lnTo>
                  <a:pt x="444801" y="66892"/>
                </a:lnTo>
                <a:lnTo>
                  <a:pt x="444734" y="66893"/>
                </a:lnTo>
                <a:lnTo>
                  <a:pt x="444671" y="66892"/>
                </a:lnTo>
                <a:lnTo>
                  <a:pt x="444608" y="66889"/>
                </a:lnTo>
                <a:lnTo>
                  <a:pt x="444546" y="66885"/>
                </a:lnTo>
                <a:lnTo>
                  <a:pt x="444484" y="66878"/>
                </a:lnTo>
                <a:lnTo>
                  <a:pt x="444423" y="66871"/>
                </a:lnTo>
                <a:lnTo>
                  <a:pt x="444363" y="66861"/>
                </a:lnTo>
                <a:lnTo>
                  <a:pt x="444304" y="66849"/>
                </a:lnTo>
                <a:lnTo>
                  <a:pt x="444245" y="66836"/>
                </a:lnTo>
                <a:lnTo>
                  <a:pt x="444186" y="66821"/>
                </a:lnTo>
                <a:lnTo>
                  <a:pt x="444129" y="66804"/>
                </a:lnTo>
                <a:lnTo>
                  <a:pt x="444071" y="66786"/>
                </a:lnTo>
                <a:lnTo>
                  <a:pt x="444015" y="66766"/>
                </a:lnTo>
                <a:lnTo>
                  <a:pt x="443959" y="66744"/>
                </a:lnTo>
                <a:lnTo>
                  <a:pt x="443904" y="66720"/>
                </a:lnTo>
                <a:lnTo>
                  <a:pt x="443849" y="66694"/>
                </a:lnTo>
                <a:lnTo>
                  <a:pt x="443795" y="66667"/>
                </a:lnTo>
                <a:lnTo>
                  <a:pt x="443742" y="66638"/>
                </a:lnTo>
                <a:lnTo>
                  <a:pt x="443689" y="66607"/>
                </a:lnTo>
                <a:lnTo>
                  <a:pt x="443637" y="66575"/>
                </a:lnTo>
                <a:lnTo>
                  <a:pt x="443585" y="66540"/>
                </a:lnTo>
                <a:lnTo>
                  <a:pt x="443534" y="66504"/>
                </a:lnTo>
                <a:lnTo>
                  <a:pt x="443484" y="66466"/>
                </a:lnTo>
                <a:lnTo>
                  <a:pt x="443434" y="66426"/>
                </a:lnTo>
                <a:lnTo>
                  <a:pt x="443385" y="66385"/>
                </a:lnTo>
                <a:lnTo>
                  <a:pt x="443337" y="66341"/>
                </a:lnTo>
                <a:lnTo>
                  <a:pt x="443290" y="66293"/>
                </a:lnTo>
                <a:lnTo>
                  <a:pt x="443244" y="66242"/>
                </a:lnTo>
                <a:lnTo>
                  <a:pt x="443199" y="66188"/>
                </a:lnTo>
                <a:lnTo>
                  <a:pt x="443155" y="66130"/>
                </a:lnTo>
                <a:lnTo>
                  <a:pt x="443113" y="66069"/>
                </a:lnTo>
                <a:lnTo>
                  <a:pt x="443072" y="66004"/>
                </a:lnTo>
                <a:lnTo>
                  <a:pt x="443031" y="65936"/>
                </a:lnTo>
                <a:lnTo>
                  <a:pt x="442992" y="65864"/>
                </a:lnTo>
                <a:lnTo>
                  <a:pt x="442954" y="65789"/>
                </a:lnTo>
                <a:lnTo>
                  <a:pt x="442918" y="65710"/>
                </a:lnTo>
                <a:lnTo>
                  <a:pt x="442882" y="65628"/>
                </a:lnTo>
                <a:lnTo>
                  <a:pt x="442848" y="65543"/>
                </a:lnTo>
                <a:lnTo>
                  <a:pt x="442814" y="65454"/>
                </a:lnTo>
                <a:lnTo>
                  <a:pt x="442782" y="65362"/>
                </a:lnTo>
                <a:lnTo>
                  <a:pt x="442751" y="65266"/>
                </a:lnTo>
                <a:lnTo>
                  <a:pt x="442722" y="65167"/>
                </a:lnTo>
                <a:lnTo>
                  <a:pt x="442693" y="65064"/>
                </a:lnTo>
                <a:lnTo>
                  <a:pt x="442665" y="64958"/>
                </a:lnTo>
                <a:lnTo>
                  <a:pt x="442639" y="64848"/>
                </a:lnTo>
                <a:lnTo>
                  <a:pt x="442614" y="64735"/>
                </a:lnTo>
                <a:lnTo>
                  <a:pt x="442590" y="64619"/>
                </a:lnTo>
                <a:lnTo>
                  <a:pt x="442567" y="64499"/>
                </a:lnTo>
                <a:lnTo>
                  <a:pt x="442545" y="64376"/>
                </a:lnTo>
                <a:lnTo>
                  <a:pt x="442524" y="64242"/>
                </a:lnTo>
                <a:lnTo>
                  <a:pt x="442504" y="64090"/>
                </a:lnTo>
                <a:lnTo>
                  <a:pt x="442485" y="63920"/>
                </a:lnTo>
                <a:lnTo>
                  <a:pt x="442467" y="63732"/>
                </a:lnTo>
                <a:lnTo>
                  <a:pt x="442450" y="63527"/>
                </a:lnTo>
                <a:lnTo>
                  <a:pt x="442434" y="63303"/>
                </a:lnTo>
                <a:lnTo>
                  <a:pt x="442418" y="63062"/>
                </a:lnTo>
                <a:lnTo>
                  <a:pt x="442403" y="62802"/>
                </a:lnTo>
                <a:lnTo>
                  <a:pt x="442390" y="62525"/>
                </a:lnTo>
                <a:lnTo>
                  <a:pt x="442377" y="62230"/>
                </a:lnTo>
                <a:lnTo>
                  <a:pt x="442365" y="61917"/>
                </a:lnTo>
                <a:lnTo>
                  <a:pt x="442354" y="61585"/>
                </a:lnTo>
                <a:lnTo>
                  <a:pt x="442344" y="61236"/>
                </a:lnTo>
                <a:lnTo>
                  <a:pt x="442335" y="60870"/>
                </a:lnTo>
                <a:lnTo>
                  <a:pt x="442326" y="60485"/>
                </a:lnTo>
                <a:lnTo>
                  <a:pt x="442319" y="60082"/>
                </a:lnTo>
                <a:lnTo>
                  <a:pt x="442312" y="59661"/>
                </a:lnTo>
                <a:lnTo>
                  <a:pt x="442306" y="59223"/>
                </a:lnTo>
                <a:lnTo>
                  <a:pt x="442301" y="58766"/>
                </a:lnTo>
                <a:lnTo>
                  <a:pt x="442297" y="58292"/>
                </a:lnTo>
                <a:lnTo>
                  <a:pt x="442294" y="57799"/>
                </a:lnTo>
                <a:lnTo>
                  <a:pt x="442292" y="57289"/>
                </a:lnTo>
                <a:lnTo>
                  <a:pt x="442291" y="56761"/>
                </a:lnTo>
                <a:lnTo>
                  <a:pt x="442290" y="56215"/>
                </a:lnTo>
                <a:lnTo>
                  <a:pt x="442290" y="40402"/>
                </a:lnTo>
                <a:lnTo>
                  <a:pt x="442289" y="39846"/>
                </a:lnTo>
                <a:lnTo>
                  <a:pt x="442284" y="39306"/>
                </a:lnTo>
                <a:lnTo>
                  <a:pt x="442276" y="38782"/>
                </a:lnTo>
                <a:lnTo>
                  <a:pt x="442265" y="38274"/>
                </a:lnTo>
                <a:lnTo>
                  <a:pt x="442251" y="37782"/>
                </a:lnTo>
                <a:lnTo>
                  <a:pt x="442233" y="37306"/>
                </a:lnTo>
                <a:lnTo>
                  <a:pt x="442212" y="36846"/>
                </a:lnTo>
                <a:lnTo>
                  <a:pt x="442189" y="36402"/>
                </a:lnTo>
                <a:lnTo>
                  <a:pt x="442161" y="35973"/>
                </a:lnTo>
                <a:lnTo>
                  <a:pt x="442131" y="35561"/>
                </a:lnTo>
                <a:lnTo>
                  <a:pt x="442098" y="35164"/>
                </a:lnTo>
                <a:lnTo>
                  <a:pt x="442061" y="34783"/>
                </a:lnTo>
                <a:lnTo>
                  <a:pt x="442021" y="34418"/>
                </a:lnTo>
                <a:lnTo>
                  <a:pt x="441979" y="34069"/>
                </a:lnTo>
                <a:lnTo>
                  <a:pt x="441932" y="33736"/>
                </a:lnTo>
                <a:lnTo>
                  <a:pt x="441883" y="33419"/>
                </a:lnTo>
                <a:lnTo>
                  <a:pt x="441831" y="33117"/>
                </a:lnTo>
                <a:lnTo>
                  <a:pt x="441775" y="32832"/>
                </a:lnTo>
                <a:lnTo>
                  <a:pt x="441716" y="32562"/>
                </a:lnTo>
                <a:lnTo>
                  <a:pt x="441654" y="32309"/>
                </a:lnTo>
                <a:lnTo>
                  <a:pt x="441589" y="32071"/>
                </a:lnTo>
                <a:lnTo>
                  <a:pt x="441520" y="31849"/>
                </a:lnTo>
                <a:lnTo>
                  <a:pt x="441449" y="31643"/>
                </a:lnTo>
                <a:lnTo>
                  <a:pt x="441374" y="31453"/>
                </a:lnTo>
                <a:lnTo>
                  <a:pt x="441252" y="31176"/>
                </a:lnTo>
                <a:lnTo>
                  <a:pt x="441125" y="30906"/>
                </a:lnTo>
                <a:lnTo>
                  <a:pt x="440993" y="30642"/>
                </a:lnTo>
                <a:lnTo>
                  <a:pt x="440855" y="30383"/>
                </a:lnTo>
                <a:lnTo>
                  <a:pt x="440712" y="30132"/>
                </a:lnTo>
                <a:lnTo>
                  <a:pt x="440563" y="29886"/>
                </a:lnTo>
                <a:lnTo>
                  <a:pt x="440408" y="29646"/>
                </a:lnTo>
                <a:lnTo>
                  <a:pt x="440248" y="29413"/>
                </a:lnTo>
                <a:lnTo>
                  <a:pt x="440083" y="29186"/>
                </a:lnTo>
                <a:lnTo>
                  <a:pt x="439912" y="28965"/>
                </a:lnTo>
                <a:lnTo>
                  <a:pt x="439736" y="28750"/>
                </a:lnTo>
                <a:lnTo>
                  <a:pt x="439554" y="28541"/>
                </a:lnTo>
                <a:lnTo>
                  <a:pt x="439367" y="28339"/>
                </a:lnTo>
                <a:lnTo>
                  <a:pt x="439174" y="28143"/>
                </a:lnTo>
                <a:lnTo>
                  <a:pt x="438976" y="27952"/>
                </a:lnTo>
                <a:lnTo>
                  <a:pt x="438772" y="27768"/>
                </a:lnTo>
                <a:lnTo>
                  <a:pt x="438563" y="27591"/>
                </a:lnTo>
                <a:lnTo>
                  <a:pt x="438348" y="27419"/>
                </a:lnTo>
                <a:lnTo>
                  <a:pt x="438128" y="27254"/>
                </a:lnTo>
                <a:lnTo>
                  <a:pt x="437902" y="27095"/>
                </a:lnTo>
                <a:lnTo>
                  <a:pt x="437671" y="26942"/>
                </a:lnTo>
                <a:lnTo>
                  <a:pt x="437435" y="26795"/>
                </a:lnTo>
                <a:lnTo>
                  <a:pt x="437193" y="26654"/>
                </a:lnTo>
                <a:lnTo>
                  <a:pt x="436945" y="26520"/>
                </a:lnTo>
                <a:lnTo>
                  <a:pt x="436610" y="26350"/>
                </a:lnTo>
                <a:lnTo>
                  <a:pt x="436268" y="26187"/>
                </a:lnTo>
                <a:lnTo>
                  <a:pt x="435917" y="26031"/>
                </a:lnTo>
                <a:lnTo>
                  <a:pt x="435559" y="25883"/>
                </a:lnTo>
                <a:lnTo>
                  <a:pt x="435193" y="25742"/>
                </a:lnTo>
                <a:lnTo>
                  <a:pt x="434820" y="25608"/>
                </a:lnTo>
                <a:lnTo>
                  <a:pt x="434438" y="25481"/>
                </a:lnTo>
                <a:lnTo>
                  <a:pt x="434049" y="25362"/>
                </a:lnTo>
                <a:lnTo>
                  <a:pt x="433652" y="25250"/>
                </a:lnTo>
                <a:lnTo>
                  <a:pt x="433247" y="25145"/>
                </a:lnTo>
                <a:lnTo>
                  <a:pt x="432835" y="25047"/>
                </a:lnTo>
                <a:lnTo>
                  <a:pt x="432414" y="24957"/>
                </a:lnTo>
                <a:lnTo>
                  <a:pt x="431986" y="24873"/>
                </a:lnTo>
                <a:lnTo>
                  <a:pt x="431550" y="24797"/>
                </a:lnTo>
                <a:lnTo>
                  <a:pt x="431107" y="24729"/>
                </a:lnTo>
                <a:lnTo>
                  <a:pt x="430655" y="24667"/>
                </a:lnTo>
                <a:lnTo>
                  <a:pt x="430196" y="24613"/>
                </a:lnTo>
                <a:lnTo>
                  <a:pt x="429729" y="24566"/>
                </a:lnTo>
                <a:lnTo>
                  <a:pt x="429254" y="24526"/>
                </a:lnTo>
                <a:lnTo>
                  <a:pt x="428772" y="24494"/>
                </a:lnTo>
                <a:lnTo>
                  <a:pt x="428281" y="24468"/>
                </a:lnTo>
                <a:lnTo>
                  <a:pt x="427783" y="24450"/>
                </a:lnTo>
                <a:lnTo>
                  <a:pt x="427277" y="24439"/>
                </a:lnTo>
                <a:lnTo>
                  <a:pt x="426764" y="24436"/>
                </a:lnTo>
                <a:lnTo>
                  <a:pt x="426095" y="24442"/>
                </a:lnTo>
                <a:lnTo>
                  <a:pt x="425440" y="24461"/>
                </a:lnTo>
                <a:lnTo>
                  <a:pt x="424796" y="24493"/>
                </a:lnTo>
                <a:lnTo>
                  <a:pt x="424166" y="24537"/>
                </a:lnTo>
                <a:lnTo>
                  <a:pt x="423548" y="24594"/>
                </a:lnTo>
                <a:lnTo>
                  <a:pt x="422942" y="24664"/>
                </a:lnTo>
                <a:lnTo>
                  <a:pt x="422349" y="24747"/>
                </a:lnTo>
                <a:lnTo>
                  <a:pt x="421769" y="24842"/>
                </a:lnTo>
                <a:lnTo>
                  <a:pt x="421201" y="24950"/>
                </a:lnTo>
                <a:lnTo>
                  <a:pt x="420646" y="25070"/>
                </a:lnTo>
                <a:lnTo>
                  <a:pt x="420103" y="25203"/>
                </a:lnTo>
                <a:lnTo>
                  <a:pt x="419573" y="25349"/>
                </a:lnTo>
                <a:lnTo>
                  <a:pt x="419055" y="25508"/>
                </a:lnTo>
                <a:lnTo>
                  <a:pt x="418550" y="25679"/>
                </a:lnTo>
                <a:lnTo>
                  <a:pt x="418058" y="25863"/>
                </a:lnTo>
                <a:lnTo>
                  <a:pt x="417578" y="26060"/>
                </a:lnTo>
                <a:lnTo>
                  <a:pt x="417110" y="26269"/>
                </a:lnTo>
                <a:lnTo>
                  <a:pt x="416655" y="26491"/>
                </a:lnTo>
                <a:lnTo>
                  <a:pt x="416213" y="26726"/>
                </a:lnTo>
                <a:lnTo>
                  <a:pt x="415783" y="26973"/>
                </a:lnTo>
                <a:lnTo>
                  <a:pt x="415366" y="27233"/>
                </a:lnTo>
                <a:lnTo>
                  <a:pt x="414961" y="27506"/>
                </a:lnTo>
                <a:lnTo>
                  <a:pt x="414569" y="27792"/>
                </a:lnTo>
                <a:lnTo>
                  <a:pt x="414189" y="28090"/>
                </a:lnTo>
                <a:lnTo>
                  <a:pt x="413824" y="28396"/>
                </a:lnTo>
                <a:lnTo>
                  <a:pt x="413474" y="28704"/>
                </a:lnTo>
                <a:lnTo>
                  <a:pt x="413139" y="29014"/>
                </a:lnTo>
                <a:lnTo>
                  <a:pt x="412821" y="29328"/>
                </a:lnTo>
                <a:lnTo>
                  <a:pt x="412517" y="29643"/>
                </a:lnTo>
                <a:lnTo>
                  <a:pt x="412229" y="29961"/>
                </a:lnTo>
                <a:lnTo>
                  <a:pt x="411957" y="30282"/>
                </a:lnTo>
                <a:lnTo>
                  <a:pt x="411701" y="30605"/>
                </a:lnTo>
                <a:lnTo>
                  <a:pt x="411459" y="30930"/>
                </a:lnTo>
                <a:lnTo>
                  <a:pt x="411234" y="31258"/>
                </a:lnTo>
                <a:lnTo>
                  <a:pt x="411024" y="31589"/>
                </a:lnTo>
                <a:lnTo>
                  <a:pt x="410829" y="31921"/>
                </a:lnTo>
                <a:lnTo>
                  <a:pt x="410651" y="32257"/>
                </a:lnTo>
                <a:lnTo>
                  <a:pt x="410487" y="32595"/>
                </a:lnTo>
                <a:lnTo>
                  <a:pt x="410339" y="32935"/>
                </a:lnTo>
                <a:lnTo>
                  <a:pt x="410207" y="33277"/>
                </a:lnTo>
                <a:lnTo>
                  <a:pt x="410091" y="33623"/>
                </a:lnTo>
                <a:lnTo>
                  <a:pt x="409989" y="33970"/>
                </a:lnTo>
                <a:lnTo>
                  <a:pt x="409904" y="34320"/>
                </a:lnTo>
                <a:lnTo>
                  <a:pt x="409834" y="34673"/>
                </a:lnTo>
                <a:lnTo>
                  <a:pt x="409779" y="35028"/>
                </a:lnTo>
                <a:lnTo>
                  <a:pt x="409741" y="35385"/>
                </a:lnTo>
                <a:lnTo>
                  <a:pt x="409717" y="35745"/>
                </a:lnTo>
                <a:lnTo>
                  <a:pt x="409709" y="36108"/>
                </a:lnTo>
                <a:lnTo>
                  <a:pt x="409712" y="36296"/>
                </a:lnTo>
                <a:lnTo>
                  <a:pt x="409718" y="36482"/>
                </a:lnTo>
                <a:lnTo>
                  <a:pt x="409728" y="36664"/>
                </a:lnTo>
                <a:lnTo>
                  <a:pt x="409743" y="36843"/>
                </a:lnTo>
                <a:lnTo>
                  <a:pt x="409761" y="37018"/>
                </a:lnTo>
                <a:lnTo>
                  <a:pt x="409784" y="37190"/>
                </a:lnTo>
                <a:lnTo>
                  <a:pt x="409811" y="37358"/>
                </a:lnTo>
                <a:lnTo>
                  <a:pt x="409842" y="37524"/>
                </a:lnTo>
                <a:lnTo>
                  <a:pt x="409878" y="37686"/>
                </a:lnTo>
                <a:lnTo>
                  <a:pt x="409917" y="37844"/>
                </a:lnTo>
                <a:lnTo>
                  <a:pt x="409961" y="37999"/>
                </a:lnTo>
                <a:lnTo>
                  <a:pt x="410009" y="38151"/>
                </a:lnTo>
                <a:lnTo>
                  <a:pt x="410061" y="38300"/>
                </a:lnTo>
                <a:lnTo>
                  <a:pt x="410117" y="38445"/>
                </a:lnTo>
                <a:lnTo>
                  <a:pt x="410177" y="38587"/>
                </a:lnTo>
                <a:lnTo>
                  <a:pt x="410241" y="38725"/>
                </a:lnTo>
                <a:lnTo>
                  <a:pt x="410310" y="38860"/>
                </a:lnTo>
                <a:lnTo>
                  <a:pt x="410382" y="38992"/>
                </a:lnTo>
                <a:lnTo>
                  <a:pt x="410459" y="39121"/>
                </a:lnTo>
                <a:lnTo>
                  <a:pt x="410540" y="39246"/>
                </a:lnTo>
                <a:lnTo>
                  <a:pt x="410625" y="39368"/>
                </a:lnTo>
                <a:lnTo>
                  <a:pt x="410715" y="39486"/>
                </a:lnTo>
                <a:lnTo>
                  <a:pt x="410808" y="39601"/>
                </a:lnTo>
                <a:lnTo>
                  <a:pt x="410906" y="39713"/>
                </a:lnTo>
                <a:lnTo>
                  <a:pt x="411007" y="39820"/>
                </a:lnTo>
                <a:lnTo>
                  <a:pt x="411110" y="39923"/>
                </a:lnTo>
                <a:lnTo>
                  <a:pt x="411216" y="40022"/>
                </a:lnTo>
                <a:lnTo>
                  <a:pt x="411324" y="40116"/>
                </a:lnTo>
                <a:lnTo>
                  <a:pt x="411434" y="40205"/>
                </a:lnTo>
                <a:lnTo>
                  <a:pt x="411547" y="40290"/>
                </a:lnTo>
                <a:lnTo>
                  <a:pt x="411662" y="40370"/>
                </a:lnTo>
                <a:lnTo>
                  <a:pt x="411780" y="40445"/>
                </a:lnTo>
                <a:lnTo>
                  <a:pt x="411900" y="40516"/>
                </a:lnTo>
                <a:lnTo>
                  <a:pt x="412022" y="40583"/>
                </a:lnTo>
                <a:lnTo>
                  <a:pt x="412147" y="40645"/>
                </a:lnTo>
                <a:lnTo>
                  <a:pt x="412274" y="40702"/>
                </a:lnTo>
                <a:lnTo>
                  <a:pt x="412403" y="40754"/>
                </a:lnTo>
                <a:lnTo>
                  <a:pt x="412535" y="40803"/>
                </a:lnTo>
                <a:lnTo>
                  <a:pt x="412670" y="40846"/>
                </a:lnTo>
                <a:lnTo>
                  <a:pt x="412806" y="40885"/>
                </a:lnTo>
                <a:lnTo>
                  <a:pt x="412945" y="40919"/>
                </a:lnTo>
                <a:lnTo>
                  <a:pt x="413087" y="40949"/>
                </a:lnTo>
                <a:lnTo>
                  <a:pt x="413231" y="40974"/>
                </a:lnTo>
                <a:lnTo>
                  <a:pt x="413377" y="40995"/>
                </a:lnTo>
                <a:lnTo>
                  <a:pt x="413526" y="41011"/>
                </a:lnTo>
                <a:lnTo>
                  <a:pt x="413677" y="41022"/>
                </a:lnTo>
                <a:lnTo>
                  <a:pt x="413830" y="41029"/>
                </a:lnTo>
                <a:lnTo>
                  <a:pt x="413986" y="41032"/>
                </a:lnTo>
                <a:lnTo>
                  <a:pt x="414146" y="41029"/>
                </a:lnTo>
                <a:lnTo>
                  <a:pt x="414303" y="41023"/>
                </a:lnTo>
                <a:lnTo>
                  <a:pt x="414458" y="41012"/>
                </a:lnTo>
                <a:lnTo>
                  <a:pt x="414610" y="40996"/>
                </a:lnTo>
                <a:lnTo>
                  <a:pt x="414760" y="40976"/>
                </a:lnTo>
                <a:lnTo>
                  <a:pt x="414907" y="40952"/>
                </a:lnTo>
                <a:lnTo>
                  <a:pt x="415051" y="40924"/>
                </a:lnTo>
                <a:lnTo>
                  <a:pt x="415193" y="40891"/>
                </a:lnTo>
                <a:lnTo>
                  <a:pt x="415333" y="40853"/>
                </a:lnTo>
                <a:lnTo>
                  <a:pt x="415470" y="40811"/>
                </a:lnTo>
                <a:lnTo>
                  <a:pt x="415604" y="40765"/>
                </a:lnTo>
                <a:lnTo>
                  <a:pt x="415736" y="40715"/>
                </a:lnTo>
                <a:lnTo>
                  <a:pt x="415865" y="40660"/>
                </a:lnTo>
                <a:lnTo>
                  <a:pt x="415991" y="40600"/>
                </a:lnTo>
                <a:lnTo>
                  <a:pt x="416115" y="40536"/>
                </a:lnTo>
                <a:lnTo>
                  <a:pt x="416237" y="40468"/>
                </a:lnTo>
                <a:lnTo>
                  <a:pt x="416356" y="40395"/>
                </a:lnTo>
                <a:lnTo>
                  <a:pt x="416472" y="40318"/>
                </a:lnTo>
                <a:lnTo>
                  <a:pt x="416586" y="40237"/>
                </a:lnTo>
                <a:lnTo>
                  <a:pt x="416697" y="40151"/>
                </a:lnTo>
                <a:lnTo>
                  <a:pt x="416806" y="40061"/>
                </a:lnTo>
                <a:lnTo>
                  <a:pt x="416912" y="39966"/>
                </a:lnTo>
                <a:lnTo>
                  <a:pt x="417016" y="39867"/>
                </a:lnTo>
                <a:lnTo>
                  <a:pt x="417117" y="39764"/>
                </a:lnTo>
                <a:lnTo>
                  <a:pt x="417214" y="39656"/>
                </a:lnTo>
                <a:lnTo>
                  <a:pt x="417308" y="39545"/>
                </a:lnTo>
                <a:lnTo>
                  <a:pt x="417397" y="39430"/>
                </a:lnTo>
                <a:lnTo>
                  <a:pt x="417482" y="39311"/>
                </a:lnTo>
                <a:lnTo>
                  <a:pt x="417563" y="39189"/>
                </a:lnTo>
                <a:lnTo>
                  <a:pt x="417640" y="39063"/>
                </a:lnTo>
                <a:lnTo>
                  <a:pt x="417713" y="38933"/>
                </a:lnTo>
                <a:lnTo>
                  <a:pt x="417781" y="38800"/>
                </a:lnTo>
                <a:lnTo>
                  <a:pt x="417846" y="38663"/>
                </a:lnTo>
                <a:lnTo>
                  <a:pt x="417906" y="38522"/>
                </a:lnTo>
                <a:lnTo>
                  <a:pt x="417962" y="38378"/>
                </a:lnTo>
                <a:lnTo>
                  <a:pt x="418014" y="38230"/>
                </a:lnTo>
                <a:lnTo>
                  <a:pt x="418062" y="38078"/>
                </a:lnTo>
                <a:lnTo>
                  <a:pt x="418105" y="37922"/>
                </a:lnTo>
                <a:lnTo>
                  <a:pt x="418145" y="37763"/>
                </a:lnTo>
                <a:lnTo>
                  <a:pt x="418180" y="37600"/>
                </a:lnTo>
                <a:lnTo>
                  <a:pt x="418211" y="37433"/>
                </a:lnTo>
                <a:lnTo>
                  <a:pt x="418238" y="37263"/>
                </a:lnTo>
                <a:lnTo>
                  <a:pt x="418261" y="37089"/>
                </a:lnTo>
                <a:lnTo>
                  <a:pt x="418280" y="36911"/>
                </a:lnTo>
                <a:lnTo>
                  <a:pt x="418294" y="36730"/>
                </a:lnTo>
                <a:lnTo>
                  <a:pt x="418305" y="36545"/>
                </a:lnTo>
                <a:lnTo>
                  <a:pt x="418311" y="36356"/>
                </a:lnTo>
                <a:lnTo>
                  <a:pt x="418313" y="36163"/>
                </a:lnTo>
                <a:lnTo>
                  <a:pt x="418211" y="33222"/>
                </a:lnTo>
                <a:lnTo>
                  <a:pt x="418214" y="33037"/>
                </a:lnTo>
                <a:lnTo>
                  <a:pt x="418224" y="32854"/>
                </a:lnTo>
                <a:lnTo>
                  <a:pt x="418241" y="32672"/>
                </a:lnTo>
                <a:lnTo>
                  <a:pt x="418265" y="32492"/>
                </a:lnTo>
                <a:lnTo>
                  <a:pt x="418295" y="32314"/>
                </a:lnTo>
                <a:lnTo>
                  <a:pt x="418332" y="32138"/>
                </a:lnTo>
                <a:lnTo>
                  <a:pt x="418376" y="31963"/>
                </a:lnTo>
                <a:lnTo>
                  <a:pt x="418426" y="31790"/>
                </a:lnTo>
                <a:lnTo>
                  <a:pt x="418483" y="31619"/>
                </a:lnTo>
                <a:lnTo>
                  <a:pt x="418547" y="31450"/>
                </a:lnTo>
                <a:lnTo>
                  <a:pt x="418617" y="31283"/>
                </a:lnTo>
                <a:lnTo>
                  <a:pt x="418695" y="31117"/>
                </a:lnTo>
                <a:lnTo>
                  <a:pt x="418779" y="30953"/>
                </a:lnTo>
                <a:lnTo>
                  <a:pt x="418869" y="30791"/>
                </a:lnTo>
                <a:lnTo>
                  <a:pt x="418967" y="30630"/>
                </a:lnTo>
                <a:lnTo>
                  <a:pt x="419071" y="30472"/>
                </a:lnTo>
                <a:lnTo>
                  <a:pt x="419182" y="30315"/>
                </a:lnTo>
                <a:lnTo>
                  <a:pt x="419299" y="30159"/>
                </a:lnTo>
                <a:lnTo>
                  <a:pt x="419423" y="30006"/>
                </a:lnTo>
                <a:lnTo>
                  <a:pt x="419554" y="29854"/>
                </a:lnTo>
                <a:lnTo>
                  <a:pt x="419692" y="29705"/>
                </a:lnTo>
                <a:lnTo>
                  <a:pt x="419837" y="29556"/>
                </a:lnTo>
                <a:lnTo>
                  <a:pt x="419988" y="29410"/>
                </a:lnTo>
                <a:lnTo>
                  <a:pt x="420146" y="29266"/>
                </a:lnTo>
                <a:lnTo>
                  <a:pt x="420305" y="29125"/>
                </a:lnTo>
                <a:lnTo>
                  <a:pt x="420469" y="28990"/>
                </a:lnTo>
                <a:lnTo>
                  <a:pt x="420637" y="28861"/>
                </a:lnTo>
                <a:lnTo>
                  <a:pt x="420810" y="28739"/>
                </a:lnTo>
                <a:lnTo>
                  <a:pt x="420988" y="28622"/>
                </a:lnTo>
                <a:lnTo>
                  <a:pt x="421170" y="28511"/>
                </a:lnTo>
                <a:lnTo>
                  <a:pt x="421357" y="28406"/>
                </a:lnTo>
                <a:lnTo>
                  <a:pt x="421548" y="28307"/>
                </a:lnTo>
                <a:lnTo>
                  <a:pt x="421744" y="28215"/>
                </a:lnTo>
                <a:lnTo>
                  <a:pt x="421945" y="28128"/>
                </a:lnTo>
                <a:lnTo>
                  <a:pt x="422150" y="28047"/>
                </a:lnTo>
                <a:lnTo>
                  <a:pt x="422360" y="27972"/>
                </a:lnTo>
                <a:lnTo>
                  <a:pt x="422574" y="27903"/>
                </a:lnTo>
                <a:lnTo>
                  <a:pt x="422793" y="27840"/>
                </a:lnTo>
                <a:lnTo>
                  <a:pt x="423017" y="27784"/>
                </a:lnTo>
                <a:lnTo>
                  <a:pt x="423245" y="27733"/>
                </a:lnTo>
                <a:lnTo>
                  <a:pt x="423478" y="27688"/>
                </a:lnTo>
                <a:lnTo>
                  <a:pt x="423715" y="27649"/>
                </a:lnTo>
                <a:lnTo>
                  <a:pt x="423957" y="27616"/>
                </a:lnTo>
                <a:lnTo>
                  <a:pt x="424204" y="27589"/>
                </a:lnTo>
                <a:lnTo>
                  <a:pt x="424455" y="27568"/>
                </a:lnTo>
                <a:lnTo>
                  <a:pt x="424711" y="27553"/>
                </a:lnTo>
                <a:lnTo>
                  <a:pt x="424971" y="27544"/>
                </a:lnTo>
                <a:lnTo>
                  <a:pt x="425236" y="27541"/>
                </a:lnTo>
                <a:lnTo>
                  <a:pt x="425585" y="27546"/>
                </a:lnTo>
                <a:lnTo>
                  <a:pt x="425927" y="27559"/>
                </a:lnTo>
                <a:lnTo>
                  <a:pt x="426261" y="27582"/>
                </a:lnTo>
                <a:lnTo>
                  <a:pt x="426589" y="27613"/>
                </a:lnTo>
                <a:lnTo>
                  <a:pt x="426910" y="27654"/>
                </a:lnTo>
                <a:lnTo>
                  <a:pt x="427223" y="27703"/>
                </a:lnTo>
                <a:lnTo>
                  <a:pt x="427530" y="27762"/>
                </a:lnTo>
                <a:lnTo>
                  <a:pt x="427830" y="27829"/>
                </a:lnTo>
                <a:lnTo>
                  <a:pt x="428123" y="27906"/>
                </a:lnTo>
                <a:lnTo>
                  <a:pt x="428408" y="27992"/>
                </a:lnTo>
                <a:lnTo>
                  <a:pt x="428687" y="28086"/>
                </a:lnTo>
                <a:lnTo>
                  <a:pt x="428959" y="28190"/>
                </a:lnTo>
                <a:lnTo>
                  <a:pt x="429224" y="28303"/>
                </a:lnTo>
                <a:lnTo>
                  <a:pt x="429482" y="28424"/>
                </a:lnTo>
                <a:lnTo>
                  <a:pt x="429732" y="28555"/>
                </a:lnTo>
                <a:lnTo>
                  <a:pt x="429976" y="28695"/>
                </a:lnTo>
                <a:lnTo>
                  <a:pt x="430213" y="28844"/>
                </a:lnTo>
                <a:lnTo>
                  <a:pt x="430443" y="29001"/>
                </a:lnTo>
                <a:lnTo>
                  <a:pt x="430666" y="29168"/>
                </a:lnTo>
                <a:lnTo>
                  <a:pt x="430882" y="29344"/>
                </a:lnTo>
                <a:lnTo>
                  <a:pt x="431091" y="29529"/>
                </a:lnTo>
                <a:lnTo>
                  <a:pt x="431293" y="29723"/>
                </a:lnTo>
                <a:lnTo>
                  <a:pt x="431488" y="29925"/>
                </a:lnTo>
                <a:lnTo>
                  <a:pt x="431676" y="30137"/>
                </a:lnTo>
                <a:lnTo>
                  <a:pt x="431857" y="30361"/>
                </a:lnTo>
                <a:lnTo>
                  <a:pt x="432030" y="30600"/>
                </a:lnTo>
                <a:lnTo>
                  <a:pt x="432195" y="30855"/>
                </a:lnTo>
                <a:lnTo>
                  <a:pt x="432353" y="31124"/>
                </a:lnTo>
                <a:lnTo>
                  <a:pt x="432503" y="31409"/>
                </a:lnTo>
                <a:lnTo>
                  <a:pt x="432645" y="31709"/>
                </a:lnTo>
                <a:lnTo>
                  <a:pt x="432780" y="32024"/>
                </a:lnTo>
                <a:lnTo>
                  <a:pt x="432906" y="32355"/>
                </a:lnTo>
                <a:lnTo>
                  <a:pt x="433026" y="32700"/>
                </a:lnTo>
                <a:lnTo>
                  <a:pt x="433137" y="33061"/>
                </a:lnTo>
                <a:lnTo>
                  <a:pt x="433241" y="33437"/>
                </a:lnTo>
                <a:lnTo>
                  <a:pt x="433337" y="33828"/>
                </a:lnTo>
                <a:lnTo>
                  <a:pt x="433425" y="34234"/>
                </a:lnTo>
                <a:lnTo>
                  <a:pt x="433506" y="34656"/>
                </a:lnTo>
                <a:lnTo>
                  <a:pt x="433579" y="35093"/>
                </a:lnTo>
                <a:lnTo>
                  <a:pt x="433645" y="35545"/>
                </a:lnTo>
                <a:lnTo>
                  <a:pt x="433702" y="36012"/>
                </a:lnTo>
                <a:lnTo>
                  <a:pt x="433752" y="36494"/>
                </a:lnTo>
                <a:lnTo>
                  <a:pt x="433794" y="36992"/>
                </a:lnTo>
                <a:lnTo>
                  <a:pt x="433829" y="37505"/>
                </a:lnTo>
                <a:lnTo>
                  <a:pt x="433856" y="38033"/>
                </a:lnTo>
                <a:lnTo>
                  <a:pt x="433875" y="38576"/>
                </a:lnTo>
                <a:lnTo>
                  <a:pt x="433887" y="39134"/>
                </a:lnTo>
                <a:lnTo>
                  <a:pt x="433891" y="39708"/>
                </a:lnTo>
                <a:lnTo>
                  <a:pt x="433891" y="41541"/>
                </a:lnTo>
                <a:lnTo>
                  <a:pt x="432901" y="41903"/>
                </a:lnTo>
                <a:lnTo>
                  <a:pt x="431936" y="42261"/>
                </a:lnTo>
                <a:lnTo>
                  <a:pt x="430994" y="42614"/>
                </a:lnTo>
                <a:lnTo>
                  <a:pt x="430076" y="42963"/>
                </a:lnTo>
                <a:lnTo>
                  <a:pt x="429182" y="43307"/>
                </a:lnTo>
                <a:lnTo>
                  <a:pt x="428311" y="43647"/>
                </a:lnTo>
                <a:lnTo>
                  <a:pt x="427465" y="43982"/>
                </a:lnTo>
                <a:lnTo>
                  <a:pt x="426642" y="44312"/>
                </a:lnTo>
                <a:lnTo>
                  <a:pt x="425843" y="44638"/>
                </a:lnTo>
                <a:lnTo>
                  <a:pt x="425068" y="44959"/>
                </a:lnTo>
                <a:lnTo>
                  <a:pt x="424316" y="45276"/>
                </a:lnTo>
                <a:lnTo>
                  <a:pt x="423588" y="45588"/>
                </a:lnTo>
                <a:lnTo>
                  <a:pt x="422884" y="45895"/>
                </a:lnTo>
                <a:lnTo>
                  <a:pt x="422204" y="46198"/>
                </a:lnTo>
                <a:lnTo>
                  <a:pt x="421547" y="46496"/>
                </a:lnTo>
                <a:lnTo>
                  <a:pt x="420915" y="46790"/>
                </a:lnTo>
                <a:lnTo>
                  <a:pt x="420306" y="47079"/>
                </a:lnTo>
                <a:lnTo>
                  <a:pt x="419721" y="47363"/>
                </a:lnTo>
                <a:lnTo>
                  <a:pt x="419159" y="47643"/>
                </a:lnTo>
                <a:lnTo>
                  <a:pt x="418622" y="47918"/>
                </a:lnTo>
                <a:lnTo>
                  <a:pt x="418108" y="48189"/>
                </a:lnTo>
                <a:lnTo>
                  <a:pt x="417618" y="48455"/>
                </a:lnTo>
                <a:lnTo>
                  <a:pt x="417152" y="48716"/>
                </a:lnTo>
                <a:lnTo>
                  <a:pt x="416709" y="48973"/>
                </a:lnTo>
                <a:lnTo>
                  <a:pt x="416284" y="49228"/>
                </a:lnTo>
                <a:lnTo>
                  <a:pt x="415869" y="49485"/>
                </a:lnTo>
                <a:lnTo>
                  <a:pt x="415466" y="49743"/>
                </a:lnTo>
                <a:lnTo>
                  <a:pt x="415072" y="50003"/>
                </a:lnTo>
                <a:lnTo>
                  <a:pt x="414690" y="50263"/>
                </a:lnTo>
                <a:lnTo>
                  <a:pt x="414318" y="50526"/>
                </a:lnTo>
                <a:lnTo>
                  <a:pt x="413957" y="50790"/>
                </a:lnTo>
                <a:lnTo>
                  <a:pt x="413607" y="51055"/>
                </a:lnTo>
                <a:lnTo>
                  <a:pt x="413267" y="51321"/>
                </a:lnTo>
                <a:lnTo>
                  <a:pt x="412938" y="51589"/>
                </a:lnTo>
                <a:lnTo>
                  <a:pt x="412620" y="51859"/>
                </a:lnTo>
                <a:lnTo>
                  <a:pt x="412312" y="52129"/>
                </a:lnTo>
                <a:lnTo>
                  <a:pt x="412015" y="52402"/>
                </a:lnTo>
                <a:lnTo>
                  <a:pt x="411729" y="52675"/>
                </a:lnTo>
                <a:lnTo>
                  <a:pt x="411453" y="52950"/>
                </a:lnTo>
                <a:lnTo>
                  <a:pt x="411189" y="53227"/>
                </a:lnTo>
                <a:lnTo>
                  <a:pt x="410935" y="53505"/>
                </a:lnTo>
                <a:lnTo>
                  <a:pt x="410691" y="53784"/>
                </a:lnTo>
                <a:lnTo>
                  <a:pt x="410458" y="54065"/>
                </a:lnTo>
                <a:lnTo>
                  <a:pt x="410236" y="54347"/>
                </a:lnTo>
                <a:lnTo>
                  <a:pt x="410025" y="54630"/>
                </a:lnTo>
                <a:lnTo>
                  <a:pt x="409824" y="54915"/>
                </a:lnTo>
                <a:lnTo>
                  <a:pt x="409634" y="55202"/>
                </a:lnTo>
                <a:lnTo>
                  <a:pt x="409455" y="55489"/>
                </a:lnTo>
                <a:lnTo>
                  <a:pt x="409330" y="55699"/>
                </a:lnTo>
                <a:lnTo>
                  <a:pt x="409211" y="55911"/>
                </a:lnTo>
                <a:lnTo>
                  <a:pt x="409097" y="56127"/>
                </a:lnTo>
                <a:lnTo>
                  <a:pt x="408988" y="56346"/>
                </a:lnTo>
                <a:lnTo>
                  <a:pt x="408885" y="56568"/>
                </a:lnTo>
                <a:lnTo>
                  <a:pt x="408787" y="56794"/>
                </a:lnTo>
                <a:lnTo>
                  <a:pt x="408694" y="57022"/>
                </a:lnTo>
                <a:lnTo>
                  <a:pt x="408606" y="57254"/>
                </a:lnTo>
                <a:lnTo>
                  <a:pt x="408524" y="57489"/>
                </a:lnTo>
                <a:lnTo>
                  <a:pt x="408447" y="57727"/>
                </a:lnTo>
                <a:lnTo>
                  <a:pt x="408376" y="57968"/>
                </a:lnTo>
                <a:lnTo>
                  <a:pt x="408310" y="58213"/>
                </a:lnTo>
                <a:lnTo>
                  <a:pt x="408249" y="58460"/>
                </a:lnTo>
                <a:lnTo>
                  <a:pt x="408193" y="58711"/>
                </a:lnTo>
                <a:lnTo>
                  <a:pt x="408142" y="58965"/>
                </a:lnTo>
                <a:lnTo>
                  <a:pt x="408097" y="59222"/>
                </a:lnTo>
                <a:lnTo>
                  <a:pt x="408058" y="59483"/>
                </a:lnTo>
                <a:lnTo>
                  <a:pt x="408023" y="59746"/>
                </a:lnTo>
                <a:lnTo>
                  <a:pt x="407994" y="60013"/>
                </a:lnTo>
                <a:lnTo>
                  <a:pt x="407970" y="60283"/>
                </a:lnTo>
                <a:lnTo>
                  <a:pt x="407952" y="60556"/>
                </a:lnTo>
                <a:lnTo>
                  <a:pt x="407938" y="60832"/>
                </a:lnTo>
                <a:lnTo>
                  <a:pt x="407930" y="61112"/>
                </a:lnTo>
                <a:lnTo>
                  <a:pt x="407928" y="61395"/>
                </a:lnTo>
                <a:lnTo>
                  <a:pt x="407933" y="61841"/>
                </a:lnTo>
                <a:lnTo>
                  <a:pt x="407949" y="62279"/>
                </a:lnTo>
                <a:lnTo>
                  <a:pt x="407977" y="62711"/>
                </a:lnTo>
                <a:lnTo>
                  <a:pt x="408015" y="63135"/>
                </a:lnTo>
                <a:lnTo>
                  <a:pt x="408064" y="63552"/>
                </a:lnTo>
                <a:lnTo>
                  <a:pt x="408123" y="63962"/>
                </a:lnTo>
                <a:lnTo>
                  <a:pt x="408194" y="64365"/>
                </a:lnTo>
                <a:lnTo>
                  <a:pt x="408276" y="64760"/>
                </a:lnTo>
                <a:lnTo>
                  <a:pt x="408368" y="65148"/>
                </a:lnTo>
                <a:lnTo>
                  <a:pt x="408471" y="65529"/>
                </a:lnTo>
                <a:lnTo>
                  <a:pt x="408585" y="65903"/>
                </a:lnTo>
                <a:lnTo>
                  <a:pt x="408710" y="66269"/>
                </a:lnTo>
                <a:lnTo>
                  <a:pt x="408846" y="66628"/>
                </a:lnTo>
                <a:lnTo>
                  <a:pt x="408993" y="66980"/>
                </a:lnTo>
                <a:lnTo>
                  <a:pt x="409151" y="67324"/>
                </a:lnTo>
                <a:lnTo>
                  <a:pt x="409319" y="67662"/>
                </a:lnTo>
                <a:lnTo>
                  <a:pt x="409499" y="67992"/>
                </a:lnTo>
                <a:lnTo>
                  <a:pt x="409689" y="68315"/>
                </a:lnTo>
                <a:lnTo>
                  <a:pt x="409890" y="68630"/>
                </a:lnTo>
                <a:lnTo>
                  <a:pt x="410102" y="68939"/>
                </a:lnTo>
                <a:lnTo>
                  <a:pt x="410325" y="69240"/>
                </a:lnTo>
                <a:lnTo>
                  <a:pt x="410558" y="69534"/>
                </a:lnTo>
                <a:lnTo>
                  <a:pt x="410803" y="69820"/>
                </a:lnTo>
                <a:lnTo>
                  <a:pt x="411059" y="70100"/>
                </a:lnTo>
                <a:lnTo>
                  <a:pt x="411322" y="70370"/>
                </a:lnTo>
                <a:lnTo>
                  <a:pt x="411592" y="70628"/>
                </a:lnTo>
                <a:lnTo>
                  <a:pt x="411868" y="70875"/>
                </a:lnTo>
                <a:lnTo>
                  <a:pt x="412150" y="71111"/>
                </a:lnTo>
                <a:lnTo>
                  <a:pt x="412437" y="71335"/>
                </a:lnTo>
                <a:lnTo>
                  <a:pt x="412731" y="71547"/>
                </a:lnTo>
                <a:lnTo>
                  <a:pt x="413030" y="71749"/>
                </a:lnTo>
                <a:lnTo>
                  <a:pt x="413335" y="71938"/>
                </a:lnTo>
                <a:lnTo>
                  <a:pt x="413646" y="72116"/>
                </a:lnTo>
                <a:lnTo>
                  <a:pt x="413964" y="72283"/>
                </a:lnTo>
                <a:lnTo>
                  <a:pt x="414287" y="72438"/>
                </a:lnTo>
                <a:lnTo>
                  <a:pt x="414616" y="72581"/>
                </a:lnTo>
                <a:lnTo>
                  <a:pt x="414951" y="72714"/>
                </a:lnTo>
                <a:lnTo>
                  <a:pt x="415291" y="72834"/>
                </a:lnTo>
                <a:lnTo>
                  <a:pt x="415638" y="72943"/>
                </a:lnTo>
                <a:lnTo>
                  <a:pt x="415991" y="73041"/>
                </a:lnTo>
                <a:lnTo>
                  <a:pt x="416350" y="73127"/>
                </a:lnTo>
                <a:lnTo>
                  <a:pt x="416714" y="73202"/>
                </a:lnTo>
                <a:lnTo>
                  <a:pt x="417085" y="73265"/>
                </a:lnTo>
                <a:lnTo>
                  <a:pt x="417461" y="73317"/>
                </a:lnTo>
                <a:lnTo>
                  <a:pt x="417843" y="73357"/>
                </a:lnTo>
                <a:lnTo>
                  <a:pt x="418231" y="73386"/>
                </a:lnTo>
                <a:lnTo>
                  <a:pt x="418626" y="73403"/>
                </a:lnTo>
                <a:lnTo>
                  <a:pt x="419026" y="73409"/>
                </a:lnTo>
                <a:lnTo>
                  <a:pt x="419284" y="73406"/>
                </a:lnTo>
                <a:lnTo>
                  <a:pt x="419541" y="73400"/>
                </a:lnTo>
                <a:lnTo>
                  <a:pt x="419796" y="73388"/>
                </a:lnTo>
                <a:lnTo>
                  <a:pt x="420051" y="73372"/>
                </a:lnTo>
                <a:lnTo>
                  <a:pt x="420304" y="73351"/>
                </a:lnTo>
                <a:lnTo>
                  <a:pt x="420556" y="73326"/>
                </a:lnTo>
                <a:lnTo>
                  <a:pt x="420807" y="73296"/>
                </a:lnTo>
                <a:lnTo>
                  <a:pt x="421056" y="73262"/>
                </a:lnTo>
                <a:lnTo>
                  <a:pt x="421304" y="73223"/>
                </a:lnTo>
                <a:lnTo>
                  <a:pt x="421552" y="73179"/>
                </a:lnTo>
                <a:lnTo>
                  <a:pt x="421797" y="73131"/>
                </a:lnTo>
                <a:lnTo>
                  <a:pt x="422042" y="73078"/>
                </a:lnTo>
                <a:lnTo>
                  <a:pt x="422285" y="73020"/>
                </a:lnTo>
                <a:lnTo>
                  <a:pt x="422527" y="72958"/>
                </a:lnTo>
                <a:lnTo>
                  <a:pt x="422768" y="72892"/>
                </a:lnTo>
                <a:lnTo>
                  <a:pt x="423008" y="72820"/>
                </a:lnTo>
                <a:lnTo>
                  <a:pt x="423246" y="72745"/>
                </a:lnTo>
                <a:lnTo>
                  <a:pt x="423483" y="72664"/>
                </a:lnTo>
                <a:lnTo>
                  <a:pt x="423719" y="72579"/>
                </a:lnTo>
                <a:lnTo>
                  <a:pt x="423954" y="72490"/>
                </a:lnTo>
                <a:lnTo>
                  <a:pt x="424187" y="72395"/>
                </a:lnTo>
                <a:lnTo>
                  <a:pt x="424419" y="72297"/>
                </a:lnTo>
                <a:lnTo>
                  <a:pt x="424650" y="72193"/>
                </a:lnTo>
                <a:lnTo>
                  <a:pt x="424880" y="72085"/>
                </a:lnTo>
                <a:lnTo>
                  <a:pt x="425042" y="72005"/>
                </a:lnTo>
                <a:lnTo>
                  <a:pt x="425223" y="71908"/>
                </a:lnTo>
                <a:lnTo>
                  <a:pt x="425422" y="71796"/>
                </a:lnTo>
                <a:lnTo>
                  <a:pt x="425639" y="71667"/>
                </a:lnTo>
                <a:lnTo>
                  <a:pt x="425876" y="71521"/>
                </a:lnTo>
                <a:lnTo>
                  <a:pt x="426130" y="71360"/>
                </a:lnTo>
                <a:lnTo>
                  <a:pt x="426404" y="71182"/>
                </a:lnTo>
                <a:lnTo>
                  <a:pt x="426696" y="70988"/>
                </a:lnTo>
                <a:lnTo>
                  <a:pt x="427006" y="70777"/>
                </a:lnTo>
                <a:lnTo>
                  <a:pt x="427335" y="70551"/>
                </a:lnTo>
                <a:lnTo>
                  <a:pt x="427683" y="70308"/>
                </a:lnTo>
                <a:lnTo>
                  <a:pt x="428049" y="70049"/>
                </a:lnTo>
                <a:lnTo>
                  <a:pt x="428434" y="69773"/>
                </a:lnTo>
                <a:lnTo>
                  <a:pt x="428837" y="69482"/>
                </a:lnTo>
                <a:lnTo>
                  <a:pt x="429259" y="69174"/>
                </a:lnTo>
                <a:lnTo>
                  <a:pt x="429699" y="68850"/>
                </a:lnTo>
                <a:lnTo>
                  <a:pt x="430158" y="68509"/>
                </a:lnTo>
                <a:lnTo>
                  <a:pt x="430636" y="68153"/>
                </a:lnTo>
                <a:lnTo>
                  <a:pt x="431132" y="67780"/>
                </a:lnTo>
                <a:lnTo>
                  <a:pt x="431646" y="67390"/>
                </a:lnTo>
                <a:lnTo>
                  <a:pt x="432180" y="66985"/>
                </a:lnTo>
                <a:lnTo>
                  <a:pt x="432731" y="66563"/>
                </a:lnTo>
                <a:lnTo>
                  <a:pt x="433302" y="66125"/>
                </a:lnTo>
                <a:lnTo>
                  <a:pt x="433891" y="65671"/>
                </a:lnTo>
                <a:lnTo>
                  <a:pt x="433897" y="66014"/>
                </a:lnTo>
                <a:lnTo>
                  <a:pt x="433909" y="66350"/>
                </a:lnTo>
                <a:lnTo>
                  <a:pt x="433926" y="66676"/>
                </a:lnTo>
                <a:lnTo>
                  <a:pt x="433947" y="66994"/>
                </a:lnTo>
                <a:lnTo>
                  <a:pt x="433974" y="67304"/>
                </a:lnTo>
                <a:close/>
                <a:moveTo>
                  <a:pt x="431366" y="64225"/>
                </a:moveTo>
                <a:lnTo>
                  <a:pt x="430887" y="64551"/>
                </a:lnTo>
                <a:lnTo>
                  <a:pt x="430416" y="64859"/>
                </a:lnTo>
                <a:lnTo>
                  <a:pt x="429954" y="65149"/>
                </a:lnTo>
                <a:lnTo>
                  <a:pt x="429500" y="65422"/>
                </a:lnTo>
                <a:lnTo>
                  <a:pt x="429054" y="65677"/>
                </a:lnTo>
                <a:lnTo>
                  <a:pt x="428617" y="65915"/>
                </a:lnTo>
                <a:lnTo>
                  <a:pt x="428189" y="66135"/>
                </a:lnTo>
                <a:lnTo>
                  <a:pt x="427769" y="66337"/>
                </a:lnTo>
                <a:lnTo>
                  <a:pt x="427357" y="66522"/>
                </a:lnTo>
                <a:lnTo>
                  <a:pt x="426954" y="66689"/>
                </a:lnTo>
                <a:lnTo>
                  <a:pt x="426560" y="66838"/>
                </a:lnTo>
                <a:lnTo>
                  <a:pt x="426174" y="66970"/>
                </a:lnTo>
                <a:lnTo>
                  <a:pt x="425796" y="67085"/>
                </a:lnTo>
                <a:lnTo>
                  <a:pt x="425427" y="67182"/>
                </a:lnTo>
                <a:lnTo>
                  <a:pt x="425067" y="67261"/>
                </a:lnTo>
                <a:lnTo>
                  <a:pt x="424715" y="67322"/>
                </a:lnTo>
                <a:lnTo>
                  <a:pt x="424371" y="67366"/>
                </a:lnTo>
                <a:lnTo>
                  <a:pt x="424036" y="67393"/>
                </a:lnTo>
                <a:lnTo>
                  <a:pt x="423709" y="67402"/>
                </a:lnTo>
                <a:lnTo>
                  <a:pt x="423473" y="67397"/>
                </a:lnTo>
                <a:lnTo>
                  <a:pt x="423239" y="67385"/>
                </a:lnTo>
                <a:lnTo>
                  <a:pt x="423007" y="67364"/>
                </a:lnTo>
                <a:lnTo>
                  <a:pt x="422777" y="67335"/>
                </a:lnTo>
                <a:lnTo>
                  <a:pt x="422550" y="67297"/>
                </a:lnTo>
                <a:lnTo>
                  <a:pt x="422325" y="67251"/>
                </a:lnTo>
                <a:lnTo>
                  <a:pt x="422102" y="67197"/>
                </a:lnTo>
                <a:lnTo>
                  <a:pt x="421882" y="67134"/>
                </a:lnTo>
                <a:lnTo>
                  <a:pt x="421664" y="67063"/>
                </a:lnTo>
                <a:lnTo>
                  <a:pt x="421448" y="66984"/>
                </a:lnTo>
                <a:lnTo>
                  <a:pt x="421235" y="66896"/>
                </a:lnTo>
                <a:lnTo>
                  <a:pt x="421024" y="66800"/>
                </a:lnTo>
                <a:lnTo>
                  <a:pt x="420815" y="66695"/>
                </a:lnTo>
                <a:lnTo>
                  <a:pt x="420608" y="66583"/>
                </a:lnTo>
                <a:lnTo>
                  <a:pt x="420404" y="66461"/>
                </a:lnTo>
                <a:lnTo>
                  <a:pt x="420202" y="66332"/>
                </a:lnTo>
                <a:lnTo>
                  <a:pt x="420002" y="66194"/>
                </a:lnTo>
                <a:lnTo>
                  <a:pt x="419805" y="66048"/>
                </a:lnTo>
                <a:lnTo>
                  <a:pt x="419610" y="65893"/>
                </a:lnTo>
                <a:lnTo>
                  <a:pt x="419417" y="65730"/>
                </a:lnTo>
                <a:lnTo>
                  <a:pt x="419227" y="65559"/>
                </a:lnTo>
                <a:lnTo>
                  <a:pt x="419039" y="65379"/>
                </a:lnTo>
                <a:lnTo>
                  <a:pt x="418853" y="65191"/>
                </a:lnTo>
                <a:lnTo>
                  <a:pt x="418669" y="64995"/>
                </a:lnTo>
                <a:lnTo>
                  <a:pt x="418491" y="64792"/>
                </a:lnTo>
                <a:lnTo>
                  <a:pt x="418320" y="64585"/>
                </a:lnTo>
                <a:lnTo>
                  <a:pt x="418156" y="64374"/>
                </a:lnTo>
                <a:lnTo>
                  <a:pt x="418000" y="64158"/>
                </a:lnTo>
                <a:lnTo>
                  <a:pt x="417852" y="63938"/>
                </a:lnTo>
                <a:lnTo>
                  <a:pt x="417712" y="63714"/>
                </a:lnTo>
                <a:lnTo>
                  <a:pt x="417579" y="63485"/>
                </a:lnTo>
                <a:lnTo>
                  <a:pt x="417453" y="63252"/>
                </a:lnTo>
                <a:lnTo>
                  <a:pt x="417335" y="63015"/>
                </a:lnTo>
                <a:lnTo>
                  <a:pt x="417225" y="62773"/>
                </a:lnTo>
                <a:lnTo>
                  <a:pt x="417122" y="62527"/>
                </a:lnTo>
                <a:lnTo>
                  <a:pt x="417027" y="62277"/>
                </a:lnTo>
                <a:lnTo>
                  <a:pt x="416940" y="62023"/>
                </a:lnTo>
                <a:lnTo>
                  <a:pt x="416860" y="61764"/>
                </a:lnTo>
                <a:lnTo>
                  <a:pt x="416788" y="61501"/>
                </a:lnTo>
                <a:lnTo>
                  <a:pt x="416723" y="61233"/>
                </a:lnTo>
                <a:lnTo>
                  <a:pt x="416666" y="60961"/>
                </a:lnTo>
                <a:lnTo>
                  <a:pt x="416617" y="60685"/>
                </a:lnTo>
                <a:lnTo>
                  <a:pt x="416575" y="60405"/>
                </a:lnTo>
                <a:lnTo>
                  <a:pt x="416541" y="60120"/>
                </a:lnTo>
                <a:lnTo>
                  <a:pt x="416514" y="59831"/>
                </a:lnTo>
                <a:lnTo>
                  <a:pt x="416495" y="59538"/>
                </a:lnTo>
                <a:lnTo>
                  <a:pt x="416484" y="59240"/>
                </a:lnTo>
                <a:lnTo>
                  <a:pt x="416480" y="58938"/>
                </a:lnTo>
                <a:lnTo>
                  <a:pt x="416483" y="58698"/>
                </a:lnTo>
                <a:lnTo>
                  <a:pt x="416492" y="58460"/>
                </a:lnTo>
                <a:lnTo>
                  <a:pt x="416507" y="58223"/>
                </a:lnTo>
                <a:lnTo>
                  <a:pt x="416528" y="57988"/>
                </a:lnTo>
                <a:lnTo>
                  <a:pt x="416555" y="57754"/>
                </a:lnTo>
                <a:lnTo>
                  <a:pt x="416588" y="57522"/>
                </a:lnTo>
                <a:lnTo>
                  <a:pt x="416627" y="57292"/>
                </a:lnTo>
                <a:lnTo>
                  <a:pt x="416673" y="57063"/>
                </a:lnTo>
                <a:lnTo>
                  <a:pt x="416724" y="56836"/>
                </a:lnTo>
                <a:lnTo>
                  <a:pt x="416781" y="56610"/>
                </a:lnTo>
                <a:lnTo>
                  <a:pt x="416844" y="56386"/>
                </a:lnTo>
                <a:lnTo>
                  <a:pt x="416913" y="56163"/>
                </a:lnTo>
                <a:lnTo>
                  <a:pt x="416988" y="55942"/>
                </a:lnTo>
                <a:lnTo>
                  <a:pt x="417069" y="55723"/>
                </a:lnTo>
                <a:lnTo>
                  <a:pt x="417156" y="55505"/>
                </a:lnTo>
                <a:lnTo>
                  <a:pt x="417249" y="55289"/>
                </a:lnTo>
                <a:lnTo>
                  <a:pt x="417349" y="55075"/>
                </a:lnTo>
                <a:lnTo>
                  <a:pt x="417454" y="54862"/>
                </a:lnTo>
                <a:lnTo>
                  <a:pt x="417565" y="54650"/>
                </a:lnTo>
                <a:lnTo>
                  <a:pt x="417682" y="54440"/>
                </a:lnTo>
                <a:lnTo>
                  <a:pt x="417805" y="54232"/>
                </a:lnTo>
                <a:lnTo>
                  <a:pt x="417935" y="54025"/>
                </a:lnTo>
                <a:lnTo>
                  <a:pt x="418070" y="53820"/>
                </a:lnTo>
                <a:lnTo>
                  <a:pt x="418211" y="53617"/>
                </a:lnTo>
                <a:lnTo>
                  <a:pt x="418359" y="53414"/>
                </a:lnTo>
                <a:lnTo>
                  <a:pt x="418515" y="53213"/>
                </a:lnTo>
                <a:lnTo>
                  <a:pt x="418680" y="53012"/>
                </a:lnTo>
                <a:lnTo>
                  <a:pt x="418852" y="52812"/>
                </a:lnTo>
                <a:lnTo>
                  <a:pt x="419032" y="52612"/>
                </a:lnTo>
                <a:lnTo>
                  <a:pt x="419220" y="52413"/>
                </a:lnTo>
                <a:lnTo>
                  <a:pt x="419416" y="52215"/>
                </a:lnTo>
                <a:lnTo>
                  <a:pt x="419620" y="52018"/>
                </a:lnTo>
                <a:lnTo>
                  <a:pt x="419831" y="51821"/>
                </a:lnTo>
                <a:lnTo>
                  <a:pt x="420051" y="51625"/>
                </a:lnTo>
                <a:lnTo>
                  <a:pt x="420279" y="51430"/>
                </a:lnTo>
                <a:lnTo>
                  <a:pt x="420515" y="51235"/>
                </a:lnTo>
                <a:lnTo>
                  <a:pt x="420758" y="51041"/>
                </a:lnTo>
                <a:lnTo>
                  <a:pt x="421010" y="50848"/>
                </a:lnTo>
                <a:lnTo>
                  <a:pt x="421269" y="50655"/>
                </a:lnTo>
                <a:lnTo>
                  <a:pt x="421537" y="50463"/>
                </a:lnTo>
                <a:lnTo>
                  <a:pt x="421813" y="50272"/>
                </a:lnTo>
                <a:lnTo>
                  <a:pt x="422096" y="50082"/>
                </a:lnTo>
                <a:lnTo>
                  <a:pt x="422387" y="49892"/>
                </a:lnTo>
                <a:lnTo>
                  <a:pt x="422687" y="49703"/>
                </a:lnTo>
                <a:lnTo>
                  <a:pt x="422994" y="49515"/>
                </a:lnTo>
                <a:lnTo>
                  <a:pt x="423309" y="49327"/>
                </a:lnTo>
                <a:lnTo>
                  <a:pt x="423632" y="49140"/>
                </a:lnTo>
                <a:lnTo>
                  <a:pt x="423964" y="48954"/>
                </a:lnTo>
                <a:lnTo>
                  <a:pt x="424160" y="48845"/>
                </a:lnTo>
                <a:lnTo>
                  <a:pt x="424375" y="48730"/>
                </a:lnTo>
                <a:lnTo>
                  <a:pt x="424609" y="48609"/>
                </a:lnTo>
                <a:lnTo>
                  <a:pt x="424862" y="48482"/>
                </a:lnTo>
                <a:lnTo>
                  <a:pt x="425133" y="48349"/>
                </a:lnTo>
                <a:lnTo>
                  <a:pt x="425424" y="48209"/>
                </a:lnTo>
                <a:lnTo>
                  <a:pt x="425734" y="48064"/>
                </a:lnTo>
                <a:lnTo>
                  <a:pt x="426062" y="47912"/>
                </a:lnTo>
                <a:lnTo>
                  <a:pt x="426410" y="47754"/>
                </a:lnTo>
                <a:lnTo>
                  <a:pt x="426776" y="47590"/>
                </a:lnTo>
                <a:lnTo>
                  <a:pt x="427161" y="47419"/>
                </a:lnTo>
                <a:lnTo>
                  <a:pt x="427565" y="47243"/>
                </a:lnTo>
                <a:lnTo>
                  <a:pt x="427988" y="47060"/>
                </a:lnTo>
                <a:lnTo>
                  <a:pt x="428430" y="46872"/>
                </a:lnTo>
                <a:lnTo>
                  <a:pt x="428891" y="46677"/>
                </a:lnTo>
                <a:lnTo>
                  <a:pt x="429371" y="46476"/>
                </a:lnTo>
                <a:lnTo>
                  <a:pt x="429870" y="46269"/>
                </a:lnTo>
                <a:lnTo>
                  <a:pt x="430388" y="46055"/>
                </a:lnTo>
                <a:lnTo>
                  <a:pt x="430924" y="45836"/>
                </a:lnTo>
                <a:lnTo>
                  <a:pt x="431480" y="45610"/>
                </a:lnTo>
                <a:lnTo>
                  <a:pt x="432054" y="45378"/>
                </a:lnTo>
                <a:lnTo>
                  <a:pt x="432647" y="45140"/>
                </a:lnTo>
                <a:lnTo>
                  <a:pt x="433259" y="44896"/>
                </a:lnTo>
                <a:lnTo>
                  <a:pt x="433891" y="44646"/>
                </a:lnTo>
                <a:lnTo>
                  <a:pt x="433891" y="62333"/>
                </a:lnTo>
                <a:lnTo>
                  <a:pt x="433369" y="62747"/>
                </a:lnTo>
                <a:lnTo>
                  <a:pt x="432855" y="63143"/>
                </a:lnTo>
                <a:lnTo>
                  <a:pt x="432351" y="63521"/>
                </a:lnTo>
                <a:lnTo>
                  <a:pt x="431854" y="63882"/>
                </a:lnTo>
                <a:lnTo>
                  <a:pt x="431366" y="64225"/>
                </a:lnTo>
                <a:close/>
                <a:moveTo>
                  <a:pt x="552747" y="40593"/>
                </a:moveTo>
                <a:lnTo>
                  <a:pt x="552669" y="39928"/>
                </a:lnTo>
                <a:lnTo>
                  <a:pt x="552572" y="39275"/>
                </a:lnTo>
                <a:lnTo>
                  <a:pt x="552459" y="38635"/>
                </a:lnTo>
                <a:lnTo>
                  <a:pt x="552327" y="38006"/>
                </a:lnTo>
                <a:lnTo>
                  <a:pt x="552179" y="37389"/>
                </a:lnTo>
                <a:lnTo>
                  <a:pt x="552012" y="36785"/>
                </a:lnTo>
                <a:lnTo>
                  <a:pt x="551829" y="36193"/>
                </a:lnTo>
                <a:lnTo>
                  <a:pt x="551627" y="35612"/>
                </a:lnTo>
                <a:lnTo>
                  <a:pt x="551409" y="35044"/>
                </a:lnTo>
                <a:lnTo>
                  <a:pt x="551172" y="34488"/>
                </a:lnTo>
                <a:lnTo>
                  <a:pt x="550919" y="33944"/>
                </a:lnTo>
                <a:lnTo>
                  <a:pt x="550647" y="33412"/>
                </a:lnTo>
                <a:lnTo>
                  <a:pt x="550359" y="32892"/>
                </a:lnTo>
                <a:lnTo>
                  <a:pt x="550052" y="32384"/>
                </a:lnTo>
                <a:lnTo>
                  <a:pt x="549729" y="31888"/>
                </a:lnTo>
                <a:lnTo>
                  <a:pt x="549387" y="31404"/>
                </a:lnTo>
                <a:lnTo>
                  <a:pt x="549029" y="30933"/>
                </a:lnTo>
                <a:lnTo>
                  <a:pt x="548652" y="30473"/>
                </a:lnTo>
                <a:lnTo>
                  <a:pt x="548259" y="30025"/>
                </a:lnTo>
                <a:lnTo>
                  <a:pt x="547847" y="29590"/>
                </a:lnTo>
                <a:lnTo>
                  <a:pt x="547423" y="29169"/>
                </a:lnTo>
                <a:lnTo>
                  <a:pt x="546988" y="28767"/>
                </a:lnTo>
                <a:lnTo>
                  <a:pt x="546544" y="28382"/>
                </a:lnTo>
                <a:lnTo>
                  <a:pt x="546090" y="28015"/>
                </a:lnTo>
                <a:lnTo>
                  <a:pt x="545626" y="27666"/>
                </a:lnTo>
                <a:lnTo>
                  <a:pt x="545152" y="27335"/>
                </a:lnTo>
                <a:lnTo>
                  <a:pt x="544669" y="27022"/>
                </a:lnTo>
                <a:lnTo>
                  <a:pt x="544176" y="26726"/>
                </a:lnTo>
                <a:lnTo>
                  <a:pt x="543674" y="26449"/>
                </a:lnTo>
                <a:lnTo>
                  <a:pt x="543161" y="26190"/>
                </a:lnTo>
                <a:lnTo>
                  <a:pt x="542639" y="25948"/>
                </a:lnTo>
                <a:lnTo>
                  <a:pt x="542108" y="25724"/>
                </a:lnTo>
                <a:lnTo>
                  <a:pt x="541566" y="25518"/>
                </a:lnTo>
                <a:lnTo>
                  <a:pt x="541015" y="25331"/>
                </a:lnTo>
                <a:lnTo>
                  <a:pt x="540454" y="25160"/>
                </a:lnTo>
                <a:lnTo>
                  <a:pt x="539883" y="25008"/>
                </a:lnTo>
                <a:lnTo>
                  <a:pt x="539303" y="24874"/>
                </a:lnTo>
                <a:lnTo>
                  <a:pt x="538713" y="24758"/>
                </a:lnTo>
                <a:lnTo>
                  <a:pt x="538113" y="24659"/>
                </a:lnTo>
                <a:lnTo>
                  <a:pt x="537503" y="24579"/>
                </a:lnTo>
                <a:lnTo>
                  <a:pt x="536884" y="24516"/>
                </a:lnTo>
                <a:lnTo>
                  <a:pt x="536255" y="24471"/>
                </a:lnTo>
                <a:lnTo>
                  <a:pt x="535616" y="24445"/>
                </a:lnTo>
                <a:lnTo>
                  <a:pt x="534968" y="24436"/>
                </a:lnTo>
                <a:lnTo>
                  <a:pt x="534201" y="24447"/>
                </a:lnTo>
                <a:lnTo>
                  <a:pt x="533445" y="24482"/>
                </a:lnTo>
                <a:lnTo>
                  <a:pt x="532700" y="24540"/>
                </a:lnTo>
                <a:lnTo>
                  <a:pt x="531966" y="24621"/>
                </a:lnTo>
                <a:lnTo>
                  <a:pt x="531243" y="24726"/>
                </a:lnTo>
                <a:lnTo>
                  <a:pt x="530531" y="24853"/>
                </a:lnTo>
                <a:lnTo>
                  <a:pt x="529829" y="25004"/>
                </a:lnTo>
                <a:lnTo>
                  <a:pt x="529139" y="25178"/>
                </a:lnTo>
                <a:lnTo>
                  <a:pt x="528459" y="25375"/>
                </a:lnTo>
                <a:lnTo>
                  <a:pt x="527790" y="25596"/>
                </a:lnTo>
                <a:lnTo>
                  <a:pt x="527132" y="25839"/>
                </a:lnTo>
                <a:lnTo>
                  <a:pt x="526485" y="26106"/>
                </a:lnTo>
                <a:lnTo>
                  <a:pt x="525849" y="26396"/>
                </a:lnTo>
                <a:lnTo>
                  <a:pt x="525224" y="26709"/>
                </a:lnTo>
                <a:lnTo>
                  <a:pt x="524609" y="27046"/>
                </a:lnTo>
                <a:lnTo>
                  <a:pt x="524006" y="27405"/>
                </a:lnTo>
                <a:lnTo>
                  <a:pt x="523413" y="27788"/>
                </a:lnTo>
                <a:lnTo>
                  <a:pt x="522831" y="28194"/>
                </a:lnTo>
                <a:lnTo>
                  <a:pt x="522260" y="28623"/>
                </a:lnTo>
                <a:lnTo>
                  <a:pt x="521700" y="29076"/>
                </a:lnTo>
                <a:lnTo>
                  <a:pt x="521151" y="29551"/>
                </a:lnTo>
                <a:lnTo>
                  <a:pt x="520612" y="30050"/>
                </a:lnTo>
                <a:lnTo>
                  <a:pt x="520085" y="30572"/>
                </a:lnTo>
                <a:lnTo>
                  <a:pt x="519568" y="31117"/>
                </a:lnTo>
                <a:lnTo>
                  <a:pt x="519068" y="31683"/>
                </a:lnTo>
                <a:lnTo>
                  <a:pt x="518588" y="32267"/>
                </a:lnTo>
                <a:lnTo>
                  <a:pt x="518130" y="32869"/>
                </a:lnTo>
                <a:lnTo>
                  <a:pt x="517694" y="33490"/>
                </a:lnTo>
                <a:lnTo>
                  <a:pt x="517279" y="34129"/>
                </a:lnTo>
                <a:lnTo>
                  <a:pt x="516884" y="34786"/>
                </a:lnTo>
                <a:lnTo>
                  <a:pt x="516512" y="35461"/>
                </a:lnTo>
                <a:lnTo>
                  <a:pt x="516160" y="36155"/>
                </a:lnTo>
                <a:lnTo>
                  <a:pt x="515830" y="36867"/>
                </a:lnTo>
                <a:lnTo>
                  <a:pt x="515521" y="37597"/>
                </a:lnTo>
                <a:lnTo>
                  <a:pt x="515234" y="38345"/>
                </a:lnTo>
                <a:lnTo>
                  <a:pt x="514967" y="39112"/>
                </a:lnTo>
                <a:lnTo>
                  <a:pt x="514723" y="39897"/>
                </a:lnTo>
                <a:lnTo>
                  <a:pt x="514499" y="40700"/>
                </a:lnTo>
                <a:lnTo>
                  <a:pt x="514297" y="41521"/>
                </a:lnTo>
                <a:lnTo>
                  <a:pt x="514115" y="42361"/>
                </a:lnTo>
                <a:lnTo>
                  <a:pt x="513956" y="43219"/>
                </a:lnTo>
                <a:lnTo>
                  <a:pt x="513817" y="44095"/>
                </a:lnTo>
                <a:lnTo>
                  <a:pt x="513700" y="44989"/>
                </a:lnTo>
                <a:lnTo>
                  <a:pt x="513604" y="45902"/>
                </a:lnTo>
                <a:lnTo>
                  <a:pt x="513530" y="46833"/>
                </a:lnTo>
                <a:lnTo>
                  <a:pt x="513476" y="47782"/>
                </a:lnTo>
                <a:lnTo>
                  <a:pt x="513445" y="48749"/>
                </a:lnTo>
                <a:lnTo>
                  <a:pt x="513434" y="49735"/>
                </a:lnTo>
                <a:lnTo>
                  <a:pt x="513444" y="50646"/>
                </a:lnTo>
                <a:lnTo>
                  <a:pt x="513475" y="51541"/>
                </a:lnTo>
                <a:lnTo>
                  <a:pt x="513527" y="52421"/>
                </a:lnTo>
                <a:lnTo>
                  <a:pt x="513600" y="53285"/>
                </a:lnTo>
                <a:lnTo>
                  <a:pt x="513693" y="54134"/>
                </a:lnTo>
                <a:lnTo>
                  <a:pt x="513808" y="54966"/>
                </a:lnTo>
                <a:lnTo>
                  <a:pt x="513943" y="55784"/>
                </a:lnTo>
                <a:lnTo>
                  <a:pt x="514099" y="56585"/>
                </a:lnTo>
                <a:lnTo>
                  <a:pt x="514275" y="57371"/>
                </a:lnTo>
                <a:lnTo>
                  <a:pt x="514472" y="58142"/>
                </a:lnTo>
                <a:lnTo>
                  <a:pt x="514690" y="58897"/>
                </a:lnTo>
                <a:lnTo>
                  <a:pt x="514929" y="59636"/>
                </a:lnTo>
                <a:lnTo>
                  <a:pt x="515189" y="60359"/>
                </a:lnTo>
                <a:lnTo>
                  <a:pt x="515469" y="61067"/>
                </a:lnTo>
                <a:lnTo>
                  <a:pt x="515770" y="61760"/>
                </a:lnTo>
                <a:lnTo>
                  <a:pt x="516092" y="62437"/>
                </a:lnTo>
                <a:lnTo>
                  <a:pt x="516435" y="63098"/>
                </a:lnTo>
                <a:lnTo>
                  <a:pt x="516799" y="63743"/>
                </a:lnTo>
                <a:lnTo>
                  <a:pt x="517183" y="64373"/>
                </a:lnTo>
                <a:lnTo>
                  <a:pt x="517588" y="64988"/>
                </a:lnTo>
                <a:lnTo>
                  <a:pt x="518014" y="65586"/>
                </a:lnTo>
                <a:lnTo>
                  <a:pt x="518460" y="66169"/>
                </a:lnTo>
                <a:lnTo>
                  <a:pt x="518927" y="66737"/>
                </a:lnTo>
                <a:lnTo>
                  <a:pt x="519416" y="67289"/>
                </a:lnTo>
                <a:lnTo>
                  <a:pt x="519918" y="67821"/>
                </a:lnTo>
                <a:lnTo>
                  <a:pt x="520429" y="68331"/>
                </a:lnTo>
                <a:lnTo>
                  <a:pt x="520949" y="68819"/>
                </a:lnTo>
                <a:lnTo>
                  <a:pt x="521477" y="69283"/>
                </a:lnTo>
                <a:lnTo>
                  <a:pt x="522013" y="69725"/>
                </a:lnTo>
                <a:lnTo>
                  <a:pt x="522557" y="70144"/>
                </a:lnTo>
                <a:lnTo>
                  <a:pt x="523111" y="70541"/>
                </a:lnTo>
                <a:lnTo>
                  <a:pt x="523672" y="70915"/>
                </a:lnTo>
                <a:lnTo>
                  <a:pt x="524242" y="71266"/>
                </a:lnTo>
                <a:lnTo>
                  <a:pt x="524820" y="71595"/>
                </a:lnTo>
                <a:lnTo>
                  <a:pt x="525407" y="71901"/>
                </a:lnTo>
                <a:lnTo>
                  <a:pt x="526002" y="72184"/>
                </a:lnTo>
                <a:lnTo>
                  <a:pt x="526605" y="72445"/>
                </a:lnTo>
                <a:lnTo>
                  <a:pt x="527217" y="72683"/>
                </a:lnTo>
                <a:lnTo>
                  <a:pt x="527837" y="72898"/>
                </a:lnTo>
                <a:lnTo>
                  <a:pt x="528466" y="73091"/>
                </a:lnTo>
                <a:lnTo>
                  <a:pt x="529103" y="73261"/>
                </a:lnTo>
                <a:lnTo>
                  <a:pt x="529748" y="73408"/>
                </a:lnTo>
                <a:lnTo>
                  <a:pt x="530402" y="73533"/>
                </a:lnTo>
                <a:lnTo>
                  <a:pt x="531064" y="73635"/>
                </a:lnTo>
                <a:lnTo>
                  <a:pt x="531735" y="73714"/>
                </a:lnTo>
                <a:lnTo>
                  <a:pt x="532414" y="73771"/>
                </a:lnTo>
                <a:lnTo>
                  <a:pt x="533101" y="73805"/>
                </a:lnTo>
                <a:lnTo>
                  <a:pt x="533797" y="73816"/>
                </a:lnTo>
                <a:lnTo>
                  <a:pt x="534437" y="73806"/>
                </a:lnTo>
                <a:lnTo>
                  <a:pt x="535069" y="73776"/>
                </a:lnTo>
                <a:lnTo>
                  <a:pt x="535691" y="73727"/>
                </a:lnTo>
                <a:lnTo>
                  <a:pt x="536304" y="73657"/>
                </a:lnTo>
                <a:lnTo>
                  <a:pt x="536908" y="73567"/>
                </a:lnTo>
                <a:lnTo>
                  <a:pt x="537504" y="73458"/>
                </a:lnTo>
                <a:lnTo>
                  <a:pt x="538090" y="73329"/>
                </a:lnTo>
                <a:lnTo>
                  <a:pt x="538667" y="73180"/>
                </a:lnTo>
                <a:lnTo>
                  <a:pt x="539235" y="73011"/>
                </a:lnTo>
                <a:lnTo>
                  <a:pt x="539794" y="72822"/>
                </a:lnTo>
                <a:lnTo>
                  <a:pt x="540345" y="72613"/>
                </a:lnTo>
                <a:lnTo>
                  <a:pt x="540886" y="72384"/>
                </a:lnTo>
                <a:lnTo>
                  <a:pt x="541418" y="72136"/>
                </a:lnTo>
                <a:lnTo>
                  <a:pt x="541941" y="71867"/>
                </a:lnTo>
                <a:lnTo>
                  <a:pt x="542455" y="71579"/>
                </a:lnTo>
                <a:lnTo>
                  <a:pt x="542960" y="71271"/>
                </a:lnTo>
                <a:lnTo>
                  <a:pt x="543456" y="70943"/>
                </a:lnTo>
                <a:lnTo>
                  <a:pt x="543943" y="70595"/>
                </a:lnTo>
                <a:lnTo>
                  <a:pt x="544421" y="70227"/>
                </a:lnTo>
                <a:lnTo>
                  <a:pt x="544891" y="69839"/>
                </a:lnTo>
                <a:lnTo>
                  <a:pt x="545351" y="69431"/>
                </a:lnTo>
                <a:lnTo>
                  <a:pt x="545802" y="69004"/>
                </a:lnTo>
                <a:lnTo>
                  <a:pt x="546244" y="68556"/>
                </a:lnTo>
                <a:lnTo>
                  <a:pt x="546677" y="68089"/>
                </a:lnTo>
                <a:lnTo>
                  <a:pt x="547098" y="67609"/>
                </a:lnTo>
                <a:lnTo>
                  <a:pt x="547505" y="67126"/>
                </a:lnTo>
                <a:lnTo>
                  <a:pt x="547898" y="66638"/>
                </a:lnTo>
                <a:lnTo>
                  <a:pt x="548277" y="66145"/>
                </a:lnTo>
                <a:lnTo>
                  <a:pt x="548642" y="65648"/>
                </a:lnTo>
                <a:lnTo>
                  <a:pt x="548993" y="65147"/>
                </a:lnTo>
                <a:lnTo>
                  <a:pt x="549329" y="64642"/>
                </a:lnTo>
                <a:lnTo>
                  <a:pt x="549652" y="64132"/>
                </a:lnTo>
                <a:lnTo>
                  <a:pt x="549960" y="63618"/>
                </a:lnTo>
                <a:lnTo>
                  <a:pt x="550254" y="63100"/>
                </a:lnTo>
                <a:lnTo>
                  <a:pt x="550534" y="62577"/>
                </a:lnTo>
                <a:lnTo>
                  <a:pt x="550800" y="62050"/>
                </a:lnTo>
                <a:lnTo>
                  <a:pt x="551052" y="61519"/>
                </a:lnTo>
                <a:lnTo>
                  <a:pt x="551289" y="60983"/>
                </a:lnTo>
                <a:lnTo>
                  <a:pt x="551513" y="60443"/>
                </a:lnTo>
                <a:lnTo>
                  <a:pt x="551722" y="59898"/>
                </a:lnTo>
                <a:lnTo>
                  <a:pt x="551917" y="59350"/>
                </a:lnTo>
                <a:lnTo>
                  <a:pt x="552098" y="58797"/>
                </a:lnTo>
                <a:lnTo>
                  <a:pt x="552265" y="58239"/>
                </a:lnTo>
                <a:lnTo>
                  <a:pt x="552418" y="57678"/>
                </a:lnTo>
                <a:lnTo>
                  <a:pt x="552556" y="57112"/>
                </a:lnTo>
                <a:lnTo>
                  <a:pt x="552681" y="56541"/>
                </a:lnTo>
                <a:lnTo>
                  <a:pt x="552791" y="55966"/>
                </a:lnTo>
                <a:lnTo>
                  <a:pt x="552887" y="55387"/>
                </a:lnTo>
                <a:lnTo>
                  <a:pt x="551309" y="54369"/>
                </a:lnTo>
                <a:lnTo>
                  <a:pt x="551116" y="54872"/>
                </a:lnTo>
                <a:lnTo>
                  <a:pt x="550920" y="55363"/>
                </a:lnTo>
                <a:lnTo>
                  <a:pt x="550719" y="55840"/>
                </a:lnTo>
                <a:lnTo>
                  <a:pt x="550515" y="56306"/>
                </a:lnTo>
                <a:lnTo>
                  <a:pt x="550307" y="56759"/>
                </a:lnTo>
                <a:lnTo>
                  <a:pt x="550095" y="57199"/>
                </a:lnTo>
                <a:lnTo>
                  <a:pt x="549880" y="57628"/>
                </a:lnTo>
                <a:lnTo>
                  <a:pt x="549660" y="58043"/>
                </a:lnTo>
                <a:lnTo>
                  <a:pt x="549437" y="58446"/>
                </a:lnTo>
                <a:lnTo>
                  <a:pt x="549210" y="58837"/>
                </a:lnTo>
                <a:lnTo>
                  <a:pt x="548979" y="59215"/>
                </a:lnTo>
                <a:lnTo>
                  <a:pt x="548745" y="59581"/>
                </a:lnTo>
                <a:lnTo>
                  <a:pt x="548506" y="59934"/>
                </a:lnTo>
                <a:lnTo>
                  <a:pt x="548264" y="60275"/>
                </a:lnTo>
                <a:lnTo>
                  <a:pt x="548018" y="60603"/>
                </a:lnTo>
                <a:lnTo>
                  <a:pt x="547768" y="60919"/>
                </a:lnTo>
                <a:lnTo>
                  <a:pt x="547515" y="61223"/>
                </a:lnTo>
                <a:lnTo>
                  <a:pt x="547257" y="61514"/>
                </a:lnTo>
                <a:lnTo>
                  <a:pt x="546996" y="61792"/>
                </a:lnTo>
                <a:lnTo>
                  <a:pt x="546731" y="62058"/>
                </a:lnTo>
                <a:lnTo>
                  <a:pt x="546462" y="62312"/>
                </a:lnTo>
                <a:lnTo>
                  <a:pt x="546190" y="62553"/>
                </a:lnTo>
                <a:lnTo>
                  <a:pt x="545913" y="62782"/>
                </a:lnTo>
                <a:lnTo>
                  <a:pt x="545633" y="62998"/>
                </a:lnTo>
                <a:lnTo>
                  <a:pt x="545349" y="63204"/>
                </a:lnTo>
                <a:lnTo>
                  <a:pt x="545060" y="63401"/>
                </a:lnTo>
                <a:lnTo>
                  <a:pt x="544768" y="63589"/>
                </a:lnTo>
                <a:lnTo>
                  <a:pt x="544471" y="63768"/>
                </a:lnTo>
                <a:lnTo>
                  <a:pt x="544170" y="63939"/>
                </a:lnTo>
                <a:lnTo>
                  <a:pt x="543865" y="64101"/>
                </a:lnTo>
                <a:lnTo>
                  <a:pt x="543556" y="64254"/>
                </a:lnTo>
                <a:lnTo>
                  <a:pt x="543243" y="64398"/>
                </a:lnTo>
                <a:lnTo>
                  <a:pt x="542926" y="64534"/>
                </a:lnTo>
                <a:lnTo>
                  <a:pt x="542604" y="64661"/>
                </a:lnTo>
                <a:lnTo>
                  <a:pt x="542278" y="64779"/>
                </a:lnTo>
                <a:lnTo>
                  <a:pt x="541948" y="64888"/>
                </a:lnTo>
                <a:lnTo>
                  <a:pt x="541614" y="64989"/>
                </a:lnTo>
                <a:lnTo>
                  <a:pt x="541276" y="65081"/>
                </a:lnTo>
                <a:lnTo>
                  <a:pt x="540934" y="65164"/>
                </a:lnTo>
                <a:lnTo>
                  <a:pt x="540587" y="65238"/>
                </a:lnTo>
                <a:lnTo>
                  <a:pt x="540237" y="65304"/>
                </a:lnTo>
                <a:lnTo>
                  <a:pt x="539882" y="65361"/>
                </a:lnTo>
                <a:lnTo>
                  <a:pt x="539523" y="65409"/>
                </a:lnTo>
                <a:lnTo>
                  <a:pt x="539160" y="65448"/>
                </a:lnTo>
                <a:lnTo>
                  <a:pt x="538793" y="65479"/>
                </a:lnTo>
                <a:lnTo>
                  <a:pt x="538421" y="65501"/>
                </a:lnTo>
                <a:lnTo>
                  <a:pt x="538046" y="65514"/>
                </a:lnTo>
                <a:lnTo>
                  <a:pt x="537666" y="65518"/>
                </a:lnTo>
                <a:lnTo>
                  <a:pt x="537096" y="65508"/>
                </a:lnTo>
                <a:lnTo>
                  <a:pt x="536533" y="65477"/>
                </a:lnTo>
                <a:lnTo>
                  <a:pt x="535976" y="65426"/>
                </a:lnTo>
                <a:lnTo>
                  <a:pt x="535425" y="65354"/>
                </a:lnTo>
                <a:lnTo>
                  <a:pt x="534880" y="65262"/>
                </a:lnTo>
                <a:lnTo>
                  <a:pt x="534341" y="65150"/>
                </a:lnTo>
                <a:lnTo>
                  <a:pt x="533808" y="65017"/>
                </a:lnTo>
                <a:lnTo>
                  <a:pt x="533282" y="64864"/>
                </a:lnTo>
                <a:lnTo>
                  <a:pt x="532762" y="64690"/>
                </a:lnTo>
                <a:lnTo>
                  <a:pt x="532248" y="64495"/>
                </a:lnTo>
                <a:lnTo>
                  <a:pt x="531740" y="64281"/>
                </a:lnTo>
                <a:lnTo>
                  <a:pt x="531239" y="64045"/>
                </a:lnTo>
                <a:lnTo>
                  <a:pt x="530743" y="63790"/>
                </a:lnTo>
                <a:lnTo>
                  <a:pt x="530254" y="63514"/>
                </a:lnTo>
                <a:lnTo>
                  <a:pt x="529771" y="63217"/>
                </a:lnTo>
                <a:lnTo>
                  <a:pt x="529294" y="62900"/>
                </a:lnTo>
                <a:lnTo>
                  <a:pt x="528824" y="62562"/>
                </a:lnTo>
                <a:lnTo>
                  <a:pt x="528359" y="62204"/>
                </a:lnTo>
                <a:lnTo>
                  <a:pt x="527901" y="61826"/>
                </a:lnTo>
                <a:lnTo>
                  <a:pt x="527449" y="61427"/>
                </a:lnTo>
                <a:lnTo>
                  <a:pt x="527003" y="61008"/>
                </a:lnTo>
                <a:lnTo>
                  <a:pt x="526563" y="60568"/>
                </a:lnTo>
                <a:lnTo>
                  <a:pt x="526130" y="60108"/>
                </a:lnTo>
                <a:lnTo>
                  <a:pt x="525703" y="59627"/>
                </a:lnTo>
                <a:lnTo>
                  <a:pt x="525287" y="59128"/>
                </a:lnTo>
                <a:lnTo>
                  <a:pt x="524890" y="58614"/>
                </a:lnTo>
                <a:lnTo>
                  <a:pt x="524510" y="58084"/>
                </a:lnTo>
                <a:lnTo>
                  <a:pt x="524149" y="57539"/>
                </a:lnTo>
                <a:lnTo>
                  <a:pt x="523805" y="56978"/>
                </a:lnTo>
                <a:lnTo>
                  <a:pt x="523479" y="56402"/>
                </a:lnTo>
                <a:lnTo>
                  <a:pt x="523170" y="55810"/>
                </a:lnTo>
                <a:lnTo>
                  <a:pt x="522880" y="55202"/>
                </a:lnTo>
                <a:lnTo>
                  <a:pt x="522608" y="54579"/>
                </a:lnTo>
                <a:lnTo>
                  <a:pt x="522353" y="53941"/>
                </a:lnTo>
                <a:lnTo>
                  <a:pt x="522116" y="53287"/>
                </a:lnTo>
                <a:lnTo>
                  <a:pt x="521897" y="52617"/>
                </a:lnTo>
                <a:lnTo>
                  <a:pt x="521696" y="51932"/>
                </a:lnTo>
                <a:lnTo>
                  <a:pt x="521513" y="51232"/>
                </a:lnTo>
                <a:lnTo>
                  <a:pt x="521348" y="50516"/>
                </a:lnTo>
                <a:lnTo>
                  <a:pt x="521200" y="49784"/>
                </a:lnTo>
                <a:lnTo>
                  <a:pt x="521070" y="49037"/>
                </a:lnTo>
                <a:lnTo>
                  <a:pt x="520959" y="48275"/>
                </a:lnTo>
                <a:lnTo>
                  <a:pt x="520865" y="47497"/>
                </a:lnTo>
                <a:lnTo>
                  <a:pt x="520789" y="46703"/>
                </a:lnTo>
                <a:lnTo>
                  <a:pt x="520730" y="45894"/>
                </a:lnTo>
                <a:lnTo>
                  <a:pt x="520690" y="45069"/>
                </a:lnTo>
                <a:lnTo>
                  <a:pt x="520667" y="44229"/>
                </a:lnTo>
                <a:lnTo>
                  <a:pt x="520663" y="43373"/>
                </a:lnTo>
                <a:lnTo>
                  <a:pt x="552887" y="43373"/>
                </a:lnTo>
                <a:lnTo>
                  <a:pt x="552879" y="42660"/>
                </a:lnTo>
                <a:lnTo>
                  <a:pt x="552852" y="41959"/>
                </a:lnTo>
                <a:lnTo>
                  <a:pt x="552809" y="41270"/>
                </a:lnTo>
                <a:lnTo>
                  <a:pt x="552747" y="40593"/>
                </a:lnTo>
                <a:close/>
                <a:moveTo>
                  <a:pt x="521016" y="38093"/>
                </a:moveTo>
                <a:lnTo>
                  <a:pt x="521116" y="37654"/>
                </a:lnTo>
                <a:lnTo>
                  <a:pt x="521225" y="37224"/>
                </a:lnTo>
                <a:lnTo>
                  <a:pt x="521344" y="36803"/>
                </a:lnTo>
                <a:lnTo>
                  <a:pt x="521473" y="36391"/>
                </a:lnTo>
                <a:lnTo>
                  <a:pt x="521611" y="35988"/>
                </a:lnTo>
                <a:lnTo>
                  <a:pt x="521759" y="35594"/>
                </a:lnTo>
                <a:lnTo>
                  <a:pt x="521916" y="35209"/>
                </a:lnTo>
                <a:lnTo>
                  <a:pt x="522083" y="34833"/>
                </a:lnTo>
                <a:lnTo>
                  <a:pt x="522260" y="34465"/>
                </a:lnTo>
                <a:lnTo>
                  <a:pt x="522447" y="34107"/>
                </a:lnTo>
                <a:lnTo>
                  <a:pt x="522642" y="33757"/>
                </a:lnTo>
                <a:lnTo>
                  <a:pt x="522848" y="33417"/>
                </a:lnTo>
                <a:lnTo>
                  <a:pt x="523063" y="33085"/>
                </a:lnTo>
                <a:lnTo>
                  <a:pt x="523288" y="32762"/>
                </a:lnTo>
                <a:lnTo>
                  <a:pt x="523523" y="32449"/>
                </a:lnTo>
                <a:lnTo>
                  <a:pt x="523767" y="32144"/>
                </a:lnTo>
                <a:lnTo>
                  <a:pt x="524021" y="31848"/>
                </a:lnTo>
                <a:lnTo>
                  <a:pt x="524284" y="31561"/>
                </a:lnTo>
                <a:lnTo>
                  <a:pt x="524557" y="31283"/>
                </a:lnTo>
                <a:lnTo>
                  <a:pt x="524837" y="31015"/>
                </a:lnTo>
                <a:lnTo>
                  <a:pt x="525119" y="30758"/>
                </a:lnTo>
                <a:lnTo>
                  <a:pt x="525405" y="30513"/>
                </a:lnTo>
                <a:lnTo>
                  <a:pt x="525693" y="30279"/>
                </a:lnTo>
                <a:lnTo>
                  <a:pt x="525985" y="30057"/>
                </a:lnTo>
                <a:lnTo>
                  <a:pt x="526280" y="29846"/>
                </a:lnTo>
                <a:lnTo>
                  <a:pt x="526578" y="29647"/>
                </a:lnTo>
                <a:lnTo>
                  <a:pt x="526879" y="29459"/>
                </a:lnTo>
                <a:lnTo>
                  <a:pt x="527183" y="29282"/>
                </a:lnTo>
                <a:lnTo>
                  <a:pt x="527491" y="29116"/>
                </a:lnTo>
                <a:lnTo>
                  <a:pt x="527801" y="28963"/>
                </a:lnTo>
                <a:lnTo>
                  <a:pt x="528114" y="28820"/>
                </a:lnTo>
                <a:lnTo>
                  <a:pt x="528431" y="28689"/>
                </a:lnTo>
                <a:lnTo>
                  <a:pt x="528751" y="28569"/>
                </a:lnTo>
                <a:lnTo>
                  <a:pt x="529073" y="28461"/>
                </a:lnTo>
                <a:lnTo>
                  <a:pt x="529399" y="28364"/>
                </a:lnTo>
                <a:lnTo>
                  <a:pt x="529728" y="28279"/>
                </a:lnTo>
                <a:lnTo>
                  <a:pt x="530060" y="28204"/>
                </a:lnTo>
                <a:lnTo>
                  <a:pt x="530395" y="28142"/>
                </a:lnTo>
                <a:lnTo>
                  <a:pt x="530733" y="28090"/>
                </a:lnTo>
                <a:lnTo>
                  <a:pt x="531075" y="28050"/>
                </a:lnTo>
                <a:lnTo>
                  <a:pt x="531419" y="28022"/>
                </a:lnTo>
                <a:lnTo>
                  <a:pt x="531766" y="28005"/>
                </a:lnTo>
                <a:lnTo>
                  <a:pt x="532117" y="27999"/>
                </a:lnTo>
                <a:lnTo>
                  <a:pt x="532346" y="28002"/>
                </a:lnTo>
                <a:lnTo>
                  <a:pt x="532574" y="28010"/>
                </a:lnTo>
                <a:lnTo>
                  <a:pt x="532801" y="28025"/>
                </a:lnTo>
                <a:lnTo>
                  <a:pt x="533027" y="28044"/>
                </a:lnTo>
                <a:lnTo>
                  <a:pt x="533252" y="28070"/>
                </a:lnTo>
                <a:lnTo>
                  <a:pt x="533477" y="28101"/>
                </a:lnTo>
                <a:lnTo>
                  <a:pt x="533701" y="28138"/>
                </a:lnTo>
                <a:lnTo>
                  <a:pt x="533924" y="28180"/>
                </a:lnTo>
                <a:lnTo>
                  <a:pt x="534147" y="28228"/>
                </a:lnTo>
                <a:lnTo>
                  <a:pt x="534368" y="28282"/>
                </a:lnTo>
                <a:lnTo>
                  <a:pt x="534589" y="28341"/>
                </a:lnTo>
                <a:lnTo>
                  <a:pt x="534809" y="28406"/>
                </a:lnTo>
                <a:lnTo>
                  <a:pt x="535028" y="28477"/>
                </a:lnTo>
                <a:lnTo>
                  <a:pt x="535246" y="28554"/>
                </a:lnTo>
                <a:lnTo>
                  <a:pt x="535464" y="28636"/>
                </a:lnTo>
                <a:lnTo>
                  <a:pt x="535680" y="28723"/>
                </a:lnTo>
                <a:lnTo>
                  <a:pt x="535896" y="28817"/>
                </a:lnTo>
                <a:lnTo>
                  <a:pt x="536112" y="28916"/>
                </a:lnTo>
                <a:lnTo>
                  <a:pt x="536326" y="29020"/>
                </a:lnTo>
                <a:lnTo>
                  <a:pt x="536540" y="29130"/>
                </a:lnTo>
                <a:lnTo>
                  <a:pt x="536752" y="29246"/>
                </a:lnTo>
                <a:lnTo>
                  <a:pt x="536964" y="29368"/>
                </a:lnTo>
                <a:lnTo>
                  <a:pt x="537176" y="29495"/>
                </a:lnTo>
                <a:lnTo>
                  <a:pt x="537386" y="29628"/>
                </a:lnTo>
                <a:lnTo>
                  <a:pt x="537594" y="29766"/>
                </a:lnTo>
                <a:lnTo>
                  <a:pt x="537797" y="29908"/>
                </a:lnTo>
                <a:lnTo>
                  <a:pt x="537996" y="30055"/>
                </a:lnTo>
                <a:lnTo>
                  <a:pt x="538191" y="30205"/>
                </a:lnTo>
                <a:lnTo>
                  <a:pt x="538382" y="30360"/>
                </a:lnTo>
                <a:lnTo>
                  <a:pt x="538568" y="30519"/>
                </a:lnTo>
                <a:lnTo>
                  <a:pt x="538750" y="30682"/>
                </a:lnTo>
                <a:lnTo>
                  <a:pt x="538927" y="30850"/>
                </a:lnTo>
                <a:lnTo>
                  <a:pt x="539100" y="31022"/>
                </a:lnTo>
                <a:lnTo>
                  <a:pt x="539269" y="31198"/>
                </a:lnTo>
                <a:lnTo>
                  <a:pt x="539434" y="31378"/>
                </a:lnTo>
                <a:lnTo>
                  <a:pt x="539594" y="31563"/>
                </a:lnTo>
                <a:lnTo>
                  <a:pt x="539750" y="31751"/>
                </a:lnTo>
                <a:lnTo>
                  <a:pt x="539901" y="31945"/>
                </a:lnTo>
                <a:lnTo>
                  <a:pt x="540049" y="32142"/>
                </a:lnTo>
                <a:lnTo>
                  <a:pt x="540191" y="32343"/>
                </a:lnTo>
                <a:lnTo>
                  <a:pt x="540330" y="32549"/>
                </a:lnTo>
                <a:lnTo>
                  <a:pt x="540464" y="32759"/>
                </a:lnTo>
                <a:lnTo>
                  <a:pt x="540594" y="32973"/>
                </a:lnTo>
                <a:lnTo>
                  <a:pt x="540720" y="33192"/>
                </a:lnTo>
                <a:lnTo>
                  <a:pt x="540841" y="33414"/>
                </a:lnTo>
                <a:lnTo>
                  <a:pt x="540958" y="33641"/>
                </a:lnTo>
                <a:lnTo>
                  <a:pt x="541070" y="33873"/>
                </a:lnTo>
                <a:lnTo>
                  <a:pt x="541179" y="34108"/>
                </a:lnTo>
                <a:lnTo>
                  <a:pt x="541245" y="34265"/>
                </a:lnTo>
                <a:lnTo>
                  <a:pt x="541310" y="34432"/>
                </a:lnTo>
                <a:lnTo>
                  <a:pt x="541373" y="34608"/>
                </a:lnTo>
                <a:lnTo>
                  <a:pt x="541434" y="34793"/>
                </a:lnTo>
                <a:lnTo>
                  <a:pt x="541494" y="34987"/>
                </a:lnTo>
                <a:lnTo>
                  <a:pt x="541551" y="35190"/>
                </a:lnTo>
                <a:lnTo>
                  <a:pt x="541606" y="35402"/>
                </a:lnTo>
                <a:lnTo>
                  <a:pt x="541659" y="35624"/>
                </a:lnTo>
                <a:lnTo>
                  <a:pt x="541711" y="35855"/>
                </a:lnTo>
                <a:lnTo>
                  <a:pt x="541760" y="36095"/>
                </a:lnTo>
                <a:lnTo>
                  <a:pt x="541808" y="36344"/>
                </a:lnTo>
                <a:lnTo>
                  <a:pt x="541853" y="36603"/>
                </a:lnTo>
                <a:lnTo>
                  <a:pt x="541897" y="36870"/>
                </a:lnTo>
                <a:lnTo>
                  <a:pt x="541938" y="37147"/>
                </a:lnTo>
                <a:lnTo>
                  <a:pt x="541978" y="37433"/>
                </a:lnTo>
                <a:lnTo>
                  <a:pt x="542016" y="37728"/>
                </a:lnTo>
                <a:lnTo>
                  <a:pt x="542051" y="38033"/>
                </a:lnTo>
                <a:lnTo>
                  <a:pt x="542085" y="38346"/>
                </a:lnTo>
                <a:lnTo>
                  <a:pt x="542117" y="38669"/>
                </a:lnTo>
                <a:lnTo>
                  <a:pt x="542147" y="39001"/>
                </a:lnTo>
                <a:lnTo>
                  <a:pt x="542175" y="39342"/>
                </a:lnTo>
                <a:lnTo>
                  <a:pt x="542201" y="39692"/>
                </a:lnTo>
                <a:lnTo>
                  <a:pt x="542225" y="40052"/>
                </a:lnTo>
                <a:lnTo>
                  <a:pt x="542248" y="40421"/>
                </a:lnTo>
                <a:lnTo>
                  <a:pt x="520663" y="40421"/>
                </a:lnTo>
                <a:lnTo>
                  <a:pt x="520714" y="39937"/>
                </a:lnTo>
                <a:lnTo>
                  <a:pt x="520775" y="39463"/>
                </a:lnTo>
                <a:lnTo>
                  <a:pt x="520846" y="38997"/>
                </a:lnTo>
                <a:lnTo>
                  <a:pt x="520926" y="38541"/>
                </a:lnTo>
                <a:lnTo>
                  <a:pt x="521016" y="38093"/>
                </a:lnTo>
                <a:close/>
                <a:moveTo>
                  <a:pt x="612625" y="31808"/>
                </a:moveTo>
                <a:lnTo>
                  <a:pt x="612774" y="31757"/>
                </a:lnTo>
                <a:lnTo>
                  <a:pt x="612920" y="31709"/>
                </a:lnTo>
                <a:lnTo>
                  <a:pt x="613065" y="31663"/>
                </a:lnTo>
                <a:lnTo>
                  <a:pt x="613207" y="31620"/>
                </a:lnTo>
                <a:lnTo>
                  <a:pt x="613346" y="31579"/>
                </a:lnTo>
                <a:lnTo>
                  <a:pt x="613484" y="31540"/>
                </a:lnTo>
                <a:lnTo>
                  <a:pt x="613619" y="31505"/>
                </a:lnTo>
                <a:lnTo>
                  <a:pt x="613752" y="31471"/>
                </a:lnTo>
                <a:lnTo>
                  <a:pt x="613882" y="31440"/>
                </a:lnTo>
                <a:lnTo>
                  <a:pt x="614011" y="31412"/>
                </a:lnTo>
                <a:lnTo>
                  <a:pt x="614137" y="31386"/>
                </a:lnTo>
                <a:lnTo>
                  <a:pt x="614260" y="31362"/>
                </a:lnTo>
                <a:lnTo>
                  <a:pt x="614382" y="31341"/>
                </a:lnTo>
                <a:lnTo>
                  <a:pt x="614501" y="31323"/>
                </a:lnTo>
                <a:lnTo>
                  <a:pt x="614617" y="31307"/>
                </a:lnTo>
                <a:lnTo>
                  <a:pt x="614732" y="31293"/>
                </a:lnTo>
                <a:lnTo>
                  <a:pt x="614844" y="31282"/>
                </a:lnTo>
                <a:lnTo>
                  <a:pt x="614954" y="31273"/>
                </a:lnTo>
                <a:lnTo>
                  <a:pt x="615061" y="31267"/>
                </a:lnTo>
                <a:lnTo>
                  <a:pt x="615167" y="31263"/>
                </a:lnTo>
                <a:lnTo>
                  <a:pt x="615270" y="31262"/>
                </a:lnTo>
                <a:lnTo>
                  <a:pt x="615396" y="31263"/>
                </a:lnTo>
                <a:lnTo>
                  <a:pt x="615520" y="31266"/>
                </a:lnTo>
                <a:lnTo>
                  <a:pt x="615641" y="31272"/>
                </a:lnTo>
                <a:lnTo>
                  <a:pt x="615761" y="31279"/>
                </a:lnTo>
                <a:lnTo>
                  <a:pt x="615878" y="31289"/>
                </a:lnTo>
                <a:lnTo>
                  <a:pt x="615993" y="31300"/>
                </a:lnTo>
                <a:lnTo>
                  <a:pt x="616106" y="31314"/>
                </a:lnTo>
                <a:lnTo>
                  <a:pt x="616217" y="31330"/>
                </a:lnTo>
                <a:lnTo>
                  <a:pt x="616326" y="31348"/>
                </a:lnTo>
                <a:lnTo>
                  <a:pt x="616432" y="31368"/>
                </a:lnTo>
                <a:lnTo>
                  <a:pt x="616536" y="31391"/>
                </a:lnTo>
                <a:lnTo>
                  <a:pt x="616638" y="31415"/>
                </a:lnTo>
                <a:lnTo>
                  <a:pt x="616737" y="31442"/>
                </a:lnTo>
                <a:lnTo>
                  <a:pt x="616835" y="31470"/>
                </a:lnTo>
                <a:lnTo>
                  <a:pt x="616930" y="31501"/>
                </a:lnTo>
                <a:lnTo>
                  <a:pt x="617023" y="31534"/>
                </a:lnTo>
                <a:lnTo>
                  <a:pt x="617114" y="31569"/>
                </a:lnTo>
                <a:lnTo>
                  <a:pt x="617202" y="31607"/>
                </a:lnTo>
                <a:lnTo>
                  <a:pt x="617289" y="31646"/>
                </a:lnTo>
                <a:lnTo>
                  <a:pt x="617373" y="31687"/>
                </a:lnTo>
                <a:lnTo>
                  <a:pt x="617455" y="31731"/>
                </a:lnTo>
                <a:lnTo>
                  <a:pt x="617535" y="31777"/>
                </a:lnTo>
                <a:lnTo>
                  <a:pt x="617612" y="31825"/>
                </a:lnTo>
                <a:lnTo>
                  <a:pt x="617688" y="31875"/>
                </a:lnTo>
                <a:lnTo>
                  <a:pt x="617761" y="31926"/>
                </a:lnTo>
                <a:lnTo>
                  <a:pt x="617833" y="31981"/>
                </a:lnTo>
                <a:lnTo>
                  <a:pt x="617903" y="32037"/>
                </a:lnTo>
                <a:lnTo>
                  <a:pt x="617971" y="32095"/>
                </a:lnTo>
                <a:lnTo>
                  <a:pt x="618038" y="32156"/>
                </a:lnTo>
                <a:lnTo>
                  <a:pt x="618103" y="32218"/>
                </a:lnTo>
                <a:lnTo>
                  <a:pt x="618166" y="32283"/>
                </a:lnTo>
                <a:lnTo>
                  <a:pt x="618228" y="32350"/>
                </a:lnTo>
                <a:lnTo>
                  <a:pt x="618288" y="32419"/>
                </a:lnTo>
                <a:lnTo>
                  <a:pt x="618346" y="32490"/>
                </a:lnTo>
                <a:lnTo>
                  <a:pt x="618403" y="32563"/>
                </a:lnTo>
                <a:lnTo>
                  <a:pt x="618458" y="32639"/>
                </a:lnTo>
                <a:lnTo>
                  <a:pt x="618511" y="32716"/>
                </a:lnTo>
                <a:lnTo>
                  <a:pt x="618562" y="32796"/>
                </a:lnTo>
                <a:lnTo>
                  <a:pt x="618612" y="32877"/>
                </a:lnTo>
                <a:lnTo>
                  <a:pt x="618661" y="32961"/>
                </a:lnTo>
                <a:lnTo>
                  <a:pt x="618707" y="33047"/>
                </a:lnTo>
                <a:lnTo>
                  <a:pt x="618752" y="33135"/>
                </a:lnTo>
                <a:lnTo>
                  <a:pt x="618795" y="33226"/>
                </a:lnTo>
                <a:lnTo>
                  <a:pt x="618837" y="33318"/>
                </a:lnTo>
                <a:lnTo>
                  <a:pt x="618876" y="33413"/>
                </a:lnTo>
                <a:lnTo>
                  <a:pt x="618915" y="33509"/>
                </a:lnTo>
                <a:lnTo>
                  <a:pt x="618951" y="33608"/>
                </a:lnTo>
                <a:lnTo>
                  <a:pt x="618986" y="33709"/>
                </a:lnTo>
                <a:lnTo>
                  <a:pt x="619019" y="33816"/>
                </a:lnTo>
                <a:lnTo>
                  <a:pt x="619051" y="33935"/>
                </a:lnTo>
                <a:lnTo>
                  <a:pt x="619081" y="34066"/>
                </a:lnTo>
                <a:lnTo>
                  <a:pt x="619110" y="34208"/>
                </a:lnTo>
                <a:lnTo>
                  <a:pt x="619138" y="34362"/>
                </a:lnTo>
                <a:lnTo>
                  <a:pt x="619164" y="34527"/>
                </a:lnTo>
                <a:lnTo>
                  <a:pt x="619189" y="34703"/>
                </a:lnTo>
                <a:lnTo>
                  <a:pt x="619212" y="34891"/>
                </a:lnTo>
                <a:lnTo>
                  <a:pt x="619234" y="35091"/>
                </a:lnTo>
                <a:lnTo>
                  <a:pt x="619255" y="35302"/>
                </a:lnTo>
                <a:lnTo>
                  <a:pt x="619274" y="35525"/>
                </a:lnTo>
                <a:lnTo>
                  <a:pt x="619291" y="35759"/>
                </a:lnTo>
                <a:lnTo>
                  <a:pt x="619308" y="36004"/>
                </a:lnTo>
                <a:lnTo>
                  <a:pt x="619322" y="36261"/>
                </a:lnTo>
                <a:lnTo>
                  <a:pt x="619336" y="36530"/>
                </a:lnTo>
                <a:lnTo>
                  <a:pt x="619348" y="36810"/>
                </a:lnTo>
                <a:lnTo>
                  <a:pt x="619358" y="37101"/>
                </a:lnTo>
                <a:lnTo>
                  <a:pt x="619368" y="37405"/>
                </a:lnTo>
                <a:lnTo>
                  <a:pt x="619375" y="37719"/>
                </a:lnTo>
                <a:lnTo>
                  <a:pt x="619382" y="38045"/>
                </a:lnTo>
                <a:lnTo>
                  <a:pt x="619387" y="38383"/>
                </a:lnTo>
                <a:lnTo>
                  <a:pt x="619390" y="38732"/>
                </a:lnTo>
                <a:lnTo>
                  <a:pt x="619392" y="39092"/>
                </a:lnTo>
                <a:lnTo>
                  <a:pt x="619393" y="39465"/>
                </a:lnTo>
                <a:lnTo>
                  <a:pt x="619393" y="83584"/>
                </a:lnTo>
                <a:lnTo>
                  <a:pt x="619392" y="84002"/>
                </a:lnTo>
                <a:lnTo>
                  <a:pt x="619389" y="84406"/>
                </a:lnTo>
                <a:lnTo>
                  <a:pt x="619385" y="84797"/>
                </a:lnTo>
                <a:lnTo>
                  <a:pt x="619378" y="85175"/>
                </a:lnTo>
                <a:lnTo>
                  <a:pt x="619370" y="85539"/>
                </a:lnTo>
                <a:lnTo>
                  <a:pt x="619360" y="85890"/>
                </a:lnTo>
                <a:lnTo>
                  <a:pt x="619348" y="86228"/>
                </a:lnTo>
                <a:lnTo>
                  <a:pt x="619334" y="86552"/>
                </a:lnTo>
                <a:lnTo>
                  <a:pt x="619318" y="86863"/>
                </a:lnTo>
                <a:lnTo>
                  <a:pt x="619300" y="87161"/>
                </a:lnTo>
                <a:lnTo>
                  <a:pt x="619281" y="87445"/>
                </a:lnTo>
                <a:lnTo>
                  <a:pt x="619259" y="87716"/>
                </a:lnTo>
                <a:lnTo>
                  <a:pt x="619236" y="87974"/>
                </a:lnTo>
                <a:lnTo>
                  <a:pt x="619211" y="88218"/>
                </a:lnTo>
                <a:lnTo>
                  <a:pt x="619184" y="88449"/>
                </a:lnTo>
                <a:lnTo>
                  <a:pt x="619156" y="88666"/>
                </a:lnTo>
                <a:lnTo>
                  <a:pt x="619125" y="88870"/>
                </a:lnTo>
                <a:lnTo>
                  <a:pt x="619092" y="89061"/>
                </a:lnTo>
                <a:lnTo>
                  <a:pt x="619058" y="89238"/>
                </a:lnTo>
                <a:lnTo>
                  <a:pt x="619022" y="89402"/>
                </a:lnTo>
                <a:lnTo>
                  <a:pt x="618984" y="89553"/>
                </a:lnTo>
                <a:lnTo>
                  <a:pt x="618944" y="89690"/>
                </a:lnTo>
                <a:lnTo>
                  <a:pt x="618902" y="89814"/>
                </a:lnTo>
                <a:lnTo>
                  <a:pt x="618859" y="89925"/>
                </a:lnTo>
                <a:lnTo>
                  <a:pt x="618813" y="90028"/>
                </a:lnTo>
                <a:lnTo>
                  <a:pt x="618766" y="90128"/>
                </a:lnTo>
                <a:lnTo>
                  <a:pt x="618718" y="90227"/>
                </a:lnTo>
                <a:lnTo>
                  <a:pt x="618668" y="90322"/>
                </a:lnTo>
                <a:lnTo>
                  <a:pt x="618617" y="90416"/>
                </a:lnTo>
                <a:lnTo>
                  <a:pt x="618564" y="90506"/>
                </a:lnTo>
                <a:lnTo>
                  <a:pt x="618510" y="90595"/>
                </a:lnTo>
                <a:lnTo>
                  <a:pt x="618454" y="90681"/>
                </a:lnTo>
                <a:lnTo>
                  <a:pt x="618397" y="90765"/>
                </a:lnTo>
                <a:lnTo>
                  <a:pt x="618338" y="90846"/>
                </a:lnTo>
                <a:lnTo>
                  <a:pt x="618278" y="90925"/>
                </a:lnTo>
                <a:lnTo>
                  <a:pt x="618216" y="91002"/>
                </a:lnTo>
                <a:lnTo>
                  <a:pt x="618153" y="91076"/>
                </a:lnTo>
                <a:lnTo>
                  <a:pt x="618088" y="91148"/>
                </a:lnTo>
                <a:lnTo>
                  <a:pt x="618021" y="91217"/>
                </a:lnTo>
                <a:lnTo>
                  <a:pt x="617954" y="91284"/>
                </a:lnTo>
                <a:lnTo>
                  <a:pt x="617884" y="91349"/>
                </a:lnTo>
                <a:lnTo>
                  <a:pt x="617813" y="91411"/>
                </a:lnTo>
                <a:lnTo>
                  <a:pt x="617741" y="91471"/>
                </a:lnTo>
                <a:lnTo>
                  <a:pt x="617667" y="91528"/>
                </a:lnTo>
                <a:lnTo>
                  <a:pt x="617592" y="91583"/>
                </a:lnTo>
                <a:lnTo>
                  <a:pt x="617515" y="91636"/>
                </a:lnTo>
                <a:lnTo>
                  <a:pt x="617437" y="91686"/>
                </a:lnTo>
                <a:lnTo>
                  <a:pt x="617357" y="91734"/>
                </a:lnTo>
                <a:lnTo>
                  <a:pt x="617190" y="91825"/>
                </a:lnTo>
                <a:lnTo>
                  <a:pt x="617020" y="91913"/>
                </a:lnTo>
                <a:lnTo>
                  <a:pt x="616848" y="91996"/>
                </a:lnTo>
                <a:lnTo>
                  <a:pt x="616672" y="92075"/>
                </a:lnTo>
                <a:lnTo>
                  <a:pt x="616494" y="92150"/>
                </a:lnTo>
                <a:lnTo>
                  <a:pt x="616313" y="92221"/>
                </a:lnTo>
                <a:lnTo>
                  <a:pt x="616129" y="92288"/>
                </a:lnTo>
                <a:lnTo>
                  <a:pt x="615943" y="92351"/>
                </a:lnTo>
                <a:lnTo>
                  <a:pt x="615753" y="92410"/>
                </a:lnTo>
                <a:lnTo>
                  <a:pt x="615561" y="92465"/>
                </a:lnTo>
                <a:lnTo>
                  <a:pt x="615366" y="92516"/>
                </a:lnTo>
                <a:lnTo>
                  <a:pt x="615168" y="92562"/>
                </a:lnTo>
                <a:lnTo>
                  <a:pt x="614967" y="92605"/>
                </a:lnTo>
                <a:lnTo>
                  <a:pt x="614763" y="92643"/>
                </a:lnTo>
                <a:lnTo>
                  <a:pt x="614557" y="92678"/>
                </a:lnTo>
                <a:lnTo>
                  <a:pt x="614348" y="92708"/>
                </a:lnTo>
                <a:lnTo>
                  <a:pt x="614135" y="92734"/>
                </a:lnTo>
                <a:lnTo>
                  <a:pt x="613921" y="92757"/>
                </a:lnTo>
                <a:lnTo>
                  <a:pt x="613703" y="92775"/>
                </a:lnTo>
                <a:lnTo>
                  <a:pt x="613482" y="92789"/>
                </a:lnTo>
                <a:lnTo>
                  <a:pt x="613259" y="92799"/>
                </a:lnTo>
                <a:lnTo>
                  <a:pt x="613032" y="92805"/>
                </a:lnTo>
                <a:lnTo>
                  <a:pt x="612803" y="92807"/>
                </a:lnTo>
                <a:lnTo>
                  <a:pt x="612571" y="92805"/>
                </a:lnTo>
                <a:lnTo>
                  <a:pt x="611299" y="92805"/>
                </a:lnTo>
                <a:lnTo>
                  <a:pt x="611299" y="94688"/>
                </a:lnTo>
                <a:lnTo>
                  <a:pt x="635734" y="94688"/>
                </a:lnTo>
                <a:lnTo>
                  <a:pt x="635734" y="92805"/>
                </a:lnTo>
                <a:lnTo>
                  <a:pt x="635420" y="92803"/>
                </a:lnTo>
                <a:lnTo>
                  <a:pt x="635115" y="92799"/>
                </a:lnTo>
                <a:lnTo>
                  <a:pt x="634817" y="92793"/>
                </a:lnTo>
                <a:lnTo>
                  <a:pt x="634527" y="92783"/>
                </a:lnTo>
                <a:lnTo>
                  <a:pt x="634246" y="92771"/>
                </a:lnTo>
                <a:lnTo>
                  <a:pt x="633973" y="92757"/>
                </a:lnTo>
                <a:lnTo>
                  <a:pt x="633709" y="92740"/>
                </a:lnTo>
                <a:lnTo>
                  <a:pt x="633452" y="92720"/>
                </a:lnTo>
                <a:lnTo>
                  <a:pt x="633204" y="92697"/>
                </a:lnTo>
                <a:lnTo>
                  <a:pt x="632964" y="92672"/>
                </a:lnTo>
                <a:lnTo>
                  <a:pt x="632732" y="92644"/>
                </a:lnTo>
                <a:lnTo>
                  <a:pt x="632508" y="92614"/>
                </a:lnTo>
                <a:lnTo>
                  <a:pt x="632293" y="92580"/>
                </a:lnTo>
                <a:lnTo>
                  <a:pt x="632086" y="92545"/>
                </a:lnTo>
                <a:lnTo>
                  <a:pt x="631887" y="92506"/>
                </a:lnTo>
                <a:lnTo>
                  <a:pt x="631696" y="92465"/>
                </a:lnTo>
                <a:lnTo>
                  <a:pt x="631513" y="92421"/>
                </a:lnTo>
                <a:lnTo>
                  <a:pt x="631339" y="92375"/>
                </a:lnTo>
                <a:lnTo>
                  <a:pt x="631173" y="92326"/>
                </a:lnTo>
                <a:lnTo>
                  <a:pt x="631015" y="92274"/>
                </a:lnTo>
                <a:lnTo>
                  <a:pt x="630865" y="92220"/>
                </a:lnTo>
                <a:lnTo>
                  <a:pt x="630724" y="92163"/>
                </a:lnTo>
                <a:lnTo>
                  <a:pt x="630591" y="92103"/>
                </a:lnTo>
                <a:lnTo>
                  <a:pt x="630465" y="92041"/>
                </a:lnTo>
                <a:lnTo>
                  <a:pt x="630346" y="91976"/>
                </a:lnTo>
                <a:lnTo>
                  <a:pt x="630230" y="91910"/>
                </a:lnTo>
                <a:lnTo>
                  <a:pt x="630116" y="91842"/>
                </a:lnTo>
                <a:lnTo>
                  <a:pt x="630006" y="91772"/>
                </a:lnTo>
                <a:lnTo>
                  <a:pt x="629899" y="91700"/>
                </a:lnTo>
                <a:lnTo>
                  <a:pt x="629794" y="91626"/>
                </a:lnTo>
                <a:lnTo>
                  <a:pt x="629693" y="91550"/>
                </a:lnTo>
                <a:lnTo>
                  <a:pt x="629594" y="91472"/>
                </a:lnTo>
                <a:lnTo>
                  <a:pt x="629499" y="91393"/>
                </a:lnTo>
                <a:lnTo>
                  <a:pt x="629407" y="91312"/>
                </a:lnTo>
                <a:lnTo>
                  <a:pt x="629317" y="91229"/>
                </a:lnTo>
                <a:lnTo>
                  <a:pt x="629231" y="91144"/>
                </a:lnTo>
                <a:lnTo>
                  <a:pt x="629148" y="91057"/>
                </a:lnTo>
                <a:lnTo>
                  <a:pt x="629067" y="90968"/>
                </a:lnTo>
                <a:lnTo>
                  <a:pt x="628990" y="90878"/>
                </a:lnTo>
                <a:lnTo>
                  <a:pt x="628916" y="90785"/>
                </a:lnTo>
                <a:lnTo>
                  <a:pt x="628844" y="90691"/>
                </a:lnTo>
                <a:lnTo>
                  <a:pt x="628776" y="90595"/>
                </a:lnTo>
                <a:lnTo>
                  <a:pt x="628711" y="90497"/>
                </a:lnTo>
                <a:lnTo>
                  <a:pt x="628648" y="90397"/>
                </a:lnTo>
                <a:lnTo>
                  <a:pt x="628589" y="90295"/>
                </a:lnTo>
                <a:lnTo>
                  <a:pt x="628533" y="90192"/>
                </a:lnTo>
                <a:lnTo>
                  <a:pt x="628479" y="90086"/>
                </a:lnTo>
                <a:lnTo>
                  <a:pt x="628429" y="89979"/>
                </a:lnTo>
                <a:lnTo>
                  <a:pt x="628381" y="89865"/>
                </a:lnTo>
                <a:lnTo>
                  <a:pt x="628336" y="89739"/>
                </a:lnTo>
                <a:lnTo>
                  <a:pt x="628292" y="89600"/>
                </a:lnTo>
                <a:lnTo>
                  <a:pt x="628250" y="89450"/>
                </a:lnTo>
                <a:lnTo>
                  <a:pt x="628211" y="89287"/>
                </a:lnTo>
                <a:lnTo>
                  <a:pt x="628173" y="89112"/>
                </a:lnTo>
                <a:lnTo>
                  <a:pt x="628137" y="88925"/>
                </a:lnTo>
                <a:lnTo>
                  <a:pt x="628104" y="88726"/>
                </a:lnTo>
                <a:lnTo>
                  <a:pt x="628072" y="88515"/>
                </a:lnTo>
                <a:lnTo>
                  <a:pt x="628043" y="88292"/>
                </a:lnTo>
                <a:lnTo>
                  <a:pt x="628016" y="88057"/>
                </a:lnTo>
                <a:lnTo>
                  <a:pt x="627990" y="87809"/>
                </a:lnTo>
                <a:lnTo>
                  <a:pt x="627967" y="87550"/>
                </a:lnTo>
                <a:lnTo>
                  <a:pt x="627945" y="87278"/>
                </a:lnTo>
                <a:lnTo>
                  <a:pt x="627926" y="86994"/>
                </a:lnTo>
                <a:lnTo>
                  <a:pt x="627909" y="86698"/>
                </a:lnTo>
                <a:lnTo>
                  <a:pt x="627894" y="86390"/>
                </a:lnTo>
                <a:lnTo>
                  <a:pt x="627880" y="86070"/>
                </a:lnTo>
                <a:lnTo>
                  <a:pt x="627869" y="85738"/>
                </a:lnTo>
                <a:lnTo>
                  <a:pt x="627860" y="85394"/>
                </a:lnTo>
                <a:lnTo>
                  <a:pt x="627853" y="85038"/>
                </a:lnTo>
                <a:lnTo>
                  <a:pt x="627848" y="84669"/>
                </a:lnTo>
                <a:lnTo>
                  <a:pt x="627845" y="84288"/>
                </a:lnTo>
                <a:lnTo>
                  <a:pt x="627844" y="83896"/>
                </a:lnTo>
                <a:lnTo>
                  <a:pt x="627844" y="69692"/>
                </a:lnTo>
                <a:lnTo>
                  <a:pt x="628055" y="69881"/>
                </a:lnTo>
                <a:lnTo>
                  <a:pt x="628264" y="70064"/>
                </a:lnTo>
                <a:lnTo>
                  <a:pt x="628472" y="70241"/>
                </a:lnTo>
                <a:lnTo>
                  <a:pt x="628678" y="70414"/>
                </a:lnTo>
                <a:lnTo>
                  <a:pt x="628882" y="70581"/>
                </a:lnTo>
                <a:lnTo>
                  <a:pt x="629085" y="70742"/>
                </a:lnTo>
                <a:lnTo>
                  <a:pt x="629285" y="70899"/>
                </a:lnTo>
                <a:lnTo>
                  <a:pt x="629484" y="71050"/>
                </a:lnTo>
                <a:lnTo>
                  <a:pt x="629681" y="71196"/>
                </a:lnTo>
                <a:lnTo>
                  <a:pt x="629877" y="71336"/>
                </a:lnTo>
                <a:lnTo>
                  <a:pt x="630070" y="71472"/>
                </a:lnTo>
                <a:lnTo>
                  <a:pt x="630262" y="71602"/>
                </a:lnTo>
                <a:lnTo>
                  <a:pt x="630452" y="71726"/>
                </a:lnTo>
                <a:lnTo>
                  <a:pt x="630640" y="71845"/>
                </a:lnTo>
                <a:lnTo>
                  <a:pt x="630827" y="71959"/>
                </a:lnTo>
                <a:lnTo>
                  <a:pt x="631011" y="72068"/>
                </a:lnTo>
                <a:lnTo>
                  <a:pt x="631194" y="72172"/>
                </a:lnTo>
                <a:lnTo>
                  <a:pt x="631375" y="72270"/>
                </a:lnTo>
                <a:lnTo>
                  <a:pt x="631555" y="72362"/>
                </a:lnTo>
                <a:lnTo>
                  <a:pt x="631733" y="72450"/>
                </a:lnTo>
                <a:lnTo>
                  <a:pt x="631908" y="72532"/>
                </a:lnTo>
                <a:lnTo>
                  <a:pt x="632083" y="72609"/>
                </a:lnTo>
                <a:lnTo>
                  <a:pt x="632255" y="72681"/>
                </a:lnTo>
                <a:lnTo>
                  <a:pt x="632425" y="72747"/>
                </a:lnTo>
                <a:lnTo>
                  <a:pt x="632656" y="72834"/>
                </a:lnTo>
                <a:lnTo>
                  <a:pt x="632891" y="72918"/>
                </a:lnTo>
                <a:lnTo>
                  <a:pt x="633129" y="72998"/>
                </a:lnTo>
                <a:lnTo>
                  <a:pt x="633370" y="73074"/>
                </a:lnTo>
                <a:lnTo>
                  <a:pt x="633615" y="73146"/>
                </a:lnTo>
                <a:lnTo>
                  <a:pt x="633864" y="73215"/>
                </a:lnTo>
                <a:lnTo>
                  <a:pt x="634116" y="73280"/>
                </a:lnTo>
                <a:lnTo>
                  <a:pt x="634371" y="73341"/>
                </a:lnTo>
                <a:lnTo>
                  <a:pt x="634630" y="73398"/>
                </a:lnTo>
                <a:lnTo>
                  <a:pt x="634893" y="73452"/>
                </a:lnTo>
                <a:lnTo>
                  <a:pt x="635159" y="73502"/>
                </a:lnTo>
                <a:lnTo>
                  <a:pt x="635429" y="73549"/>
                </a:lnTo>
                <a:lnTo>
                  <a:pt x="635702" y="73591"/>
                </a:lnTo>
                <a:lnTo>
                  <a:pt x="635979" y="73630"/>
                </a:lnTo>
                <a:lnTo>
                  <a:pt x="636259" y="73666"/>
                </a:lnTo>
                <a:lnTo>
                  <a:pt x="636543" y="73697"/>
                </a:lnTo>
                <a:lnTo>
                  <a:pt x="636831" y="73725"/>
                </a:lnTo>
                <a:lnTo>
                  <a:pt x="637122" y="73749"/>
                </a:lnTo>
                <a:lnTo>
                  <a:pt x="637416" y="73770"/>
                </a:lnTo>
                <a:lnTo>
                  <a:pt x="637714" y="73786"/>
                </a:lnTo>
                <a:lnTo>
                  <a:pt x="638016" y="73799"/>
                </a:lnTo>
                <a:lnTo>
                  <a:pt x="638321" y="73809"/>
                </a:lnTo>
                <a:lnTo>
                  <a:pt x="638629" y="73814"/>
                </a:lnTo>
                <a:lnTo>
                  <a:pt x="638942" y="73816"/>
                </a:lnTo>
                <a:lnTo>
                  <a:pt x="639658" y="73805"/>
                </a:lnTo>
                <a:lnTo>
                  <a:pt x="640363" y="73771"/>
                </a:lnTo>
                <a:lnTo>
                  <a:pt x="641059" y="73715"/>
                </a:lnTo>
                <a:lnTo>
                  <a:pt x="641744" y="73637"/>
                </a:lnTo>
                <a:lnTo>
                  <a:pt x="642419" y="73536"/>
                </a:lnTo>
                <a:lnTo>
                  <a:pt x="643084" y="73412"/>
                </a:lnTo>
                <a:lnTo>
                  <a:pt x="643739" y="73267"/>
                </a:lnTo>
                <a:lnTo>
                  <a:pt x="644383" y="73098"/>
                </a:lnTo>
                <a:lnTo>
                  <a:pt x="645017" y="72908"/>
                </a:lnTo>
                <a:lnTo>
                  <a:pt x="645641" y="72695"/>
                </a:lnTo>
                <a:lnTo>
                  <a:pt x="646254" y="72459"/>
                </a:lnTo>
                <a:lnTo>
                  <a:pt x="646858" y="72201"/>
                </a:lnTo>
                <a:lnTo>
                  <a:pt x="647451" y="71921"/>
                </a:lnTo>
                <a:lnTo>
                  <a:pt x="648034" y="71618"/>
                </a:lnTo>
                <a:lnTo>
                  <a:pt x="648606" y="71293"/>
                </a:lnTo>
                <a:lnTo>
                  <a:pt x="649168" y="70945"/>
                </a:lnTo>
                <a:lnTo>
                  <a:pt x="649720" y="70575"/>
                </a:lnTo>
                <a:lnTo>
                  <a:pt x="650262" y="70183"/>
                </a:lnTo>
                <a:lnTo>
                  <a:pt x="650794" y="69768"/>
                </a:lnTo>
                <a:lnTo>
                  <a:pt x="651315" y="69331"/>
                </a:lnTo>
                <a:lnTo>
                  <a:pt x="651826" y="68871"/>
                </a:lnTo>
                <a:lnTo>
                  <a:pt x="652327" y="68389"/>
                </a:lnTo>
                <a:lnTo>
                  <a:pt x="652817" y="67884"/>
                </a:lnTo>
                <a:lnTo>
                  <a:pt x="653298" y="67357"/>
                </a:lnTo>
                <a:lnTo>
                  <a:pt x="653862" y="66693"/>
                </a:lnTo>
                <a:lnTo>
                  <a:pt x="654403" y="66014"/>
                </a:lnTo>
                <a:lnTo>
                  <a:pt x="654920" y="65321"/>
                </a:lnTo>
                <a:lnTo>
                  <a:pt x="655413" y="64614"/>
                </a:lnTo>
                <a:lnTo>
                  <a:pt x="655882" y="63892"/>
                </a:lnTo>
                <a:lnTo>
                  <a:pt x="656327" y="63155"/>
                </a:lnTo>
                <a:lnTo>
                  <a:pt x="656747" y="62404"/>
                </a:lnTo>
                <a:lnTo>
                  <a:pt x="657144" y="61639"/>
                </a:lnTo>
                <a:lnTo>
                  <a:pt x="657517" y="60859"/>
                </a:lnTo>
                <a:lnTo>
                  <a:pt x="657865" y="60064"/>
                </a:lnTo>
                <a:lnTo>
                  <a:pt x="658190" y="59255"/>
                </a:lnTo>
                <a:lnTo>
                  <a:pt x="658490" y="58432"/>
                </a:lnTo>
                <a:lnTo>
                  <a:pt x="658767" y="57594"/>
                </a:lnTo>
                <a:lnTo>
                  <a:pt x="659019" y="56742"/>
                </a:lnTo>
                <a:lnTo>
                  <a:pt x="659247" y="55875"/>
                </a:lnTo>
                <a:lnTo>
                  <a:pt x="659452" y="54994"/>
                </a:lnTo>
                <a:lnTo>
                  <a:pt x="659632" y="54098"/>
                </a:lnTo>
                <a:lnTo>
                  <a:pt x="659788" y="53188"/>
                </a:lnTo>
                <a:lnTo>
                  <a:pt x="659920" y="52263"/>
                </a:lnTo>
                <a:lnTo>
                  <a:pt x="660029" y="51324"/>
                </a:lnTo>
                <a:lnTo>
                  <a:pt x="660113" y="50370"/>
                </a:lnTo>
                <a:lnTo>
                  <a:pt x="660173" y="49402"/>
                </a:lnTo>
                <a:lnTo>
                  <a:pt x="660209" y="48419"/>
                </a:lnTo>
                <a:lnTo>
                  <a:pt x="660221" y="47422"/>
                </a:lnTo>
                <a:lnTo>
                  <a:pt x="660211" y="46531"/>
                </a:lnTo>
                <a:lnTo>
                  <a:pt x="660181" y="45653"/>
                </a:lnTo>
                <a:lnTo>
                  <a:pt x="660131" y="44790"/>
                </a:lnTo>
                <a:lnTo>
                  <a:pt x="660061" y="43941"/>
                </a:lnTo>
                <a:lnTo>
                  <a:pt x="659971" y="43106"/>
                </a:lnTo>
                <a:lnTo>
                  <a:pt x="659861" y="42286"/>
                </a:lnTo>
                <a:lnTo>
                  <a:pt x="659732" y="41479"/>
                </a:lnTo>
                <a:lnTo>
                  <a:pt x="659582" y="40686"/>
                </a:lnTo>
                <a:lnTo>
                  <a:pt x="659412" y="39908"/>
                </a:lnTo>
                <a:lnTo>
                  <a:pt x="659222" y="39144"/>
                </a:lnTo>
                <a:lnTo>
                  <a:pt x="659013" y="38394"/>
                </a:lnTo>
                <a:lnTo>
                  <a:pt x="658783" y="37658"/>
                </a:lnTo>
                <a:lnTo>
                  <a:pt x="658533" y="36936"/>
                </a:lnTo>
                <a:lnTo>
                  <a:pt x="658264" y="36228"/>
                </a:lnTo>
                <a:lnTo>
                  <a:pt x="657974" y="35534"/>
                </a:lnTo>
                <a:lnTo>
                  <a:pt x="657664" y="34855"/>
                </a:lnTo>
                <a:lnTo>
                  <a:pt x="657335" y="34190"/>
                </a:lnTo>
                <a:lnTo>
                  <a:pt x="656985" y="33538"/>
                </a:lnTo>
                <a:lnTo>
                  <a:pt x="656616" y="32901"/>
                </a:lnTo>
                <a:lnTo>
                  <a:pt x="656226" y="32278"/>
                </a:lnTo>
                <a:lnTo>
                  <a:pt x="655817" y="31669"/>
                </a:lnTo>
                <a:lnTo>
                  <a:pt x="655387" y="31074"/>
                </a:lnTo>
                <a:lnTo>
                  <a:pt x="654938" y="30494"/>
                </a:lnTo>
                <a:lnTo>
                  <a:pt x="654468" y="29927"/>
                </a:lnTo>
                <a:lnTo>
                  <a:pt x="654074" y="29479"/>
                </a:lnTo>
                <a:lnTo>
                  <a:pt x="653672" y="29050"/>
                </a:lnTo>
                <a:lnTo>
                  <a:pt x="653261" y="28640"/>
                </a:lnTo>
                <a:lnTo>
                  <a:pt x="652842" y="28249"/>
                </a:lnTo>
                <a:lnTo>
                  <a:pt x="652415" y="27877"/>
                </a:lnTo>
                <a:lnTo>
                  <a:pt x="651980" y="27525"/>
                </a:lnTo>
                <a:lnTo>
                  <a:pt x="651537" y="27191"/>
                </a:lnTo>
                <a:lnTo>
                  <a:pt x="651086" y="26876"/>
                </a:lnTo>
                <a:lnTo>
                  <a:pt x="650626" y="26581"/>
                </a:lnTo>
                <a:lnTo>
                  <a:pt x="650159" y="26304"/>
                </a:lnTo>
                <a:lnTo>
                  <a:pt x="649683" y="26047"/>
                </a:lnTo>
                <a:lnTo>
                  <a:pt x="649199" y="25809"/>
                </a:lnTo>
                <a:lnTo>
                  <a:pt x="648708" y="25589"/>
                </a:lnTo>
                <a:lnTo>
                  <a:pt x="648208" y="25389"/>
                </a:lnTo>
                <a:lnTo>
                  <a:pt x="647699" y="25208"/>
                </a:lnTo>
                <a:lnTo>
                  <a:pt x="647183" y="25046"/>
                </a:lnTo>
                <a:lnTo>
                  <a:pt x="646659" y="24903"/>
                </a:lnTo>
                <a:lnTo>
                  <a:pt x="646126" y="24779"/>
                </a:lnTo>
                <a:lnTo>
                  <a:pt x="645585" y="24674"/>
                </a:lnTo>
                <a:lnTo>
                  <a:pt x="645036" y="24588"/>
                </a:lnTo>
                <a:lnTo>
                  <a:pt x="644479" y="24521"/>
                </a:lnTo>
                <a:lnTo>
                  <a:pt x="643914" y="24474"/>
                </a:lnTo>
                <a:lnTo>
                  <a:pt x="643341" y="24445"/>
                </a:lnTo>
                <a:lnTo>
                  <a:pt x="642760" y="24436"/>
                </a:lnTo>
                <a:lnTo>
                  <a:pt x="642425" y="24440"/>
                </a:lnTo>
                <a:lnTo>
                  <a:pt x="642092" y="24452"/>
                </a:lnTo>
                <a:lnTo>
                  <a:pt x="641760" y="24473"/>
                </a:lnTo>
                <a:lnTo>
                  <a:pt x="641430" y="24503"/>
                </a:lnTo>
                <a:lnTo>
                  <a:pt x="641101" y="24541"/>
                </a:lnTo>
                <a:lnTo>
                  <a:pt x="640773" y="24587"/>
                </a:lnTo>
                <a:lnTo>
                  <a:pt x="640446" y="24641"/>
                </a:lnTo>
                <a:lnTo>
                  <a:pt x="640121" y="24704"/>
                </a:lnTo>
                <a:lnTo>
                  <a:pt x="639797" y="24776"/>
                </a:lnTo>
                <a:lnTo>
                  <a:pt x="639475" y="24855"/>
                </a:lnTo>
                <a:lnTo>
                  <a:pt x="639153" y="24944"/>
                </a:lnTo>
                <a:lnTo>
                  <a:pt x="638833" y="25040"/>
                </a:lnTo>
                <a:lnTo>
                  <a:pt x="638515" y="25145"/>
                </a:lnTo>
                <a:lnTo>
                  <a:pt x="638198" y="25258"/>
                </a:lnTo>
                <a:lnTo>
                  <a:pt x="637882" y="25380"/>
                </a:lnTo>
                <a:lnTo>
                  <a:pt x="637567" y="25510"/>
                </a:lnTo>
                <a:lnTo>
                  <a:pt x="637254" y="25649"/>
                </a:lnTo>
                <a:lnTo>
                  <a:pt x="636942" y="25796"/>
                </a:lnTo>
                <a:lnTo>
                  <a:pt x="636631" y="25951"/>
                </a:lnTo>
                <a:lnTo>
                  <a:pt x="636322" y="26115"/>
                </a:lnTo>
                <a:lnTo>
                  <a:pt x="636014" y="26287"/>
                </a:lnTo>
                <a:lnTo>
                  <a:pt x="635707" y="26468"/>
                </a:lnTo>
                <a:lnTo>
                  <a:pt x="635402" y="26656"/>
                </a:lnTo>
                <a:lnTo>
                  <a:pt x="635098" y="26854"/>
                </a:lnTo>
                <a:lnTo>
                  <a:pt x="634795" y="27062"/>
                </a:lnTo>
                <a:lnTo>
                  <a:pt x="634492" y="27283"/>
                </a:lnTo>
                <a:lnTo>
                  <a:pt x="634189" y="27517"/>
                </a:lnTo>
                <a:lnTo>
                  <a:pt x="633885" y="27764"/>
                </a:lnTo>
                <a:lnTo>
                  <a:pt x="633583" y="28024"/>
                </a:lnTo>
                <a:lnTo>
                  <a:pt x="633280" y="28297"/>
                </a:lnTo>
                <a:lnTo>
                  <a:pt x="632977" y="28583"/>
                </a:lnTo>
                <a:lnTo>
                  <a:pt x="632674" y="28882"/>
                </a:lnTo>
                <a:lnTo>
                  <a:pt x="632372" y="29194"/>
                </a:lnTo>
                <a:lnTo>
                  <a:pt x="632069" y="29518"/>
                </a:lnTo>
                <a:lnTo>
                  <a:pt x="631767" y="29856"/>
                </a:lnTo>
                <a:lnTo>
                  <a:pt x="631465" y="30207"/>
                </a:lnTo>
                <a:lnTo>
                  <a:pt x="631162" y="30571"/>
                </a:lnTo>
                <a:lnTo>
                  <a:pt x="630860" y="30948"/>
                </a:lnTo>
                <a:lnTo>
                  <a:pt x="630558" y="31338"/>
                </a:lnTo>
                <a:lnTo>
                  <a:pt x="630256" y="31741"/>
                </a:lnTo>
                <a:lnTo>
                  <a:pt x="629954" y="32157"/>
                </a:lnTo>
                <a:lnTo>
                  <a:pt x="629653" y="32586"/>
                </a:lnTo>
                <a:lnTo>
                  <a:pt x="629351" y="33027"/>
                </a:lnTo>
                <a:lnTo>
                  <a:pt x="629049" y="33482"/>
                </a:lnTo>
                <a:lnTo>
                  <a:pt x="628748" y="33950"/>
                </a:lnTo>
                <a:lnTo>
                  <a:pt x="628446" y="34431"/>
                </a:lnTo>
                <a:lnTo>
                  <a:pt x="628145" y="34925"/>
                </a:lnTo>
                <a:lnTo>
                  <a:pt x="627844" y="35432"/>
                </a:lnTo>
                <a:lnTo>
                  <a:pt x="627844" y="24537"/>
                </a:lnTo>
                <a:lnTo>
                  <a:pt x="625909" y="24537"/>
                </a:lnTo>
                <a:lnTo>
                  <a:pt x="611553" y="30346"/>
                </a:lnTo>
                <a:lnTo>
                  <a:pt x="612164" y="31975"/>
                </a:lnTo>
                <a:lnTo>
                  <a:pt x="612320" y="31917"/>
                </a:lnTo>
                <a:lnTo>
                  <a:pt x="612474" y="31861"/>
                </a:lnTo>
                <a:lnTo>
                  <a:pt x="612625" y="31808"/>
                </a:lnTo>
                <a:close/>
                <a:moveTo>
                  <a:pt x="629186" y="37104"/>
                </a:moveTo>
                <a:lnTo>
                  <a:pt x="629500" y="36780"/>
                </a:lnTo>
                <a:lnTo>
                  <a:pt x="629807" y="36469"/>
                </a:lnTo>
                <a:lnTo>
                  <a:pt x="630105" y="36170"/>
                </a:lnTo>
                <a:lnTo>
                  <a:pt x="630395" y="35884"/>
                </a:lnTo>
                <a:lnTo>
                  <a:pt x="630676" y="35611"/>
                </a:lnTo>
                <a:lnTo>
                  <a:pt x="630949" y="35350"/>
                </a:lnTo>
                <a:lnTo>
                  <a:pt x="631214" y="35102"/>
                </a:lnTo>
                <a:lnTo>
                  <a:pt x="631471" y="34867"/>
                </a:lnTo>
                <a:lnTo>
                  <a:pt x="631719" y="34645"/>
                </a:lnTo>
                <a:lnTo>
                  <a:pt x="631959" y="34435"/>
                </a:lnTo>
                <a:lnTo>
                  <a:pt x="632191" y="34238"/>
                </a:lnTo>
                <a:lnTo>
                  <a:pt x="632414" y="34054"/>
                </a:lnTo>
                <a:lnTo>
                  <a:pt x="632629" y="33882"/>
                </a:lnTo>
                <a:lnTo>
                  <a:pt x="632836" y="33724"/>
                </a:lnTo>
                <a:lnTo>
                  <a:pt x="633034" y="33577"/>
                </a:lnTo>
                <a:lnTo>
                  <a:pt x="633224" y="33444"/>
                </a:lnTo>
                <a:lnTo>
                  <a:pt x="633406" y="33323"/>
                </a:lnTo>
                <a:lnTo>
                  <a:pt x="633580" y="33215"/>
                </a:lnTo>
                <a:lnTo>
                  <a:pt x="633745" y="33120"/>
                </a:lnTo>
                <a:lnTo>
                  <a:pt x="633902" y="33037"/>
                </a:lnTo>
                <a:lnTo>
                  <a:pt x="634101" y="32938"/>
                </a:lnTo>
                <a:lnTo>
                  <a:pt x="634301" y="32843"/>
                </a:lnTo>
                <a:lnTo>
                  <a:pt x="634501" y="32751"/>
                </a:lnTo>
                <a:lnTo>
                  <a:pt x="634701" y="32665"/>
                </a:lnTo>
                <a:lnTo>
                  <a:pt x="634901" y="32582"/>
                </a:lnTo>
                <a:lnTo>
                  <a:pt x="635101" y="32504"/>
                </a:lnTo>
                <a:lnTo>
                  <a:pt x="635302" y="32429"/>
                </a:lnTo>
                <a:lnTo>
                  <a:pt x="635503" y="32360"/>
                </a:lnTo>
                <a:lnTo>
                  <a:pt x="635703" y="32294"/>
                </a:lnTo>
                <a:lnTo>
                  <a:pt x="635904" y="32232"/>
                </a:lnTo>
                <a:lnTo>
                  <a:pt x="636106" y="32175"/>
                </a:lnTo>
                <a:lnTo>
                  <a:pt x="636307" y="32122"/>
                </a:lnTo>
                <a:lnTo>
                  <a:pt x="636509" y="32074"/>
                </a:lnTo>
                <a:lnTo>
                  <a:pt x="636711" y="32029"/>
                </a:lnTo>
                <a:lnTo>
                  <a:pt x="636912" y="31989"/>
                </a:lnTo>
                <a:lnTo>
                  <a:pt x="637115" y="31953"/>
                </a:lnTo>
                <a:lnTo>
                  <a:pt x="637317" y="31921"/>
                </a:lnTo>
                <a:lnTo>
                  <a:pt x="637519" y="31894"/>
                </a:lnTo>
                <a:lnTo>
                  <a:pt x="637722" y="31870"/>
                </a:lnTo>
                <a:lnTo>
                  <a:pt x="637925" y="31851"/>
                </a:lnTo>
                <a:lnTo>
                  <a:pt x="638128" y="31836"/>
                </a:lnTo>
                <a:lnTo>
                  <a:pt x="638331" y="31826"/>
                </a:lnTo>
                <a:lnTo>
                  <a:pt x="638534" y="31819"/>
                </a:lnTo>
                <a:lnTo>
                  <a:pt x="638738" y="31817"/>
                </a:lnTo>
                <a:lnTo>
                  <a:pt x="639109" y="31824"/>
                </a:lnTo>
                <a:lnTo>
                  <a:pt x="639476" y="31845"/>
                </a:lnTo>
                <a:lnTo>
                  <a:pt x="639839" y="31879"/>
                </a:lnTo>
                <a:lnTo>
                  <a:pt x="640197" y="31927"/>
                </a:lnTo>
                <a:lnTo>
                  <a:pt x="640552" y="31989"/>
                </a:lnTo>
                <a:lnTo>
                  <a:pt x="640902" y="32065"/>
                </a:lnTo>
                <a:lnTo>
                  <a:pt x="641247" y="32155"/>
                </a:lnTo>
                <a:lnTo>
                  <a:pt x="641589" y="32258"/>
                </a:lnTo>
                <a:lnTo>
                  <a:pt x="641926" y="32375"/>
                </a:lnTo>
                <a:lnTo>
                  <a:pt x="642259" y="32506"/>
                </a:lnTo>
                <a:lnTo>
                  <a:pt x="642588" y="32650"/>
                </a:lnTo>
                <a:lnTo>
                  <a:pt x="642912" y="32809"/>
                </a:lnTo>
                <a:lnTo>
                  <a:pt x="643233" y="32981"/>
                </a:lnTo>
                <a:lnTo>
                  <a:pt x="643549" y="33167"/>
                </a:lnTo>
                <a:lnTo>
                  <a:pt x="643861" y="33366"/>
                </a:lnTo>
                <a:lnTo>
                  <a:pt x="644168" y="33580"/>
                </a:lnTo>
                <a:lnTo>
                  <a:pt x="644471" y="33807"/>
                </a:lnTo>
                <a:lnTo>
                  <a:pt x="644771" y="34048"/>
                </a:lnTo>
                <a:lnTo>
                  <a:pt x="645065" y="34303"/>
                </a:lnTo>
                <a:lnTo>
                  <a:pt x="645356" y="34571"/>
                </a:lnTo>
                <a:lnTo>
                  <a:pt x="645642" y="34854"/>
                </a:lnTo>
                <a:lnTo>
                  <a:pt x="645924" y="35150"/>
                </a:lnTo>
                <a:lnTo>
                  <a:pt x="646202" y="35460"/>
                </a:lnTo>
                <a:lnTo>
                  <a:pt x="646476" y="35783"/>
                </a:lnTo>
                <a:lnTo>
                  <a:pt x="646858" y="36271"/>
                </a:lnTo>
                <a:lnTo>
                  <a:pt x="647224" y="36775"/>
                </a:lnTo>
                <a:lnTo>
                  <a:pt x="647574" y="37296"/>
                </a:lnTo>
                <a:lnTo>
                  <a:pt x="647907" y="37835"/>
                </a:lnTo>
                <a:lnTo>
                  <a:pt x="648224" y="38391"/>
                </a:lnTo>
                <a:lnTo>
                  <a:pt x="648525" y="38964"/>
                </a:lnTo>
                <a:lnTo>
                  <a:pt x="648810" y="39554"/>
                </a:lnTo>
                <a:lnTo>
                  <a:pt x="649078" y="40161"/>
                </a:lnTo>
                <a:lnTo>
                  <a:pt x="649330" y="40785"/>
                </a:lnTo>
                <a:lnTo>
                  <a:pt x="649566" y="41427"/>
                </a:lnTo>
                <a:lnTo>
                  <a:pt x="649785" y="42085"/>
                </a:lnTo>
                <a:lnTo>
                  <a:pt x="649989" y="42761"/>
                </a:lnTo>
                <a:lnTo>
                  <a:pt x="650176" y="43454"/>
                </a:lnTo>
                <a:lnTo>
                  <a:pt x="650346" y="44163"/>
                </a:lnTo>
                <a:lnTo>
                  <a:pt x="650501" y="44890"/>
                </a:lnTo>
                <a:lnTo>
                  <a:pt x="650639" y="45635"/>
                </a:lnTo>
                <a:lnTo>
                  <a:pt x="650761" y="46396"/>
                </a:lnTo>
                <a:lnTo>
                  <a:pt x="650867" y="47174"/>
                </a:lnTo>
                <a:lnTo>
                  <a:pt x="650956" y="47970"/>
                </a:lnTo>
                <a:lnTo>
                  <a:pt x="651029" y="48782"/>
                </a:lnTo>
                <a:lnTo>
                  <a:pt x="651086" y="49612"/>
                </a:lnTo>
                <a:lnTo>
                  <a:pt x="651127" y="50459"/>
                </a:lnTo>
                <a:lnTo>
                  <a:pt x="651151" y="51323"/>
                </a:lnTo>
                <a:lnTo>
                  <a:pt x="651159" y="52204"/>
                </a:lnTo>
                <a:lnTo>
                  <a:pt x="651152" y="52981"/>
                </a:lnTo>
                <a:lnTo>
                  <a:pt x="651131" y="53743"/>
                </a:lnTo>
                <a:lnTo>
                  <a:pt x="651095" y="54490"/>
                </a:lnTo>
                <a:lnTo>
                  <a:pt x="651045" y="55222"/>
                </a:lnTo>
                <a:lnTo>
                  <a:pt x="650980" y="55940"/>
                </a:lnTo>
                <a:lnTo>
                  <a:pt x="650902" y="56644"/>
                </a:lnTo>
                <a:lnTo>
                  <a:pt x="650809" y="57332"/>
                </a:lnTo>
                <a:lnTo>
                  <a:pt x="650701" y="58006"/>
                </a:lnTo>
                <a:lnTo>
                  <a:pt x="650580" y="58665"/>
                </a:lnTo>
                <a:lnTo>
                  <a:pt x="650444" y="59310"/>
                </a:lnTo>
                <a:lnTo>
                  <a:pt x="650293" y="59940"/>
                </a:lnTo>
                <a:lnTo>
                  <a:pt x="650129" y="60555"/>
                </a:lnTo>
                <a:lnTo>
                  <a:pt x="649950" y="61156"/>
                </a:lnTo>
                <a:lnTo>
                  <a:pt x="649756" y="61742"/>
                </a:lnTo>
                <a:lnTo>
                  <a:pt x="649549" y="62313"/>
                </a:lnTo>
                <a:lnTo>
                  <a:pt x="649327" y="62870"/>
                </a:lnTo>
                <a:lnTo>
                  <a:pt x="649091" y="63412"/>
                </a:lnTo>
                <a:lnTo>
                  <a:pt x="648840" y="63939"/>
                </a:lnTo>
                <a:lnTo>
                  <a:pt x="648575" y="64452"/>
                </a:lnTo>
                <a:lnTo>
                  <a:pt x="648296" y="64950"/>
                </a:lnTo>
                <a:lnTo>
                  <a:pt x="648002" y="65433"/>
                </a:lnTo>
                <a:lnTo>
                  <a:pt x="647695" y="65902"/>
                </a:lnTo>
                <a:lnTo>
                  <a:pt x="647372" y="66356"/>
                </a:lnTo>
                <a:lnTo>
                  <a:pt x="647036" y="66796"/>
                </a:lnTo>
                <a:lnTo>
                  <a:pt x="646770" y="67119"/>
                </a:lnTo>
                <a:lnTo>
                  <a:pt x="646496" y="67429"/>
                </a:lnTo>
                <a:lnTo>
                  <a:pt x="646217" y="67725"/>
                </a:lnTo>
                <a:lnTo>
                  <a:pt x="645930" y="68007"/>
                </a:lnTo>
                <a:lnTo>
                  <a:pt x="645637" y="68276"/>
                </a:lnTo>
                <a:lnTo>
                  <a:pt x="645337" y="68531"/>
                </a:lnTo>
                <a:lnTo>
                  <a:pt x="645030" y="68772"/>
                </a:lnTo>
                <a:lnTo>
                  <a:pt x="644717" y="68999"/>
                </a:lnTo>
                <a:lnTo>
                  <a:pt x="644397" y="69212"/>
                </a:lnTo>
                <a:lnTo>
                  <a:pt x="644070" y="69412"/>
                </a:lnTo>
                <a:lnTo>
                  <a:pt x="643736" y="69598"/>
                </a:lnTo>
                <a:lnTo>
                  <a:pt x="643396" y="69770"/>
                </a:lnTo>
                <a:lnTo>
                  <a:pt x="643049" y="69928"/>
                </a:lnTo>
                <a:lnTo>
                  <a:pt x="642695" y="70073"/>
                </a:lnTo>
                <a:lnTo>
                  <a:pt x="642335" y="70204"/>
                </a:lnTo>
                <a:lnTo>
                  <a:pt x="641968" y="70321"/>
                </a:lnTo>
                <a:lnTo>
                  <a:pt x="641594" y="70424"/>
                </a:lnTo>
                <a:lnTo>
                  <a:pt x="641213" y="70514"/>
                </a:lnTo>
                <a:lnTo>
                  <a:pt x="640826" y="70589"/>
                </a:lnTo>
                <a:lnTo>
                  <a:pt x="640432" y="70651"/>
                </a:lnTo>
                <a:lnTo>
                  <a:pt x="640031" y="70700"/>
                </a:lnTo>
                <a:lnTo>
                  <a:pt x="639624" y="70734"/>
                </a:lnTo>
                <a:lnTo>
                  <a:pt x="639210" y="70755"/>
                </a:lnTo>
                <a:lnTo>
                  <a:pt x="638789" y="70762"/>
                </a:lnTo>
                <a:lnTo>
                  <a:pt x="638439" y="70758"/>
                </a:lnTo>
                <a:lnTo>
                  <a:pt x="638095" y="70746"/>
                </a:lnTo>
                <a:lnTo>
                  <a:pt x="637755" y="70727"/>
                </a:lnTo>
                <a:lnTo>
                  <a:pt x="637421" y="70699"/>
                </a:lnTo>
                <a:lnTo>
                  <a:pt x="637091" y="70664"/>
                </a:lnTo>
                <a:lnTo>
                  <a:pt x="636767" y="70622"/>
                </a:lnTo>
                <a:lnTo>
                  <a:pt x="636448" y="70571"/>
                </a:lnTo>
                <a:lnTo>
                  <a:pt x="636133" y="70513"/>
                </a:lnTo>
                <a:lnTo>
                  <a:pt x="635824" y="70447"/>
                </a:lnTo>
                <a:lnTo>
                  <a:pt x="635520" y="70373"/>
                </a:lnTo>
                <a:lnTo>
                  <a:pt x="635220" y="70292"/>
                </a:lnTo>
                <a:lnTo>
                  <a:pt x="634926" y="70202"/>
                </a:lnTo>
                <a:lnTo>
                  <a:pt x="634637" y="70105"/>
                </a:lnTo>
                <a:lnTo>
                  <a:pt x="634353" y="70000"/>
                </a:lnTo>
                <a:lnTo>
                  <a:pt x="634074" y="69888"/>
                </a:lnTo>
                <a:lnTo>
                  <a:pt x="633800" y="69767"/>
                </a:lnTo>
                <a:lnTo>
                  <a:pt x="633531" y="69639"/>
                </a:lnTo>
                <a:lnTo>
                  <a:pt x="633267" y="69503"/>
                </a:lnTo>
                <a:lnTo>
                  <a:pt x="633008" y="69360"/>
                </a:lnTo>
                <a:lnTo>
                  <a:pt x="632754" y="69208"/>
                </a:lnTo>
                <a:lnTo>
                  <a:pt x="632505" y="69049"/>
                </a:lnTo>
                <a:lnTo>
                  <a:pt x="632262" y="68882"/>
                </a:lnTo>
                <a:lnTo>
                  <a:pt x="632023" y="68707"/>
                </a:lnTo>
                <a:lnTo>
                  <a:pt x="631789" y="68525"/>
                </a:lnTo>
                <a:lnTo>
                  <a:pt x="631561" y="68337"/>
                </a:lnTo>
                <a:lnTo>
                  <a:pt x="631341" y="68147"/>
                </a:lnTo>
                <a:lnTo>
                  <a:pt x="631128" y="67954"/>
                </a:lnTo>
                <a:lnTo>
                  <a:pt x="630922" y="67759"/>
                </a:lnTo>
                <a:lnTo>
                  <a:pt x="630723" y="67562"/>
                </a:lnTo>
                <a:lnTo>
                  <a:pt x="630531" y="67362"/>
                </a:lnTo>
                <a:lnTo>
                  <a:pt x="630346" y="67159"/>
                </a:lnTo>
                <a:lnTo>
                  <a:pt x="630169" y="66954"/>
                </a:lnTo>
                <a:lnTo>
                  <a:pt x="629998" y="66747"/>
                </a:lnTo>
                <a:lnTo>
                  <a:pt x="629835" y="66537"/>
                </a:lnTo>
                <a:lnTo>
                  <a:pt x="629679" y="66325"/>
                </a:lnTo>
                <a:lnTo>
                  <a:pt x="629530" y="66110"/>
                </a:lnTo>
                <a:lnTo>
                  <a:pt x="629388" y="65893"/>
                </a:lnTo>
                <a:lnTo>
                  <a:pt x="629254" y="65673"/>
                </a:lnTo>
                <a:lnTo>
                  <a:pt x="629126" y="65450"/>
                </a:lnTo>
                <a:lnTo>
                  <a:pt x="629006" y="65226"/>
                </a:lnTo>
                <a:lnTo>
                  <a:pt x="628893" y="64998"/>
                </a:lnTo>
                <a:lnTo>
                  <a:pt x="628787" y="64769"/>
                </a:lnTo>
                <a:lnTo>
                  <a:pt x="628688" y="64537"/>
                </a:lnTo>
                <a:lnTo>
                  <a:pt x="628597" y="64302"/>
                </a:lnTo>
                <a:lnTo>
                  <a:pt x="628512" y="64065"/>
                </a:lnTo>
                <a:lnTo>
                  <a:pt x="628435" y="63825"/>
                </a:lnTo>
                <a:lnTo>
                  <a:pt x="628365" y="63583"/>
                </a:lnTo>
                <a:lnTo>
                  <a:pt x="628302" y="63339"/>
                </a:lnTo>
                <a:lnTo>
                  <a:pt x="628265" y="63184"/>
                </a:lnTo>
                <a:lnTo>
                  <a:pt x="628229" y="63015"/>
                </a:lnTo>
                <a:lnTo>
                  <a:pt x="628195" y="62834"/>
                </a:lnTo>
                <a:lnTo>
                  <a:pt x="628162" y="62638"/>
                </a:lnTo>
                <a:lnTo>
                  <a:pt x="628131" y="62430"/>
                </a:lnTo>
                <a:lnTo>
                  <a:pt x="628101" y="62208"/>
                </a:lnTo>
                <a:lnTo>
                  <a:pt x="628074" y="61972"/>
                </a:lnTo>
                <a:lnTo>
                  <a:pt x="628047" y="61723"/>
                </a:lnTo>
                <a:lnTo>
                  <a:pt x="628023" y="61461"/>
                </a:lnTo>
                <a:lnTo>
                  <a:pt x="628000" y="61185"/>
                </a:lnTo>
                <a:lnTo>
                  <a:pt x="627978" y="60896"/>
                </a:lnTo>
                <a:lnTo>
                  <a:pt x="627958" y="60594"/>
                </a:lnTo>
                <a:lnTo>
                  <a:pt x="627940" y="60278"/>
                </a:lnTo>
                <a:lnTo>
                  <a:pt x="627923" y="59948"/>
                </a:lnTo>
                <a:lnTo>
                  <a:pt x="627908" y="59605"/>
                </a:lnTo>
                <a:lnTo>
                  <a:pt x="627895" y="59249"/>
                </a:lnTo>
                <a:lnTo>
                  <a:pt x="627883" y="58879"/>
                </a:lnTo>
                <a:lnTo>
                  <a:pt x="627872" y="58496"/>
                </a:lnTo>
                <a:lnTo>
                  <a:pt x="627864" y="58100"/>
                </a:lnTo>
                <a:lnTo>
                  <a:pt x="627856" y="57690"/>
                </a:lnTo>
                <a:lnTo>
                  <a:pt x="627851" y="57266"/>
                </a:lnTo>
                <a:lnTo>
                  <a:pt x="627847" y="56830"/>
                </a:lnTo>
                <a:lnTo>
                  <a:pt x="627845" y="56379"/>
                </a:lnTo>
                <a:lnTo>
                  <a:pt x="627844" y="55916"/>
                </a:lnTo>
                <a:lnTo>
                  <a:pt x="627844" y="38527"/>
                </a:lnTo>
                <a:lnTo>
                  <a:pt x="628192" y="38153"/>
                </a:lnTo>
                <a:lnTo>
                  <a:pt x="628531" y="37790"/>
                </a:lnTo>
                <a:lnTo>
                  <a:pt x="628863" y="37441"/>
                </a:lnTo>
                <a:lnTo>
                  <a:pt x="629186" y="37104"/>
                </a:lnTo>
                <a:close/>
                <a:moveTo>
                  <a:pt x="665221" y="27852"/>
                </a:moveTo>
                <a:lnTo>
                  <a:pt x="665415" y="27906"/>
                </a:lnTo>
                <a:lnTo>
                  <a:pt x="665604" y="27961"/>
                </a:lnTo>
                <a:lnTo>
                  <a:pt x="665789" y="28016"/>
                </a:lnTo>
                <a:lnTo>
                  <a:pt x="665968" y="28073"/>
                </a:lnTo>
                <a:lnTo>
                  <a:pt x="666142" y="28130"/>
                </a:lnTo>
                <a:lnTo>
                  <a:pt x="666311" y="28187"/>
                </a:lnTo>
                <a:lnTo>
                  <a:pt x="666476" y="28246"/>
                </a:lnTo>
                <a:lnTo>
                  <a:pt x="666635" y="28305"/>
                </a:lnTo>
                <a:lnTo>
                  <a:pt x="666790" y="28364"/>
                </a:lnTo>
                <a:lnTo>
                  <a:pt x="666939" y="28425"/>
                </a:lnTo>
                <a:lnTo>
                  <a:pt x="667084" y="28486"/>
                </a:lnTo>
                <a:lnTo>
                  <a:pt x="667224" y="28548"/>
                </a:lnTo>
                <a:lnTo>
                  <a:pt x="667358" y="28610"/>
                </a:lnTo>
                <a:lnTo>
                  <a:pt x="667488" y="28674"/>
                </a:lnTo>
                <a:lnTo>
                  <a:pt x="667613" y="28738"/>
                </a:lnTo>
                <a:lnTo>
                  <a:pt x="667733" y="28802"/>
                </a:lnTo>
                <a:lnTo>
                  <a:pt x="667848" y="28868"/>
                </a:lnTo>
                <a:lnTo>
                  <a:pt x="667957" y="28934"/>
                </a:lnTo>
                <a:lnTo>
                  <a:pt x="668062" y="29001"/>
                </a:lnTo>
                <a:lnTo>
                  <a:pt x="668163" y="29068"/>
                </a:lnTo>
                <a:lnTo>
                  <a:pt x="668231" y="29121"/>
                </a:lnTo>
                <a:lnTo>
                  <a:pt x="668301" y="29178"/>
                </a:lnTo>
                <a:lnTo>
                  <a:pt x="668373" y="29239"/>
                </a:lnTo>
                <a:lnTo>
                  <a:pt x="668447" y="29304"/>
                </a:lnTo>
                <a:lnTo>
                  <a:pt x="668522" y="29374"/>
                </a:lnTo>
                <a:lnTo>
                  <a:pt x="668598" y="29447"/>
                </a:lnTo>
                <a:lnTo>
                  <a:pt x="668677" y="29524"/>
                </a:lnTo>
                <a:lnTo>
                  <a:pt x="668756" y="29606"/>
                </a:lnTo>
                <a:lnTo>
                  <a:pt x="668838" y="29691"/>
                </a:lnTo>
                <a:lnTo>
                  <a:pt x="668921" y="29781"/>
                </a:lnTo>
                <a:lnTo>
                  <a:pt x="669005" y="29874"/>
                </a:lnTo>
                <a:lnTo>
                  <a:pt x="669092" y="29972"/>
                </a:lnTo>
                <a:lnTo>
                  <a:pt x="669179" y="30074"/>
                </a:lnTo>
                <a:lnTo>
                  <a:pt x="669269" y="30179"/>
                </a:lnTo>
                <a:lnTo>
                  <a:pt x="669360" y="30289"/>
                </a:lnTo>
                <a:lnTo>
                  <a:pt x="669452" y="30403"/>
                </a:lnTo>
                <a:lnTo>
                  <a:pt x="669546" y="30521"/>
                </a:lnTo>
                <a:lnTo>
                  <a:pt x="669642" y="30643"/>
                </a:lnTo>
                <a:lnTo>
                  <a:pt x="669739" y="30769"/>
                </a:lnTo>
                <a:lnTo>
                  <a:pt x="669838" y="30899"/>
                </a:lnTo>
                <a:lnTo>
                  <a:pt x="669939" y="31034"/>
                </a:lnTo>
                <a:lnTo>
                  <a:pt x="670041" y="31172"/>
                </a:lnTo>
                <a:lnTo>
                  <a:pt x="670144" y="31314"/>
                </a:lnTo>
                <a:lnTo>
                  <a:pt x="670250" y="31461"/>
                </a:lnTo>
                <a:lnTo>
                  <a:pt x="670388" y="31655"/>
                </a:lnTo>
                <a:lnTo>
                  <a:pt x="670523" y="31846"/>
                </a:lnTo>
                <a:lnTo>
                  <a:pt x="670655" y="32034"/>
                </a:lnTo>
                <a:lnTo>
                  <a:pt x="670784" y="32220"/>
                </a:lnTo>
                <a:lnTo>
                  <a:pt x="670910" y="32403"/>
                </a:lnTo>
                <a:lnTo>
                  <a:pt x="671032" y="32584"/>
                </a:lnTo>
                <a:lnTo>
                  <a:pt x="671152" y="32762"/>
                </a:lnTo>
                <a:lnTo>
                  <a:pt x="671268" y="32937"/>
                </a:lnTo>
                <a:lnTo>
                  <a:pt x="671381" y="33110"/>
                </a:lnTo>
                <a:lnTo>
                  <a:pt x="671491" y="33280"/>
                </a:lnTo>
                <a:lnTo>
                  <a:pt x="671597" y="33447"/>
                </a:lnTo>
                <a:lnTo>
                  <a:pt x="671701" y="33612"/>
                </a:lnTo>
                <a:lnTo>
                  <a:pt x="671801" y="33774"/>
                </a:lnTo>
                <a:lnTo>
                  <a:pt x="671898" y="33933"/>
                </a:lnTo>
                <a:lnTo>
                  <a:pt x="671992" y="34090"/>
                </a:lnTo>
                <a:lnTo>
                  <a:pt x="672082" y="34244"/>
                </a:lnTo>
                <a:lnTo>
                  <a:pt x="672170" y="34395"/>
                </a:lnTo>
                <a:lnTo>
                  <a:pt x="672254" y="34544"/>
                </a:lnTo>
                <a:lnTo>
                  <a:pt x="672335" y="34690"/>
                </a:lnTo>
                <a:lnTo>
                  <a:pt x="672413" y="34834"/>
                </a:lnTo>
                <a:lnTo>
                  <a:pt x="672488" y="34974"/>
                </a:lnTo>
                <a:lnTo>
                  <a:pt x="672560" y="35112"/>
                </a:lnTo>
                <a:lnTo>
                  <a:pt x="672628" y="35248"/>
                </a:lnTo>
                <a:lnTo>
                  <a:pt x="672693" y="35381"/>
                </a:lnTo>
                <a:lnTo>
                  <a:pt x="689442" y="70558"/>
                </a:lnTo>
                <a:lnTo>
                  <a:pt x="686133" y="78705"/>
                </a:lnTo>
                <a:lnTo>
                  <a:pt x="685980" y="79080"/>
                </a:lnTo>
                <a:lnTo>
                  <a:pt x="685828" y="79444"/>
                </a:lnTo>
                <a:lnTo>
                  <a:pt x="685675" y="79798"/>
                </a:lnTo>
                <a:lnTo>
                  <a:pt x="685523" y="80142"/>
                </a:lnTo>
                <a:lnTo>
                  <a:pt x="685370" y="80475"/>
                </a:lnTo>
                <a:lnTo>
                  <a:pt x="685218" y="80799"/>
                </a:lnTo>
                <a:lnTo>
                  <a:pt x="685066" y="81112"/>
                </a:lnTo>
                <a:lnTo>
                  <a:pt x="684914" y="81414"/>
                </a:lnTo>
                <a:lnTo>
                  <a:pt x="684762" y="81706"/>
                </a:lnTo>
                <a:lnTo>
                  <a:pt x="684610" y="81988"/>
                </a:lnTo>
                <a:lnTo>
                  <a:pt x="684458" y="82260"/>
                </a:lnTo>
                <a:lnTo>
                  <a:pt x="684307" y="82521"/>
                </a:lnTo>
                <a:lnTo>
                  <a:pt x="684155" y="82772"/>
                </a:lnTo>
                <a:lnTo>
                  <a:pt x="684003" y="83013"/>
                </a:lnTo>
                <a:lnTo>
                  <a:pt x="683852" y="83243"/>
                </a:lnTo>
                <a:lnTo>
                  <a:pt x="683701" y="83463"/>
                </a:lnTo>
                <a:lnTo>
                  <a:pt x="683549" y="83673"/>
                </a:lnTo>
                <a:lnTo>
                  <a:pt x="683398" y="83872"/>
                </a:lnTo>
                <a:lnTo>
                  <a:pt x="683247" y="84061"/>
                </a:lnTo>
                <a:lnTo>
                  <a:pt x="683096" y="84240"/>
                </a:lnTo>
                <a:lnTo>
                  <a:pt x="682945" y="84408"/>
                </a:lnTo>
                <a:lnTo>
                  <a:pt x="682794" y="84567"/>
                </a:lnTo>
                <a:lnTo>
                  <a:pt x="682644" y="84714"/>
                </a:lnTo>
                <a:lnTo>
                  <a:pt x="682493" y="84852"/>
                </a:lnTo>
                <a:lnTo>
                  <a:pt x="682343" y="84981"/>
                </a:lnTo>
                <a:lnTo>
                  <a:pt x="682194" y="85106"/>
                </a:lnTo>
                <a:lnTo>
                  <a:pt x="682046" y="85224"/>
                </a:lnTo>
                <a:lnTo>
                  <a:pt x="681898" y="85337"/>
                </a:lnTo>
                <a:lnTo>
                  <a:pt x="681752" y="85445"/>
                </a:lnTo>
                <a:lnTo>
                  <a:pt x="681607" y="85547"/>
                </a:lnTo>
                <a:lnTo>
                  <a:pt x="681463" y="85644"/>
                </a:lnTo>
                <a:lnTo>
                  <a:pt x="681319" y="85735"/>
                </a:lnTo>
                <a:lnTo>
                  <a:pt x="681177" y="85820"/>
                </a:lnTo>
                <a:lnTo>
                  <a:pt x="681036" y="85900"/>
                </a:lnTo>
                <a:lnTo>
                  <a:pt x="680895" y="85975"/>
                </a:lnTo>
                <a:lnTo>
                  <a:pt x="680756" y="86044"/>
                </a:lnTo>
                <a:lnTo>
                  <a:pt x="680617" y="86107"/>
                </a:lnTo>
                <a:lnTo>
                  <a:pt x="680480" y="86165"/>
                </a:lnTo>
                <a:lnTo>
                  <a:pt x="680343" y="86218"/>
                </a:lnTo>
                <a:lnTo>
                  <a:pt x="680208" y="86264"/>
                </a:lnTo>
                <a:lnTo>
                  <a:pt x="680073" y="86306"/>
                </a:lnTo>
                <a:lnTo>
                  <a:pt x="679940" y="86342"/>
                </a:lnTo>
                <a:lnTo>
                  <a:pt x="679807" y="86372"/>
                </a:lnTo>
                <a:lnTo>
                  <a:pt x="679675" y="86397"/>
                </a:lnTo>
                <a:lnTo>
                  <a:pt x="679545" y="86416"/>
                </a:lnTo>
                <a:lnTo>
                  <a:pt x="679415" y="86430"/>
                </a:lnTo>
                <a:lnTo>
                  <a:pt x="679286" y="86438"/>
                </a:lnTo>
                <a:lnTo>
                  <a:pt x="679159" y="86441"/>
                </a:lnTo>
                <a:lnTo>
                  <a:pt x="679113" y="86440"/>
                </a:lnTo>
                <a:lnTo>
                  <a:pt x="679063" y="86436"/>
                </a:lnTo>
                <a:lnTo>
                  <a:pt x="679007" y="86429"/>
                </a:lnTo>
                <a:lnTo>
                  <a:pt x="678946" y="86420"/>
                </a:lnTo>
                <a:lnTo>
                  <a:pt x="678880" y="86408"/>
                </a:lnTo>
                <a:lnTo>
                  <a:pt x="678809" y="86393"/>
                </a:lnTo>
                <a:lnTo>
                  <a:pt x="678732" y="86376"/>
                </a:lnTo>
                <a:lnTo>
                  <a:pt x="678649" y="86356"/>
                </a:lnTo>
                <a:lnTo>
                  <a:pt x="678562" y="86334"/>
                </a:lnTo>
                <a:lnTo>
                  <a:pt x="678469" y="86309"/>
                </a:lnTo>
                <a:lnTo>
                  <a:pt x="678371" y="86281"/>
                </a:lnTo>
                <a:lnTo>
                  <a:pt x="678268" y="86250"/>
                </a:lnTo>
                <a:lnTo>
                  <a:pt x="678159" y="86217"/>
                </a:lnTo>
                <a:lnTo>
                  <a:pt x="678045" y="86181"/>
                </a:lnTo>
                <a:lnTo>
                  <a:pt x="677926" y="86143"/>
                </a:lnTo>
                <a:lnTo>
                  <a:pt x="677801" y="86102"/>
                </a:lnTo>
                <a:lnTo>
                  <a:pt x="677671" y="86058"/>
                </a:lnTo>
                <a:lnTo>
                  <a:pt x="677536" y="86012"/>
                </a:lnTo>
                <a:lnTo>
                  <a:pt x="677395" y="85962"/>
                </a:lnTo>
                <a:lnTo>
                  <a:pt x="677250" y="85911"/>
                </a:lnTo>
                <a:lnTo>
                  <a:pt x="677098" y="85856"/>
                </a:lnTo>
                <a:lnTo>
                  <a:pt x="676942" y="85799"/>
                </a:lnTo>
                <a:lnTo>
                  <a:pt x="676780" y="85740"/>
                </a:lnTo>
                <a:lnTo>
                  <a:pt x="676613" y="85677"/>
                </a:lnTo>
                <a:lnTo>
                  <a:pt x="676373" y="85586"/>
                </a:lnTo>
                <a:lnTo>
                  <a:pt x="676138" y="85499"/>
                </a:lnTo>
                <a:lnTo>
                  <a:pt x="675907" y="85415"/>
                </a:lnTo>
                <a:lnTo>
                  <a:pt x="675680" y="85335"/>
                </a:lnTo>
                <a:lnTo>
                  <a:pt x="675457" y="85259"/>
                </a:lnTo>
                <a:lnTo>
                  <a:pt x="675239" y="85187"/>
                </a:lnTo>
                <a:lnTo>
                  <a:pt x="675024" y="85119"/>
                </a:lnTo>
                <a:lnTo>
                  <a:pt x="674814" y="85055"/>
                </a:lnTo>
                <a:lnTo>
                  <a:pt x="674609" y="84995"/>
                </a:lnTo>
                <a:lnTo>
                  <a:pt x="674407" y="84939"/>
                </a:lnTo>
                <a:lnTo>
                  <a:pt x="674210" y="84886"/>
                </a:lnTo>
                <a:lnTo>
                  <a:pt x="674017" y="84837"/>
                </a:lnTo>
                <a:lnTo>
                  <a:pt x="673828" y="84793"/>
                </a:lnTo>
                <a:lnTo>
                  <a:pt x="673644" y="84752"/>
                </a:lnTo>
                <a:lnTo>
                  <a:pt x="673463" y="84715"/>
                </a:lnTo>
                <a:lnTo>
                  <a:pt x="673287" y="84682"/>
                </a:lnTo>
                <a:lnTo>
                  <a:pt x="673115" y="84653"/>
                </a:lnTo>
                <a:lnTo>
                  <a:pt x="672948" y="84628"/>
                </a:lnTo>
                <a:lnTo>
                  <a:pt x="672784" y="84606"/>
                </a:lnTo>
                <a:lnTo>
                  <a:pt x="672625" y="84589"/>
                </a:lnTo>
                <a:lnTo>
                  <a:pt x="672471" y="84575"/>
                </a:lnTo>
                <a:lnTo>
                  <a:pt x="672320" y="84565"/>
                </a:lnTo>
                <a:lnTo>
                  <a:pt x="672174" y="84559"/>
                </a:lnTo>
                <a:lnTo>
                  <a:pt x="672031" y="84558"/>
                </a:lnTo>
                <a:lnTo>
                  <a:pt x="671830" y="84560"/>
                </a:lnTo>
                <a:lnTo>
                  <a:pt x="671631" y="84566"/>
                </a:lnTo>
                <a:lnTo>
                  <a:pt x="671437" y="84578"/>
                </a:lnTo>
                <a:lnTo>
                  <a:pt x="671246" y="84593"/>
                </a:lnTo>
                <a:lnTo>
                  <a:pt x="671059" y="84614"/>
                </a:lnTo>
                <a:lnTo>
                  <a:pt x="670875" y="84638"/>
                </a:lnTo>
                <a:lnTo>
                  <a:pt x="670695" y="84668"/>
                </a:lnTo>
                <a:lnTo>
                  <a:pt x="670518" y="84701"/>
                </a:lnTo>
                <a:lnTo>
                  <a:pt x="670346" y="84739"/>
                </a:lnTo>
                <a:lnTo>
                  <a:pt x="670176" y="84782"/>
                </a:lnTo>
                <a:lnTo>
                  <a:pt x="670011" y="84829"/>
                </a:lnTo>
                <a:lnTo>
                  <a:pt x="669849" y="84881"/>
                </a:lnTo>
                <a:lnTo>
                  <a:pt x="669690" y="84937"/>
                </a:lnTo>
                <a:lnTo>
                  <a:pt x="669536" y="84998"/>
                </a:lnTo>
                <a:lnTo>
                  <a:pt x="669385" y="85063"/>
                </a:lnTo>
                <a:lnTo>
                  <a:pt x="669237" y="85132"/>
                </a:lnTo>
                <a:lnTo>
                  <a:pt x="669093" y="85206"/>
                </a:lnTo>
                <a:lnTo>
                  <a:pt x="668953" y="85285"/>
                </a:lnTo>
                <a:lnTo>
                  <a:pt x="668817" y="85368"/>
                </a:lnTo>
                <a:lnTo>
                  <a:pt x="668684" y="85456"/>
                </a:lnTo>
                <a:lnTo>
                  <a:pt x="668554" y="85548"/>
                </a:lnTo>
                <a:lnTo>
                  <a:pt x="668429" y="85644"/>
                </a:lnTo>
                <a:lnTo>
                  <a:pt x="668306" y="85745"/>
                </a:lnTo>
                <a:lnTo>
                  <a:pt x="668188" y="85851"/>
                </a:lnTo>
                <a:lnTo>
                  <a:pt x="668074" y="85960"/>
                </a:lnTo>
                <a:lnTo>
                  <a:pt x="667964" y="86072"/>
                </a:lnTo>
                <a:lnTo>
                  <a:pt x="667860" y="86187"/>
                </a:lnTo>
                <a:lnTo>
                  <a:pt x="667760" y="86305"/>
                </a:lnTo>
                <a:lnTo>
                  <a:pt x="667665" y="86426"/>
                </a:lnTo>
                <a:lnTo>
                  <a:pt x="667575" y="86549"/>
                </a:lnTo>
                <a:lnTo>
                  <a:pt x="667490" y="86676"/>
                </a:lnTo>
                <a:lnTo>
                  <a:pt x="667410" y="86805"/>
                </a:lnTo>
                <a:lnTo>
                  <a:pt x="667335" y="86937"/>
                </a:lnTo>
                <a:lnTo>
                  <a:pt x="667264" y="87072"/>
                </a:lnTo>
                <a:lnTo>
                  <a:pt x="667199" y="87210"/>
                </a:lnTo>
                <a:lnTo>
                  <a:pt x="667138" y="87350"/>
                </a:lnTo>
                <a:lnTo>
                  <a:pt x="667082" y="87494"/>
                </a:lnTo>
                <a:lnTo>
                  <a:pt x="667031" y="87640"/>
                </a:lnTo>
                <a:lnTo>
                  <a:pt x="666985" y="87789"/>
                </a:lnTo>
                <a:lnTo>
                  <a:pt x="666944" y="87941"/>
                </a:lnTo>
                <a:lnTo>
                  <a:pt x="666907" y="88096"/>
                </a:lnTo>
                <a:lnTo>
                  <a:pt x="666876" y="88253"/>
                </a:lnTo>
                <a:lnTo>
                  <a:pt x="666849" y="88414"/>
                </a:lnTo>
                <a:lnTo>
                  <a:pt x="666827" y="88577"/>
                </a:lnTo>
                <a:lnTo>
                  <a:pt x="666810" y="88743"/>
                </a:lnTo>
                <a:lnTo>
                  <a:pt x="666798" y="88912"/>
                </a:lnTo>
                <a:lnTo>
                  <a:pt x="666790" y="89084"/>
                </a:lnTo>
                <a:lnTo>
                  <a:pt x="666788" y="89259"/>
                </a:lnTo>
                <a:lnTo>
                  <a:pt x="666791" y="89442"/>
                </a:lnTo>
                <a:lnTo>
                  <a:pt x="666801" y="89624"/>
                </a:lnTo>
                <a:lnTo>
                  <a:pt x="666818" y="89804"/>
                </a:lnTo>
                <a:lnTo>
                  <a:pt x="666842" y="89982"/>
                </a:lnTo>
                <a:lnTo>
                  <a:pt x="666872" y="90159"/>
                </a:lnTo>
                <a:lnTo>
                  <a:pt x="666909" y="90334"/>
                </a:lnTo>
                <a:lnTo>
                  <a:pt x="666953" y="90507"/>
                </a:lnTo>
                <a:lnTo>
                  <a:pt x="667003" y="90678"/>
                </a:lnTo>
                <a:lnTo>
                  <a:pt x="667060" y="90847"/>
                </a:lnTo>
                <a:lnTo>
                  <a:pt x="667124" y="91015"/>
                </a:lnTo>
                <a:lnTo>
                  <a:pt x="667194" y="91181"/>
                </a:lnTo>
                <a:lnTo>
                  <a:pt x="667272" y="91346"/>
                </a:lnTo>
                <a:lnTo>
                  <a:pt x="667356" y="91508"/>
                </a:lnTo>
                <a:lnTo>
                  <a:pt x="667446" y="91669"/>
                </a:lnTo>
                <a:lnTo>
                  <a:pt x="667544" y="91828"/>
                </a:lnTo>
                <a:lnTo>
                  <a:pt x="667648" y="91986"/>
                </a:lnTo>
                <a:lnTo>
                  <a:pt x="667759" y="92141"/>
                </a:lnTo>
                <a:lnTo>
                  <a:pt x="667876" y="92295"/>
                </a:lnTo>
                <a:lnTo>
                  <a:pt x="668000" y="92447"/>
                </a:lnTo>
                <a:lnTo>
                  <a:pt x="668131" y="92598"/>
                </a:lnTo>
                <a:lnTo>
                  <a:pt x="668269" y="92746"/>
                </a:lnTo>
                <a:lnTo>
                  <a:pt x="668414" y="92893"/>
                </a:lnTo>
                <a:lnTo>
                  <a:pt x="668565" y="93038"/>
                </a:lnTo>
                <a:lnTo>
                  <a:pt x="668722" y="93182"/>
                </a:lnTo>
                <a:lnTo>
                  <a:pt x="668886" y="93321"/>
                </a:lnTo>
                <a:lnTo>
                  <a:pt x="669052" y="93455"/>
                </a:lnTo>
                <a:lnTo>
                  <a:pt x="669223" y="93582"/>
                </a:lnTo>
                <a:lnTo>
                  <a:pt x="669397" y="93704"/>
                </a:lnTo>
                <a:lnTo>
                  <a:pt x="669575" y="93820"/>
                </a:lnTo>
                <a:lnTo>
                  <a:pt x="669757" y="93930"/>
                </a:lnTo>
                <a:lnTo>
                  <a:pt x="669942" y="94034"/>
                </a:lnTo>
                <a:lnTo>
                  <a:pt x="670131" y="94132"/>
                </a:lnTo>
                <a:lnTo>
                  <a:pt x="670324" y="94224"/>
                </a:lnTo>
                <a:lnTo>
                  <a:pt x="670520" y="94310"/>
                </a:lnTo>
                <a:lnTo>
                  <a:pt x="670720" y="94390"/>
                </a:lnTo>
                <a:lnTo>
                  <a:pt x="670924" y="94464"/>
                </a:lnTo>
                <a:lnTo>
                  <a:pt x="671132" y="94532"/>
                </a:lnTo>
                <a:lnTo>
                  <a:pt x="671343" y="94595"/>
                </a:lnTo>
                <a:lnTo>
                  <a:pt x="671558" y="94651"/>
                </a:lnTo>
                <a:lnTo>
                  <a:pt x="671777" y="94702"/>
                </a:lnTo>
                <a:lnTo>
                  <a:pt x="671999" y="94746"/>
                </a:lnTo>
                <a:lnTo>
                  <a:pt x="672226" y="94785"/>
                </a:lnTo>
                <a:lnTo>
                  <a:pt x="672455" y="94818"/>
                </a:lnTo>
                <a:lnTo>
                  <a:pt x="672689" y="94844"/>
                </a:lnTo>
                <a:lnTo>
                  <a:pt x="672926" y="94865"/>
                </a:lnTo>
                <a:lnTo>
                  <a:pt x="673167" y="94880"/>
                </a:lnTo>
                <a:lnTo>
                  <a:pt x="673412" y="94889"/>
                </a:lnTo>
                <a:lnTo>
                  <a:pt x="673661" y="94892"/>
                </a:lnTo>
                <a:lnTo>
                  <a:pt x="674005" y="94886"/>
                </a:lnTo>
                <a:lnTo>
                  <a:pt x="674350" y="94868"/>
                </a:lnTo>
                <a:lnTo>
                  <a:pt x="674697" y="94838"/>
                </a:lnTo>
                <a:lnTo>
                  <a:pt x="675044" y="94796"/>
                </a:lnTo>
                <a:lnTo>
                  <a:pt x="675393" y="94741"/>
                </a:lnTo>
                <a:lnTo>
                  <a:pt x="675743" y="94675"/>
                </a:lnTo>
                <a:lnTo>
                  <a:pt x="676094" y="94597"/>
                </a:lnTo>
                <a:lnTo>
                  <a:pt x="676446" y="94507"/>
                </a:lnTo>
                <a:lnTo>
                  <a:pt x="676800" y="94405"/>
                </a:lnTo>
                <a:lnTo>
                  <a:pt x="677154" y="94291"/>
                </a:lnTo>
                <a:lnTo>
                  <a:pt x="677510" y="94165"/>
                </a:lnTo>
                <a:lnTo>
                  <a:pt x="677867" y="94026"/>
                </a:lnTo>
                <a:lnTo>
                  <a:pt x="678225" y="93876"/>
                </a:lnTo>
                <a:lnTo>
                  <a:pt x="678584" y="93714"/>
                </a:lnTo>
                <a:lnTo>
                  <a:pt x="678944" y="93540"/>
                </a:lnTo>
                <a:lnTo>
                  <a:pt x="679306" y="93353"/>
                </a:lnTo>
                <a:lnTo>
                  <a:pt x="679668" y="93155"/>
                </a:lnTo>
                <a:lnTo>
                  <a:pt x="680032" y="92945"/>
                </a:lnTo>
                <a:lnTo>
                  <a:pt x="680397" y="92722"/>
                </a:lnTo>
                <a:lnTo>
                  <a:pt x="680763" y="92488"/>
                </a:lnTo>
                <a:lnTo>
                  <a:pt x="681130" y="92241"/>
                </a:lnTo>
                <a:lnTo>
                  <a:pt x="681498" y="91983"/>
                </a:lnTo>
                <a:lnTo>
                  <a:pt x="681868" y="91712"/>
                </a:lnTo>
                <a:lnTo>
                  <a:pt x="682238" y="91430"/>
                </a:lnTo>
                <a:lnTo>
                  <a:pt x="682607" y="91136"/>
                </a:lnTo>
                <a:lnTo>
                  <a:pt x="682969" y="90830"/>
                </a:lnTo>
                <a:lnTo>
                  <a:pt x="683325" y="90513"/>
                </a:lnTo>
                <a:lnTo>
                  <a:pt x="683676" y="90184"/>
                </a:lnTo>
                <a:lnTo>
                  <a:pt x="684020" y="89844"/>
                </a:lnTo>
                <a:lnTo>
                  <a:pt x="684359" y="89492"/>
                </a:lnTo>
                <a:lnTo>
                  <a:pt x="684692" y="89129"/>
                </a:lnTo>
                <a:lnTo>
                  <a:pt x="685019" y="88755"/>
                </a:lnTo>
                <a:lnTo>
                  <a:pt x="685339" y="88368"/>
                </a:lnTo>
                <a:lnTo>
                  <a:pt x="685654" y="87971"/>
                </a:lnTo>
                <a:lnTo>
                  <a:pt x="685963" y="87562"/>
                </a:lnTo>
                <a:lnTo>
                  <a:pt x="686267" y="87141"/>
                </a:lnTo>
                <a:lnTo>
                  <a:pt x="686564" y="86709"/>
                </a:lnTo>
                <a:lnTo>
                  <a:pt x="686855" y="86265"/>
                </a:lnTo>
                <a:lnTo>
                  <a:pt x="687140" y="85810"/>
                </a:lnTo>
                <a:lnTo>
                  <a:pt x="687420" y="85344"/>
                </a:lnTo>
                <a:lnTo>
                  <a:pt x="687693" y="84866"/>
                </a:lnTo>
                <a:lnTo>
                  <a:pt x="687961" y="84376"/>
                </a:lnTo>
                <a:lnTo>
                  <a:pt x="688222" y="83875"/>
                </a:lnTo>
                <a:lnTo>
                  <a:pt x="688478" y="83363"/>
                </a:lnTo>
                <a:lnTo>
                  <a:pt x="688728" y="82839"/>
                </a:lnTo>
                <a:lnTo>
                  <a:pt x="688972" y="82303"/>
                </a:lnTo>
                <a:lnTo>
                  <a:pt x="689210" y="81756"/>
                </a:lnTo>
                <a:lnTo>
                  <a:pt x="689442" y="81198"/>
                </a:lnTo>
                <a:lnTo>
                  <a:pt x="708430" y="34668"/>
                </a:lnTo>
                <a:lnTo>
                  <a:pt x="708535" y="34405"/>
                </a:lnTo>
                <a:lnTo>
                  <a:pt x="708637" y="34151"/>
                </a:lnTo>
                <a:lnTo>
                  <a:pt x="708736" y="33905"/>
                </a:lnTo>
                <a:lnTo>
                  <a:pt x="708832" y="33668"/>
                </a:lnTo>
                <a:lnTo>
                  <a:pt x="708925" y="33440"/>
                </a:lnTo>
                <a:lnTo>
                  <a:pt x="709016" y="33220"/>
                </a:lnTo>
                <a:lnTo>
                  <a:pt x="709104" y="33009"/>
                </a:lnTo>
                <a:lnTo>
                  <a:pt x="709188" y="32807"/>
                </a:lnTo>
                <a:lnTo>
                  <a:pt x="709270" y="32613"/>
                </a:lnTo>
                <a:lnTo>
                  <a:pt x="709350" y="32428"/>
                </a:lnTo>
                <a:lnTo>
                  <a:pt x="709426" y="32252"/>
                </a:lnTo>
                <a:lnTo>
                  <a:pt x="709499" y="32085"/>
                </a:lnTo>
                <a:lnTo>
                  <a:pt x="709570" y="31926"/>
                </a:lnTo>
                <a:lnTo>
                  <a:pt x="709638" y="31775"/>
                </a:lnTo>
                <a:lnTo>
                  <a:pt x="709703" y="31633"/>
                </a:lnTo>
                <a:lnTo>
                  <a:pt x="709765" y="31500"/>
                </a:lnTo>
                <a:lnTo>
                  <a:pt x="709825" y="31376"/>
                </a:lnTo>
                <a:lnTo>
                  <a:pt x="709881" y="31260"/>
                </a:lnTo>
                <a:lnTo>
                  <a:pt x="709935" y="31153"/>
                </a:lnTo>
                <a:lnTo>
                  <a:pt x="709986" y="31055"/>
                </a:lnTo>
                <a:lnTo>
                  <a:pt x="710034" y="30965"/>
                </a:lnTo>
                <a:lnTo>
                  <a:pt x="710079" y="30884"/>
                </a:lnTo>
                <a:lnTo>
                  <a:pt x="710122" y="30812"/>
                </a:lnTo>
                <a:lnTo>
                  <a:pt x="710161" y="30748"/>
                </a:lnTo>
                <a:lnTo>
                  <a:pt x="710263" y="30610"/>
                </a:lnTo>
                <a:lnTo>
                  <a:pt x="710363" y="30476"/>
                </a:lnTo>
                <a:lnTo>
                  <a:pt x="710464" y="30345"/>
                </a:lnTo>
                <a:lnTo>
                  <a:pt x="710563" y="30218"/>
                </a:lnTo>
                <a:lnTo>
                  <a:pt x="710662" y="30095"/>
                </a:lnTo>
                <a:lnTo>
                  <a:pt x="710759" y="29975"/>
                </a:lnTo>
                <a:lnTo>
                  <a:pt x="710857" y="29859"/>
                </a:lnTo>
                <a:lnTo>
                  <a:pt x="710953" y="29747"/>
                </a:lnTo>
                <a:lnTo>
                  <a:pt x="711049" y="29639"/>
                </a:lnTo>
                <a:lnTo>
                  <a:pt x="711144" y="29534"/>
                </a:lnTo>
                <a:lnTo>
                  <a:pt x="711238" y="29433"/>
                </a:lnTo>
                <a:lnTo>
                  <a:pt x="711332" y="29335"/>
                </a:lnTo>
                <a:lnTo>
                  <a:pt x="711425" y="29242"/>
                </a:lnTo>
                <a:lnTo>
                  <a:pt x="711517" y="29152"/>
                </a:lnTo>
                <a:lnTo>
                  <a:pt x="711609" y="29066"/>
                </a:lnTo>
                <a:lnTo>
                  <a:pt x="711700" y="28983"/>
                </a:lnTo>
                <a:lnTo>
                  <a:pt x="711790" y="28905"/>
                </a:lnTo>
                <a:lnTo>
                  <a:pt x="711879" y="28830"/>
                </a:lnTo>
                <a:lnTo>
                  <a:pt x="711968" y="28758"/>
                </a:lnTo>
                <a:lnTo>
                  <a:pt x="712056" y="28691"/>
                </a:lnTo>
                <a:lnTo>
                  <a:pt x="712143" y="28627"/>
                </a:lnTo>
                <a:lnTo>
                  <a:pt x="712230" y="28567"/>
                </a:lnTo>
                <a:lnTo>
                  <a:pt x="712316" y="28510"/>
                </a:lnTo>
                <a:lnTo>
                  <a:pt x="712401" y="28457"/>
                </a:lnTo>
                <a:lnTo>
                  <a:pt x="712488" y="28407"/>
                </a:lnTo>
                <a:lnTo>
                  <a:pt x="712577" y="28358"/>
                </a:lnTo>
                <a:lnTo>
                  <a:pt x="712669" y="28311"/>
                </a:lnTo>
                <a:lnTo>
                  <a:pt x="712765" y="28265"/>
                </a:lnTo>
                <a:lnTo>
                  <a:pt x="712863" y="28220"/>
                </a:lnTo>
                <a:lnTo>
                  <a:pt x="712964" y="28177"/>
                </a:lnTo>
                <a:lnTo>
                  <a:pt x="713069" y="28136"/>
                </a:lnTo>
                <a:lnTo>
                  <a:pt x="713176" y="28095"/>
                </a:lnTo>
                <a:lnTo>
                  <a:pt x="713287" y="28056"/>
                </a:lnTo>
                <a:lnTo>
                  <a:pt x="713400" y="28019"/>
                </a:lnTo>
                <a:lnTo>
                  <a:pt x="713516" y="27983"/>
                </a:lnTo>
                <a:lnTo>
                  <a:pt x="713636" y="27948"/>
                </a:lnTo>
                <a:lnTo>
                  <a:pt x="713758" y="27915"/>
                </a:lnTo>
                <a:lnTo>
                  <a:pt x="713884" y="27883"/>
                </a:lnTo>
                <a:lnTo>
                  <a:pt x="714012" y="27853"/>
                </a:lnTo>
                <a:lnTo>
                  <a:pt x="714143" y="27824"/>
                </a:lnTo>
                <a:lnTo>
                  <a:pt x="714278" y="27796"/>
                </a:lnTo>
                <a:lnTo>
                  <a:pt x="714415" y="27770"/>
                </a:lnTo>
                <a:lnTo>
                  <a:pt x="714556" y="27745"/>
                </a:lnTo>
                <a:lnTo>
                  <a:pt x="714699" y="27722"/>
                </a:lnTo>
                <a:lnTo>
                  <a:pt x="714846" y="27700"/>
                </a:lnTo>
                <a:lnTo>
                  <a:pt x="714995" y="27680"/>
                </a:lnTo>
                <a:lnTo>
                  <a:pt x="715147" y="27660"/>
                </a:lnTo>
                <a:lnTo>
                  <a:pt x="715303" y="27643"/>
                </a:lnTo>
                <a:lnTo>
                  <a:pt x="715303" y="25759"/>
                </a:lnTo>
                <a:lnTo>
                  <a:pt x="700132" y="25759"/>
                </a:lnTo>
                <a:lnTo>
                  <a:pt x="700132" y="27643"/>
                </a:lnTo>
                <a:lnTo>
                  <a:pt x="700313" y="27643"/>
                </a:lnTo>
                <a:lnTo>
                  <a:pt x="700488" y="27645"/>
                </a:lnTo>
                <a:lnTo>
                  <a:pt x="700659" y="27648"/>
                </a:lnTo>
                <a:lnTo>
                  <a:pt x="700825" y="27652"/>
                </a:lnTo>
                <a:lnTo>
                  <a:pt x="700987" y="27657"/>
                </a:lnTo>
                <a:lnTo>
                  <a:pt x="701144" y="27664"/>
                </a:lnTo>
                <a:lnTo>
                  <a:pt x="701297" y="27671"/>
                </a:lnTo>
                <a:lnTo>
                  <a:pt x="701445" y="27680"/>
                </a:lnTo>
                <a:lnTo>
                  <a:pt x="701588" y="27689"/>
                </a:lnTo>
                <a:lnTo>
                  <a:pt x="701727" y="27700"/>
                </a:lnTo>
                <a:lnTo>
                  <a:pt x="701861" y="27712"/>
                </a:lnTo>
                <a:lnTo>
                  <a:pt x="701991" y="27726"/>
                </a:lnTo>
                <a:lnTo>
                  <a:pt x="702116" y="27740"/>
                </a:lnTo>
                <a:lnTo>
                  <a:pt x="702236" y="27755"/>
                </a:lnTo>
                <a:lnTo>
                  <a:pt x="702352" y="27772"/>
                </a:lnTo>
                <a:lnTo>
                  <a:pt x="702463" y="27790"/>
                </a:lnTo>
                <a:lnTo>
                  <a:pt x="702570" y="27809"/>
                </a:lnTo>
                <a:lnTo>
                  <a:pt x="702671" y="27829"/>
                </a:lnTo>
                <a:lnTo>
                  <a:pt x="702769" y="27850"/>
                </a:lnTo>
                <a:lnTo>
                  <a:pt x="702862" y="27873"/>
                </a:lnTo>
                <a:lnTo>
                  <a:pt x="702950" y="27896"/>
                </a:lnTo>
                <a:lnTo>
                  <a:pt x="703034" y="27921"/>
                </a:lnTo>
                <a:lnTo>
                  <a:pt x="703113" y="27947"/>
                </a:lnTo>
                <a:lnTo>
                  <a:pt x="703187" y="27974"/>
                </a:lnTo>
                <a:lnTo>
                  <a:pt x="703258" y="28002"/>
                </a:lnTo>
                <a:lnTo>
                  <a:pt x="703328" y="28030"/>
                </a:lnTo>
                <a:lnTo>
                  <a:pt x="703396" y="28060"/>
                </a:lnTo>
                <a:lnTo>
                  <a:pt x="703463" y="28090"/>
                </a:lnTo>
                <a:lnTo>
                  <a:pt x="703528" y="28122"/>
                </a:lnTo>
                <a:lnTo>
                  <a:pt x="703591" y="28153"/>
                </a:lnTo>
                <a:lnTo>
                  <a:pt x="703653" y="28186"/>
                </a:lnTo>
                <a:lnTo>
                  <a:pt x="703713" y="28220"/>
                </a:lnTo>
                <a:lnTo>
                  <a:pt x="703772" y="28254"/>
                </a:lnTo>
                <a:lnTo>
                  <a:pt x="703829" y="28289"/>
                </a:lnTo>
                <a:lnTo>
                  <a:pt x="703884" y="28325"/>
                </a:lnTo>
                <a:lnTo>
                  <a:pt x="703938" y="28362"/>
                </a:lnTo>
                <a:lnTo>
                  <a:pt x="703990" y="28399"/>
                </a:lnTo>
                <a:lnTo>
                  <a:pt x="704041" y="28438"/>
                </a:lnTo>
                <a:lnTo>
                  <a:pt x="704090" y="28477"/>
                </a:lnTo>
                <a:lnTo>
                  <a:pt x="704137" y="28517"/>
                </a:lnTo>
                <a:lnTo>
                  <a:pt x="704183" y="28557"/>
                </a:lnTo>
                <a:lnTo>
                  <a:pt x="704227" y="28599"/>
                </a:lnTo>
                <a:lnTo>
                  <a:pt x="704270" y="28641"/>
                </a:lnTo>
                <a:lnTo>
                  <a:pt x="704311" y="28684"/>
                </a:lnTo>
                <a:lnTo>
                  <a:pt x="704351" y="28728"/>
                </a:lnTo>
                <a:lnTo>
                  <a:pt x="704389" y="28773"/>
                </a:lnTo>
                <a:lnTo>
                  <a:pt x="704425" y="28818"/>
                </a:lnTo>
                <a:lnTo>
                  <a:pt x="704460" y="28865"/>
                </a:lnTo>
                <a:lnTo>
                  <a:pt x="704489" y="28904"/>
                </a:lnTo>
                <a:lnTo>
                  <a:pt x="704517" y="28944"/>
                </a:lnTo>
                <a:lnTo>
                  <a:pt x="704543" y="28986"/>
                </a:lnTo>
                <a:lnTo>
                  <a:pt x="704569" y="29030"/>
                </a:lnTo>
                <a:lnTo>
                  <a:pt x="704593" y="29075"/>
                </a:lnTo>
                <a:lnTo>
                  <a:pt x="704616" y="29122"/>
                </a:lnTo>
                <a:lnTo>
                  <a:pt x="704637" y="29171"/>
                </a:lnTo>
                <a:lnTo>
                  <a:pt x="704658" y="29221"/>
                </a:lnTo>
                <a:lnTo>
                  <a:pt x="704677" y="29273"/>
                </a:lnTo>
                <a:lnTo>
                  <a:pt x="704695" y="29326"/>
                </a:lnTo>
                <a:lnTo>
                  <a:pt x="704711" y="29381"/>
                </a:lnTo>
                <a:lnTo>
                  <a:pt x="704727" y="29437"/>
                </a:lnTo>
                <a:lnTo>
                  <a:pt x="704741" y="29495"/>
                </a:lnTo>
                <a:lnTo>
                  <a:pt x="704754" y="29555"/>
                </a:lnTo>
                <a:lnTo>
                  <a:pt x="704766" y="29616"/>
                </a:lnTo>
                <a:lnTo>
                  <a:pt x="704776" y="29679"/>
                </a:lnTo>
                <a:lnTo>
                  <a:pt x="704786" y="29744"/>
                </a:lnTo>
                <a:lnTo>
                  <a:pt x="704794" y="29810"/>
                </a:lnTo>
                <a:lnTo>
                  <a:pt x="704801" y="29877"/>
                </a:lnTo>
                <a:lnTo>
                  <a:pt x="704806" y="29946"/>
                </a:lnTo>
                <a:lnTo>
                  <a:pt x="704810" y="30017"/>
                </a:lnTo>
                <a:lnTo>
                  <a:pt x="704814" y="30090"/>
                </a:lnTo>
                <a:lnTo>
                  <a:pt x="704815" y="30164"/>
                </a:lnTo>
                <a:lnTo>
                  <a:pt x="704816" y="30239"/>
                </a:lnTo>
                <a:lnTo>
                  <a:pt x="704814" y="30409"/>
                </a:lnTo>
                <a:lnTo>
                  <a:pt x="704810" y="30579"/>
                </a:lnTo>
                <a:lnTo>
                  <a:pt x="704802" y="30749"/>
                </a:lnTo>
                <a:lnTo>
                  <a:pt x="704792" y="30919"/>
                </a:lnTo>
                <a:lnTo>
                  <a:pt x="704778" y="31090"/>
                </a:lnTo>
                <a:lnTo>
                  <a:pt x="704762" y="31260"/>
                </a:lnTo>
                <a:lnTo>
                  <a:pt x="704742" y="31431"/>
                </a:lnTo>
                <a:lnTo>
                  <a:pt x="704720" y="31602"/>
                </a:lnTo>
                <a:lnTo>
                  <a:pt x="704694" y="31773"/>
                </a:lnTo>
                <a:lnTo>
                  <a:pt x="704666" y="31945"/>
                </a:lnTo>
                <a:lnTo>
                  <a:pt x="704634" y="32116"/>
                </a:lnTo>
                <a:lnTo>
                  <a:pt x="704600" y="32288"/>
                </a:lnTo>
                <a:lnTo>
                  <a:pt x="704562" y="32460"/>
                </a:lnTo>
                <a:lnTo>
                  <a:pt x="704521" y="32632"/>
                </a:lnTo>
                <a:lnTo>
                  <a:pt x="704478" y="32804"/>
                </a:lnTo>
                <a:lnTo>
                  <a:pt x="704431" y="32977"/>
                </a:lnTo>
                <a:lnTo>
                  <a:pt x="704382" y="33149"/>
                </a:lnTo>
                <a:lnTo>
                  <a:pt x="704329" y="33322"/>
                </a:lnTo>
                <a:lnTo>
                  <a:pt x="704274" y="33495"/>
                </a:lnTo>
                <a:lnTo>
                  <a:pt x="704215" y="33668"/>
                </a:lnTo>
                <a:lnTo>
                  <a:pt x="704153" y="33842"/>
                </a:lnTo>
                <a:lnTo>
                  <a:pt x="704089" y="34015"/>
                </a:lnTo>
                <a:lnTo>
                  <a:pt x="704021" y="34189"/>
                </a:lnTo>
                <a:lnTo>
                  <a:pt x="703951" y="34363"/>
                </a:lnTo>
                <a:lnTo>
                  <a:pt x="693514" y="60122"/>
                </a:lnTo>
                <a:lnTo>
                  <a:pt x="682162" y="36603"/>
                </a:lnTo>
                <a:lnTo>
                  <a:pt x="682025" y="36312"/>
                </a:lnTo>
                <a:lnTo>
                  <a:pt x="681894" y="36028"/>
                </a:lnTo>
                <a:lnTo>
                  <a:pt x="681768" y="35748"/>
                </a:lnTo>
                <a:lnTo>
                  <a:pt x="681649" y="35474"/>
                </a:lnTo>
                <a:lnTo>
                  <a:pt x="681535" y="35205"/>
                </a:lnTo>
                <a:lnTo>
                  <a:pt x="681427" y="34942"/>
                </a:lnTo>
                <a:lnTo>
                  <a:pt x="681325" y="34683"/>
                </a:lnTo>
                <a:lnTo>
                  <a:pt x="681229" y="34430"/>
                </a:lnTo>
                <a:lnTo>
                  <a:pt x="681138" y="34183"/>
                </a:lnTo>
                <a:lnTo>
                  <a:pt x="681054" y="33941"/>
                </a:lnTo>
                <a:lnTo>
                  <a:pt x="680975" y="33703"/>
                </a:lnTo>
                <a:lnTo>
                  <a:pt x="680902" y="33472"/>
                </a:lnTo>
                <a:lnTo>
                  <a:pt x="680835" y="33245"/>
                </a:lnTo>
                <a:lnTo>
                  <a:pt x="680774" y="33024"/>
                </a:lnTo>
                <a:lnTo>
                  <a:pt x="680718" y="32808"/>
                </a:lnTo>
                <a:lnTo>
                  <a:pt x="680669" y="32598"/>
                </a:lnTo>
                <a:lnTo>
                  <a:pt x="680625" y="32393"/>
                </a:lnTo>
                <a:lnTo>
                  <a:pt x="680587" y="32193"/>
                </a:lnTo>
                <a:lnTo>
                  <a:pt x="680555" y="31998"/>
                </a:lnTo>
                <a:lnTo>
                  <a:pt x="680529" y="31809"/>
                </a:lnTo>
                <a:lnTo>
                  <a:pt x="680508" y="31625"/>
                </a:lnTo>
                <a:lnTo>
                  <a:pt x="680494" y="31446"/>
                </a:lnTo>
                <a:lnTo>
                  <a:pt x="680485" y="31273"/>
                </a:lnTo>
                <a:lnTo>
                  <a:pt x="680482" y="31105"/>
                </a:lnTo>
                <a:lnTo>
                  <a:pt x="680484" y="30982"/>
                </a:lnTo>
                <a:lnTo>
                  <a:pt x="680490" y="30862"/>
                </a:lnTo>
                <a:lnTo>
                  <a:pt x="680500" y="30743"/>
                </a:lnTo>
                <a:lnTo>
                  <a:pt x="680514" y="30626"/>
                </a:lnTo>
                <a:lnTo>
                  <a:pt x="680532" y="30510"/>
                </a:lnTo>
                <a:lnTo>
                  <a:pt x="680554" y="30397"/>
                </a:lnTo>
                <a:lnTo>
                  <a:pt x="680580" y="30284"/>
                </a:lnTo>
                <a:lnTo>
                  <a:pt x="680609" y="30174"/>
                </a:lnTo>
                <a:lnTo>
                  <a:pt x="680643" y="30065"/>
                </a:lnTo>
                <a:lnTo>
                  <a:pt x="680681" y="29958"/>
                </a:lnTo>
                <a:lnTo>
                  <a:pt x="680723" y="29853"/>
                </a:lnTo>
                <a:lnTo>
                  <a:pt x="680769" y="29749"/>
                </a:lnTo>
                <a:lnTo>
                  <a:pt x="680818" y="29647"/>
                </a:lnTo>
                <a:lnTo>
                  <a:pt x="680872" y="29547"/>
                </a:lnTo>
                <a:lnTo>
                  <a:pt x="680930" y="29448"/>
                </a:lnTo>
                <a:lnTo>
                  <a:pt x="680991" y="29351"/>
                </a:lnTo>
                <a:lnTo>
                  <a:pt x="681057" y="29256"/>
                </a:lnTo>
                <a:lnTo>
                  <a:pt x="681126" y="29162"/>
                </a:lnTo>
                <a:lnTo>
                  <a:pt x="681200" y="29070"/>
                </a:lnTo>
                <a:lnTo>
                  <a:pt x="681278" y="28980"/>
                </a:lnTo>
                <a:lnTo>
                  <a:pt x="681359" y="28891"/>
                </a:lnTo>
                <a:lnTo>
                  <a:pt x="681445" y="28804"/>
                </a:lnTo>
                <a:lnTo>
                  <a:pt x="681534" y="28719"/>
                </a:lnTo>
                <a:lnTo>
                  <a:pt x="681628" y="28636"/>
                </a:lnTo>
                <a:lnTo>
                  <a:pt x="681725" y="28555"/>
                </a:lnTo>
                <a:lnTo>
                  <a:pt x="681826" y="28477"/>
                </a:lnTo>
                <a:lnTo>
                  <a:pt x="681932" y="28403"/>
                </a:lnTo>
                <a:lnTo>
                  <a:pt x="682041" y="28332"/>
                </a:lnTo>
                <a:lnTo>
                  <a:pt x="682155" y="28265"/>
                </a:lnTo>
                <a:lnTo>
                  <a:pt x="682272" y="28201"/>
                </a:lnTo>
                <a:lnTo>
                  <a:pt x="682393" y="28141"/>
                </a:lnTo>
                <a:lnTo>
                  <a:pt x="682518" y="28084"/>
                </a:lnTo>
                <a:lnTo>
                  <a:pt x="682648" y="28031"/>
                </a:lnTo>
                <a:lnTo>
                  <a:pt x="682781" y="27981"/>
                </a:lnTo>
                <a:lnTo>
                  <a:pt x="682918" y="27934"/>
                </a:lnTo>
                <a:lnTo>
                  <a:pt x="683059" y="27891"/>
                </a:lnTo>
                <a:lnTo>
                  <a:pt x="683205" y="27851"/>
                </a:lnTo>
                <a:lnTo>
                  <a:pt x="683354" y="27815"/>
                </a:lnTo>
                <a:lnTo>
                  <a:pt x="683507" y="27782"/>
                </a:lnTo>
                <a:lnTo>
                  <a:pt x="683664" y="27753"/>
                </a:lnTo>
                <a:lnTo>
                  <a:pt x="683825" y="27727"/>
                </a:lnTo>
                <a:lnTo>
                  <a:pt x="683990" y="27705"/>
                </a:lnTo>
                <a:lnTo>
                  <a:pt x="684159" y="27686"/>
                </a:lnTo>
                <a:lnTo>
                  <a:pt x="684332" y="27670"/>
                </a:lnTo>
                <a:lnTo>
                  <a:pt x="684509" y="27658"/>
                </a:lnTo>
                <a:lnTo>
                  <a:pt x="684690" y="27650"/>
                </a:lnTo>
                <a:lnTo>
                  <a:pt x="684875" y="27645"/>
                </a:lnTo>
                <a:lnTo>
                  <a:pt x="685064" y="27643"/>
                </a:lnTo>
                <a:lnTo>
                  <a:pt x="686133" y="27643"/>
                </a:lnTo>
                <a:lnTo>
                  <a:pt x="686133" y="25759"/>
                </a:lnTo>
                <a:lnTo>
                  <a:pt x="664395" y="25759"/>
                </a:lnTo>
                <a:lnTo>
                  <a:pt x="664395" y="27643"/>
                </a:lnTo>
                <a:lnTo>
                  <a:pt x="664609" y="27694"/>
                </a:lnTo>
                <a:lnTo>
                  <a:pt x="664818" y="27746"/>
                </a:lnTo>
                <a:lnTo>
                  <a:pt x="665022" y="27799"/>
                </a:lnTo>
                <a:lnTo>
                  <a:pt x="665221" y="27852"/>
                </a:lnTo>
                <a:close/>
                <a:moveTo>
                  <a:pt x="597677" y="62585"/>
                </a:moveTo>
                <a:lnTo>
                  <a:pt x="597495" y="62616"/>
                </a:lnTo>
                <a:lnTo>
                  <a:pt x="597315" y="62653"/>
                </a:lnTo>
                <a:lnTo>
                  <a:pt x="597138" y="62696"/>
                </a:lnTo>
                <a:lnTo>
                  <a:pt x="596963" y="62744"/>
                </a:lnTo>
                <a:lnTo>
                  <a:pt x="596791" y="62797"/>
                </a:lnTo>
                <a:lnTo>
                  <a:pt x="596621" y="62857"/>
                </a:lnTo>
                <a:lnTo>
                  <a:pt x="596453" y="62922"/>
                </a:lnTo>
                <a:lnTo>
                  <a:pt x="596287" y="62992"/>
                </a:lnTo>
                <a:lnTo>
                  <a:pt x="596125" y="63069"/>
                </a:lnTo>
                <a:lnTo>
                  <a:pt x="595964" y="63151"/>
                </a:lnTo>
                <a:lnTo>
                  <a:pt x="595806" y="63239"/>
                </a:lnTo>
                <a:lnTo>
                  <a:pt x="595650" y="63332"/>
                </a:lnTo>
                <a:lnTo>
                  <a:pt x="595497" y="63431"/>
                </a:lnTo>
                <a:lnTo>
                  <a:pt x="595346" y="63535"/>
                </a:lnTo>
                <a:lnTo>
                  <a:pt x="595197" y="63646"/>
                </a:lnTo>
                <a:lnTo>
                  <a:pt x="595051" y="63762"/>
                </a:lnTo>
                <a:lnTo>
                  <a:pt x="594907" y="63883"/>
                </a:lnTo>
                <a:lnTo>
                  <a:pt x="594766" y="64011"/>
                </a:lnTo>
                <a:lnTo>
                  <a:pt x="594626" y="64144"/>
                </a:lnTo>
                <a:lnTo>
                  <a:pt x="594491" y="64281"/>
                </a:lnTo>
                <a:lnTo>
                  <a:pt x="594362" y="64420"/>
                </a:lnTo>
                <a:lnTo>
                  <a:pt x="594239" y="64563"/>
                </a:lnTo>
                <a:lnTo>
                  <a:pt x="594121" y="64708"/>
                </a:lnTo>
                <a:lnTo>
                  <a:pt x="594009" y="64855"/>
                </a:lnTo>
                <a:lnTo>
                  <a:pt x="593903" y="65006"/>
                </a:lnTo>
                <a:lnTo>
                  <a:pt x="593802" y="65159"/>
                </a:lnTo>
                <a:lnTo>
                  <a:pt x="593707" y="65314"/>
                </a:lnTo>
                <a:lnTo>
                  <a:pt x="593618" y="65473"/>
                </a:lnTo>
                <a:lnTo>
                  <a:pt x="593535" y="65634"/>
                </a:lnTo>
                <a:lnTo>
                  <a:pt x="593457" y="65797"/>
                </a:lnTo>
                <a:lnTo>
                  <a:pt x="593386" y="65964"/>
                </a:lnTo>
                <a:lnTo>
                  <a:pt x="593320" y="66132"/>
                </a:lnTo>
                <a:lnTo>
                  <a:pt x="593259" y="66304"/>
                </a:lnTo>
                <a:lnTo>
                  <a:pt x="593205" y="66478"/>
                </a:lnTo>
                <a:lnTo>
                  <a:pt x="593156" y="66655"/>
                </a:lnTo>
                <a:lnTo>
                  <a:pt x="593113" y="66835"/>
                </a:lnTo>
                <a:lnTo>
                  <a:pt x="593075" y="67017"/>
                </a:lnTo>
                <a:lnTo>
                  <a:pt x="593044" y="67201"/>
                </a:lnTo>
                <a:lnTo>
                  <a:pt x="593018" y="67389"/>
                </a:lnTo>
                <a:lnTo>
                  <a:pt x="592998" y="67579"/>
                </a:lnTo>
                <a:lnTo>
                  <a:pt x="592983" y="67772"/>
                </a:lnTo>
                <a:lnTo>
                  <a:pt x="592975" y="67967"/>
                </a:lnTo>
                <a:lnTo>
                  <a:pt x="592972" y="68165"/>
                </a:lnTo>
                <a:lnTo>
                  <a:pt x="592975" y="68359"/>
                </a:lnTo>
                <a:lnTo>
                  <a:pt x="592983" y="68551"/>
                </a:lnTo>
                <a:lnTo>
                  <a:pt x="592998" y="68740"/>
                </a:lnTo>
                <a:lnTo>
                  <a:pt x="593018" y="68927"/>
                </a:lnTo>
                <a:lnTo>
                  <a:pt x="593044" y="69111"/>
                </a:lnTo>
                <a:lnTo>
                  <a:pt x="593075" y="69293"/>
                </a:lnTo>
                <a:lnTo>
                  <a:pt x="593113" y="69473"/>
                </a:lnTo>
                <a:lnTo>
                  <a:pt x="593156" y="69650"/>
                </a:lnTo>
                <a:lnTo>
                  <a:pt x="593205" y="69825"/>
                </a:lnTo>
                <a:lnTo>
                  <a:pt x="593259" y="69997"/>
                </a:lnTo>
                <a:lnTo>
                  <a:pt x="593320" y="70167"/>
                </a:lnTo>
                <a:lnTo>
                  <a:pt x="593386" y="70335"/>
                </a:lnTo>
                <a:lnTo>
                  <a:pt x="593457" y="70501"/>
                </a:lnTo>
                <a:lnTo>
                  <a:pt x="593535" y="70663"/>
                </a:lnTo>
                <a:lnTo>
                  <a:pt x="593618" y="70824"/>
                </a:lnTo>
                <a:lnTo>
                  <a:pt x="593707" y="70982"/>
                </a:lnTo>
                <a:lnTo>
                  <a:pt x="593802" y="71138"/>
                </a:lnTo>
                <a:lnTo>
                  <a:pt x="593903" y="71291"/>
                </a:lnTo>
                <a:lnTo>
                  <a:pt x="594009" y="71442"/>
                </a:lnTo>
                <a:lnTo>
                  <a:pt x="594121" y="71591"/>
                </a:lnTo>
                <a:lnTo>
                  <a:pt x="594239" y="71737"/>
                </a:lnTo>
                <a:lnTo>
                  <a:pt x="594362" y="71881"/>
                </a:lnTo>
                <a:lnTo>
                  <a:pt x="594491" y="72022"/>
                </a:lnTo>
                <a:lnTo>
                  <a:pt x="594626" y="72162"/>
                </a:lnTo>
                <a:lnTo>
                  <a:pt x="594766" y="72297"/>
                </a:lnTo>
                <a:lnTo>
                  <a:pt x="594907" y="72426"/>
                </a:lnTo>
                <a:lnTo>
                  <a:pt x="595051" y="72549"/>
                </a:lnTo>
                <a:lnTo>
                  <a:pt x="595197" y="72667"/>
                </a:lnTo>
                <a:lnTo>
                  <a:pt x="595346" y="72779"/>
                </a:lnTo>
                <a:lnTo>
                  <a:pt x="595497" y="72885"/>
                </a:lnTo>
                <a:lnTo>
                  <a:pt x="595650" y="72986"/>
                </a:lnTo>
                <a:lnTo>
                  <a:pt x="595806" y="73081"/>
                </a:lnTo>
                <a:lnTo>
                  <a:pt x="595964" y="73170"/>
                </a:lnTo>
                <a:lnTo>
                  <a:pt x="596125" y="73253"/>
                </a:lnTo>
                <a:lnTo>
                  <a:pt x="596287" y="73331"/>
                </a:lnTo>
                <a:lnTo>
                  <a:pt x="596453" y="73402"/>
                </a:lnTo>
                <a:lnTo>
                  <a:pt x="596621" y="73468"/>
                </a:lnTo>
                <a:lnTo>
                  <a:pt x="596791" y="73529"/>
                </a:lnTo>
                <a:lnTo>
                  <a:pt x="596963" y="73583"/>
                </a:lnTo>
                <a:lnTo>
                  <a:pt x="597138" y="73632"/>
                </a:lnTo>
                <a:lnTo>
                  <a:pt x="597315" y="73675"/>
                </a:lnTo>
                <a:lnTo>
                  <a:pt x="597495" y="73713"/>
                </a:lnTo>
                <a:lnTo>
                  <a:pt x="597677" y="73744"/>
                </a:lnTo>
                <a:lnTo>
                  <a:pt x="597861" y="73770"/>
                </a:lnTo>
                <a:lnTo>
                  <a:pt x="598048" y="73790"/>
                </a:lnTo>
                <a:lnTo>
                  <a:pt x="598237" y="73805"/>
                </a:lnTo>
                <a:lnTo>
                  <a:pt x="598429" y="73813"/>
                </a:lnTo>
                <a:lnTo>
                  <a:pt x="598623" y="73816"/>
                </a:lnTo>
                <a:lnTo>
                  <a:pt x="598817" y="73813"/>
                </a:lnTo>
                <a:lnTo>
                  <a:pt x="599008" y="73805"/>
                </a:lnTo>
                <a:lnTo>
                  <a:pt x="599197" y="73790"/>
                </a:lnTo>
                <a:lnTo>
                  <a:pt x="599384" y="73770"/>
                </a:lnTo>
                <a:lnTo>
                  <a:pt x="599569" y="73744"/>
                </a:lnTo>
                <a:lnTo>
                  <a:pt x="599751" y="73713"/>
                </a:lnTo>
                <a:lnTo>
                  <a:pt x="599930" y="73675"/>
                </a:lnTo>
                <a:lnTo>
                  <a:pt x="600108" y="73632"/>
                </a:lnTo>
                <a:lnTo>
                  <a:pt x="600282" y="73583"/>
                </a:lnTo>
                <a:lnTo>
                  <a:pt x="600455" y="73529"/>
                </a:lnTo>
                <a:lnTo>
                  <a:pt x="600625" y="73468"/>
                </a:lnTo>
                <a:lnTo>
                  <a:pt x="600793" y="73402"/>
                </a:lnTo>
                <a:lnTo>
                  <a:pt x="600958" y="73331"/>
                </a:lnTo>
                <a:lnTo>
                  <a:pt x="601121" y="73253"/>
                </a:lnTo>
                <a:lnTo>
                  <a:pt x="601281" y="73170"/>
                </a:lnTo>
                <a:lnTo>
                  <a:pt x="601440" y="73081"/>
                </a:lnTo>
                <a:lnTo>
                  <a:pt x="601595" y="72986"/>
                </a:lnTo>
                <a:lnTo>
                  <a:pt x="601749" y="72885"/>
                </a:lnTo>
                <a:lnTo>
                  <a:pt x="601900" y="72779"/>
                </a:lnTo>
                <a:lnTo>
                  <a:pt x="602048" y="72667"/>
                </a:lnTo>
                <a:lnTo>
                  <a:pt x="602195" y="72549"/>
                </a:lnTo>
                <a:lnTo>
                  <a:pt x="602338" y="72426"/>
                </a:lnTo>
                <a:lnTo>
                  <a:pt x="602480" y="72297"/>
                </a:lnTo>
                <a:lnTo>
                  <a:pt x="602619" y="72162"/>
                </a:lnTo>
                <a:lnTo>
                  <a:pt x="602754" y="72022"/>
                </a:lnTo>
                <a:lnTo>
                  <a:pt x="602883" y="71881"/>
                </a:lnTo>
                <a:lnTo>
                  <a:pt x="603007" y="71737"/>
                </a:lnTo>
                <a:lnTo>
                  <a:pt x="603125" y="71591"/>
                </a:lnTo>
                <a:lnTo>
                  <a:pt x="603237" y="71442"/>
                </a:lnTo>
                <a:lnTo>
                  <a:pt x="603343" y="71291"/>
                </a:lnTo>
                <a:lnTo>
                  <a:pt x="603443" y="71138"/>
                </a:lnTo>
                <a:lnTo>
                  <a:pt x="603538" y="70982"/>
                </a:lnTo>
                <a:lnTo>
                  <a:pt x="603627" y="70824"/>
                </a:lnTo>
                <a:lnTo>
                  <a:pt x="603710" y="70663"/>
                </a:lnTo>
                <a:lnTo>
                  <a:pt x="603788" y="70501"/>
                </a:lnTo>
                <a:lnTo>
                  <a:pt x="603860" y="70335"/>
                </a:lnTo>
                <a:lnTo>
                  <a:pt x="603926" y="70167"/>
                </a:lnTo>
                <a:lnTo>
                  <a:pt x="603986" y="69997"/>
                </a:lnTo>
                <a:lnTo>
                  <a:pt x="604041" y="69825"/>
                </a:lnTo>
                <a:lnTo>
                  <a:pt x="604090" y="69650"/>
                </a:lnTo>
                <a:lnTo>
                  <a:pt x="604133" y="69473"/>
                </a:lnTo>
                <a:lnTo>
                  <a:pt x="604170" y="69293"/>
                </a:lnTo>
                <a:lnTo>
                  <a:pt x="604202" y="69111"/>
                </a:lnTo>
                <a:lnTo>
                  <a:pt x="604228" y="68927"/>
                </a:lnTo>
                <a:lnTo>
                  <a:pt x="604248" y="68740"/>
                </a:lnTo>
                <a:lnTo>
                  <a:pt x="604262" y="68551"/>
                </a:lnTo>
                <a:lnTo>
                  <a:pt x="604271" y="68359"/>
                </a:lnTo>
                <a:lnTo>
                  <a:pt x="604273" y="68165"/>
                </a:lnTo>
                <a:lnTo>
                  <a:pt x="604271" y="67971"/>
                </a:lnTo>
                <a:lnTo>
                  <a:pt x="604262" y="67780"/>
                </a:lnTo>
                <a:lnTo>
                  <a:pt x="604248" y="67591"/>
                </a:lnTo>
                <a:lnTo>
                  <a:pt x="604228" y="67404"/>
                </a:lnTo>
                <a:lnTo>
                  <a:pt x="604203" y="67219"/>
                </a:lnTo>
                <a:lnTo>
                  <a:pt x="604172" y="67037"/>
                </a:lnTo>
                <a:lnTo>
                  <a:pt x="604135" y="66858"/>
                </a:lnTo>
                <a:lnTo>
                  <a:pt x="604092" y="66680"/>
                </a:lnTo>
                <a:lnTo>
                  <a:pt x="604044" y="66506"/>
                </a:lnTo>
                <a:lnTo>
                  <a:pt x="603991" y="66333"/>
                </a:lnTo>
                <a:lnTo>
                  <a:pt x="603931" y="66163"/>
                </a:lnTo>
                <a:lnTo>
                  <a:pt x="603866" y="65995"/>
                </a:lnTo>
                <a:lnTo>
                  <a:pt x="603796" y="65830"/>
                </a:lnTo>
                <a:lnTo>
                  <a:pt x="603719" y="65667"/>
                </a:lnTo>
                <a:lnTo>
                  <a:pt x="603637" y="65507"/>
                </a:lnTo>
                <a:lnTo>
                  <a:pt x="603549" y="65348"/>
                </a:lnTo>
                <a:lnTo>
                  <a:pt x="603456" y="65193"/>
                </a:lnTo>
                <a:lnTo>
                  <a:pt x="603357" y="65039"/>
                </a:lnTo>
                <a:lnTo>
                  <a:pt x="603253" y="64888"/>
                </a:lnTo>
                <a:lnTo>
                  <a:pt x="603142" y="64740"/>
                </a:lnTo>
                <a:lnTo>
                  <a:pt x="603026" y="64593"/>
                </a:lnTo>
                <a:lnTo>
                  <a:pt x="602905" y="64450"/>
                </a:lnTo>
                <a:lnTo>
                  <a:pt x="602777" y="64308"/>
                </a:lnTo>
                <a:lnTo>
                  <a:pt x="602644" y="64169"/>
                </a:lnTo>
                <a:lnTo>
                  <a:pt x="602507" y="64034"/>
                </a:lnTo>
                <a:lnTo>
                  <a:pt x="602368" y="63905"/>
                </a:lnTo>
                <a:lnTo>
                  <a:pt x="602225" y="63781"/>
                </a:lnTo>
                <a:lnTo>
                  <a:pt x="602080" y="63663"/>
                </a:lnTo>
                <a:lnTo>
                  <a:pt x="601933" y="63551"/>
                </a:lnTo>
                <a:lnTo>
                  <a:pt x="601782" y="63445"/>
                </a:lnTo>
                <a:lnTo>
                  <a:pt x="601629" y="63345"/>
                </a:lnTo>
                <a:lnTo>
                  <a:pt x="601474" y="63250"/>
                </a:lnTo>
                <a:lnTo>
                  <a:pt x="601315" y="63161"/>
                </a:lnTo>
                <a:lnTo>
                  <a:pt x="601154" y="63078"/>
                </a:lnTo>
                <a:lnTo>
                  <a:pt x="600991" y="63000"/>
                </a:lnTo>
                <a:lnTo>
                  <a:pt x="600824" y="62928"/>
                </a:lnTo>
                <a:lnTo>
                  <a:pt x="600656" y="62862"/>
                </a:lnTo>
                <a:lnTo>
                  <a:pt x="600484" y="62802"/>
                </a:lnTo>
                <a:lnTo>
                  <a:pt x="600310" y="62747"/>
                </a:lnTo>
                <a:lnTo>
                  <a:pt x="600133" y="62698"/>
                </a:lnTo>
                <a:lnTo>
                  <a:pt x="599954" y="62655"/>
                </a:lnTo>
                <a:lnTo>
                  <a:pt x="599771" y="62618"/>
                </a:lnTo>
                <a:lnTo>
                  <a:pt x="599587" y="62586"/>
                </a:lnTo>
                <a:lnTo>
                  <a:pt x="599399" y="62560"/>
                </a:lnTo>
                <a:lnTo>
                  <a:pt x="599209" y="62540"/>
                </a:lnTo>
                <a:lnTo>
                  <a:pt x="599016" y="62526"/>
                </a:lnTo>
                <a:lnTo>
                  <a:pt x="598821" y="62517"/>
                </a:lnTo>
                <a:lnTo>
                  <a:pt x="598623" y="62515"/>
                </a:lnTo>
                <a:lnTo>
                  <a:pt x="598429" y="62517"/>
                </a:lnTo>
                <a:lnTo>
                  <a:pt x="598237" y="62526"/>
                </a:lnTo>
                <a:lnTo>
                  <a:pt x="598048" y="62540"/>
                </a:lnTo>
                <a:lnTo>
                  <a:pt x="597861" y="62560"/>
                </a:lnTo>
                <a:lnTo>
                  <a:pt x="597677" y="62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f">
            <a:extLst xmlns:a="http://schemas.openxmlformats.org/drawingml/2006/main">
              <a:ext uri="{FF2B5EF4-FFF2-40B4-BE49-F238E27FC236}">
                <a16:creationId xmlns:a16="http://schemas.microsoft.com/office/drawing/2014/main" id="{63E0F7A7-B262-4101-AABE-DC01276B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17" y="2633156"/>
            <a:ext cx="41286" cy="72391"/>
          </a:xfrm>
          <a:custGeom xmlns:a="http://schemas.openxmlformats.org/drawingml/2006/main">
            <a:pathLst>
              <a:path w="41286" h="72391">
                <a:moveTo>
                  <a:pt x="17461" y="29323"/>
                </a:moveTo>
                <a:lnTo>
                  <a:pt x="17461" y="60007"/>
                </a:lnTo>
                <a:cubicBezTo>
                  <a:pt x="17461" y="64357"/>
                  <a:pt x="17936" y="67109"/>
                  <a:pt x="18887" y="68264"/>
                </a:cubicBezTo>
                <a:cubicBezTo>
                  <a:pt x="20142" y="69759"/>
                  <a:pt x="21822" y="70507"/>
                  <a:pt x="23927" y="70507"/>
                </a:cubicBezTo>
                <a:lnTo>
                  <a:pt x="28152" y="70507"/>
                </a:lnTo>
                <a:lnTo>
                  <a:pt x="28152" y="72391"/>
                </a:lnTo>
                <a:lnTo>
                  <a:pt x="305" y="72391"/>
                </a:lnTo>
                <a:lnTo>
                  <a:pt x="305" y="70507"/>
                </a:lnTo>
                <a:lnTo>
                  <a:pt x="2393" y="70507"/>
                </a:lnTo>
                <a:cubicBezTo>
                  <a:pt x="3750" y="70507"/>
                  <a:pt x="4989" y="70167"/>
                  <a:pt x="6109" y="69487"/>
                </a:cubicBezTo>
                <a:cubicBezTo>
                  <a:pt x="7229" y="68807"/>
                  <a:pt x="8001" y="67890"/>
                  <a:pt x="8425" y="66735"/>
                </a:cubicBezTo>
                <a:cubicBezTo>
                  <a:pt x="8849" y="65580"/>
                  <a:pt x="9062" y="63338"/>
                  <a:pt x="9062" y="60007"/>
                </a:cubicBezTo>
                <a:lnTo>
                  <a:pt x="9062" y="29323"/>
                </a:lnTo>
                <a:lnTo>
                  <a:pt x="0" y="29323"/>
                </a:lnTo>
                <a:lnTo>
                  <a:pt x="0" y="25759"/>
                </a:lnTo>
                <a:lnTo>
                  <a:pt x="9062" y="25759"/>
                </a:lnTo>
                <a:lnTo>
                  <a:pt x="9062" y="22692"/>
                </a:lnTo>
                <a:cubicBezTo>
                  <a:pt x="9062" y="18024"/>
                  <a:pt x="9808" y="14072"/>
                  <a:pt x="11301" y="10835"/>
                </a:cubicBezTo>
                <a:cubicBezTo>
                  <a:pt x="12795" y="7598"/>
                  <a:pt x="15077" y="4984"/>
                  <a:pt x="18149" y="2991"/>
                </a:cubicBezTo>
                <a:cubicBezTo>
                  <a:pt x="21220" y="997"/>
                  <a:pt x="24673" y="0"/>
                  <a:pt x="28508" y="0"/>
                </a:cubicBezTo>
                <a:cubicBezTo>
                  <a:pt x="32072" y="0"/>
                  <a:pt x="35347" y="1154"/>
                  <a:pt x="38333" y="3462"/>
                </a:cubicBezTo>
                <a:cubicBezTo>
                  <a:pt x="40302" y="4989"/>
                  <a:pt x="41286" y="6703"/>
                  <a:pt x="41286" y="8603"/>
                </a:cubicBezTo>
                <a:cubicBezTo>
                  <a:pt x="41286" y="9622"/>
                  <a:pt x="40845" y="10580"/>
                  <a:pt x="39962" y="11480"/>
                </a:cubicBezTo>
                <a:cubicBezTo>
                  <a:pt x="39080" y="12379"/>
                  <a:pt x="38130" y="12829"/>
                  <a:pt x="37112" y="12829"/>
                </a:cubicBezTo>
                <a:cubicBezTo>
                  <a:pt x="36331" y="12829"/>
                  <a:pt x="35508" y="12546"/>
                  <a:pt x="34643" y="11979"/>
                </a:cubicBezTo>
                <a:cubicBezTo>
                  <a:pt x="33777" y="11413"/>
                  <a:pt x="32717" y="10195"/>
                  <a:pt x="31461" y="8325"/>
                </a:cubicBezTo>
                <a:cubicBezTo>
                  <a:pt x="30205" y="6455"/>
                  <a:pt x="29051" y="5194"/>
                  <a:pt x="27999" y="4542"/>
                </a:cubicBezTo>
                <a:cubicBezTo>
                  <a:pt x="26947" y="3890"/>
                  <a:pt x="25776" y="3564"/>
                  <a:pt x="24487" y="3564"/>
                </a:cubicBezTo>
                <a:cubicBezTo>
                  <a:pt x="22925" y="3564"/>
                  <a:pt x="21602" y="3984"/>
                  <a:pt x="20516" y="4823"/>
                </a:cubicBezTo>
                <a:cubicBezTo>
                  <a:pt x="19430" y="5662"/>
                  <a:pt x="18649" y="6964"/>
                  <a:pt x="18174" y="8727"/>
                </a:cubicBezTo>
                <a:cubicBezTo>
                  <a:pt x="17699" y="10491"/>
                  <a:pt x="17461" y="15038"/>
                  <a:pt x="17461" y="22368"/>
                </a:cubicBezTo>
                <a:lnTo>
                  <a:pt x="17461" y="25759"/>
                </a:lnTo>
                <a:lnTo>
                  <a:pt x="29475" y="25759"/>
                </a:lnTo>
                <a:lnTo>
                  <a:pt x="29475" y="29323"/>
                </a:lnTo>
                <a:lnTo>
                  <a:pt x="17461" y="29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unctional_models.py">
            <a:extLst xmlns:a="http://schemas.openxmlformats.org/drawingml/2006/main">
              <a:ext uri="{FF2B5EF4-FFF2-40B4-BE49-F238E27FC236}">
                <a16:creationId xmlns:a16="http://schemas.microsoft.com/office/drawing/2014/main" id="{380865DC-D483-4738-B6E3-602B70E9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47" y="2633156"/>
            <a:ext cx="873549" cy="94892"/>
          </a:xfrm>
          <a:custGeom xmlns:a="http://schemas.openxmlformats.org/drawingml/2006/main">
            <a:pathLst>
              <a:path w="873549" h="94892">
                <a:moveTo>
                  <a:pt x="44035" y="25759"/>
                </a:moveTo>
                <a:lnTo>
                  <a:pt x="44035" y="54013"/>
                </a:lnTo>
                <a:cubicBezTo>
                  <a:pt x="44035" y="59409"/>
                  <a:pt x="44162" y="62710"/>
                  <a:pt x="44417" y="63914"/>
                </a:cubicBezTo>
                <a:cubicBezTo>
                  <a:pt x="44671" y="65119"/>
                  <a:pt x="45079" y="65959"/>
                  <a:pt x="45639" y="66434"/>
                </a:cubicBezTo>
                <a:cubicBezTo>
                  <a:pt x="46199" y="66910"/>
                  <a:pt x="46852" y="67147"/>
                  <a:pt x="47599" y="67147"/>
                </a:cubicBezTo>
                <a:cubicBezTo>
                  <a:pt x="48651" y="67147"/>
                  <a:pt x="49839" y="66859"/>
                  <a:pt x="51162" y="66282"/>
                </a:cubicBezTo>
                <a:lnTo>
                  <a:pt x="51875" y="68063"/>
                </a:lnTo>
                <a:lnTo>
                  <a:pt x="37926" y="73816"/>
                </a:lnTo>
                <a:lnTo>
                  <a:pt x="35635" y="73816"/>
                </a:lnTo>
                <a:lnTo>
                  <a:pt x="35635" y="63940"/>
                </a:lnTo>
                <a:cubicBezTo>
                  <a:pt x="31631" y="68284"/>
                  <a:pt x="28576" y="71016"/>
                  <a:pt x="26472" y="72136"/>
                </a:cubicBezTo>
                <a:cubicBezTo>
                  <a:pt x="24368" y="73256"/>
                  <a:pt x="22145" y="73816"/>
                  <a:pt x="19803" y="73816"/>
                </a:cubicBezTo>
                <a:cubicBezTo>
                  <a:pt x="17190" y="73816"/>
                  <a:pt x="14924" y="73061"/>
                  <a:pt x="13007" y="71551"/>
                </a:cubicBezTo>
                <a:cubicBezTo>
                  <a:pt x="11089" y="70040"/>
                  <a:pt x="9757" y="68097"/>
                  <a:pt x="9011" y="65722"/>
                </a:cubicBezTo>
                <a:cubicBezTo>
                  <a:pt x="8264" y="63346"/>
                  <a:pt x="7891" y="59986"/>
                  <a:pt x="7891" y="55642"/>
                </a:cubicBezTo>
                <a:lnTo>
                  <a:pt x="7891" y="34821"/>
                </a:lnTo>
                <a:cubicBezTo>
                  <a:pt x="7891" y="32615"/>
                  <a:pt x="7653" y="31088"/>
                  <a:pt x="7178" y="30239"/>
                </a:cubicBezTo>
                <a:cubicBezTo>
                  <a:pt x="6703" y="29391"/>
                  <a:pt x="5999" y="28737"/>
                  <a:pt x="5065" y="28279"/>
                </a:cubicBezTo>
                <a:cubicBezTo>
                  <a:pt x="4132" y="27821"/>
                  <a:pt x="2444" y="27609"/>
                  <a:pt x="0" y="27643"/>
                </a:cubicBezTo>
                <a:lnTo>
                  <a:pt x="0" y="25759"/>
                </a:lnTo>
                <a:lnTo>
                  <a:pt x="16341" y="25759"/>
                </a:lnTo>
                <a:lnTo>
                  <a:pt x="16341" y="56889"/>
                </a:lnTo>
                <a:cubicBezTo>
                  <a:pt x="16341" y="61223"/>
                  <a:pt x="17096" y="64067"/>
                  <a:pt x="18607" y="65421"/>
                </a:cubicBezTo>
                <a:cubicBezTo>
                  <a:pt x="20117" y="66775"/>
                  <a:pt x="21941" y="67453"/>
                  <a:pt x="24079" y="67453"/>
                </a:cubicBezTo>
                <a:cubicBezTo>
                  <a:pt x="25539" y="67453"/>
                  <a:pt x="27193" y="66995"/>
                  <a:pt x="29043" y="66081"/>
                </a:cubicBezTo>
                <a:cubicBezTo>
                  <a:pt x="30892" y="65167"/>
                  <a:pt x="33090" y="63424"/>
                  <a:pt x="35635" y="60852"/>
                </a:cubicBezTo>
                <a:lnTo>
                  <a:pt x="35635" y="34498"/>
                </a:lnTo>
                <a:cubicBezTo>
                  <a:pt x="35635" y="31857"/>
                  <a:pt x="35152" y="30072"/>
                  <a:pt x="34184" y="29141"/>
                </a:cubicBezTo>
                <a:cubicBezTo>
                  <a:pt x="33217" y="28210"/>
                  <a:pt x="31206" y="27711"/>
                  <a:pt x="28152" y="27643"/>
                </a:cubicBezTo>
                <a:lnTo>
                  <a:pt x="28152" y="25759"/>
                </a:lnTo>
                <a:lnTo>
                  <a:pt x="44035" y="25759"/>
                </a:lnTo>
                <a:close/>
                <a:moveTo>
                  <a:pt x="68878" y="34312"/>
                </a:moveTo>
                <a:cubicBezTo>
                  <a:pt x="74342" y="27728"/>
                  <a:pt x="79552" y="24436"/>
                  <a:pt x="84507" y="24436"/>
                </a:cubicBezTo>
                <a:cubicBezTo>
                  <a:pt x="87052" y="24436"/>
                  <a:pt x="89241" y="25071"/>
                  <a:pt x="91074" y="26341"/>
                </a:cubicBezTo>
                <a:cubicBezTo>
                  <a:pt x="92906" y="27611"/>
                  <a:pt x="94366" y="29702"/>
                  <a:pt x="95452" y="32614"/>
                </a:cubicBezTo>
                <a:cubicBezTo>
                  <a:pt x="96198" y="34645"/>
                  <a:pt x="96572" y="37761"/>
                  <a:pt x="96572" y="41961"/>
                </a:cubicBezTo>
                <a:lnTo>
                  <a:pt x="96572" y="61821"/>
                </a:lnTo>
                <a:cubicBezTo>
                  <a:pt x="96572" y="64767"/>
                  <a:pt x="96809" y="66765"/>
                  <a:pt x="97284" y="67815"/>
                </a:cubicBezTo>
                <a:cubicBezTo>
                  <a:pt x="97658" y="68662"/>
                  <a:pt x="98260" y="69322"/>
                  <a:pt x="99092" y="69796"/>
                </a:cubicBezTo>
                <a:cubicBezTo>
                  <a:pt x="99923" y="70270"/>
                  <a:pt x="101459" y="70507"/>
                  <a:pt x="103699" y="70507"/>
                </a:cubicBezTo>
                <a:lnTo>
                  <a:pt x="103699" y="72391"/>
                </a:lnTo>
                <a:lnTo>
                  <a:pt x="80638" y="72391"/>
                </a:lnTo>
                <a:lnTo>
                  <a:pt x="80638" y="70507"/>
                </a:lnTo>
                <a:lnTo>
                  <a:pt x="81605" y="70507"/>
                </a:lnTo>
                <a:cubicBezTo>
                  <a:pt x="83777" y="70507"/>
                  <a:pt x="85296" y="70178"/>
                  <a:pt x="86161" y="69519"/>
                </a:cubicBezTo>
                <a:cubicBezTo>
                  <a:pt x="87027" y="68860"/>
                  <a:pt x="87629" y="67890"/>
                  <a:pt x="87968" y="66608"/>
                </a:cubicBezTo>
                <a:cubicBezTo>
                  <a:pt x="88104" y="66101"/>
                  <a:pt x="88172" y="64514"/>
                  <a:pt x="88172" y="61846"/>
                </a:cubicBezTo>
                <a:lnTo>
                  <a:pt x="88172" y="42853"/>
                </a:lnTo>
                <a:cubicBezTo>
                  <a:pt x="88172" y="38633"/>
                  <a:pt x="87620" y="35569"/>
                  <a:pt x="86517" y="33661"/>
                </a:cubicBezTo>
                <a:cubicBezTo>
                  <a:pt x="85414" y="31753"/>
                  <a:pt x="83556" y="30799"/>
                  <a:pt x="80943" y="30799"/>
                </a:cubicBezTo>
                <a:cubicBezTo>
                  <a:pt x="76904" y="30799"/>
                  <a:pt x="72883" y="32994"/>
                  <a:pt x="68878" y="37384"/>
                </a:cubicBezTo>
                <a:lnTo>
                  <a:pt x="68878" y="61846"/>
                </a:lnTo>
                <a:cubicBezTo>
                  <a:pt x="68878" y="64987"/>
                  <a:pt x="69065" y="66928"/>
                  <a:pt x="69438" y="67671"/>
                </a:cubicBezTo>
                <a:cubicBezTo>
                  <a:pt x="69913" y="68649"/>
                  <a:pt x="70566" y="69367"/>
                  <a:pt x="71398" y="69823"/>
                </a:cubicBezTo>
                <a:cubicBezTo>
                  <a:pt x="72229" y="70279"/>
                  <a:pt x="73918" y="70507"/>
                  <a:pt x="76463" y="70507"/>
                </a:cubicBezTo>
                <a:lnTo>
                  <a:pt x="76463" y="72391"/>
                </a:lnTo>
                <a:lnTo>
                  <a:pt x="53402" y="72391"/>
                </a:lnTo>
                <a:lnTo>
                  <a:pt x="53402" y="70507"/>
                </a:lnTo>
                <a:lnTo>
                  <a:pt x="54420" y="70507"/>
                </a:lnTo>
                <a:cubicBezTo>
                  <a:pt x="56796" y="70507"/>
                  <a:pt x="58399" y="69906"/>
                  <a:pt x="59231" y="68705"/>
                </a:cubicBezTo>
                <a:cubicBezTo>
                  <a:pt x="60062" y="67502"/>
                  <a:pt x="60478" y="65207"/>
                  <a:pt x="60478" y="61821"/>
                </a:cubicBezTo>
                <a:lnTo>
                  <a:pt x="60478" y="44551"/>
                </a:lnTo>
                <a:cubicBezTo>
                  <a:pt x="60478" y="38963"/>
                  <a:pt x="60351" y="35561"/>
                  <a:pt x="60096" y="34342"/>
                </a:cubicBezTo>
                <a:cubicBezTo>
                  <a:pt x="59842" y="33122"/>
                  <a:pt x="59452" y="32292"/>
                  <a:pt x="58926" y="31852"/>
                </a:cubicBezTo>
                <a:cubicBezTo>
                  <a:pt x="58399" y="31412"/>
                  <a:pt x="57695" y="31192"/>
                  <a:pt x="56813" y="31192"/>
                </a:cubicBezTo>
                <a:cubicBezTo>
                  <a:pt x="55863" y="31192"/>
                  <a:pt x="54726" y="31446"/>
                  <a:pt x="53402" y="31954"/>
                </a:cubicBezTo>
                <a:lnTo>
                  <a:pt x="52638" y="30125"/>
                </a:lnTo>
                <a:lnTo>
                  <a:pt x="66689" y="24436"/>
                </a:lnTo>
                <a:lnTo>
                  <a:pt x="68878" y="24436"/>
                </a:lnTo>
                <a:lnTo>
                  <a:pt x="68878" y="34312"/>
                </a:lnTo>
                <a:close/>
                <a:moveTo>
                  <a:pt x="147021" y="54675"/>
                </a:moveTo>
                <a:cubicBezTo>
                  <a:pt x="145765" y="60818"/>
                  <a:pt x="143305" y="65544"/>
                  <a:pt x="139640" y="68853"/>
                </a:cubicBezTo>
                <a:cubicBezTo>
                  <a:pt x="135974" y="72162"/>
                  <a:pt x="131919" y="73816"/>
                  <a:pt x="127473" y="73816"/>
                </a:cubicBezTo>
                <a:cubicBezTo>
                  <a:pt x="122178" y="73816"/>
                  <a:pt x="117563" y="71596"/>
                  <a:pt x="113626" y="67155"/>
                </a:cubicBezTo>
                <a:cubicBezTo>
                  <a:pt x="109689" y="62713"/>
                  <a:pt x="107721" y="56712"/>
                  <a:pt x="107721" y="49151"/>
                </a:cubicBezTo>
                <a:cubicBezTo>
                  <a:pt x="107721" y="41828"/>
                  <a:pt x="109901" y="35878"/>
                  <a:pt x="114262" y="31302"/>
                </a:cubicBezTo>
                <a:cubicBezTo>
                  <a:pt x="118623" y="26724"/>
                  <a:pt x="123858" y="24436"/>
                  <a:pt x="129967" y="24436"/>
                </a:cubicBezTo>
                <a:cubicBezTo>
                  <a:pt x="134549" y="24436"/>
                  <a:pt x="138316" y="25645"/>
                  <a:pt x="141269" y="28064"/>
                </a:cubicBezTo>
                <a:cubicBezTo>
                  <a:pt x="144221" y="30483"/>
                  <a:pt x="145698" y="32994"/>
                  <a:pt x="145698" y="35599"/>
                </a:cubicBezTo>
                <a:cubicBezTo>
                  <a:pt x="145698" y="36884"/>
                  <a:pt x="145282" y="37925"/>
                  <a:pt x="144450" y="38720"/>
                </a:cubicBezTo>
                <a:cubicBezTo>
                  <a:pt x="143619" y="39514"/>
                  <a:pt x="142456" y="39912"/>
                  <a:pt x="140963" y="39912"/>
                </a:cubicBezTo>
                <a:cubicBezTo>
                  <a:pt x="138961" y="39912"/>
                  <a:pt x="137451" y="39267"/>
                  <a:pt x="136432" y="37977"/>
                </a:cubicBezTo>
                <a:cubicBezTo>
                  <a:pt x="135855" y="37264"/>
                  <a:pt x="135474" y="35907"/>
                  <a:pt x="135287" y="33904"/>
                </a:cubicBezTo>
                <a:cubicBezTo>
                  <a:pt x="135100" y="31902"/>
                  <a:pt x="134413" y="30375"/>
                  <a:pt x="133225" y="29323"/>
                </a:cubicBezTo>
                <a:cubicBezTo>
                  <a:pt x="132037" y="28305"/>
                  <a:pt x="130391" y="27796"/>
                  <a:pt x="128287" y="27796"/>
                </a:cubicBezTo>
                <a:cubicBezTo>
                  <a:pt x="124893" y="27796"/>
                  <a:pt x="122161" y="29051"/>
                  <a:pt x="120091" y="31563"/>
                </a:cubicBezTo>
                <a:cubicBezTo>
                  <a:pt x="117342" y="34889"/>
                  <a:pt x="115968" y="39284"/>
                  <a:pt x="115968" y="44748"/>
                </a:cubicBezTo>
                <a:cubicBezTo>
                  <a:pt x="115968" y="50314"/>
                  <a:pt x="117334" y="55226"/>
                  <a:pt x="120066" y="59486"/>
                </a:cubicBezTo>
                <a:cubicBezTo>
                  <a:pt x="122798" y="63745"/>
                  <a:pt x="126488" y="65874"/>
                  <a:pt x="131138" y="65874"/>
                </a:cubicBezTo>
                <a:cubicBezTo>
                  <a:pt x="134464" y="65874"/>
                  <a:pt x="137451" y="64737"/>
                  <a:pt x="140098" y="62464"/>
                </a:cubicBezTo>
                <a:cubicBezTo>
                  <a:pt x="141964" y="60902"/>
                  <a:pt x="143780" y="58069"/>
                  <a:pt x="145545" y="53962"/>
                </a:cubicBezTo>
                <a:lnTo>
                  <a:pt x="147021" y="54675"/>
                </a:lnTo>
                <a:close/>
                <a:moveTo>
                  <a:pt x="167654" y="10385"/>
                </a:moveTo>
                <a:lnTo>
                  <a:pt x="167654" y="25759"/>
                </a:lnTo>
                <a:lnTo>
                  <a:pt x="178548" y="25759"/>
                </a:lnTo>
                <a:lnTo>
                  <a:pt x="178548" y="29323"/>
                </a:lnTo>
                <a:lnTo>
                  <a:pt x="167654" y="29323"/>
                </a:lnTo>
                <a:lnTo>
                  <a:pt x="167654" y="59521"/>
                </a:lnTo>
                <a:cubicBezTo>
                  <a:pt x="167654" y="62538"/>
                  <a:pt x="168087" y="64572"/>
                  <a:pt x="168952" y="65623"/>
                </a:cubicBezTo>
                <a:cubicBezTo>
                  <a:pt x="169817" y="66673"/>
                  <a:pt x="170929" y="67198"/>
                  <a:pt x="172286" y="67198"/>
                </a:cubicBezTo>
                <a:cubicBezTo>
                  <a:pt x="173406" y="67198"/>
                  <a:pt x="174492" y="66850"/>
                  <a:pt x="175545" y="66154"/>
                </a:cubicBezTo>
                <a:cubicBezTo>
                  <a:pt x="176597" y="65459"/>
                  <a:pt x="177411" y="64432"/>
                  <a:pt x="177988" y="63075"/>
                </a:cubicBezTo>
                <a:lnTo>
                  <a:pt x="179974" y="63075"/>
                </a:lnTo>
                <a:cubicBezTo>
                  <a:pt x="178786" y="66410"/>
                  <a:pt x="177106" y="68933"/>
                  <a:pt x="174934" y="70642"/>
                </a:cubicBezTo>
                <a:cubicBezTo>
                  <a:pt x="172762" y="72351"/>
                  <a:pt x="170522" y="73205"/>
                  <a:pt x="168214" y="73205"/>
                </a:cubicBezTo>
                <a:cubicBezTo>
                  <a:pt x="166653" y="73205"/>
                  <a:pt x="165125" y="72772"/>
                  <a:pt x="163632" y="71905"/>
                </a:cubicBezTo>
                <a:cubicBezTo>
                  <a:pt x="162139" y="71039"/>
                  <a:pt x="161036" y="69799"/>
                  <a:pt x="160323" y="68186"/>
                </a:cubicBezTo>
                <a:cubicBezTo>
                  <a:pt x="159610" y="66572"/>
                  <a:pt x="159254" y="64083"/>
                  <a:pt x="159254" y="60718"/>
                </a:cubicBezTo>
                <a:lnTo>
                  <a:pt x="159254" y="29323"/>
                </a:lnTo>
                <a:lnTo>
                  <a:pt x="151873" y="29323"/>
                </a:lnTo>
                <a:lnTo>
                  <a:pt x="151873" y="27643"/>
                </a:lnTo>
                <a:cubicBezTo>
                  <a:pt x="153739" y="26894"/>
                  <a:pt x="155648" y="25626"/>
                  <a:pt x="157600" y="23839"/>
                </a:cubicBezTo>
                <a:cubicBezTo>
                  <a:pt x="159551" y="22052"/>
                  <a:pt x="161290" y="19933"/>
                  <a:pt x="162818" y="17482"/>
                </a:cubicBezTo>
                <a:cubicBezTo>
                  <a:pt x="163598" y="16189"/>
                  <a:pt x="164684" y="13824"/>
                  <a:pt x="166076" y="10385"/>
                </a:cubicBezTo>
                <a:lnTo>
                  <a:pt x="167654" y="10385"/>
                </a:lnTo>
                <a:close/>
                <a:moveTo>
                  <a:pt x="195302" y="0"/>
                </a:moveTo>
                <a:cubicBezTo>
                  <a:pt x="196727" y="0"/>
                  <a:pt x="197941" y="503"/>
                  <a:pt x="198942" y="1510"/>
                </a:cubicBezTo>
                <a:cubicBezTo>
                  <a:pt x="199943" y="2515"/>
                  <a:pt x="200444" y="3734"/>
                  <a:pt x="200444" y="5167"/>
                </a:cubicBezTo>
                <a:cubicBezTo>
                  <a:pt x="200444" y="6600"/>
                  <a:pt x="199943" y="7828"/>
                  <a:pt x="198942" y="8852"/>
                </a:cubicBezTo>
                <a:cubicBezTo>
                  <a:pt x="197941" y="9874"/>
                  <a:pt x="196727" y="10385"/>
                  <a:pt x="195302" y="10385"/>
                </a:cubicBezTo>
                <a:cubicBezTo>
                  <a:pt x="193876" y="10385"/>
                  <a:pt x="192655" y="9874"/>
                  <a:pt x="191637" y="8852"/>
                </a:cubicBezTo>
                <a:cubicBezTo>
                  <a:pt x="190618" y="7828"/>
                  <a:pt x="190109" y="6600"/>
                  <a:pt x="190109" y="5167"/>
                </a:cubicBezTo>
                <a:cubicBezTo>
                  <a:pt x="190109" y="3734"/>
                  <a:pt x="190610" y="2515"/>
                  <a:pt x="191611" y="1510"/>
                </a:cubicBezTo>
                <a:cubicBezTo>
                  <a:pt x="192612" y="503"/>
                  <a:pt x="193843" y="0"/>
                  <a:pt x="195302" y="0"/>
                </a:cubicBezTo>
                <a:moveTo>
                  <a:pt x="199527" y="24436"/>
                </a:moveTo>
                <a:lnTo>
                  <a:pt x="199527" y="61821"/>
                </a:lnTo>
                <a:cubicBezTo>
                  <a:pt x="199527" y="64733"/>
                  <a:pt x="199739" y="66672"/>
                  <a:pt x="200164" y="67637"/>
                </a:cubicBezTo>
                <a:cubicBezTo>
                  <a:pt x="200588" y="68602"/>
                  <a:pt x="201216" y="69322"/>
                  <a:pt x="202047" y="69796"/>
                </a:cubicBezTo>
                <a:cubicBezTo>
                  <a:pt x="202879" y="70270"/>
                  <a:pt x="204397" y="70507"/>
                  <a:pt x="206603" y="70507"/>
                </a:cubicBezTo>
                <a:lnTo>
                  <a:pt x="206603" y="72391"/>
                </a:lnTo>
                <a:lnTo>
                  <a:pt x="183950" y="72391"/>
                </a:lnTo>
                <a:lnTo>
                  <a:pt x="183950" y="70507"/>
                </a:lnTo>
                <a:cubicBezTo>
                  <a:pt x="186223" y="70507"/>
                  <a:pt x="187751" y="70287"/>
                  <a:pt x="188531" y="69847"/>
                </a:cubicBezTo>
                <a:cubicBezTo>
                  <a:pt x="189312" y="69407"/>
                  <a:pt x="189931" y="68679"/>
                  <a:pt x="190389" y="67663"/>
                </a:cubicBezTo>
                <a:cubicBezTo>
                  <a:pt x="190847" y="66647"/>
                  <a:pt x="191077" y="64699"/>
                  <a:pt x="191077" y="61821"/>
                </a:cubicBezTo>
                <a:lnTo>
                  <a:pt x="191077" y="43890"/>
                </a:lnTo>
                <a:cubicBezTo>
                  <a:pt x="191077" y="38844"/>
                  <a:pt x="190924" y="35576"/>
                  <a:pt x="190618" y="34087"/>
                </a:cubicBezTo>
                <a:cubicBezTo>
                  <a:pt x="190381" y="33003"/>
                  <a:pt x="190008" y="32250"/>
                  <a:pt x="189498" y="31827"/>
                </a:cubicBezTo>
                <a:cubicBezTo>
                  <a:pt x="188989" y="31404"/>
                  <a:pt x="188294" y="31192"/>
                  <a:pt x="187411" y="31192"/>
                </a:cubicBezTo>
                <a:cubicBezTo>
                  <a:pt x="186461" y="31192"/>
                  <a:pt x="185307" y="31446"/>
                  <a:pt x="183950" y="31954"/>
                </a:cubicBezTo>
                <a:lnTo>
                  <a:pt x="183237" y="30125"/>
                </a:lnTo>
                <a:lnTo>
                  <a:pt x="197287" y="24436"/>
                </a:lnTo>
                <a:lnTo>
                  <a:pt x="199527" y="24436"/>
                </a:lnTo>
                <a:close/>
                <a:moveTo>
                  <a:pt x="235565" y="24436"/>
                </a:moveTo>
                <a:cubicBezTo>
                  <a:pt x="242624" y="24436"/>
                  <a:pt x="248292" y="27114"/>
                  <a:pt x="252568" y="32471"/>
                </a:cubicBezTo>
                <a:cubicBezTo>
                  <a:pt x="256199" y="37047"/>
                  <a:pt x="258015" y="42303"/>
                  <a:pt x="258015" y="48237"/>
                </a:cubicBezTo>
                <a:cubicBezTo>
                  <a:pt x="258015" y="52407"/>
                  <a:pt x="257014" y="56628"/>
                  <a:pt x="255011" y="60900"/>
                </a:cubicBezTo>
                <a:cubicBezTo>
                  <a:pt x="253009" y="65171"/>
                  <a:pt x="250251" y="68391"/>
                  <a:pt x="246739" y="70561"/>
                </a:cubicBezTo>
                <a:cubicBezTo>
                  <a:pt x="243226" y="72731"/>
                  <a:pt x="239315" y="73816"/>
                  <a:pt x="235005" y="73816"/>
                </a:cubicBezTo>
                <a:cubicBezTo>
                  <a:pt x="227979" y="73816"/>
                  <a:pt x="222397" y="71019"/>
                  <a:pt x="218256" y="65424"/>
                </a:cubicBezTo>
                <a:cubicBezTo>
                  <a:pt x="214760" y="60712"/>
                  <a:pt x="213013" y="55424"/>
                  <a:pt x="213013" y="49559"/>
                </a:cubicBezTo>
                <a:cubicBezTo>
                  <a:pt x="213013" y="45287"/>
                  <a:pt x="214073" y="41040"/>
                  <a:pt x="216194" y="36819"/>
                </a:cubicBezTo>
                <a:cubicBezTo>
                  <a:pt x="218315" y="32598"/>
                  <a:pt x="221107" y="29479"/>
                  <a:pt x="224569" y="27461"/>
                </a:cubicBezTo>
                <a:cubicBezTo>
                  <a:pt x="228030" y="25444"/>
                  <a:pt x="231696" y="24436"/>
                  <a:pt x="235565" y="24436"/>
                </a:cubicBezTo>
                <a:moveTo>
                  <a:pt x="233987" y="27796"/>
                </a:moveTo>
                <a:cubicBezTo>
                  <a:pt x="232188" y="27796"/>
                  <a:pt x="230381" y="28330"/>
                  <a:pt x="228565" y="29398"/>
                </a:cubicBezTo>
                <a:cubicBezTo>
                  <a:pt x="226749" y="30466"/>
                  <a:pt x="225281" y="32339"/>
                  <a:pt x="224161" y="35016"/>
                </a:cubicBezTo>
                <a:cubicBezTo>
                  <a:pt x="223041" y="37694"/>
                  <a:pt x="222481" y="41135"/>
                  <a:pt x="222481" y="45338"/>
                </a:cubicBezTo>
                <a:cubicBezTo>
                  <a:pt x="222481" y="52117"/>
                  <a:pt x="223830" y="57965"/>
                  <a:pt x="226529" y="62880"/>
                </a:cubicBezTo>
                <a:cubicBezTo>
                  <a:pt x="229227" y="67795"/>
                  <a:pt x="232782" y="70252"/>
                  <a:pt x="237194" y="70252"/>
                </a:cubicBezTo>
                <a:cubicBezTo>
                  <a:pt x="240486" y="70252"/>
                  <a:pt x="243201" y="68897"/>
                  <a:pt x="245339" y="66185"/>
                </a:cubicBezTo>
                <a:cubicBezTo>
                  <a:pt x="247477" y="63473"/>
                  <a:pt x="248546" y="58812"/>
                  <a:pt x="248546" y="52203"/>
                </a:cubicBezTo>
                <a:cubicBezTo>
                  <a:pt x="248546" y="43931"/>
                  <a:pt x="246764" y="37422"/>
                  <a:pt x="243201" y="32676"/>
                </a:cubicBezTo>
                <a:cubicBezTo>
                  <a:pt x="240791" y="29422"/>
                  <a:pt x="237720" y="27796"/>
                  <a:pt x="233987" y="27796"/>
                </a:cubicBezTo>
                <a:close/>
                <a:moveTo>
                  <a:pt x="278480" y="34312"/>
                </a:moveTo>
                <a:cubicBezTo>
                  <a:pt x="283944" y="27728"/>
                  <a:pt x="289153" y="24436"/>
                  <a:pt x="294108" y="24436"/>
                </a:cubicBezTo>
                <a:cubicBezTo>
                  <a:pt x="296654" y="24436"/>
                  <a:pt x="298843" y="25071"/>
                  <a:pt x="300675" y="26341"/>
                </a:cubicBezTo>
                <a:cubicBezTo>
                  <a:pt x="302508" y="27611"/>
                  <a:pt x="303967" y="29702"/>
                  <a:pt x="305053" y="32614"/>
                </a:cubicBezTo>
                <a:cubicBezTo>
                  <a:pt x="305800" y="34645"/>
                  <a:pt x="306173" y="37761"/>
                  <a:pt x="306173" y="41961"/>
                </a:cubicBezTo>
                <a:lnTo>
                  <a:pt x="306173" y="61821"/>
                </a:lnTo>
                <a:cubicBezTo>
                  <a:pt x="306173" y="64767"/>
                  <a:pt x="306411" y="66765"/>
                  <a:pt x="306886" y="67815"/>
                </a:cubicBezTo>
                <a:cubicBezTo>
                  <a:pt x="307259" y="68662"/>
                  <a:pt x="307862" y="69322"/>
                  <a:pt x="308693" y="69796"/>
                </a:cubicBezTo>
                <a:cubicBezTo>
                  <a:pt x="309525" y="70270"/>
                  <a:pt x="311061" y="70507"/>
                  <a:pt x="313300" y="70507"/>
                </a:cubicBezTo>
                <a:lnTo>
                  <a:pt x="313300" y="72391"/>
                </a:lnTo>
                <a:lnTo>
                  <a:pt x="290239" y="72391"/>
                </a:lnTo>
                <a:lnTo>
                  <a:pt x="290239" y="70507"/>
                </a:lnTo>
                <a:lnTo>
                  <a:pt x="291207" y="70507"/>
                </a:lnTo>
                <a:cubicBezTo>
                  <a:pt x="293379" y="70507"/>
                  <a:pt x="294897" y="70178"/>
                  <a:pt x="295763" y="69519"/>
                </a:cubicBezTo>
                <a:cubicBezTo>
                  <a:pt x="296628" y="68860"/>
                  <a:pt x="297231" y="67890"/>
                  <a:pt x="297570" y="66608"/>
                </a:cubicBezTo>
                <a:cubicBezTo>
                  <a:pt x="297706" y="66101"/>
                  <a:pt x="297774" y="64514"/>
                  <a:pt x="297774" y="61846"/>
                </a:cubicBezTo>
                <a:lnTo>
                  <a:pt x="297774" y="42853"/>
                </a:lnTo>
                <a:cubicBezTo>
                  <a:pt x="297774" y="38633"/>
                  <a:pt x="297222" y="35569"/>
                  <a:pt x="296119" y="33661"/>
                </a:cubicBezTo>
                <a:cubicBezTo>
                  <a:pt x="295016" y="31753"/>
                  <a:pt x="293158" y="30799"/>
                  <a:pt x="290545" y="30799"/>
                </a:cubicBezTo>
                <a:cubicBezTo>
                  <a:pt x="286506" y="30799"/>
                  <a:pt x="282484" y="32994"/>
                  <a:pt x="278480" y="37384"/>
                </a:cubicBezTo>
                <a:lnTo>
                  <a:pt x="278480" y="61846"/>
                </a:lnTo>
                <a:cubicBezTo>
                  <a:pt x="278480" y="64987"/>
                  <a:pt x="278666" y="66928"/>
                  <a:pt x="279040" y="67671"/>
                </a:cubicBezTo>
                <a:cubicBezTo>
                  <a:pt x="279515" y="68649"/>
                  <a:pt x="280168" y="69367"/>
                  <a:pt x="281000" y="69823"/>
                </a:cubicBezTo>
                <a:cubicBezTo>
                  <a:pt x="281831" y="70279"/>
                  <a:pt x="283520" y="70507"/>
                  <a:pt x="286065" y="70507"/>
                </a:cubicBezTo>
                <a:lnTo>
                  <a:pt x="286065" y="72391"/>
                </a:lnTo>
                <a:lnTo>
                  <a:pt x="263004" y="72391"/>
                </a:lnTo>
                <a:lnTo>
                  <a:pt x="263004" y="70507"/>
                </a:lnTo>
                <a:lnTo>
                  <a:pt x="264022" y="70507"/>
                </a:lnTo>
                <a:cubicBezTo>
                  <a:pt x="266398" y="70507"/>
                  <a:pt x="268001" y="69906"/>
                  <a:pt x="268833" y="68705"/>
                </a:cubicBezTo>
                <a:cubicBezTo>
                  <a:pt x="269664" y="67502"/>
                  <a:pt x="270080" y="65207"/>
                  <a:pt x="270080" y="61821"/>
                </a:cubicBezTo>
                <a:lnTo>
                  <a:pt x="270080" y="44551"/>
                </a:lnTo>
                <a:cubicBezTo>
                  <a:pt x="270080" y="38963"/>
                  <a:pt x="269953" y="35561"/>
                  <a:pt x="269698" y="34342"/>
                </a:cubicBezTo>
                <a:cubicBezTo>
                  <a:pt x="269444" y="33122"/>
                  <a:pt x="269053" y="32292"/>
                  <a:pt x="268527" y="31852"/>
                </a:cubicBezTo>
                <a:cubicBezTo>
                  <a:pt x="268001" y="31412"/>
                  <a:pt x="267297" y="31192"/>
                  <a:pt x="266415" y="31192"/>
                </a:cubicBezTo>
                <a:cubicBezTo>
                  <a:pt x="265464" y="31192"/>
                  <a:pt x="264327" y="31446"/>
                  <a:pt x="263004" y="31954"/>
                </a:cubicBezTo>
                <a:lnTo>
                  <a:pt x="262240" y="30125"/>
                </a:lnTo>
                <a:lnTo>
                  <a:pt x="276291" y="24436"/>
                </a:lnTo>
                <a:lnTo>
                  <a:pt x="278480" y="24436"/>
                </a:lnTo>
                <a:lnTo>
                  <a:pt x="278480" y="34312"/>
                </a:lnTo>
                <a:close/>
                <a:moveTo>
                  <a:pt x="343438" y="65671"/>
                </a:moveTo>
                <a:cubicBezTo>
                  <a:pt x="338653" y="69370"/>
                  <a:pt x="335649" y="71508"/>
                  <a:pt x="334427" y="72085"/>
                </a:cubicBezTo>
                <a:cubicBezTo>
                  <a:pt x="332595" y="72968"/>
                  <a:pt x="330643" y="73409"/>
                  <a:pt x="328573" y="73409"/>
                </a:cubicBezTo>
                <a:cubicBezTo>
                  <a:pt x="325349" y="73409"/>
                  <a:pt x="322693" y="72306"/>
                  <a:pt x="320606" y="70100"/>
                </a:cubicBezTo>
                <a:cubicBezTo>
                  <a:pt x="318519" y="67894"/>
                  <a:pt x="317475" y="64992"/>
                  <a:pt x="317475" y="61395"/>
                </a:cubicBezTo>
                <a:cubicBezTo>
                  <a:pt x="317475" y="59121"/>
                  <a:pt x="317984" y="57152"/>
                  <a:pt x="319002" y="55489"/>
                </a:cubicBezTo>
                <a:cubicBezTo>
                  <a:pt x="320394" y="53181"/>
                  <a:pt x="322812" y="51009"/>
                  <a:pt x="326257" y="48973"/>
                </a:cubicBezTo>
                <a:cubicBezTo>
                  <a:pt x="329701" y="46937"/>
                  <a:pt x="335428" y="44459"/>
                  <a:pt x="343438" y="41541"/>
                </a:cubicBezTo>
                <a:lnTo>
                  <a:pt x="343438" y="39708"/>
                </a:lnTo>
                <a:cubicBezTo>
                  <a:pt x="343438" y="35058"/>
                  <a:pt x="342700" y="31868"/>
                  <a:pt x="341223" y="30137"/>
                </a:cubicBezTo>
                <a:cubicBezTo>
                  <a:pt x="339747" y="28406"/>
                  <a:pt x="337600" y="27541"/>
                  <a:pt x="334784" y="27541"/>
                </a:cubicBezTo>
                <a:cubicBezTo>
                  <a:pt x="332645" y="27541"/>
                  <a:pt x="330949" y="28116"/>
                  <a:pt x="329693" y="29266"/>
                </a:cubicBezTo>
                <a:cubicBezTo>
                  <a:pt x="328403" y="30415"/>
                  <a:pt x="327758" y="31734"/>
                  <a:pt x="327758" y="33222"/>
                </a:cubicBezTo>
                <a:lnTo>
                  <a:pt x="327860" y="36163"/>
                </a:lnTo>
                <a:cubicBezTo>
                  <a:pt x="327860" y="37718"/>
                  <a:pt x="327461" y="38918"/>
                  <a:pt x="326664" y="39764"/>
                </a:cubicBezTo>
                <a:cubicBezTo>
                  <a:pt x="325866" y="40609"/>
                  <a:pt x="324823" y="41032"/>
                  <a:pt x="323533" y="41032"/>
                </a:cubicBezTo>
                <a:cubicBezTo>
                  <a:pt x="322277" y="41032"/>
                  <a:pt x="321251" y="40592"/>
                  <a:pt x="320453" y="39713"/>
                </a:cubicBezTo>
                <a:cubicBezTo>
                  <a:pt x="319656" y="38832"/>
                  <a:pt x="319257" y="37631"/>
                  <a:pt x="319257" y="36108"/>
                </a:cubicBezTo>
                <a:cubicBezTo>
                  <a:pt x="319257" y="33199"/>
                  <a:pt x="320750" y="30526"/>
                  <a:pt x="323737" y="28090"/>
                </a:cubicBezTo>
                <a:cubicBezTo>
                  <a:pt x="326723" y="25654"/>
                  <a:pt x="330915" y="24436"/>
                  <a:pt x="336311" y="24436"/>
                </a:cubicBezTo>
                <a:cubicBezTo>
                  <a:pt x="340451" y="24436"/>
                  <a:pt x="343845" y="25130"/>
                  <a:pt x="346492" y="26520"/>
                </a:cubicBezTo>
                <a:cubicBezTo>
                  <a:pt x="348495" y="27571"/>
                  <a:pt x="349971" y="29215"/>
                  <a:pt x="350921" y="31453"/>
                </a:cubicBezTo>
                <a:cubicBezTo>
                  <a:pt x="351532" y="32910"/>
                  <a:pt x="351838" y="35893"/>
                  <a:pt x="351838" y="40402"/>
                </a:cubicBezTo>
                <a:lnTo>
                  <a:pt x="351838" y="56215"/>
                </a:lnTo>
                <a:cubicBezTo>
                  <a:pt x="351838" y="60655"/>
                  <a:pt x="351922" y="63376"/>
                  <a:pt x="352092" y="64376"/>
                </a:cubicBezTo>
                <a:cubicBezTo>
                  <a:pt x="352262" y="65376"/>
                  <a:pt x="352542" y="66046"/>
                  <a:pt x="352932" y="66385"/>
                </a:cubicBezTo>
                <a:cubicBezTo>
                  <a:pt x="353322" y="66723"/>
                  <a:pt x="353772" y="66893"/>
                  <a:pt x="354281" y="66893"/>
                </a:cubicBezTo>
                <a:cubicBezTo>
                  <a:pt x="354824" y="66893"/>
                  <a:pt x="355299" y="66774"/>
                  <a:pt x="355707" y="66536"/>
                </a:cubicBezTo>
                <a:cubicBezTo>
                  <a:pt x="356419" y="66095"/>
                  <a:pt x="357794" y="64856"/>
                  <a:pt x="359830" y="62820"/>
                </a:cubicBezTo>
                <a:lnTo>
                  <a:pt x="359830" y="65671"/>
                </a:lnTo>
                <a:cubicBezTo>
                  <a:pt x="356029" y="70762"/>
                  <a:pt x="352398" y="73307"/>
                  <a:pt x="348936" y="73307"/>
                </a:cubicBezTo>
                <a:cubicBezTo>
                  <a:pt x="347273" y="73307"/>
                  <a:pt x="345949" y="72730"/>
                  <a:pt x="344965" y="71576"/>
                </a:cubicBezTo>
                <a:cubicBezTo>
                  <a:pt x="343981" y="70422"/>
                  <a:pt x="343472" y="68454"/>
                  <a:pt x="343438" y="65671"/>
                </a:cubicBezTo>
                <a:moveTo>
                  <a:pt x="343438" y="62333"/>
                </a:moveTo>
                <a:lnTo>
                  <a:pt x="343438" y="44646"/>
                </a:lnTo>
                <a:cubicBezTo>
                  <a:pt x="338313" y="46673"/>
                  <a:pt x="335004" y="48109"/>
                  <a:pt x="333511" y="48954"/>
                </a:cubicBezTo>
                <a:cubicBezTo>
                  <a:pt x="330830" y="50441"/>
                  <a:pt x="328912" y="51995"/>
                  <a:pt x="327758" y="53617"/>
                </a:cubicBezTo>
                <a:cubicBezTo>
                  <a:pt x="326604" y="55238"/>
                  <a:pt x="326027" y="57012"/>
                  <a:pt x="326027" y="58938"/>
                </a:cubicBezTo>
                <a:cubicBezTo>
                  <a:pt x="326027" y="61371"/>
                  <a:pt x="326757" y="63390"/>
                  <a:pt x="328216" y="64995"/>
                </a:cubicBezTo>
                <a:cubicBezTo>
                  <a:pt x="329676" y="66599"/>
                  <a:pt x="331356" y="67402"/>
                  <a:pt x="333256" y="67402"/>
                </a:cubicBezTo>
                <a:cubicBezTo>
                  <a:pt x="335836" y="67402"/>
                  <a:pt x="339229" y="65712"/>
                  <a:pt x="343438" y="62333"/>
                </a:cubicBezTo>
                <a:close/>
                <a:moveTo>
                  <a:pt x="379750" y="0"/>
                </a:moveTo>
                <a:lnTo>
                  <a:pt x="379750" y="61808"/>
                </a:lnTo>
                <a:cubicBezTo>
                  <a:pt x="379750" y="64725"/>
                  <a:pt x="379962" y="66658"/>
                  <a:pt x="380387" y="67608"/>
                </a:cubicBezTo>
                <a:cubicBezTo>
                  <a:pt x="380811" y="68558"/>
                  <a:pt x="381464" y="69278"/>
                  <a:pt x="382347" y="69770"/>
                </a:cubicBezTo>
                <a:cubicBezTo>
                  <a:pt x="383229" y="70261"/>
                  <a:pt x="384875" y="70507"/>
                  <a:pt x="387285" y="70507"/>
                </a:cubicBezTo>
                <a:lnTo>
                  <a:pt x="387285" y="72391"/>
                </a:lnTo>
                <a:lnTo>
                  <a:pt x="364427" y="72391"/>
                </a:lnTo>
                <a:lnTo>
                  <a:pt x="364427" y="70507"/>
                </a:lnTo>
                <a:cubicBezTo>
                  <a:pt x="366565" y="70507"/>
                  <a:pt x="368025" y="70287"/>
                  <a:pt x="368805" y="69847"/>
                </a:cubicBezTo>
                <a:cubicBezTo>
                  <a:pt x="369586" y="69406"/>
                  <a:pt x="370197" y="68676"/>
                  <a:pt x="370638" y="67659"/>
                </a:cubicBezTo>
                <a:cubicBezTo>
                  <a:pt x="371079" y="66641"/>
                  <a:pt x="371300" y="64691"/>
                  <a:pt x="371300" y="61808"/>
                </a:cubicBezTo>
                <a:lnTo>
                  <a:pt x="371300" y="19483"/>
                </a:lnTo>
                <a:cubicBezTo>
                  <a:pt x="371300" y="14227"/>
                  <a:pt x="371181" y="10997"/>
                  <a:pt x="370943" y="9793"/>
                </a:cubicBezTo>
                <a:cubicBezTo>
                  <a:pt x="370706" y="8589"/>
                  <a:pt x="370324" y="7766"/>
                  <a:pt x="369798" y="7326"/>
                </a:cubicBezTo>
                <a:cubicBezTo>
                  <a:pt x="369272" y="6885"/>
                  <a:pt x="368601" y="6664"/>
                  <a:pt x="367787" y="6664"/>
                </a:cubicBezTo>
                <a:cubicBezTo>
                  <a:pt x="366905" y="6664"/>
                  <a:pt x="365785" y="6936"/>
                  <a:pt x="364427" y="7479"/>
                </a:cubicBezTo>
                <a:lnTo>
                  <a:pt x="363562" y="5697"/>
                </a:lnTo>
                <a:lnTo>
                  <a:pt x="377459" y="0"/>
                </a:lnTo>
                <a:lnTo>
                  <a:pt x="379750" y="0"/>
                </a:lnTo>
                <a:close/>
                <a:moveTo>
                  <a:pt x="442830" y="94892"/>
                </a:moveTo>
                <a:lnTo>
                  <a:pt x="388919" y="94892"/>
                </a:lnTo>
                <a:lnTo>
                  <a:pt x="388919" y="90666"/>
                </a:lnTo>
                <a:lnTo>
                  <a:pt x="442830" y="90666"/>
                </a:lnTo>
                <a:lnTo>
                  <a:pt x="442830" y="94892"/>
                </a:lnTo>
                <a:close/>
                <a:moveTo>
                  <a:pt x="459018" y="34363"/>
                </a:moveTo>
                <a:cubicBezTo>
                  <a:pt x="462412" y="30969"/>
                  <a:pt x="464415" y="29017"/>
                  <a:pt x="465026" y="28508"/>
                </a:cubicBezTo>
                <a:cubicBezTo>
                  <a:pt x="466553" y="27219"/>
                  <a:pt x="468199" y="26217"/>
                  <a:pt x="469964" y="25505"/>
                </a:cubicBezTo>
                <a:cubicBezTo>
                  <a:pt x="471728" y="24792"/>
                  <a:pt x="473476" y="24436"/>
                  <a:pt x="475207" y="24436"/>
                </a:cubicBezTo>
                <a:cubicBezTo>
                  <a:pt x="478126" y="24436"/>
                  <a:pt x="480637" y="25284"/>
                  <a:pt x="482741" y="26981"/>
                </a:cubicBezTo>
                <a:cubicBezTo>
                  <a:pt x="484846" y="28678"/>
                  <a:pt x="486254" y="31138"/>
                  <a:pt x="486967" y="34363"/>
                </a:cubicBezTo>
                <a:cubicBezTo>
                  <a:pt x="490462" y="30290"/>
                  <a:pt x="493415" y="27617"/>
                  <a:pt x="495825" y="26345"/>
                </a:cubicBezTo>
                <a:cubicBezTo>
                  <a:pt x="498234" y="25072"/>
                  <a:pt x="500712" y="24436"/>
                  <a:pt x="503257" y="24436"/>
                </a:cubicBezTo>
                <a:cubicBezTo>
                  <a:pt x="505735" y="24436"/>
                  <a:pt x="507932" y="25071"/>
                  <a:pt x="509850" y="26341"/>
                </a:cubicBezTo>
                <a:cubicBezTo>
                  <a:pt x="511767" y="27611"/>
                  <a:pt x="513286" y="29685"/>
                  <a:pt x="514406" y="32563"/>
                </a:cubicBezTo>
                <a:cubicBezTo>
                  <a:pt x="515153" y="34528"/>
                  <a:pt x="515526" y="37609"/>
                  <a:pt x="515526" y="41808"/>
                </a:cubicBezTo>
                <a:lnTo>
                  <a:pt x="515526" y="61821"/>
                </a:lnTo>
                <a:cubicBezTo>
                  <a:pt x="515526" y="64733"/>
                  <a:pt x="515746" y="66731"/>
                  <a:pt x="516188" y="67815"/>
                </a:cubicBezTo>
                <a:cubicBezTo>
                  <a:pt x="516527" y="68560"/>
                  <a:pt x="517155" y="69195"/>
                  <a:pt x="518071" y="69720"/>
                </a:cubicBezTo>
                <a:cubicBezTo>
                  <a:pt x="518988" y="70245"/>
                  <a:pt x="520481" y="70507"/>
                  <a:pt x="522551" y="70507"/>
                </a:cubicBezTo>
                <a:lnTo>
                  <a:pt x="522551" y="72391"/>
                </a:lnTo>
                <a:lnTo>
                  <a:pt x="499541" y="72391"/>
                </a:lnTo>
                <a:lnTo>
                  <a:pt x="499541" y="70507"/>
                </a:lnTo>
                <a:lnTo>
                  <a:pt x="500508" y="70507"/>
                </a:lnTo>
                <a:cubicBezTo>
                  <a:pt x="502510" y="70507"/>
                  <a:pt x="504072" y="70119"/>
                  <a:pt x="505192" y="69342"/>
                </a:cubicBezTo>
                <a:cubicBezTo>
                  <a:pt x="505972" y="68802"/>
                  <a:pt x="506532" y="67940"/>
                  <a:pt x="506872" y="66759"/>
                </a:cubicBezTo>
                <a:cubicBezTo>
                  <a:pt x="507007" y="66185"/>
                  <a:pt x="507075" y="64548"/>
                  <a:pt x="507075" y="61846"/>
                </a:cubicBezTo>
                <a:lnTo>
                  <a:pt x="507075" y="41891"/>
                </a:lnTo>
                <a:cubicBezTo>
                  <a:pt x="507075" y="38109"/>
                  <a:pt x="506617" y="35441"/>
                  <a:pt x="505701" y="33889"/>
                </a:cubicBezTo>
                <a:cubicBezTo>
                  <a:pt x="504377" y="31727"/>
                  <a:pt x="502256" y="30646"/>
                  <a:pt x="499337" y="30646"/>
                </a:cubicBezTo>
                <a:cubicBezTo>
                  <a:pt x="497539" y="30646"/>
                  <a:pt x="495731" y="31094"/>
                  <a:pt x="493916" y="31989"/>
                </a:cubicBezTo>
                <a:cubicBezTo>
                  <a:pt x="492100" y="32883"/>
                  <a:pt x="489902" y="34546"/>
                  <a:pt x="487323" y="36978"/>
                </a:cubicBezTo>
                <a:lnTo>
                  <a:pt x="487221" y="37535"/>
                </a:lnTo>
                <a:lnTo>
                  <a:pt x="487323" y="39713"/>
                </a:lnTo>
                <a:lnTo>
                  <a:pt x="487323" y="61846"/>
                </a:lnTo>
                <a:cubicBezTo>
                  <a:pt x="487323" y="65021"/>
                  <a:pt x="487501" y="66996"/>
                  <a:pt x="487858" y="67772"/>
                </a:cubicBezTo>
                <a:cubicBezTo>
                  <a:pt x="488214" y="68549"/>
                  <a:pt x="488884" y="69199"/>
                  <a:pt x="489868" y="69723"/>
                </a:cubicBezTo>
                <a:cubicBezTo>
                  <a:pt x="490853" y="70246"/>
                  <a:pt x="492533" y="70507"/>
                  <a:pt x="494908" y="70507"/>
                </a:cubicBezTo>
                <a:lnTo>
                  <a:pt x="494908" y="72391"/>
                </a:lnTo>
                <a:lnTo>
                  <a:pt x="471338" y="72391"/>
                </a:lnTo>
                <a:lnTo>
                  <a:pt x="471338" y="70507"/>
                </a:lnTo>
                <a:cubicBezTo>
                  <a:pt x="473917" y="70507"/>
                  <a:pt x="475691" y="70203"/>
                  <a:pt x="476658" y="69595"/>
                </a:cubicBezTo>
                <a:cubicBezTo>
                  <a:pt x="477625" y="68988"/>
                  <a:pt x="478295" y="68076"/>
                  <a:pt x="478669" y="66861"/>
                </a:cubicBezTo>
                <a:cubicBezTo>
                  <a:pt x="478838" y="66286"/>
                  <a:pt x="478923" y="64614"/>
                  <a:pt x="478923" y="61846"/>
                </a:cubicBezTo>
                <a:lnTo>
                  <a:pt x="478923" y="41891"/>
                </a:lnTo>
                <a:cubicBezTo>
                  <a:pt x="478923" y="38109"/>
                  <a:pt x="478363" y="35390"/>
                  <a:pt x="477243" y="33736"/>
                </a:cubicBezTo>
                <a:cubicBezTo>
                  <a:pt x="475750" y="31574"/>
                  <a:pt x="473663" y="30494"/>
                  <a:pt x="470982" y="30494"/>
                </a:cubicBezTo>
                <a:cubicBezTo>
                  <a:pt x="469149" y="30494"/>
                  <a:pt x="467333" y="30983"/>
                  <a:pt x="465535" y="31962"/>
                </a:cubicBezTo>
                <a:cubicBezTo>
                  <a:pt x="462718" y="33448"/>
                  <a:pt x="460546" y="35119"/>
                  <a:pt x="459018" y="36976"/>
                </a:cubicBezTo>
                <a:lnTo>
                  <a:pt x="459018" y="61846"/>
                </a:lnTo>
                <a:cubicBezTo>
                  <a:pt x="459018" y="64885"/>
                  <a:pt x="459231" y="66860"/>
                  <a:pt x="459655" y="67772"/>
                </a:cubicBezTo>
                <a:cubicBezTo>
                  <a:pt x="460079" y="68683"/>
                  <a:pt x="460707" y="69367"/>
                  <a:pt x="461538" y="69823"/>
                </a:cubicBezTo>
                <a:cubicBezTo>
                  <a:pt x="462370" y="70279"/>
                  <a:pt x="464058" y="70507"/>
                  <a:pt x="466604" y="70507"/>
                </a:cubicBezTo>
                <a:lnTo>
                  <a:pt x="466604" y="72391"/>
                </a:lnTo>
                <a:lnTo>
                  <a:pt x="443543" y="72391"/>
                </a:lnTo>
                <a:lnTo>
                  <a:pt x="443543" y="70507"/>
                </a:lnTo>
                <a:cubicBezTo>
                  <a:pt x="445681" y="70507"/>
                  <a:pt x="447174" y="70278"/>
                  <a:pt x="448022" y="69821"/>
                </a:cubicBezTo>
                <a:cubicBezTo>
                  <a:pt x="448871" y="69364"/>
                  <a:pt x="449516" y="68636"/>
                  <a:pt x="449957" y="67637"/>
                </a:cubicBezTo>
                <a:cubicBezTo>
                  <a:pt x="450398" y="66638"/>
                  <a:pt x="450619" y="64699"/>
                  <a:pt x="450619" y="61821"/>
                </a:cubicBezTo>
                <a:lnTo>
                  <a:pt x="450619" y="44043"/>
                </a:lnTo>
                <a:cubicBezTo>
                  <a:pt x="450619" y="38929"/>
                  <a:pt x="450466" y="35627"/>
                  <a:pt x="450161" y="34138"/>
                </a:cubicBezTo>
                <a:cubicBezTo>
                  <a:pt x="449923" y="33020"/>
                  <a:pt x="449550" y="32250"/>
                  <a:pt x="449041" y="31827"/>
                </a:cubicBezTo>
                <a:cubicBezTo>
                  <a:pt x="448531" y="31404"/>
                  <a:pt x="447836" y="31192"/>
                  <a:pt x="446953" y="31192"/>
                </a:cubicBezTo>
                <a:cubicBezTo>
                  <a:pt x="446003" y="31192"/>
                  <a:pt x="444866" y="31446"/>
                  <a:pt x="443543" y="31954"/>
                </a:cubicBezTo>
                <a:lnTo>
                  <a:pt x="442779" y="30125"/>
                </a:lnTo>
                <a:lnTo>
                  <a:pt x="456829" y="24436"/>
                </a:lnTo>
                <a:lnTo>
                  <a:pt x="459018" y="24436"/>
                </a:lnTo>
                <a:lnTo>
                  <a:pt x="459018" y="34363"/>
                </a:lnTo>
                <a:close/>
                <a:moveTo>
                  <a:pt x="549436" y="24436"/>
                </a:moveTo>
                <a:cubicBezTo>
                  <a:pt x="556495" y="24436"/>
                  <a:pt x="562163" y="27114"/>
                  <a:pt x="566439" y="32471"/>
                </a:cubicBezTo>
                <a:cubicBezTo>
                  <a:pt x="570070" y="37047"/>
                  <a:pt x="571886" y="42303"/>
                  <a:pt x="571886" y="48237"/>
                </a:cubicBezTo>
                <a:cubicBezTo>
                  <a:pt x="571886" y="52407"/>
                  <a:pt x="570885" y="56628"/>
                  <a:pt x="568882" y="60900"/>
                </a:cubicBezTo>
                <a:cubicBezTo>
                  <a:pt x="566880" y="65171"/>
                  <a:pt x="564122" y="68391"/>
                  <a:pt x="560610" y="70561"/>
                </a:cubicBezTo>
                <a:cubicBezTo>
                  <a:pt x="557097" y="72731"/>
                  <a:pt x="553186" y="73816"/>
                  <a:pt x="548876" y="73816"/>
                </a:cubicBezTo>
                <a:cubicBezTo>
                  <a:pt x="541850" y="73816"/>
                  <a:pt x="536268" y="71019"/>
                  <a:pt x="532127" y="65424"/>
                </a:cubicBezTo>
                <a:cubicBezTo>
                  <a:pt x="528631" y="60712"/>
                  <a:pt x="526884" y="55424"/>
                  <a:pt x="526884" y="49559"/>
                </a:cubicBezTo>
                <a:cubicBezTo>
                  <a:pt x="526884" y="45287"/>
                  <a:pt x="527944" y="41040"/>
                  <a:pt x="530065" y="36819"/>
                </a:cubicBezTo>
                <a:cubicBezTo>
                  <a:pt x="532186" y="32598"/>
                  <a:pt x="534978" y="29479"/>
                  <a:pt x="538440" y="27461"/>
                </a:cubicBezTo>
                <a:cubicBezTo>
                  <a:pt x="541901" y="25444"/>
                  <a:pt x="545567" y="24436"/>
                  <a:pt x="549436" y="24436"/>
                </a:cubicBezTo>
                <a:moveTo>
                  <a:pt x="547857" y="27796"/>
                </a:moveTo>
                <a:cubicBezTo>
                  <a:pt x="546059" y="27796"/>
                  <a:pt x="544252" y="28330"/>
                  <a:pt x="542436" y="29398"/>
                </a:cubicBezTo>
                <a:cubicBezTo>
                  <a:pt x="540620" y="30466"/>
                  <a:pt x="539152" y="32339"/>
                  <a:pt x="538032" y="35016"/>
                </a:cubicBezTo>
                <a:cubicBezTo>
                  <a:pt x="536912" y="37694"/>
                  <a:pt x="536352" y="41135"/>
                  <a:pt x="536352" y="45338"/>
                </a:cubicBezTo>
                <a:cubicBezTo>
                  <a:pt x="536352" y="52117"/>
                  <a:pt x="537701" y="57965"/>
                  <a:pt x="540400" y="62880"/>
                </a:cubicBezTo>
                <a:cubicBezTo>
                  <a:pt x="543098" y="67795"/>
                  <a:pt x="546653" y="70252"/>
                  <a:pt x="551065" y="70252"/>
                </a:cubicBezTo>
                <a:cubicBezTo>
                  <a:pt x="554357" y="70252"/>
                  <a:pt x="557072" y="68897"/>
                  <a:pt x="559210" y="66185"/>
                </a:cubicBezTo>
                <a:cubicBezTo>
                  <a:pt x="561348" y="63473"/>
                  <a:pt x="562417" y="58812"/>
                  <a:pt x="562417" y="52203"/>
                </a:cubicBezTo>
                <a:cubicBezTo>
                  <a:pt x="562417" y="43931"/>
                  <a:pt x="560635" y="37422"/>
                  <a:pt x="557072" y="32676"/>
                </a:cubicBezTo>
                <a:cubicBezTo>
                  <a:pt x="554662" y="29422"/>
                  <a:pt x="551591" y="27796"/>
                  <a:pt x="547857" y="27796"/>
                </a:cubicBezTo>
                <a:close/>
                <a:moveTo>
                  <a:pt x="611695" y="67147"/>
                </a:moveTo>
                <a:cubicBezTo>
                  <a:pt x="609422" y="69523"/>
                  <a:pt x="607199" y="71228"/>
                  <a:pt x="605027" y="72263"/>
                </a:cubicBezTo>
                <a:cubicBezTo>
                  <a:pt x="602855" y="73298"/>
                  <a:pt x="600513" y="73816"/>
                  <a:pt x="598001" y="73816"/>
                </a:cubicBezTo>
                <a:cubicBezTo>
                  <a:pt x="592911" y="73816"/>
                  <a:pt x="588465" y="71691"/>
                  <a:pt x="584664" y="67441"/>
                </a:cubicBezTo>
                <a:cubicBezTo>
                  <a:pt x="580862" y="63191"/>
                  <a:pt x="578962" y="57729"/>
                  <a:pt x="578962" y="51056"/>
                </a:cubicBezTo>
                <a:cubicBezTo>
                  <a:pt x="578962" y="44383"/>
                  <a:pt x="581066" y="38279"/>
                  <a:pt x="585274" y="32742"/>
                </a:cubicBezTo>
                <a:cubicBezTo>
                  <a:pt x="589483" y="27204"/>
                  <a:pt x="594896" y="24436"/>
                  <a:pt x="601514" y="24436"/>
                </a:cubicBezTo>
                <a:cubicBezTo>
                  <a:pt x="605621" y="24436"/>
                  <a:pt x="609014" y="25742"/>
                  <a:pt x="611695" y="28356"/>
                </a:cubicBezTo>
                <a:lnTo>
                  <a:pt x="611695" y="19733"/>
                </a:lnTo>
                <a:cubicBezTo>
                  <a:pt x="611695" y="14382"/>
                  <a:pt x="611568" y="11094"/>
                  <a:pt x="611314" y="9867"/>
                </a:cubicBezTo>
                <a:cubicBezTo>
                  <a:pt x="611059" y="8639"/>
                  <a:pt x="610660" y="7805"/>
                  <a:pt x="610117" y="7363"/>
                </a:cubicBezTo>
                <a:cubicBezTo>
                  <a:pt x="609574" y="6919"/>
                  <a:pt x="608896" y="6698"/>
                  <a:pt x="608081" y="6698"/>
                </a:cubicBezTo>
                <a:cubicBezTo>
                  <a:pt x="607199" y="6698"/>
                  <a:pt x="606028" y="6970"/>
                  <a:pt x="604568" y="7515"/>
                </a:cubicBezTo>
                <a:lnTo>
                  <a:pt x="603907" y="5726"/>
                </a:lnTo>
                <a:lnTo>
                  <a:pt x="617804" y="0"/>
                </a:lnTo>
                <a:lnTo>
                  <a:pt x="620095" y="0"/>
                </a:lnTo>
                <a:lnTo>
                  <a:pt x="620095" y="53911"/>
                </a:lnTo>
                <a:cubicBezTo>
                  <a:pt x="620095" y="59375"/>
                  <a:pt x="620222" y="62710"/>
                  <a:pt x="620477" y="63914"/>
                </a:cubicBezTo>
                <a:cubicBezTo>
                  <a:pt x="620732" y="65119"/>
                  <a:pt x="621139" y="65959"/>
                  <a:pt x="621699" y="66434"/>
                </a:cubicBezTo>
                <a:cubicBezTo>
                  <a:pt x="622259" y="66910"/>
                  <a:pt x="622912" y="67147"/>
                  <a:pt x="623659" y="67147"/>
                </a:cubicBezTo>
                <a:cubicBezTo>
                  <a:pt x="624575" y="67147"/>
                  <a:pt x="625797" y="66859"/>
                  <a:pt x="627324" y="66282"/>
                </a:cubicBezTo>
                <a:lnTo>
                  <a:pt x="627884" y="68063"/>
                </a:lnTo>
                <a:lnTo>
                  <a:pt x="614037" y="73816"/>
                </a:lnTo>
                <a:lnTo>
                  <a:pt x="611695" y="73816"/>
                </a:lnTo>
                <a:lnTo>
                  <a:pt x="611695" y="67147"/>
                </a:lnTo>
                <a:moveTo>
                  <a:pt x="611695" y="63595"/>
                </a:moveTo>
                <a:lnTo>
                  <a:pt x="611695" y="39627"/>
                </a:lnTo>
                <a:cubicBezTo>
                  <a:pt x="611492" y="37324"/>
                  <a:pt x="610881" y="35225"/>
                  <a:pt x="609863" y="33330"/>
                </a:cubicBezTo>
                <a:cubicBezTo>
                  <a:pt x="608845" y="31434"/>
                  <a:pt x="607496" y="30004"/>
                  <a:pt x="605816" y="29040"/>
                </a:cubicBezTo>
                <a:cubicBezTo>
                  <a:pt x="604136" y="28074"/>
                  <a:pt x="602498" y="27592"/>
                  <a:pt x="600903" y="27592"/>
                </a:cubicBezTo>
                <a:cubicBezTo>
                  <a:pt x="597916" y="27592"/>
                  <a:pt x="595252" y="28929"/>
                  <a:pt x="592911" y="31604"/>
                </a:cubicBezTo>
                <a:cubicBezTo>
                  <a:pt x="589822" y="35124"/>
                  <a:pt x="588278" y="40269"/>
                  <a:pt x="588278" y="47040"/>
                </a:cubicBezTo>
                <a:cubicBezTo>
                  <a:pt x="588278" y="53879"/>
                  <a:pt x="589771" y="59118"/>
                  <a:pt x="592758" y="62758"/>
                </a:cubicBezTo>
                <a:cubicBezTo>
                  <a:pt x="595744" y="66397"/>
                  <a:pt x="599070" y="68216"/>
                  <a:pt x="602736" y="68216"/>
                </a:cubicBezTo>
                <a:cubicBezTo>
                  <a:pt x="605824" y="68216"/>
                  <a:pt x="608811" y="66676"/>
                  <a:pt x="611695" y="63595"/>
                </a:cubicBezTo>
                <a:close/>
                <a:moveTo>
                  <a:pt x="638727" y="43373"/>
                </a:moveTo>
                <a:cubicBezTo>
                  <a:pt x="638694" y="50281"/>
                  <a:pt x="640373" y="55699"/>
                  <a:pt x="643767" y="59627"/>
                </a:cubicBezTo>
                <a:cubicBezTo>
                  <a:pt x="647161" y="63554"/>
                  <a:pt x="651149" y="65518"/>
                  <a:pt x="655731" y="65518"/>
                </a:cubicBezTo>
                <a:cubicBezTo>
                  <a:pt x="658785" y="65518"/>
                  <a:pt x="661441" y="64678"/>
                  <a:pt x="663698" y="62998"/>
                </a:cubicBezTo>
                <a:cubicBezTo>
                  <a:pt x="665955" y="61318"/>
                  <a:pt x="667847" y="58442"/>
                  <a:pt x="669374" y="54369"/>
                </a:cubicBezTo>
                <a:lnTo>
                  <a:pt x="670952" y="55387"/>
                </a:lnTo>
                <a:cubicBezTo>
                  <a:pt x="670239" y="60037"/>
                  <a:pt x="668169" y="64271"/>
                  <a:pt x="664741" y="68089"/>
                </a:cubicBezTo>
                <a:cubicBezTo>
                  <a:pt x="661313" y="71907"/>
                  <a:pt x="657020" y="73816"/>
                  <a:pt x="651862" y="73816"/>
                </a:cubicBezTo>
                <a:cubicBezTo>
                  <a:pt x="646262" y="73816"/>
                  <a:pt x="641468" y="71640"/>
                  <a:pt x="637480" y="67289"/>
                </a:cubicBezTo>
                <a:cubicBezTo>
                  <a:pt x="633492" y="62936"/>
                  <a:pt x="631499" y="57085"/>
                  <a:pt x="631499" y="49735"/>
                </a:cubicBezTo>
                <a:cubicBezTo>
                  <a:pt x="631499" y="41777"/>
                  <a:pt x="633543" y="35571"/>
                  <a:pt x="637633" y="31117"/>
                </a:cubicBezTo>
                <a:cubicBezTo>
                  <a:pt x="641723" y="26663"/>
                  <a:pt x="646856" y="24436"/>
                  <a:pt x="653032" y="24436"/>
                </a:cubicBezTo>
                <a:cubicBezTo>
                  <a:pt x="658259" y="24436"/>
                  <a:pt x="662552" y="26154"/>
                  <a:pt x="665912" y="29590"/>
                </a:cubicBezTo>
                <a:cubicBezTo>
                  <a:pt x="669272" y="33025"/>
                  <a:pt x="670952" y="37620"/>
                  <a:pt x="670952" y="43373"/>
                </a:cubicBezTo>
                <a:lnTo>
                  <a:pt x="638727" y="43373"/>
                </a:lnTo>
                <a:moveTo>
                  <a:pt x="638727" y="40421"/>
                </a:moveTo>
                <a:lnTo>
                  <a:pt x="660312" y="40421"/>
                </a:lnTo>
                <a:cubicBezTo>
                  <a:pt x="660143" y="37434"/>
                  <a:pt x="659786" y="35330"/>
                  <a:pt x="659243" y="34108"/>
                </a:cubicBezTo>
                <a:cubicBezTo>
                  <a:pt x="658395" y="32208"/>
                  <a:pt x="657131" y="30714"/>
                  <a:pt x="655451" y="29628"/>
                </a:cubicBezTo>
                <a:cubicBezTo>
                  <a:pt x="653771" y="28542"/>
                  <a:pt x="652014" y="27999"/>
                  <a:pt x="650182" y="27999"/>
                </a:cubicBezTo>
                <a:cubicBezTo>
                  <a:pt x="647365" y="27999"/>
                  <a:pt x="644845" y="29094"/>
                  <a:pt x="642622" y="31283"/>
                </a:cubicBezTo>
                <a:cubicBezTo>
                  <a:pt x="640399" y="33472"/>
                  <a:pt x="639101" y="36518"/>
                  <a:pt x="638727" y="40421"/>
                </a:cubicBezTo>
                <a:close/>
                <a:moveTo>
                  <a:pt x="693621" y="0"/>
                </a:moveTo>
                <a:lnTo>
                  <a:pt x="693621" y="61808"/>
                </a:lnTo>
                <a:cubicBezTo>
                  <a:pt x="693621" y="64725"/>
                  <a:pt x="693833" y="66658"/>
                  <a:pt x="694257" y="67608"/>
                </a:cubicBezTo>
                <a:cubicBezTo>
                  <a:pt x="694682" y="68558"/>
                  <a:pt x="695335" y="69278"/>
                  <a:pt x="696217" y="69770"/>
                </a:cubicBezTo>
                <a:cubicBezTo>
                  <a:pt x="697100" y="70261"/>
                  <a:pt x="698746" y="70507"/>
                  <a:pt x="701155" y="70507"/>
                </a:cubicBezTo>
                <a:lnTo>
                  <a:pt x="701155" y="72391"/>
                </a:lnTo>
                <a:lnTo>
                  <a:pt x="678298" y="72391"/>
                </a:lnTo>
                <a:lnTo>
                  <a:pt x="678298" y="70507"/>
                </a:lnTo>
                <a:cubicBezTo>
                  <a:pt x="680436" y="70507"/>
                  <a:pt x="681895" y="70287"/>
                  <a:pt x="682676" y="69847"/>
                </a:cubicBezTo>
                <a:cubicBezTo>
                  <a:pt x="683457" y="69406"/>
                  <a:pt x="684067" y="68676"/>
                  <a:pt x="684509" y="67659"/>
                </a:cubicBezTo>
                <a:cubicBezTo>
                  <a:pt x="684950" y="66641"/>
                  <a:pt x="685170" y="64691"/>
                  <a:pt x="685170" y="61808"/>
                </a:cubicBezTo>
                <a:lnTo>
                  <a:pt x="685170" y="19483"/>
                </a:lnTo>
                <a:cubicBezTo>
                  <a:pt x="685170" y="14227"/>
                  <a:pt x="685052" y="10997"/>
                  <a:pt x="684814" y="9793"/>
                </a:cubicBezTo>
                <a:cubicBezTo>
                  <a:pt x="684577" y="8589"/>
                  <a:pt x="684195" y="7766"/>
                  <a:pt x="683669" y="7326"/>
                </a:cubicBezTo>
                <a:cubicBezTo>
                  <a:pt x="683143" y="6885"/>
                  <a:pt x="682472" y="6664"/>
                  <a:pt x="681658" y="6664"/>
                </a:cubicBezTo>
                <a:cubicBezTo>
                  <a:pt x="680775" y="6664"/>
                  <a:pt x="679655" y="6936"/>
                  <a:pt x="678298" y="7479"/>
                </a:cubicBezTo>
                <a:lnTo>
                  <a:pt x="677432" y="5697"/>
                </a:lnTo>
                <a:lnTo>
                  <a:pt x="691330" y="0"/>
                </a:lnTo>
                <a:lnTo>
                  <a:pt x="693621" y="0"/>
                </a:lnTo>
                <a:close/>
                <a:moveTo>
                  <a:pt x="737051" y="24436"/>
                </a:moveTo>
                <a:lnTo>
                  <a:pt x="737051" y="40217"/>
                </a:lnTo>
                <a:lnTo>
                  <a:pt x="735371" y="40217"/>
                </a:lnTo>
                <a:cubicBezTo>
                  <a:pt x="734081" y="35267"/>
                  <a:pt x="732426" y="31901"/>
                  <a:pt x="730407" y="30117"/>
                </a:cubicBezTo>
                <a:cubicBezTo>
                  <a:pt x="728388" y="28332"/>
                  <a:pt x="725817" y="27439"/>
                  <a:pt x="722695" y="27439"/>
                </a:cubicBezTo>
                <a:cubicBezTo>
                  <a:pt x="720319" y="27439"/>
                  <a:pt x="718401" y="28067"/>
                  <a:pt x="716942" y="29321"/>
                </a:cubicBezTo>
                <a:cubicBezTo>
                  <a:pt x="715483" y="30575"/>
                  <a:pt x="714753" y="31965"/>
                  <a:pt x="714753" y="33491"/>
                </a:cubicBezTo>
                <a:cubicBezTo>
                  <a:pt x="714753" y="35389"/>
                  <a:pt x="715296" y="37016"/>
                  <a:pt x="716382" y="38372"/>
                </a:cubicBezTo>
                <a:cubicBezTo>
                  <a:pt x="717434" y="39762"/>
                  <a:pt x="719572" y="41237"/>
                  <a:pt x="722796" y="42796"/>
                </a:cubicBezTo>
                <a:lnTo>
                  <a:pt x="730229" y="46407"/>
                </a:lnTo>
                <a:cubicBezTo>
                  <a:pt x="737118" y="49763"/>
                  <a:pt x="740563" y="54187"/>
                  <a:pt x="740563" y="59680"/>
                </a:cubicBezTo>
                <a:cubicBezTo>
                  <a:pt x="740563" y="63917"/>
                  <a:pt x="738960" y="67332"/>
                  <a:pt x="735752" y="69926"/>
                </a:cubicBezTo>
                <a:cubicBezTo>
                  <a:pt x="732545" y="72519"/>
                  <a:pt x="728956" y="73816"/>
                  <a:pt x="724985" y="73816"/>
                </a:cubicBezTo>
                <a:cubicBezTo>
                  <a:pt x="722135" y="73816"/>
                  <a:pt x="718877" y="73307"/>
                  <a:pt x="715211" y="72289"/>
                </a:cubicBezTo>
                <a:cubicBezTo>
                  <a:pt x="714091" y="71949"/>
                  <a:pt x="713175" y="71780"/>
                  <a:pt x="712462" y="71780"/>
                </a:cubicBezTo>
                <a:cubicBezTo>
                  <a:pt x="711682" y="71780"/>
                  <a:pt x="711071" y="72221"/>
                  <a:pt x="710629" y="73103"/>
                </a:cubicBezTo>
                <a:lnTo>
                  <a:pt x="708950" y="73103"/>
                </a:lnTo>
                <a:lnTo>
                  <a:pt x="708950" y="56406"/>
                </a:lnTo>
                <a:lnTo>
                  <a:pt x="710629" y="56406"/>
                </a:lnTo>
                <a:cubicBezTo>
                  <a:pt x="711580" y="61174"/>
                  <a:pt x="713395" y="64767"/>
                  <a:pt x="716077" y="67185"/>
                </a:cubicBezTo>
                <a:cubicBezTo>
                  <a:pt x="718758" y="69603"/>
                  <a:pt x="721761" y="70812"/>
                  <a:pt x="725087" y="70812"/>
                </a:cubicBezTo>
                <a:cubicBezTo>
                  <a:pt x="727429" y="70812"/>
                  <a:pt x="729338" y="70126"/>
                  <a:pt x="730814" y="68754"/>
                </a:cubicBezTo>
                <a:cubicBezTo>
                  <a:pt x="732291" y="67380"/>
                  <a:pt x="733029" y="65728"/>
                  <a:pt x="733029" y="63795"/>
                </a:cubicBezTo>
                <a:cubicBezTo>
                  <a:pt x="733029" y="61456"/>
                  <a:pt x="732206" y="59489"/>
                  <a:pt x="730560" y="57896"/>
                </a:cubicBezTo>
                <a:cubicBezTo>
                  <a:pt x="728914" y="56303"/>
                  <a:pt x="725630" y="54287"/>
                  <a:pt x="720709" y="51846"/>
                </a:cubicBezTo>
                <a:cubicBezTo>
                  <a:pt x="715788" y="49405"/>
                  <a:pt x="712564" y="47201"/>
                  <a:pt x="711037" y="45235"/>
                </a:cubicBezTo>
                <a:cubicBezTo>
                  <a:pt x="709510" y="43302"/>
                  <a:pt x="708746" y="40861"/>
                  <a:pt x="708746" y="37912"/>
                </a:cubicBezTo>
                <a:cubicBezTo>
                  <a:pt x="708746" y="34081"/>
                  <a:pt x="710061" y="30878"/>
                  <a:pt x="712691" y="28301"/>
                </a:cubicBezTo>
                <a:cubicBezTo>
                  <a:pt x="715321" y="25724"/>
                  <a:pt x="718724" y="24436"/>
                  <a:pt x="722898" y="24436"/>
                </a:cubicBezTo>
                <a:cubicBezTo>
                  <a:pt x="724731" y="24436"/>
                  <a:pt x="726954" y="24826"/>
                  <a:pt x="729567" y="25607"/>
                </a:cubicBezTo>
                <a:cubicBezTo>
                  <a:pt x="731298" y="26116"/>
                  <a:pt x="732452" y="26370"/>
                  <a:pt x="733029" y="26370"/>
                </a:cubicBezTo>
                <a:cubicBezTo>
                  <a:pt x="733572" y="26370"/>
                  <a:pt x="733996" y="26251"/>
                  <a:pt x="734302" y="26014"/>
                </a:cubicBezTo>
                <a:cubicBezTo>
                  <a:pt x="734607" y="25776"/>
                  <a:pt x="734963" y="25250"/>
                  <a:pt x="735371" y="24436"/>
                </a:cubicBezTo>
                <a:lnTo>
                  <a:pt x="737051" y="24436"/>
                </a:lnTo>
                <a:close/>
                <a:moveTo>
                  <a:pt x="756869" y="62515"/>
                </a:moveTo>
                <a:cubicBezTo>
                  <a:pt x="758464" y="62515"/>
                  <a:pt x="759804" y="63066"/>
                  <a:pt x="760890" y="64169"/>
                </a:cubicBezTo>
                <a:cubicBezTo>
                  <a:pt x="761976" y="65272"/>
                  <a:pt x="762519" y="66604"/>
                  <a:pt x="762519" y="68165"/>
                </a:cubicBezTo>
                <a:cubicBezTo>
                  <a:pt x="762519" y="69726"/>
                  <a:pt x="761968" y="71059"/>
                  <a:pt x="760865" y="72162"/>
                </a:cubicBezTo>
                <a:cubicBezTo>
                  <a:pt x="759762" y="73265"/>
                  <a:pt x="758430" y="73816"/>
                  <a:pt x="756869" y="73816"/>
                </a:cubicBezTo>
                <a:cubicBezTo>
                  <a:pt x="755308" y="73816"/>
                  <a:pt x="753975" y="73265"/>
                  <a:pt x="752872" y="72162"/>
                </a:cubicBezTo>
                <a:cubicBezTo>
                  <a:pt x="751769" y="71059"/>
                  <a:pt x="751218" y="69726"/>
                  <a:pt x="751218" y="68165"/>
                </a:cubicBezTo>
                <a:cubicBezTo>
                  <a:pt x="751218" y="66570"/>
                  <a:pt x="751769" y="65230"/>
                  <a:pt x="752872" y="64144"/>
                </a:cubicBezTo>
                <a:cubicBezTo>
                  <a:pt x="753975" y="63058"/>
                  <a:pt x="755308" y="62515"/>
                  <a:pt x="756869" y="62515"/>
                </a:cubicBezTo>
                <a:close/>
                <a:moveTo>
                  <a:pt x="769799" y="30346"/>
                </a:moveTo>
                <a:lnTo>
                  <a:pt x="784155" y="24537"/>
                </a:lnTo>
                <a:lnTo>
                  <a:pt x="786090" y="24537"/>
                </a:lnTo>
                <a:lnTo>
                  <a:pt x="786090" y="35432"/>
                </a:lnTo>
                <a:cubicBezTo>
                  <a:pt x="788499" y="31325"/>
                  <a:pt x="790917" y="28466"/>
                  <a:pt x="793344" y="26854"/>
                </a:cubicBezTo>
                <a:cubicBezTo>
                  <a:pt x="795771" y="25242"/>
                  <a:pt x="798324" y="24436"/>
                  <a:pt x="801006" y="24436"/>
                </a:cubicBezTo>
                <a:cubicBezTo>
                  <a:pt x="805689" y="24436"/>
                  <a:pt x="809592" y="26266"/>
                  <a:pt x="812714" y="29927"/>
                </a:cubicBezTo>
                <a:cubicBezTo>
                  <a:pt x="816549" y="34403"/>
                  <a:pt x="818467" y="40234"/>
                  <a:pt x="818467" y="47422"/>
                </a:cubicBezTo>
                <a:cubicBezTo>
                  <a:pt x="818467" y="55457"/>
                  <a:pt x="816159" y="62102"/>
                  <a:pt x="811543" y="67357"/>
                </a:cubicBezTo>
                <a:cubicBezTo>
                  <a:pt x="807742" y="71663"/>
                  <a:pt x="802957" y="73816"/>
                  <a:pt x="797188" y="73816"/>
                </a:cubicBezTo>
                <a:cubicBezTo>
                  <a:pt x="794676" y="73816"/>
                  <a:pt x="792504" y="73460"/>
                  <a:pt x="790671" y="72747"/>
                </a:cubicBezTo>
                <a:cubicBezTo>
                  <a:pt x="789314" y="72238"/>
                  <a:pt x="787787" y="71220"/>
                  <a:pt x="786090" y="69692"/>
                </a:cubicBezTo>
                <a:lnTo>
                  <a:pt x="786090" y="83896"/>
                </a:lnTo>
                <a:cubicBezTo>
                  <a:pt x="786090" y="87086"/>
                  <a:pt x="786285" y="89114"/>
                  <a:pt x="786675" y="89979"/>
                </a:cubicBezTo>
                <a:cubicBezTo>
                  <a:pt x="787065" y="90845"/>
                  <a:pt x="787744" y="91532"/>
                  <a:pt x="788711" y="92041"/>
                </a:cubicBezTo>
                <a:cubicBezTo>
                  <a:pt x="789679" y="92550"/>
                  <a:pt x="791435" y="92805"/>
                  <a:pt x="793980" y="92805"/>
                </a:cubicBezTo>
                <a:lnTo>
                  <a:pt x="793980" y="94688"/>
                </a:lnTo>
                <a:lnTo>
                  <a:pt x="769545" y="94688"/>
                </a:lnTo>
                <a:lnTo>
                  <a:pt x="769545" y="92805"/>
                </a:lnTo>
                <a:lnTo>
                  <a:pt x="770817" y="92805"/>
                </a:lnTo>
                <a:cubicBezTo>
                  <a:pt x="772684" y="92838"/>
                  <a:pt x="774279" y="92482"/>
                  <a:pt x="775603" y="91734"/>
                </a:cubicBezTo>
                <a:cubicBezTo>
                  <a:pt x="776248" y="91361"/>
                  <a:pt x="776748" y="90758"/>
                  <a:pt x="777104" y="89925"/>
                </a:cubicBezTo>
                <a:cubicBezTo>
                  <a:pt x="777461" y="89094"/>
                  <a:pt x="777639" y="86980"/>
                  <a:pt x="777639" y="83584"/>
                </a:cubicBezTo>
                <a:lnTo>
                  <a:pt x="777639" y="39465"/>
                </a:lnTo>
                <a:cubicBezTo>
                  <a:pt x="777639" y="36442"/>
                  <a:pt x="777503" y="34523"/>
                  <a:pt x="777232" y="33709"/>
                </a:cubicBezTo>
                <a:cubicBezTo>
                  <a:pt x="776960" y="32893"/>
                  <a:pt x="776528" y="32282"/>
                  <a:pt x="775934" y="31875"/>
                </a:cubicBezTo>
                <a:cubicBezTo>
                  <a:pt x="775340" y="31466"/>
                  <a:pt x="774534" y="31262"/>
                  <a:pt x="773515" y="31262"/>
                </a:cubicBezTo>
                <a:cubicBezTo>
                  <a:pt x="772701" y="31262"/>
                  <a:pt x="771666" y="31500"/>
                  <a:pt x="770410" y="31975"/>
                </a:cubicBezTo>
                <a:lnTo>
                  <a:pt x="769799" y="30346"/>
                </a:lnTo>
                <a:moveTo>
                  <a:pt x="786090" y="38527"/>
                </a:moveTo>
                <a:lnTo>
                  <a:pt x="786090" y="55916"/>
                </a:lnTo>
                <a:cubicBezTo>
                  <a:pt x="786090" y="59679"/>
                  <a:pt x="786242" y="62153"/>
                  <a:pt x="786548" y="63339"/>
                </a:cubicBezTo>
                <a:cubicBezTo>
                  <a:pt x="787023" y="65305"/>
                  <a:pt x="788185" y="67034"/>
                  <a:pt x="790035" y="68525"/>
                </a:cubicBezTo>
                <a:cubicBezTo>
                  <a:pt x="791885" y="70016"/>
                  <a:pt x="794218" y="70762"/>
                  <a:pt x="797035" y="70762"/>
                </a:cubicBezTo>
                <a:cubicBezTo>
                  <a:pt x="800429" y="70762"/>
                  <a:pt x="803178" y="69440"/>
                  <a:pt x="805282" y="66796"/>
                </a:cubicBezTo>
                <a:cubicBezTo>
                  <a:pt x="808031" y="63339"/>
                  <a:pt x="809405" y="58475"/>
                  <a:pt x="809405" y="52204"/>
                </a:cubicBezTo>
                <a:cubicBezTo>
                  <a:pt x="809405" y="45087"/>
                  <a:pt x="807844" y="39613"/>
                  <a:pt x="804722" y="35783"/>
                </a:cubicBezTo>
                <a:cubicBezTo>
                  <a:pt x="802550" y="33139"/>
                  <a:pt x="799970" y="31817"/>
                  <a:pt x="796984" y="31817"/>
                </a:cubicBezTo>
                <a:cubicBezTo>
                  <a:pt x="795355" y="31817"/>
                  <a:pt x="793743" y="32224"/>
                  <a:pt x="792148" y="33037"/>
                </a:cubicBezTo>
                <a:cubicBezTo>
                  <a:pt x="790926" y="33647"/>
                  <a:pt x="788907" y="35477"/>
                  <a:pt x="786090" y="38527"/>
                </a:cubicBezTo>
                <a:close/>
                <a:moveTo>
                  <a:pt x="822641" y="25759"/>
                </a:moveTo>
                <a:lnTo>
                  <a:pt x="844379" y="25759"/>
                </a:lnTo>
                <a:lnTo>
                  <a:pt x="844379" y="27643"/>
                </a:lnTo>
                <a:lnTo>
                  <a:pt x="843310" y="27643"/>
                </a:lnTo>
                <a:cubicBezTo>
                  <a:pt x="841783" y="27643"/>
                  <a:pt x="840637" y="27974"/>
                  <a:pt x="839874" y="28636"/>
                </a:cubicBezTo>
                <a:cubicBezTo>
                  <a:pt x="839110" y="29297"/>
                  <a:pt x="838728" y="30120"/>
                  <a:pt x="838728" y="31105"/>
                </a:cubicBezTo>
                <a:cubicBezTo>
                  <a:pt x="838728" y="32428"/>
                  <a:pt x="839288" y="34261"/>
                  <a:pt x="840408" y="36603"/>
                </a:cubicBezTo>
                <a:lnTo>
                  <a:pt x="851760" y="60122"/>
                </a:lnTo>
                <a:lnTo>
                  <a:pt x="862196" y="34363"/>
                </a:lnTo>
                <a:cubicBezTo>
                  <a:pt x="862773" y="32971"/>
                  <a:pt x="863062" y="31597"/>
                  <a:pt x="863062" y="30239"/>
                </a:cubicBezTo>
                <a:cubicBezTo>
                  <a:pt x="863062" y="29628"/>
                  <a:pt x="862943" y="29170"/>
                  <a:pt x="862706" y="28865"/>
                </a:cubicBezTo>
                <a:cubicBezTo>
                  <a:pt x="862434" y="28491"/>
                  <a:pt x="862010" y="28194"/>
                  <a:pt x="861433" y="27974"/>
                </a:cubicBezTo>
                <a:cubicBezTo>
                  <a:pt x="860856" y="27753"/>
                  <a:pt x="859838" y="27643"/>
                  <a:pt x="858378" y="27643"/>
                </a:cubicBezTo>
                <a:lnTo>
                  <a:pt x="858378" y="25759"/>
                </a:lnTo>
                <a:lnTo>
                  <a:pt x="873549" y="25759"/>
                </a:lnTo>
                <a:lnTo>
                  <a:pt x="873549" y="27643"/>
                </a:lnTo>
                <a:cubicBezTo>
                  <a:pt x="872293" y="27779"/>
                  <a:pt x="871326" y="28050"/>
                  <a:pt x="870647" y="28457"/>
                </a:cubicBezTo>
                <a:cubicBezTo>
                  <a:pt x="869968" y="28865"/>
                  <a:pt x="869222" y="29628"/>
                  <a:pt x="868407" y="30748"/>
                </a:cubicBezTo>
                <a:cubicBezTo>
                  <a:pt x="868102" y="31223"/>
                  <a:pt x="867525" y="32530"/>
                  <a:pt x="866676" y="34668"/>
                </a:cubicBezTo>
                <a:lnTo>
                  <a:pt x="847688" y="81198"/>
                </a:lnTo>
                <a:cubicBezTo>
                  <a:pt x="845855" y="85711"/>
                  <a:pt x="843454" y="89122"/>
                  <a:pt x="840484" y="91430"/>
                </a:cubicBezTo>
                <a:cubicBezTo>
                  <a:pt x="837515" y="93738"/>
                  <a:pt x="834655" y="94892"/>
                  <a:pt x="831906" y="94892"/>
                </a:cubicBezTo>
                <a:cubicBezTo>
                  <a:pt x="829904" y="94892"/>
                  <a:pt x="828258" y="94322"/>
                  <a:pt x="826968" y="93182"/>
                </a:cubicBezTo>
                <a:cubicBezTo>
                  <a:pt x="825679" y="92041"/>
                  <a:pt x="825034" y="90734"/>
                  <a:pt x="825034" y="89259"/>
                </a:cubicBezTo>
                <a:cubicBezTo>
                  <a:pt x="825034" y="87850"/>
                  <a:pt x="825501" y="86714"/>
                  <a:pt x="826434" y="85851"/>
                </a:cubicBezTo>
                <a:cubicBezTo>
                  <a:pt x="827367" y="84989"/>
                  <a:pt x="828648" y="84558"/>
                  <a:pt x="830277" y="84558"/>
                </a:cubicBezTo>
                <a:cubicBezTo>
                  <a:pt x="831397" y="84558"/>
                  <a:pt x="832925" y="84931"/>
                  <a:pt x="834859" y="85677"/>
                </a:cubicBezTo>
                <a:cubicBezTo>
                  <a:pt x="836217" y="86187"/>
                  <a:pt x="837065" y="86441"/>
                  <a:pt x="837404" y="86441"/>
                </a:cubicBezTo>
                <a:cubicBezTo>
                  <a:pt x="838423" y="86441"/>
                  <a:pt x="839534" y="85911"/>
                  <a:pt x="840739" y="84852"/>
                </a:cubicBezTo>
                <a:cubicBezTo>
                  <a:pt x="841944" y="83793"/>
                  <a:pt x="843157" y="81744"/>
                  <a:pt x="844379" y="78705"/>
                </a:cubicBezTo>
                <a:lnTo>
                  <a:pt x="847688" y="70558"/>
                </a:lnTo>
                <a:lnTo>
                  <a:pt x="830939" y="35381"/>
                </a:lnTo>
                <a:cubicBezTo>
                  <a:pt x="830430" y="34329"/>
                  <a:pt x="829616" y="33022"/>
                  <a:pt x="828496" y="31461"/>
                </a:cubicBezTo>
                <a:cubicBezTo>
                  <a:pt x="827647" y="30273"/>
                  <a:pt x="826951" y="29475"/>
                  <a:pt x="826408" y="29068"/>
                </a:cubicBezTo>
                <a:cubicBezTo>
                  <a:pt x="825628" y="28525"/>
                  <a:pt x="824372" y="28050"/>
                  <a:pt x="822641" y="27643"/>
                </a:cubicBezTo>
                <a:lnTo>
                  <a:pt x="822641" y="25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math_f">
            <a:extLst xmlns:a="http://schemas.openxmlformats.org/drawingml/2006/main">
              <a:ext uri="{FF2B5EF4-FFF2-40B4-BE49-F238E27FC236}">
                <a16:creationId xmlns:a16="http://schemas.microsoft.com/office/drawing/2014/main" id="{A74F2EE0-7012-43D2-9662-4F334E00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34" y="2781014"/>
            <a:ext cx="306173" cy="94892"/>
          </a:xfrm>
          <a:custGeom xmlns:a="http://schemas.openxmlformats.org/drawingml/2006/main">
            <a:pathLst>
              <a:path w="306173" h="94892">
                <a:moveTo>
                  <a:pt x="16240" y="34363"/>
                </a:moveTo>
                <a:cubicBezTo>
                  <a:pt x="19633" y="30969"/>
                  <a:pt x="21636" y="29017"/>
                  <a:pt x="22247" y="28508"/>
                </a:cubicBezTo>
                <a:cubicBezTo>
                  <a:pt x="23774" y="27219"/>
                  <a:pt x="25420" y="26217"/>
                  <a:pt x="27185" y="25505"/>
                </a:cubicBezTo>
                <a:cubicBezTo>
                  <a:pt x="28949" y="24792"/>
                  <a:pt x="30697" y="24436"/>
                  <a:pt x="32428" y="24436"/>
                </a:cubicBezTo>
                <a:cubicBezTo>
                  <a:pt x="35347" y="24436"/>
                  <a:pt x="37858" y="25284"/>
                  <a:pt x="39962" y="26981"/>
                </a:cubicBezTo>
                <a:cubicBezTo>
                  <a:pt x="42067" y="28678"/>
                  <a:pt x="43475" y="31138"/>
                  <a:pt x="44188" y="34363"/>
                </a:cubicBezTo>
                <a:cubicBezTo>
                  <a:pt x="47683" y="30290"/>
                  <a:pt x="50636" y="27617"/>
                  <a:pt x="53046" y="26345"/>
                </a:cubicBezTo>
                <a:cubicBezTo>
                  <a:pt x="55455" y="25072"/>
                  <a:pt x="57933" y="24436"/>
                  <a:pt x="60478" y="24436"/>
                </a:cubicBezTo>
                <a:cubicBezTo>
                  <a:pt x="62956" y="24436"/>
                  <a:pt x="65153" y="25071"/>
                  <a:pt x="67071" y="26341"/>
                </a:cubicBezTo>
                <a:cubicBezTo>
                  <a:pt x="68988" y="27611"/>
                  <a:pt x="70507" y="29685"/>
                  <a:pt x="71627" y="32563"/>
                </a:cubicBezTo>
                <a:cubicBezTo>
                  <a:pt x="72374" y="34528"/>
                  <a:pt x="72747" y="37609"/>
                  <a:pt x="72747" y="41808"/>
                </a:cubicBezTo>
                <a:lnTo>
                  <a:pt x="72747" y="61821"/>
                </a:lnTo>
                <a:cubicBezTo>
                  <a:pt x="72747" y="64733"/>
                  <a:pt x="72968" y="66731"/>
                  <a:pt x="73409" y="67815"/>
                </a:cubicBezTo>
                <a:cubicBezTo>
                  <a:pt x="73748" y="68560"/>
                  <a:pt x="74376" y="69195"/>
                  <a:pt x="75292" y="69720"/>
                </a:cubicBezTo>
                <a:cubicBezTo>
                  <a:pt x="76209" y="70245"/>
                  <a:pt x="77702" y="70507"/>
                  <a:pt x="79772" y="70507"/>
                </a:cubicBezTo>
                <a:lnTo>
                  <a:pt x="79772" y="72391"/>
                </a:lnTo>
                <a:lnTo>
                  <a:pt x="56762" y="72391"/>
                </a:lnTo>
                <a:lnTo>
                  <a:pt x="56762" y="70507"/>
                </a:lnTo>
                <a:lnTo>
                  <a:pt x="57729" y="70507"/>
                </a:lnTo>
                <a:cubicBezTo>
                  <a:pt x="59732" y="70507"/>
                  <a:pt x="61293" y="70119"/>
                  <a:pt x="62413" y="69342"/>
                </a:cubicBezTo>
                <a:cubicBezTo>
                  <a:pt x="63193" y="68802"/>
                  <a:pt x="63753" y="67940"/>
                  <a:pt x="64093" y="66759"/>
                </a:cubicBezTo>
                <a:cubicBezTo>
                  <a:pt x="64228" y="66185"/>
                  <a:pt x="64296" y="64548"/>
                  <a:pt x="64296" y="61846"/>
                </a:cubicBezTo>
                <a:lnTo>
                  <a:pt x="64296" y="41891"/>
                </a:lnTo>
                <a:cubicBezTo>
                  <a:pt x="64296" y="38109"/>
                  <a:pt x="63838" y="35441"/>
                  <a:pt x="62922" y="33889"/>
                </a:cubicBezTo>
                <a:cubicBezTo>
                  <a:pt x="61598" y="31727"/>
                  <a:pt x="59477" y="30646"/>
                  <a:pt x="56558" y="30646"/>
                </a:cubicBezTo>
                <a:cubicBezTo>
                  <a:pt x="54760" y="30646"/>
                  <a:pt x="52952" y="31094"/>
                  <a:pt x="51137" y="31989"/>
                </a:cubicBezTo>
                <a:cubicBezTo>
                  <a:pt x="49321" y="32883"/>
                  <a:pt x="47123" y="34546"/>
                  <a:pt x="44544" y="36978"/>
                </a:cubicBezTo>
                <a:lnTo>
                  <a:pt x="44442" y="37535"/>
                </a:lnTo>
                <a:lnTo>
                  <a:pt x="44544" y="39713"/>
                </a:lnTo>
                <a:lnTo>
                  <a:pt x="44544" y="61846"/>
                </a:lnTo>
                <a:cubicBezTo>
                  <a:pt x="44544" y="65021"/>
                  <a:pt x="44722" y="66996"/>
                  <a:pt x="45079" y="67772"/>
                </a:cubicBezTo>
                <a:cubicBezTo>
                  <a:pt x="45435" y="68549"/>
                  <a:pt x="46105" y="69199"/>
                  <a:pt x="47090" y="69723"/>
                </a:cubicBezTo>
                <a:cubicBezTo>
                  <a:pt x="48074" y="70246"/>
                  <a:pt x="49754" y="70507"/>
                  <a:pt x="52129" y="70507"/>
                </a:cubicBezTo>
                <a:lnTo>
                  <a:pt x="52129" y="72391"/>
                </a:lnTo>
                <a:lnTo>
                  <a:pt x="28559" y="72391"/>
                </a:lnTo>
                <a:lnTo>
                  <a:pt x="28559" y="70507"/>
                </a:lnTo>
                <a:cubicBezTo>
                  <a:pt x="31138" y="70507"/>
                  <a:pt x="32912" y="70203"/>
                  <a:pt x="33879" y="69595"/>
                </a:cubicBezTo>
                <a:cubicBezTo>
                  <a:pt x="34846" y="68988"/>
                  <a:pt x="35517" y="68076"/>
                  <a:pt x="35890" y="66861"/>
                </a:cubicBezTo>
                <a:cubicBezTo>
                  <a:pt x="36060" y="66286"/>
                  <a:pt x="36144" y="64614"/>
                  <a:pt x="36144" y="61846"/>
                </a:cubicBezTo>
                <a:lnTo>
                  <a:pt x="36144" y="41891"/>
                </a:lnTo>
                <a:cubicBezTo>
                  <a:pt x="36144" y="38109"/>
                  <a:pt x="35584" y="35390"/>
                  <a:pt x="34464" y="33736"/>
                </a:cubicBezTo>
                <a:cubicBezTo>
                  <a:pt x="32971" y="31574"/>
                  <a:pt x="30884" y="30494"/>
                  <a:pt x="28203" y="30494"/>
                </a:cubicBezTo>
                <a:cubicBezTo>
                  <a:pt x="26370" y="30494"/>
                  <a:pt x="24554" y="30983"/>
                  <a:pt x="22756" y="31962"/>
                </a:cubicBezTo>
                <a:cubicBezTo>
                  <a:pt x="19939" y="33448"/>
                  <a:pt x="17767" y="35119"/>
                  <a:pt x="16240" y="36976"/>
                </a:cubicBezTo>
                <a:lnTo>
                  <a:pt x="16240" y="61846"/>
                </a:lnTo>
                <a:cubicBezTo>
                  <a:pt x="16240" y="64885"/>
                  <a:pt x="16452" y="66860"/>
                  <a:pt x="16876" y="67772"/>
                </a:cubicBezTo>
                <a:cubicBezTo>
                  <a:pt x="17300" y="68683"/>
                  <a:pt x="17928" y="69367"/>
                  <a:pt x="18759" y="69823"/>
                </a:cubicBezTo>
                <a:cubicBezTo>
                  <a:pt x="19591" y="70279"/>
                  <a:pt x="21279" y="70507"/>
                  <a:pt x="23825" y="70507"/>
                </a:cubicBezTo>
                <a:lnTo>
                  <a:pt x="23825" y="72391"/>
                </a:lnTo>
                <a:lnTo>
                  <a:pt x="764" y="72391"/>
                </a:lnTo>
                <a:lnTo>
                  <a:pt x="764" y="70507"/>
                </a:lnTo>
                <a:cubicBezTo>
                  <a:pt x="2902" y="70507"/>
                  <a:pt x="4395" y="70278"/>
                  <a:pt x="5243" y="69821"/>
                </a:cubicBezTo>
                <a:cubicBezTo>
                  <a:pt x="6092" y="69364"/>
                  <a:pt x="6737" y="68636"/>
                  <a:pt x="7178" y="67637"/>
                </a:cubicBezTo>
                <a:cubicBezTo>
                  <a:pt x="7619" y="66638"/>
                  <a:pt x="7840" y="64699"/>
                  <a:pt x="7840" y="61821"/>
                </a:cubicBezTo>
                <a:lnTo>
                  <a:pt x="7840" y="44043"/>
                </a:lnTo>
                <a:cubicBezTo>
                  <a:pt x="7840" y="38929"/>
                  <a:pt x="7687" y="35627"/>
                  <a:pt x="7382" y="34138"/>
                </a:cubicBezTo>
                <a:cubicBezTo>
                  <a:pt x="7144" y="33020"/>
                  <a:pt x="6771" y="32250"/>
                  <a:pt x="6262" y="31827"/>
                </a:cubicBezTo>
                <a:cubicBezTo>
                  <a:pt x="5753" y="31404"/>
                  <a:pt x="5057" y="31192"/>
                  <a:pt x="4174" y="31192"/>
                </a:cubicBezTo>
                <a:cubicBezTo>
                  <a:pt x="3224" y="31192"/>
                  <a:pt x="2087" y="31446"/>
                  <a:pt x="764" y="31954"/>
                </a:cubicBezTo>
                <a:lnTo>
                  <a:pt x="0" y="30125"/>
                </a:lnTo>
                <a:lnTo>
                  <a:pt x="14050" y="24436"/>
                </a:lnTo>
                <a:lnTo>
                  <a:pt x="16240" y="24436"/>
                </a:lnTo>
                <a:lnTo>
                  <a:pt x="16240" y="34363"/>
                </a:lnTo>
                <a:close/>
                <a:moveTo>
                  <a:pt x="110261" y="65671"/>
                </a:moveTo>
                <a:cubicBezTo>
                  <a:pt x="105475" y="69370"/>
                  <a:pt x="102472" y="71508"/>
                  <a:pt x="101250" y="72085"/>
                </a:cubicBezTo>
                <a:cubicBezTo>
                  <a:pt x="99417" y="72968"/>
                  <a:pt x="97466" y="73409"/>
                  <a:pt x="95396" y="73409"/>
                </a:cubicBezTo>
                <a:cubicBezTo>
                  <a:pt x="92171" y="73409"/>
                  <a:pt x="89516" y="72306"/>
                  <a:pt x="87429" y="70100"/>
                </a:cubicBezTo>
                <a:cubicBezTo>
                  <a:pt x="85341" y="67894"/>
                  <a:pt x="84298" y="64992"/>
                  <a:pt x="84298" y="61395"/>
                </a:cubicBezTo>
                <a:cubicBezTo>
                  <a:pt x="84298" y="59121"/>
                  <a:pt x="84807" y="57152"/>
                  <a:pt x="85825" y="55489"/>
                </a:cubicBezTo>
                <a:cubicBezTo>
                  <a:pt x="87216" y="53181"/>
                  <a:pt x="89635" y="51009"/>
                  <a:pt x="93079" y="48973"/>
                </a:cubicBezTo>
                <a:cubicBezTo>
                  <a:pt x="96524" y="46937"/>
                  <a:pt x="102251" y="44459"/>
                  <a:pt x="110261" y="41541"/>
                </a:cubicBezTo>
                <a:lnTo>
                  <a:pt x="110261" y="39708"/>
                </a:lnTo>
                <a:cubicBezTo>
                  <a:pt x="110261" y="35058"/>
                  <a:pt x="109522" y="31868"/>
                  <a:pt x="108046" y="30137"/>
                </a:cubicBezTo>
                <a:cubicBezTo>
                  <a:pt x="106570" y="28406"/>
                  <a:pt x="104423" y="27541"/>
                  <a:pt x="101606" y="27541"/>
                </a:cubicBezTo>
                <a:cubicBezTo>
                  <a:pt x="99468" y="27541"/>
                  <a:pt x="97771" y="28116"/>
                  <a:pt x="96516" y="29266"/>
                </a:cubicBezTo>
                <a:cubicBezTo>
                  <a:pt x="95226" y="30415"/>
                  <a:pt x="94581" y="31734"/>
                  <a:pt x="94581" y="33222"/>
                </a:cubicBezTo>
                <a:lnTo>
                  <a:pt x="94683" y="36163"/>
                </a:lnTo>
                <a:cubicBezTo>
                  <a:pt x="94683" y="37718"/>
                  <a:pt x="94284" y="38918"/>
                  <a:pt x="93487" y="39764"/>
                </a:cubicBezTo>
                <a:cubicBezTo>
                  <a:pt x="92689" y="40609"/>
                  <a:pt x="91645" y="41032"/>
                  <a:pt x="90356" y="41032"/>
                </a:cubicBezTo>
                <a:cubicBezTo>
                  <a:pt x="89100" y="41032"/>
                  <a:pt x="88073" y="40592"/>
                  <a:pt x="87276" y="39713"/>
                </a:cubicBezTo>
                <a:cubicBezTo>
                  <a:pt x="86478" y="38832"/>
                  <a:pt x="86080" y="37631"/>
                  <a:pt x="86080" y="36108"/>
                </a:cubicBezTo>
                <a:cubicBezTo>
                  <a:pt x="86080" y="33199"/>
                  <a:pt x="87573" y="30526"/>
                  <a:pt x="90559" y="28090"/>
                </a:cubicBezTo>
                <a:cubicBezTo>
                  <a:pt x="93546" y="25654"/>
                  <a:pt x="97737" y="24436"/>
                  <a:pt x="103134" y="24436"/>
                </a:cubicBezTo>
                <a:cubicBezTo>
                  <a:pt x="107274" y="24436"/>
                  <a:pt x="110668" y="25130"/>
                  <a:pt x="113315" y="26520"/>
                </a:cubicBezTo>
                <a:cubicBezTo>
                  <a:pt x="115317" y="27571"/>
                  <a:pt x="116794" y="29215"/>
                  <a:pt x="117744" y="31453"/>
                </a:cubicBezTo>
                <a:cubicBezTo>
                  <a:pt x="118355" y="32910"/>
                  <a:pt x="118660" y="35893"/>
                  <a:pt x="118660" y="40402"/>
                </a:cubicBezTo>
                <a:lnTo>
                  <a:pt x="118660" y="56215"/>
                </a:lnTo>
                <a:cubicBezTo>
                  <a:pt x="118660" y="60655"/>
                  <a:pt x="118745" y="63376"/>
                  <a:pt x="118915" y="64376"/>
                </a:cubicBezTo>
                <a:cubicBezTo>
                  <a:pt x="119085" y="65376"/>
                  <a:pt x="119365" y="66046"/>
                  <a:pt x="119755" y="66385"/>
                </a:cubicBezTo>
                <a:cubicBezTo>
                  <a:pt x="120145" y="66723"/>
                  <a:pt x="120595" y="66893"/>
                  <a:pt x="121104" y="66893"/>
                </a:cubicBezTo>
                <a:cubicBezTo>
                  <a:pt x="121647" y="66893"/>
                  <a:pt x="122122" y="66774"/>
                  <a:pt x="122529" y="66536"/>
                </a:cubicBezTo>
                <a:cubicBezTo>
                  <a:pt x="123242" y="66095"/>
                  <a:pt x="124617" y="64856"/>
                  <a:pt x="126653" y="62820"/>
                </a:cubicBezTo>
                <a:lnTo>
                  <a:pt x="126653" y="65671"/>
                </a:lnTo>
                <a:cubicBezTo>
                  <a:pt x="122852" y="70762"/>
                  <a:pt x="119220" y="73307"/>
                  <a:pt x="115759" y="73307"/>
                </a:cubicBezTo>
                <a:cubicBezTo>
                  <a:pt x="114096" y="73307"/>
                  <a:pt x="112772" y="72730"/>
                  <a:pt x="111788" y="71576"/>
                </a:cubicBezTo>
                <a:cubicBezTo>
                  <a:pt x="110804" y="70422"/>
                  <a:pt x="110295" y="68454"/>
                  <a:pt x="110261" y="65671"/>
                </a:cubicBezTo>
                <a:moveTo>
                  <a:pt x="110261" y="62333"/>
                </a:moveTo>
                <a:lnTo>
                  <a:pt x="110261" y="44646"/>
                </a:lnTo>
                <a:cubicBezTo>
                  <a:pt x="105136" y="46673"/>
                  <a:pt x="101827" y="48109"/>
                  <a:pt x="100334" y="48954"/>
                </a:cubicBezTo>
                <a:cubicBezTo>
                  <a:pt x="97653" y="50441"/>
                  <a:pt x="95735" y="51995"/>
                  <a:pt x="94581" y="53617"/>
                </a:cubicBezTo>
                <a:cubicBezTo>
                  <a:pt x="93427" y="55238"/>
                  <a:pt x="92850" y="57012"/>
                  <a:pt x="92850" y="58938"/>
                </a:cubicBezTo>
                <a:cubicBezTo>
                  <a:pt x="92850" y="61371"/>
                  <a:pt x="93580" y="63390"/>
                  <a:pt x="95039" y="64995"/>
                </a:cubicBezTo>
                <a:cubicBezTo>
                  <a:pt x="96499" y="66599"/>
                  <a:pt x="98179" y="67402"/>
                  <a:pt x="100079" y="67402"/>
                </a:cubicBezTo>
                <a:cubicBezTo>
                  <a:pt x="102658" y="67402"/>
                  <a:pt x="106052" y="65712"/>
                  <a:pt x="110261" y="62333"/>
                </a:cubicBezTo>
                <a:close/>
                <a:moveTo>
                  <a:pt x="144078" y="10385"/>
                </a:moveTo>
                <a:lnTo>
                  <a:pt x="144078" y="25759"/>
                </a:lnTo>
                <a:lnTo>
                  <a:pt x="154973" y="25759"/>
                </a:lnTo>
                <a:lnTo>
                  <a:pt x="154973" y="29323"/>
                </a:lnTo>
                <a:lnTo>
                  <a:pt x="144078" y="29323"/>
                </a:lnTo>
                <a:lnTo>
                  <a:pt x="144078" y="59521"/>
                </a:lnTo>
                <a:cubicBezTo>
                  <a:pt x="144078" y="62538"/>
                  <a:pt x="144511" y="64572"/>
                  <a:pt x="145377" y="65623"/>
                </a:cubicBezTo>
                <a:cubicBezTo>
                  <a:pt x="146242" y="66673"/>
                  <a:pt x="147354" y="67198"/>
                  <a:pt x="148711" y="67198"/>
                </a:cubicBezTo>
                <a:cubicBezTo>
                  <a:pt x="149831" y="67198"/>
                  <a:pt x="150917" y="66850"/>
                  <a:pt x="151969" y="66154"/>
                </a:cubicBezTo>
                <a:cubicBezTo>
                  <a:pt x="153021" y="65459"/>
                  <a:pt x="153836" y="64432"/>
                  <a:pt x="154413" y="63075"/>
                </a:cubicBezTo>
                <a:lnTo>
                  <a:pt x="156398" y="63075"/>
                </a:lnTo>
                <a:cubicBezTo>
                  <a:pt x="155210" y="66410"/>
                  <a:pt x="153530" y="68933"/>
                  <a:pt x="151358" y="70642"/>
                </a:cubicBezTo>
                <a:cubicBezTo>
                  <a:pt x="149186" y="72351"/>
                  <a:pt x="146946" y="73205"/>
                  <a:pt x="144638" y="73205"/>
                </a:cubicBezTo>
                <a:cubicBezTo>
                  <a:pt x="143077" y="73205"/>
                  <a:pt x="141550" y="72772"/>
                  <a:pt x="140057" y="71905"/>
                </a:cubicBezTo>
                <a:cubicBezTo>
                  <a:pt x="138563" y="71039"/>
                  <a:pt x="137460" y="69799"/>
                  <a:pt x="136748" y="68186"/>
                </a:cubicBezTo>
                <a:cubicBezTo>
                  <a:pt x="136035" y="66572"/>
                  <a:pt x="135679" y="64083"/>
                  <a:pt x="135679" y="60718"/>
                </a:cubicBezTo>
                <a:lnTo>
                  <a:pt x="135679" y="29323"/>
                </a:lnTo>
                <a:lnTo>
                  <a:pt x="128297" y="29323"/>
                </a:lnTo>
                <a:lnTo>
                  <a:pt x="128297" y="27643"/>
                </a:lnTo>
                <a:cubicBezTo>
                  <a:pt x="130164" y="26894"/>
                  <a:pt x="132073" y="25626"/>
                  <a:pt x="134024" y="23839"/>
                </a:cubicBezTo>
                <a:cubicBezTo>
                  <a:pt x="135976" y="22052"/>
                  <a:pt x="137715" y="19933"/>
                  <a:pt x="139242" y="17482"/>
                </a:cubicBezTo>
                <a:cubicBezTo>
                  <a:pt x="140023" y="16189"/>
                  <a:pt x="141109" y="13824"/>
                  <a:pt x="142500" y="10385"/>
                </a:cubicBezTo>
                <a:lnTo>
                  <a:pt x="144078" y="10385"/>
                </a:lnTo>
                <a:close/>
                <a:moveTo>
                  <a:pt x="173559" y="0"/>
                </a:moveTo>
                <a:lnTo>
                  <a:pt x="173559" y="34159"/>
                </a:lnTo>
                <a:cubicBezTo>
                  <a:pt x="177326" y="30019"/>
                  <a:pt x="180313" y="27363"/>
                  <a:pt x="182519" y="26192"/>
                </a:cubicBezTo>
                <a:cubicBezTo>
                  <a:pt x="184725" y="25021"/>
                  <a:pt x="186931" y="24436"/>
                  <a:pt x="189137" y="24436"/>
                </a:cubicBezTo>
                <a:cubicBezTo>
                  <a:pt x="191784" y="24436"/>
                  <a:pt x="194058" y="25164"/>
                  <a:pt x="195959" y="26620"/>
                </a:cubicBezTo>
                <a:cubicBezTo>
                  <a:pt x="197859" y="28076"/>
                  <a:pt x="199268" y="30362"/>
                  <a:pt x="200184" y="33477"/>
                </a:cubicBezTo>
                <a:cubicBezTo>
                  <a:pt x="200829" y="35644"/>
                  <a:pt x="201151" y="39607"/>
                  <a:pt x="201151" y="45363"/>
                </a:cubicBezTo>
                <a:lnTo>
                  <a:pt x="201151" y="61821"/>
                </a:lnTo>
                <a:cubicBezTo>
                  <a:pt x="201151" y="64767"/>
                  <a:pt x="201389" y="66782"/>
                  <a:pt x="201864" y="67866"/>
                </a:cubicBezTo>
                <a:cubicBezTo>
                  <a:pt x="202203" y="68679"/>
                  <a:pt x="202780" y="69322"/>
                  <a:pt x="203595" y="69796"/>
                </a:cubicBezTo>
                <a:cubicBezTo>
                  <a:pt x="204409" y="70270"/>
                  <a:pt x="205903" y="70507"/>
                  <a:pt x="208075" y="70507"/>
                </a:cubicBezTo>
                <a:lnTo>
                  <a:pt x="208075" y="72391"/>
                </a:lnTo>
                <a:lnTo>
                  <a:pt x="185166" y="72391"/>
                </a:lnTo>
                <a:lnTo>
                  <a:pt x="185166" y="70507"/>
                </a:lnTo>
                <a:lnTo>
                  <a:pt x="186235" y="70507"/>
                </a:lnTo>
                <a:cubicBezTo>
                  <a:pt x="188407" y="70507"/>
                  <a:pt x="189918" y="70176"/>
                  <a:pt x="190766" y="69514"/>
                </a:cubicBezTo>
                <a:cubicBezTo>
                  <a:pt x="191615" y="68853"/>
                  <a:pt x="192208" y="67877"/>
                  <a:pt x="192548" y="66587"/>
                </a:cubicBezTo>
                <a:cubicBezTo>
                  <a:pt x="192650" y="66044"/>
                  <a:pt x="192701" y="64449"/>
                  <a:pt x="192701" y="61802"/>
                </a:cubicBezTo>
                <a:lnTo>
                  <a:pt x="192701" y="45308"/>
                </a:lnTo>
                <a:cubicBezTo>
                  <a:pt x="192701" y="40217"/>
                  <a:pt x="192438" y="36874"/>
                  <a:pt x="191911" y="35279"/>
                </a:cubicBezTo>
                <a:cubicBezTo>
                  <a:pt x="191385" y="33684"/>
                  <a:pt x="190545" y="32488"/>
                  <a:pt x="189392" y="31690"/>
                </a:cubicBezTo>
                <a:cubicBezTo>
                  <a:pt x="188238" y="30892"/>
                  <a:pt x="186846" y="30494"/>
                  <a:pt x="185217" y="30494"/>
                </a:cubicBezTo>
                <a:cubicBezTo>
                  <a:pt x="183554" y="30494"/>
                  <a:pt x="181823" y="30935"/>
                  <a:pt x="180025" y="31817"/>
                </a:cubicBezTo>
                <a:cubicBezTo>
                  <a:pt x="178226" y="32700"/>
                  <a:pt x="176071" y="34481"/>
                  <a:pt x="173559" y="37163"/>
                </a:cubicBezTo>
                <a:lnTo>
                  <a:pt x="173559" y="61802"/>
                </a:lnTo>
                <a:cubicBezTo>
                  <a:pt x="173559" y="64992"/>
                  <a:pt x="173737" y="66977"/>
                  <a:pt x="174094" y="67758"/>
                </a:cubicBezTo>
                <a:cubicBezTo>
                  <a:pt x="174450" y="68539"/>
                  <a:pt x="175112" y="69192"/>
                  <a:pt x="176079" y="69718"/>
                </a:cubicBezTo>
                <a:cubicBezTo>
                  <a:pt x="177046" y="70244"/>
                  <a:pt x="178718" y="70507"/>
                  <a:pt x="181094" y="70507"/>
                </a:cubicBezTo>
                <a:lnTo>
                  <a:pt x="181094" y="72391"/>
                </a:lnTo>
                <a:lnTo>
                  <a:pt x="157982" y="72391"/>
                </a:lnTo>
                <a:lnTo>
                  <a:pt x="157982" y="70507"/>
                </a:lnTo>
                <a:cubicBezTo>
                  <a:pt x="160052" y="70507"/>
                  <a:pt x="161681" y="70185"/>
                  <a:pt x="162869" y="69540"/>
                </a:cubicBezTo>
                <a:cubicBezTo>
                  <a:pt x="163547" y="69201"/>
                  <a:pt x="164090" y="68558"/>
                  <a:pt x="164498" y="67608"/>
                </a:cubicBezTo>
                <a:cubicBezTo>
                  <a:pt x="164905" y="66658"/>
                  <a:pt x="165109" y="64725"/>
                  <a:pt x="165109" y="61808"/>
                </a:cubicBezTo>
                <a:lnTo>
                  <a:pt x="165109" y="19636"/>
                </a:lnTo>
                <a:cubicBezTo>
                  <a:pt x="165109" y="14312"/>
                  <a:pt x="164981" y="11040"/>
                  <a:pt x="164727" y="9819"/>
                </a:cubicBezTo>
                <a:cubicBezTo>
                  <a:pt x="164472" y="8597"/>
                  <a:pt x="164082" y="7766"/>
                  <a:pt x="163556" y="7326"/>
                </a:cubicBezTo>
                <a:cubicBezTo>
                  <a:pt x="163030" y="6885"/>
                  <a:pt x="162326" y="6664"/>
                  <a:pt x="161443" y="6664"/>
                </a:cubicBezTo>
                <a:cubicBezTo>
                  <a:pt x="160731" y="6664"/>
                  <a:pt x="159577" y="6936"/>
                  <a:pt x="157982" y="7479"/>
                </a:cubicBezTo>
                <a:lnTo>
                  <a:pt x="157269" y="5697"/>
                </a:lnTo>
                <a:lnTo>
                  <a:pt x="171218" y="0"/>
                </a:lnTo>
                <a:lnTo>
                  <a:pt x="173559" y="0"/>
                </a:lnTo>
                <a:close/>
                <a:moveTo>
                  <a:pt x="261782" y="94892"/>
                </a:moveTo>
                <a:lnTo>
                  <a:pt x="207871" y="94892"/>
                </a:lnTo>
                <a:lnTo>
                  <a:pt x="207871" y="90666"/>
                </a:lnTo>
                <a:lnTo>
                  <a:pt x="261782" y="90666"/>
                </a:lnTo>
                <a:lnTo>
                  <a:pt x="261782" y="94892"/>
                </a:lnTo>
                <a:close/>
                <a:moveTo>
                  <a:pt x="282349" y="29323"/>
                </a:moveTo>
                <a:lnTo>
                  <a:pt x="282349" y="60007"/>
                </a:lnTo>
                <a:cubicBezTo>
                  <a:pt x="282349" y="64357"/>
                  <a:pt x="282824" y="67109"/>
                  <a:pt x="283774" y="68264"/>
                </a:cubicBezTo>
                <a:cubicBezTo>
                  <a:pt x="285030" y="69759"/>
                  <a:pt x="286710" y="70507"/>
                  <a:pt x="288814" y="70507"/>
                </a:cubicBezTo>
                <a:lnTo>
                  <a:pt x="293039" y="70507"/>
                </a:lnTo>
                <a:lnTo>
                  <a:pt x="293039" y="72391"/>
                </a:lnTo>
                <a:lnTo>
                  <a:pt x="265193" y="72391"/>
                </a:lnTo>
                <a:lnTo>
                  <a:pt x="265193" y="70507"/>
                </a:lnTo>
                <a:lnTo>
                  <a:pt x="267280" y="70507"/>
                </a:lnTo>
                <a:cubicBezTo>
                  <a:pt x="268638" y="70507"/>
                  <a:pt x="269876" y="70167"/>
                  <a:pt x="270996" y="69487"/>
                </a:cubicBezTo>
                <a:cubicBezTo>
                  <a:pt x="272116" y="68807"/>
                  <a:pt x="272888" y="67890"/>
                  <a:pt x="273313" y="66735"/>
                </a:cubicBezTo>
                <a:cubicBezTo>
                  <a:pt x="273737" y="65580"/>
                  <a:pt x="273949" y="63338"/>
                  <a:pt x="273949" y="60007"/>
                </a:cubicBezTo>
                <a:lnTo>
                  <a:pt x="273949" y="29323"/>
                </a:lnTo>
                <a:lnTo>
                  <a:pt x="264887" y="29323"/>
                </a:lnTo>
                <a:lnTo>
                  <a:pt x="264887" y="25759"/>
                </a:lnTo>
                <a:lnTo>
                  <a:pt x="273949" y="25759"/>
                </a:lnTo>
                <a:lnTo>
                  <a:pt x="273949" y="22692"/>
                </a:lnTo>
                <a:cubicBezTo>
                  <a:pt x="273949" y="18024"/>
                  <a:pt x="274696" y="14072"/>
                  <a:pt x="276189" y="10835"/>
                </a:cubicBezTo>
                <a:cubicBezTo>
                  <a:pt x="277682" y="7598"/>
                  <a:pt x="279964" y="4984"/>
                  <a:pt x="283036" y="2991"/>
                </a:cubicBezTo>
                <a:cubicBezTo>
                  <a:pt x="286107" y="997"/>
                  <a:pt x="289561" y="0"/>
                  <a:pt x="293396" y="0"/>
                </a:cubicBezTo>
                <a:cubicBezTo>
                  <a:pt x="296959" y="0"/>
                  <a:pt x="300234" y="1154"/>
                  <a:pt x="303221" y="3462"/>
                </a:cubicBezTo>
                <a:cubicBezTo>
                  <a:pt x="305189" y="4989"/>
                  <a:pt x="306173" y="6703"/>
                  <a:pt x="306173" y="8603"/>
                </a:cubicBezTo>
                <a:cubicBezTo>
                  <a:pt x="306173" y="9622"/>
                  <a:pt x="305732" y="10580"/>
                  <a:pt x="304850" y="11480"/>
                </a:cubicBezTo>
                <a:cubicBezTo>
                  <a:pt x="303967" y="12379"/>
                  <a:pt x="303017" y="12829"/>
                  <a:pt x="301999" y="12829"/>
                </a:cubicBezTo>
                <a:cubicBezTo>
                  <a:pt x="301218" y="12829"/>
                  <a:pt x="300395" y="12546"/>
                  <a:pt x="299530" y="11979"/>
                </a:cubicBezTo>
                <a:cubicBezTo>
                  <a:pt x="298665" y="11413"/>
                  <a:pt x="297604" y="10195"/>
                  <a:pt x="296348" y="8325"/>
                </a:cubicBezTo>
                <a:cubicBezTo>
                  <a:pt x="295093" y="6455"/>
                  <a:pt x="293939" y="5194"/>
                  <a:pt x="292887" y="4542"/>
                </a:cubicBezTo>
                <a:cubicBezTo>
                  <a:pt x="291834" y="3890"/>
                  <a:pt x="290664" y="3564"/>
                  <a:pt x="289374" y="3564"/>
                </a:cubicBezTo>
                <a:cubicBezTo>
                  <a:pt x="287813" y="3564"/>
                  <a:pt x="286489" y="3984"/>
                  <a:pt x="285403" y="4823"/>
                </a:cubicBezTo>
                <a:cubicBezTo>
                  <a:pt x="284317" y="5662"/>
                  <a:pt x="283537" y="6964"/>
                  <a:pt x="283061" y="8727"/>
                </a:cubicBezTo>
                <a:cubicBezTo>
                  <a:pt x="282586" y="10491"/>
                  <a:pt x="282349" y="15038"/>
                  <a:pt x="282349" y="22368"/>
                </a:cubicBezTo>
                <a:lnTo>
                  <a:pt x="282349" y="25759"/>
                </a:lnTo>
                <a:lnTo>
                  <a:pt x="294363" y="25759"/>
                </a:lnTo>
                <a:lnTo>
                  <a:pt x="294363" y="29323"/>
                </a:lnTo>
                <a:lnTo>
                  <a:pt x="282349" y="29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unctions.py">
            <a:extLst xmlns:a="http://schemas.openxmlformats.org/drawingml/2006/main">
              <a:ext uri="{FF2B5EF4-FFF2-40B4-BE49-F238E27FC236}">
                <a16:creationId xmlns:a16="http://schemas.microsoft.com/office/drawing/2014/main" id="{003BCF40-BC0A-4593-9FA9-508AD27F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51" y="2781014"/>
            <a:ext cx="483663" cy="94892"/>
          </a:xfrm>
          <a:custGeom xmlns:a="http://schemas.openxmlformats.org/drawingml/2006/main">
            <a:pathLst>
              <a:path w="483663" h="94892">
                <a:moveTo>
                  <a:pt x="44035" y="25759"/>
                </a:moveTo>
                <a:lnTo>
                  <a:pt x="44035" y="54013"/>
                </a:lnTo>
                <a:cubicBezTo>
                  <a:pt x="44035" y="59409"/>
                  <a:pt x="44162" y="62710"/>
                  <a:pt x="44417" y="63914"/>
                </a:cubicBezTo>
                <a:cubicBezTo>
                  <a:pt x="44671" y="65119"/>
                  <a:pt x="45079" y="65959"/>
                  <a:pt x="45639" y="66434"/>
                </a:cubicBezTo>
                <a:cubicBezTo>
                  <a:pt x="46199" y="66910"/>
                  <a:pt x="46852" y="67147"/>
                  <a:pt x="47599" y="67147"/>
                </a:cubicBezTo>
                <a:cubicBezTo>
                  <a:pt x="48651" y="67147"/>
                  <a:pt x="49839" y="66859"/>
                  <a:pt x="51162" y="66282"/>
                </a:cubicBezTo>
                <a:lnTo>
                  <a:pt x="51875" y="68063"/>
                </a:lnTo>
                <a:lnTo>
                  <a:pt x="37926" y="73816"/>
                </a:lnTo>
                <a:lnTo>
                  <a:pt x="35635" y="73816"/>
                </a:lnTo>
                <a:lnTo>
                  <a:pt x="35635" y="63940"/>
                </a:lnTo>
                <a:cubicBezTo>
                  <a:pt x="31631" y="68284"/>
                  <a:pt x="28576" y="71016"/>
                  <a:pt x="26472" y="72136"/>
                </a:cubicBezTo>
                <a:cubicBezTo>
                  <a:pt x="24368" y="73256"/>
                  <a:pt x="22145" y="73816"/>
                  <a:pt x="19803" y="73816"/>
                </a:cubicBezTo>
                <a:cubicBezTo>
                  <a:pt x="17190" y="73816"/>
                  <a:pt x="14924" y="73061"/>
                  <a:pt x="13007" y="71551"/>
                </a:cubicBezTo>
                <a:cubicBezTo>
                  <a:pt x="11089" y="70040"/>
                  <a:pt x="9757" y="68097"/>
                  <a:pt x="9011" y="65722"/>
                </a:cubicBezTo>
                <a:cubicBezTo>
                  <a:pt x="8264" y="63346"/>
                  <a:pt x="7891" y="59986"/>
                  <a:pt x="7891" y="55642"/>
                </a:cubicBezTo>
                <a:lnTo>
                  <a:pt x="7891" y="34821"/>
                </a:lnTo>
                <a:cubicBezTo>
                  <a:pt x="7891" y="32615"/>
                  <a:pt x="7653" y="31088"/>
                  <a:pt x="7178" y="30239"/>
                </a:cubicBezTo>
                <a:cubicBezTo>
                  <a:pt x="6703" y="29391"/>
                  <a:pt x="5999" y="28737"/>
                  <a:pt x="5065" y="28279"/>
                </a:cubicBezTo>
                <a:cubicBezTo>
                  <a:pt x="4132" y="27821"/>
                  <a:pt x="2444" y="27609"/>
                  <a:pt x="0" y="27643"/>
                </a:cubicBezTo>
                <a:lnTo>
                  <a:pt x="0" y="25759"/>
                </a:lnTo>
                <a:lnTo>
                  <a:pt x="16341" y="25759"/>
                </a:lnTo>
                <a:lnTo>
                  <a:pt x="16341" y="56889"/>
                </a:lnTo>
                <a:cubicBezTo>
                  <a:pt x="16341" y="61223"/>
                  <a:pt x="17096" y="64067"/>
                  <a:pt x="18607" y="65421"/>
                </a:cubicBezTo>
                <a:cubicBezTo>
                  <a:pt x="20117" y="66775"/>
                  <a:pt x="21941" y="67453"/>
                  <a:pt x="24079" y="67453"/>
                </a:cubicBezTo>
                <a:cubicBezTo>
                  <a:pt x="25539" y="67453"/>
                  <a:pt x="27193" y="66995"/>
                  <a:pt x="29043" y="66081"/>
                </a:cubicBezTo>
                <a:cubicBezTo>
                  <a:pt x="30892" y="65167"/>
                  <a:pt x="33090" y="63424"/>
                  <a:pt x="35635" y="60852"/>
                </a:cubicBezTo>
                <a:lnTo>
                  <a:pt x="35635" y="34498"/>
                </a:lnTo>
                <a:cubicBezTo>
                  <a:pt x="35635" y="31857"/>
                  <a:pt x="35152" y="30072"/>
                  <a:pt x="34184" y="29141"/>
                </a:cubicBezTo>
                <a:cubicBezTo>
                  <a:pt x="33217" y="28210"/>
                  <a:pt x="31206" y="27711"/>
                  <a:pt x="28152" y="27643"/>
                </a:cubicBezTo>
                <a:lnTo>
                  <a:pt x="28152" y="25759"/>
                </a:lnTo>
                <a:lnTo>
                  <a:pt x="44035" y="25759"/>
                </a:lnTo>
                <a:close/>
                <a:moveTo>
                  <a:pt x="68878" y="34312"/>
                </a:moveTo>
                <a:cubicBezTo>
                  <a:pt x="74342" y="27728"/>
                  <a:pt x="79552" y="24436"/>
                  <a:pt x="84507" y="24436"/>
                </a:cubicBezTo>
                <a:cubicBezTo>
                  <a:pt x="87052" y="24436"/>
                  <a:pt x="89241" y="25071"/>
                  <a:pt x="91074" y="26341"/>
                </a:cubicBezTo>
                <a:cubicBezTo>
                  <a:pt x="92906" y="27611"/>
                  <a:pt x="94366" y="29702"/>
                  <a:pt x="95452" y="32614"/>
                </a:cubicBezTo>
                <a:cubicBezTo>
                  <a:pt x="96198" y="34645"/>
                  <a:pt x="96572" y="37761"/>
                  <a:pt x="96572" y="41961"/>
                </a:cubicBezTo>
                <a:lnTo>
                  <a:pt x="96572" y="61821"/>
                </a:lnTo>
                <a:cubicBezTo>
                  <a:pt x="96572" y="64767"/>
                  <a:pt x="96809" y="66765"/>
                  <a:pt x="97284" y="67815"/>
                </a:cubicBezTo>
                <a:cubicBezTo>
                  <a:pt x="97658" y="68662"/>
                  <a:pt x="98260" y="69322"/>
                  <a:pt x="99092" y="69796"/>
                </a:cubicBezTo>
                <a:cubicBezTo>
                  <a:pt x="99923" y="70270"/>
                  <a:pt x="101459" y="70507"/>
                  <a:pt x="103699" y="70507"/>
                </a:cubicBezTo>
                <a:lnTo>
                  <a:pt x="103699" y="72391"/>
                </a:lnTo>
                <a:lnTo>
                  <a:pt x="80638" y="72391"/>
                </a:lnTo>
                <a:lnTo>
                  <a:pt x="80638" y="70507"/>
                </a:lnTo>
                <a:lnTo>
                  <a:pt x="81605" y="70507"/>
                </a:lnTo>
                <a:cubicBezTo>
                  <a:pt x="83777" y="70507"/>
                  <a:pt x="85296" y="70178"/>
                  <a:pt x="86161" y="69519"/>
                </a:cubicBezTo>
                <a:cubicBezTo>
                  <a:pt x="87027" y="68860"/>
                  <a:pt x="87629" y="67890"/>
                  <a:pt x="87968" y="66608"/>
                </a:cubicBezTo>
                <a:cubicBezTo>
                  <a:pt x="88104" y="66101"/>
                  <a:pt x="88172" y="64514"/>
                  <a:pt x="88172" y="61846"/>
                </a:cubicBezTo>
                <a:lnTo>
                  <a:pt x="88172" y="42853"/>
                </a:lnTo>
                <a:cubicBezTo>
                  <a:pt x="88172" y="38633"/>
                  <a:pt x="87620" y="35569"/>
                  <a:pt x="86517" y="33661"/>
                </a:cubicBezTo>
                <a:cubicBezTo>
                  <a:pt x="85414" y="31753"/>
                  <a:pt x="83556" y="30799"/>
                  <a:pt x="80943" y="30799"/>
                </a:cubicBezTo>
                <a:cubicBezTo>
                  <a:pt x="76904" y="30799"/>
                  <a:pt x="72883" y="32994"/>
                  <a:pt x="68878" y="37384"/>
                </a:cubicBezTo>
                <a:lnTo>
                  <a:pt x="68878" y="61846"/>
                </a:lnTo>
                <a:cubicBezTo>
                  <a:pt x="68878" y="64987"/>
                  <a:pt x="69065" y="66928"/>
                  <a:pt x="69438" y="67671"/>
                </a:cubicBezTo>
                <a:cubicBezTo>
                  <a:pt x="69913" y="68649"/>
                  <a:pt x="70566" y="69367"/>
                  <a:pt x="71398" y="69823"/>
                </a:cubicBezTo>
                <a:cubicBezTo>
                  <a:pt x="72229" y="70279"/>
                  <a:pt x="73918" y="70507"/>
                  <a:pt x="76463" y="70507"/>
                </a:cubicBezTo>
                <a:lnTo>
                  <a:pt x="76463" y="72391"/>
                </a:lnTo>
                <a:lnTo>
                  <a:pt x="53402" y="72391"/>
                </a:lnTo>
                <a:lnTo>
                  <a:pt x="53402" y="70507"/>
                </a:lnTo>
                <a:lnTo>
                  <a:pt x="54420" y="70507"/>
                </a:lnTo>
                <a:cubicBezTo>
                  <a:pt x="56796" y="70507"/>
                  <a:pt x="58399" y="69906"/>
                  <a:pt x="59231" y="68705"/>
                </a:cubicBezTo>
                <a:cubicBezTo>
                  <a:pt x="60062" y="67502"/>
                  <a:pt x="60478" y="65207"/>
                  <a:pt x="60478" y="61821"/>
                </a:cubicBezTo>
                <a:lnTo>
                  <a:pt x="60478" y="44551"/>
                </a:lnTo>
                <a:cubicBezTo>
                  <a:pt x="60478" y="38963"/>
                  <a:pt x="60351" y="35561"/>
                  <a:pt x="60096" y="34342"/>
                </a:cubicBezTo>
                <a:cubicBezTo>
                  <a:pt x="59842" y="33122"/>
                  <a:pt x="59452" y="32292"/>
                  <a:pt x="58926" y="31852"/>
                </a:cubicBezTo>
                <a:cubicBezTo>
                  <a:pt x="58399" y="31412"/>
                  <a:pt x="57695" y="31192"/>
                  <a:pt x="56813" y="31192"/>
                </a:cubicBezTo>
                <a:cubicBezTo>
                  <a:pt x="55863" y="31192"/>
                  <a:pt x="54726" y="31446"/>
                  <a:pt x="53402" y="31954"/>
                </a:cubicBezTo>
                <a:lnTo>
                  <a:pt x="52638" y="30125"/>
                </a:lnTo>
                <a:lnTo>
                  <a:pt x="66689" y="24436"/>
                </a:lnTo>
                <a:lnTo>
                  <a:pt x="68878" y="24436"/>
                </a:lnTo>
                <a:lnTo>
                  <a:pt x="68878" y="34312"/>
                </a:lnTo>
                <a:close/>
                <a:moveTo>
                  <a:pt x="147021" y="54675"/>
                </a:moveTo>
                <a:cubicBezTo>
                  <a:pt x="145765" y="60818"/>
                  <a:pt x="143305" y="65544"/>
                  <a:pt x="139640" y="68853"/>
                </a:cubicBezTo>
                <a:cubicBezTo>
                  <a:pt x="135974" y="72162"/>
                  <a:pt x="131919" y="73816"/>
                  <a:pt x="127473" y="73816"/>
                </a:cubicBezTo>
                <a:cubicBezTo>
                  <a:pt x="122178" y="73816"/>
                  <a:pt x="117563" y="71596"/>
                  <a:pt x="113626" y="67155"/>
                </a:cubicBezTo>
                <a:cubicBezTo>
                  <a:pt x="109689" y="62713"/>
                  <a:pt x="107720" y="56712"/>
                  <a:pt x="107720" y="49151"/>
                </a:cubicBezTo>
                <a:cubicBezTo>
                  <a:pt x="107720" y="41828"/>
                  <a:pt x="109901" y="35878"/>
                  <a:pt x="114262" y="31302"/>
                </a:cubicBezTo>
                <a:cubicBezTo>
                  <a:pt x="118623" y="26724"/>
                  <a:pt x="123858" y="24436"/>
                  <a:pt x="129967" y="24436"/>
                </a:cubicBezTo>
                <a:cubicBezTo>
                  <a:pt x="134549" y="24436"/>
                  <a:pt x="138316" y="25645"/>
                  <a:pt x="141269" y="28064"/>
                </a:cubicBezTo>
                <a:cubicBezTo>
                  <a:pt x="144221" y="30483"/>
                  <a:pt x="145698" y="32994"/>
                  <a:pt x="145698" y="35599"/>
                </a:cubicBezTo>
                <a:cubicBezTo>
                  <a:pt x="145698" y="36884"/>
                  <a:pt x="145282" y="37925"/>
                  <a:pt x="144450" y="38720"/>
                </a:cubicBezTo>
                <a:cubicBezTo>
                  <a:pt x="143619" y="39514"/>
                  <a:pt x="142456" y="39912"/>
                  <a:pt x="140963" y="39912"/>
                </a:cubicBezTo>
                <a:cubicBezTo>
                  <a:pt x="138961" y="39912"/>
                  <a:pt x="137450" y="39267"/>
                  <a:pt x="136432" y="37977"/>
                </a:cubicBezTo>
                <a:cubicBezTo>
                  <a:pt x="135855" y="37264"/>
                  <a:pt x="135474" y="35907"/>
                  <a:pt x="135287" y="33904"/>
                </a:cubicBezTo>
                <a:cubicBezTo>
                  <a:pt x="135100" y="31902"/>
                  <a:pt x="134413" y="30375"/>
                  <a:pt x="133225" y="29323"/>
                </a:cubicBezTo>
                <a:cubicBezTo>
                  <a:pt x="132037" y="28305"/>
                  <a:pt x="130391" y="27796"/>
                  <a:pt x="128287" y="27796"/>
                </a:cubicBezTo>
                <a:cubicBezTo>
                  <a:pt x="124893" y="27796"/>
                  <a:pt x="122161" y="29051"/>
                  <a:pt x="120091" y="31563"/>
                </a:cubicBezTo>
                <a:cubicBezTo>
                  <a:pt x="117342" y="34889"/>
                  <a:pt x="115967" y="39284"/>
                  <a:pt x="115967" y="44748"/>
                </a:cubicBezTo>
                <a:cubicBezTo>
                  <a:pt x="115967" y="50314"/>
                  <a:pt x="117334" y="55226"/>
                  <a:pt x="120066" y="59486"/>
                </a:cubicBezTo>
                <a:cubicBezTo>
                  <a:pt x="122798" y="63745"/>
                  <a:pt x="126488" y="65874"/>
                  <a:pt x="131138" y="65874"/>
                </a:cubicBezTo>
                <a:cubicBezTo>
                  <a:pt x="134464" y="65874"/>
                  <a:pt x="137450" y="64737"/>
                  <a:pt x="140098" y="62464"/>
                </a:cubicBezTo>
                <a:cubicBezTo>
                  <a:pt x="141964" y="60902"/>
                  <a:pt x="143780" y="58069"/>
                  <a:pt x="145545" y="53962"/>
                </a:cubicBezTo>
                <a:lnTo>
                  <a:pt x="147021" y="54675"/>
                </a:lnTo>
                <a:close/>
                <a:moveTo>
                  <a:pt x="167654" y="10385"/>
                </a:moveTo>
                <a:lnTo>
                  <a:pt x="167654" y="25759"/>
                </a:lnTo>
                <a:lnTo>
                  <a:pt x="178548" y="25759"/>
                </a:lnTo>
                <a:lnTo>
                  <a:pt x="178548" y="29323"/>
                </a:lnTo>
                <a:lnTo>
                  <a:pt x="167654" y="29323"/>
                </a:lnTo>
                <a:lnTo>
                  <a:pt x="167654" y="59521"/>
                </a:lnTo>
                <a:cubicBezTo>
                  <a:pt x="167654" y="62538"/>
                  <a:pt x="168087" y="64572"/>
                  <a:pt x="168952" y="65623"/>
                </a:cubicBezTo>
                <a:cubicBezTo>
                  <a:pt x="169818" y="66673"/>
                  <a:pt x="170929" y="67198"/>
                  <a:pt x="172287" y="67198"/>
                </a:cubicBezTo>
                <a:cubicBezTo>
                  <a:pt x="173407" y="67198"/>
                  <a:pt x="174493" y="66850"/>
                  <a:pt x="175545" y="66154"/>
                </a:cubicBezTo>
                <a:cubicBezTo>
                  <a:pt x="176597" y="65459"/>
                  <a:pt x="177411" y="64432"/>
                  <a:pt x="177988" y="63075"/>
                </a:cubicBezTo>
                <a:lnTo>
                  <a:pt x="179974" y="63075"/>
                </a:lnTo>
                <a:cubicBezTo>
                  <a:pt x="178786" y="66410"/>
                  <a:pt x="177106" y="68933"/>
                  <a:pt x="174934" y="70642"/>
                </a:cubicBezTo>
                <a:cubicBezTo>
                  <a:pt x="172762" y="72351"/>
                  <a:pt x="170522" y="73205"/>
                  <a:pt x="168214" y="73205"/>
                </a:cubicBezTo>
                <a:cubicBezTo>
                  <a:pt x="166653" y="73205"/>
                  <a:pt x="165126" y="72772"/>
                  <a:pt x="163632" y="71905"/>
                </a:cubicBezTo>
                <a:cubicBezTo>
                  <a:pt x="162139" y="71039"/>
                  <a:pt x="161036" y="69799"/>
                  <a:pt x="160323" y="68186"/>
                </a:cubicBezTo>
                <a:cubicBezTo>
                  <a:pt x="159611" y="66572"/>
                  <a:pt x="159254" y="64083"/>
                  <a:pt x="159254" y="60718"/>
                </a:cubicBezTo>
                <a:lnTo>
                  <a:pt x="159254" y="29323"/>
                </a:lnTo>
                <a:lnTo>
                  <a:pt x="151873" y="29323"/>
                </a:lnTo>
                <a:lnTo>
                  <a:pt x="151873" y="27643"/>
                </a:lnTo>
                <a:cubicBezTo>
                  <a:pt x="153739" y="26894"/>
                  <a:pt x="155648" y="25626"/>
                  <a:pt x="157600" y="23839"/>
                </a:cubicBezTo>
                <a:cubicBezTo>
                  <a:pt x="159551" y="22052"/>
                  <a:pt x="161291" y="19933"/>
                  <a:pt x="162818" y="17482"/>
                </a:cubicBezTo>
                <a:cubicBezTo>
                  <a:pt x="163598" y="16189"/>
                  <a:pt x="164684" y="13824"/>
                  <a:pt x="166076" y="10385"/>
                </a:cubicBezTo>
                <a:lnTo>
                  <a:pt x="167654" y="10385"/>
                </a:lnTo>
                <a:close/>
                <a:moveTo>
                  <a:pt x="195302" y="0"/>
                </a:moveTo>
                <a:cubicBezTo>
                  <a:pt x="196727" y="0"/>
                  <a:pt x="197941" y="503"/>
                  <a:pt x="198942" y="1510"/>
                </a:cubicBezTo>
                <a:cubicBezTo>
                  <a:pt x="199943" y="2515"/>
                  <a:pt x="200444" y="3734"/>
                  <a:pt x="200444" y="5167"/>
                </a:cubicBezTo>
                <a:cubicBezTo>
                  <a:pt x="200444" y="6600"/>
                  <a:pt x="199943" y="7828"/>
                  <a:pt x="198942" y="8852"/>
                </a:cubicBezTo>
                <a:cubicBezTo>
                  <a:pt x="197941" y="9874"/>
                  <a:pt x="196727" y="10385"/>
                  <a:pt x="195302" y="10385"/>
                </a:cubicBezTo>
                <a:cubicBezTo>
                  <a:pt x="193877" y="10385"/>
                  <a:pt x="192655" y="9874"/>
                  <a:pt x="191637" y="8852"/>
                </a:cubicBezTo>
                <a:cubicBezTo>
                  <a:pt x="190618" y="7828"/>
                  <a:pt x="190109" y="6600"/>
                  <a:pt x="190109" y="5167"/>
                </a:cubicBezTo>
                <a:cubicBezTo>
                  <a:pt x="190109" y="3734"/>
                  <a:pt x="190610" y="2515"/>
                  <a:pt x="191611" y="1510"/>
                </a:cubicBezTo>
                <a:cubicBezTo>
                  <a:pt x="192612" y="503"/>
                  <a:pt x="193843" y="0"/>
                  <a:pt x="195302" y="0"/>
                </a:cubicBezTo>
                <a:moveTo>
                  <a:pt x="199527" y="24436"/>
                </a:moveTo>
                <a:lnTo>
                  <a:pt x="199527" y="61821"/>
                </a:lnTo>
                <a:cubicBezTo>
                  <a:pt x="199527" y="64733"/>
                  <a:pt x="199739" y="66672"/>
                  <a:pt x="200164" y="67637"/>
                </a:cubicBezTo>
                <a:cubicBezTo>
                  <a:pt x="200588" y="68602"/>
                  <a:pt x="201216" y="69322"/>
                  <a:pt x="202047" y="69796"/>
                </a:cubicBezTo>
                <a:cubicBezTo>
                  <a:pt x="202879" y="70270"/>
                  <a:pt x="204397" y="70507"/>
                  <a:pt x="206603" y="70507"/>
                </a:cubicBezTo>
                <a:lnTo>
                  <a:pt x="206603" y="72391"/>
                </a:lnTo>
                <a:lnTo>
                  <a:pt x="183950" y="72391"/>
                </a:lnTo>
                <a:lnTo>
                  <a:pt x="183950" y="70507"/>
                </a:lnTo>
                <a:cubicBezTo>
                  <a:pt x="186223" y="70507"/>
                  <a:pt x="187751" y="70287"/>
                  <a:pt x="188531" y="69847"/>
                </a:cubicBezTo>
                <a:cubicBezTo>
                  <a:pt x="189312" y="69407"/>
                  <a:pt x="189931" y="68679"/>
                  <a:pt x="190389" y="67663"/>
                </a:cubicBezTo>
                <a:cubicBezTo>
                  <a:pt x="190848" y="66647"/>
                  <a:pt x="191077" y="64699"/>
                  <a:pt x="191077" y="61821"/>
                </a:cubicBezTo>
                <a:lnTo>
                  <a:pt x="191077" y="43890"/>
                </a:lnTo>
                <a:cubicBezTo>
                  <a:pt x="191077" y="38844"/>
                  <a:pt x="190924" y="35576"/>
                  <a:pt x="190618" y="34087"/>
                </a:cubicBezTo>
                <a:cubicBezTo>
                  <a:pt x="190381" y="33003"/>
                  <a:pt x="190008" y="32250"/>
                  <a:pt x="189499" y="31827"/>
                </a:cubicBezTo>
                <a:cubicBezTo>
                  <a:pt x="188989" y="31404"/>
                  <a:pt x="188294" y="31192"/>
                  <a:pt x="187411" y="31192"/>
                </a:cubicBezTo>
                <a:cubicBezTo>
                  <a:pt x="186461" y="31192"/>
                  <a:pt x="185307" y="31446"/>
                  <a:pt x="183950" y="31954"/>
                </a:cubicBezTo>
                <a:lnTo>
                  <a:pt x="183237" y="30125"/>
                </a:lnTo>
                <a:lnTo>
                  <a:pt x="197287" y="24436"/>
                </a:lnTo>
                <a:lnTo>
                  <a:pt x="199527" y="24436"/>
                </a:lnTo>
                <a:close/>
                <a:moveTo>
                  <a:pt x="235575" y="24436"/>
                </a:moveTo>
                <a:cubicBezTo>
                  <a:pt x="242634" y="24436"/>
                  <a:pt x="248302" y="27114"/>
                  <a:pt x="252578" y="32471"/>
                </a:cubicBezTo>
                <a:cubicBezTo>
                  <a:pt x="256210" y="37047"/>
                  <a:pt x="258025" y="42303"/>
                  <a:pt x="258025" y="48237"/>
                </a:cubicBezTo>
                <a:cubicBezTo>
                  <a:pt x="258025" y="52407"/>
                  <a:pt x="257024" y="56628"/>
                  <a:pt x="255022" y="60900"/>
                </a:cubicBezTo>
                <a:cubicBezTo>
                  <a:pt x="253019" y="65171"/>
                  <a:pt x="250262" y="68391"/>
                  <a:pt x="246749" y="70561"/>
                </a:cubicBezTo>
                <a:cubicBezTo>
                  <a:pt x="243237" y="72731"/>
                  <a:pt x="239325" y="73816"/>
                  <a:pt x="235015" y="73816"/>
                </a:cubicBezTo>
                <a:cubicBezTo>
                  <a:pt x="227990" y="73816"/>
                  <a:pt x="222407" y="71019"/>
                  <a:pt x="218266" y="65424"/>
                </a:cubicBezTo>
                <a:cubicBezTo>
                  <a:pt x="214771" y="60712"/>
                  <a:pt x="213023" y="55424"/>
                  <a:pt x="213023" y="49559"/>
                </a:cubicBezTo>
                <a:cubicBezTo>
                  <a:pt x="213023" y="45287"/>
                  <a:pt x="214084" y="41040"/>
                  <a:pt x="216205" y="36819"/>
                </a:cubicBezTo>
                <a:cubicBezTo>
                  <a:pt x="218326" y="32598"/>
                  <a:pt x="221117" y="29479"/>
                  <a:pt x="224579" y="27461"/>
                </a:cubicBezTo>
                <a:cubicBezTo>
                  <a:pt x="228041" y="25444"/>
                  <a:pt x="231706" y="24436"/>
                  <a:pt x="235575" y="24436"/>
                </a:cubicBezTo>
                <a:moveTo>
                  <a:pt x="233997" y="27796"/>
                </a:moveTo>
                <a:cubicBezTo>
                  <a:pt x="232198" y="27796"/>
                  <a:pt x="230391" y="28330"/>
                  <a:pt x="228575" y="29398"/>
                </a:cubicBezTo>
                <a:cubicBezTo>
                  <a:pt x="226760" y="30466"/>
                  <a:pt x="225292" y="32339"/>
                  <a:pt x="224172" y="35016"/>
                </a:cubicBezTo>
                <a:cubicBezTo>
                  <a:pt x="223052" y="37694"/>
                  <a:pt x="222492" y="41135"/>
                  <a:pt x="222492" y="45338"/>
                </a:cubicBezTo>
                <a:cubicBezTo>
                  <a:pt x="222492" y="52117"/>
                  <a:pt x="223841" y="57965"/>
                  <a:pt x="226539" y="62880"/>
                </a:cubicBezTo>
                <a:cubicBezTo>
                  <a:pt x="229237" y="67795"/>
                  <a:pt x="232792" y="70252"/>
                  <a:pt x="237204" y="70252"/>
                </a:cubicBezTo>
                <a:cubicBezTo>
                  <a:pt x="240496" y="70252"/>
                  <a:pt x="243211" y="68897"/>
                  <a:pt x="245349" y="66185"/>
                </a:cubicBezTo>
                <a:cubicBezTo>
                  <a:pt x="247487" y="63473"/>
                  <a:pt x="248556" y="58812"/>
                  <a:pt x="248556" y="52203"/>
                </a:cubicBezTo>
                <a:cubicBezTo>
                  <a:pt x="248556" y="43931"/>
                  <a:pt x="246775" y="37422"/>
                  <a:pt x="243211" y="32676"/>
                </a:cubicBezTo>
                <a:cubicBezTo>
                  <a:pt x="240802" y="29422"/>
                  <a:pt x="237730" y="27796"/>
                  <a:pt x="233997" y="27796"/>
                </a:cubicBezTo>
                <a:close/>
                <a:moveTo>
                  <a:pt x="278490" y="34312"/>
                </a:moveTo>
                <a:cubicBezTo>
                  <a:pt x="283954" y="27728"/>
                  <a:pt x="289164" y="24436"/>
                  <a:pt x="294119" y="24436"/>
                </a:cubicBezTo>
                <a:cubicBezTo>
                  <a:pt x="296664" y="24436"/>
                  <a:pt x="298853" y="25071"/>
                  <a:pt x="300686" y="26341"/>
                </a:cubicBezTo>
                <a:cubicBezTo>
                  <a:pt x="302518" y="27611"/>
                  <a:pt x="303978" y="29702"/>
                  <a:pt x="305064" y="32614"/>
                </a:cubicBezTo>
                <a:cubicBezTo>
                  <a:pt x="305811" y="34645"/>
                  <a:pt x="306184" y="37761"/>
                  <a:pt x="306184" y="41961"/>
                </a:cubicBezTo>
                <a:lnTo>
                  <a:pt x="306184" y="61821"/>
                </a:lnTo>
                <a:cubicBezTo>
                  <a:pt x="306184" y="64767"/>
                  <a:pt x="306421" y="66765"/>
                  <a:pt x="306897" y="67815"/>
                </a:cubicBezTo>
                <a:cubicBezTo>
                  <a:pt x="307270" y="68662"/>
                  <a:pt x="307872" y="69322"/>
                  <a:pt x="308704" y="69796"/>
                </a:cubicBezTo>
                <a:cubicBezTo>
                  <a:pt x="309535" y="70270"/>
                  <a:pt x="311071" y="70507"/>
                  <a:pt x="313311" y="70507"/>
                </a:cubicBezTo>
                <a:lnTo>
                  <a:pt x="313311" y="72391"/>
                </a:lnTo>
                <a:lnTo>
                  <a:pt x="290250" y="72391"/>
                </a:lnTo>
                <a:lnTo>
                  <a:pt x="290250" y="70507"/>
                </a:lnTo>
                <a:lnTo>
                  <a:pt x="291217" y="70507"/>
                </a:lnTo>
                <a:cubicBezTo>
                  <a:pt x="293389" y="70507"/>
                  <a:pt x="294908" y="70178"/>
                  <a:pt x="295773" y="69519"/>
                </a:cubicBezTo>
                <a:cubicBezTo>
                  <a:pt x="296639" y="68860"/>
                  <a:pt x="297241" y="67890"/>
                  <a:pt x="297580" y="66608"/>
                </a:cubicBezTo>
                <a:cubicBezTo>
                  <a:pt x="297716" y="66101"/>
                  <a:pt x="297784" y="64514"/>
                  <a:pt x="297784" y="61846"/>
                </a:cubicBezTo>
                <a:lnTo>
                  <a:pt x="297784" y="42853"/>
                </a:lnTo>
                <a:cubicBezTo>
                  <a:pt x="297784" y="38633"/>
                  <a:pt x="297233" y="35569"/>
                  <a:pt x="296130" y="33661"/>
                </a:cubicBezTo>
                <a:cubicBezTo>
                  <a:pt x="295027" y="31753"/>
                  <a:pt x="293168" y="30799"/>
                  <a:pt x="290555" y="30799"/>
                </a:cubicBezTo>
                <a:cubicBezTo>
                  <a:pt x="286517" y="30799"/>
                  <a:pt x="282495" y="32994"/>
                  <a:pt x="278490" y="37384"/>
                </a:cubicBezTo>
                <a:lnTo>
                  <a:pt x="278490" y="61846"/>
                </a:lnTo>
                <a:cubicBezTo>
                  <a:pt x="278490" y="64987"/>
                  <a:pt x="278677" y="66928"/>
                  <a:pt x="279050" y="67671"/>
                </a:cubicBezTo>
                <a:cubicBezTo>
                  <a:pt x="279525" y="68649"/>
                  <a:pt x="280179" y="69367"/>
                  <a:pt x="281010" y="69823"/>
                </a:cubicBezTo>
                <a:cubicBezTo>
                  <a:pt x="281842" y="70279"/>
                  <a:pt x="283530" y="70507"/>
                  <a:pt x="286075" y="70507"/>
                </a:cubicBezTo>
                <a:lnTo>
                  <a:pt x="286075" y="72391"/>
                </a:lnTo>
                <a:lnTo>
                  <a:pt x="263014" y="72391"/>
                </a:lnTo>
                <a:lnTo>
                  <a:pt x="263014" y="70507"/>
                </a:lnTo>
                <a:lnTo>
                  <a:pt x="264032" y="70507"/>
                </a:lnTo>
                <a:cubicBezTo>
                  <a:pt x="266408" y="70507"/>
                  <a:pt x="268012" y="69906"/>
                  <a:pt x="268843" y="68705"/>
                </a:cubicBezTo>
                <a:cubicBezTo>
                  <a:pt x="269675" y="67502"/>
                  <a:pt x="270090" y="65207"/>
                  <a:pt x="270090" y="61821"/>
                </a:cubicBezTo>
                <a:lnTo>
                  <a:pt x="270090" y="44551"/>
                </a:lnTo>
                <a:cubicBezTo>
                  <a:pt x="270090" y="38963"/>
                  <a:pt x="269963" y="35561"/>
                  <a:pt x="269709" y="34342"/>
                </a:cubicBezTo>
                <a:cubicBezTo>
                  <a:pt x="269454" y="33122"/>
                  <a:pt x="269064" y="32292"/>
                  <a:pt x="268538" y="31852"/>
                </a:cubicBezTo>
                <a:cubicBezTo>
                  <a:pt x="268012" y="31412"/>
                  <a:pt x="267307" y="31192"/>
                  <a:pt x="266425" y="31192"/>
                </a:cubicBezTo>
                <a:cubicBezTo>
                  <a:pt x="265475" y="31192"/>
                  <a:pt x="264338" y="31446"/>
                  <a:pt x="263014" y="31954"/>
                </a:cubicBezTo>
                <a:lnTo>
                  <a:pt x="262251" y="30125"/>
                </a:lnTo>
                <a:lnTo>
                  <a:pt x="276301" y="24436"/>
                </a:lnTo>
                <a:lnTo>
                  <a:pt x="278490" y="24436"/>
                </a:lnTo>
                <a:lnTo>
                  <a:pt x="278490" y="34312"/>
                </a:lnTo>
                <a:close/>
                <a:moveTo>
                  <a:pt x="347165" y="24436"/>
                </a:moveTo>
                <a:lnTo>
                  <a:pt x="347165" y="40217"/>
                </a:lnTo>
                <a:lnTo>
                  <a:pt x="345485" y="40217"/>
                </a:lnTo>
                <a:cubicBezTo>
                  <a:pt x="344195" y="35267"/>
                  <a:pt x="342540" y="31901"/>
                  <a:pt x="340521" y="30117"/>
                </a:cubicBezTo>
                <a:cubicBezTo>
                  <a:pt x="338502" y="28332"/>
                  <a:pt x="335931" y="27439"/>
                  <a:pt x="332809" y="27439"/>
                </a:cubicBezTo>
                <a:cubicBezTo>
                  <a:pt x="330433" y="27439"/>
                  <a:pt x="328515" y="28067"/>
                  <a:pt x="327056" y="29321"/>
                </a:cubicBezTo>
                <a:cubicBezTo>
                  <a:pt x="325597" y="30575"/>
                  <a:pt x="324867" y="31965"/>
                  <a:pt x="324867" y="33491"/>
                </a:cubicBezTo>
                <a:cubicBezTo>
                  <a:pt x="324867" y="35389"/>
                  <a:pt x="325410" y="37016"/>
                  <a:pt x="326496" y="38372"/>
                </a:cubicBezTo>
                <a:cubicBezTo>
                  <a:pt x="327548" y="39762"/>
                  <a:pt x="329686" y="41237"/>
                  <a:pt x="332910" y="42796"/>
                </a:cubicBezTo>
                <a:lnTo>
                  <a:pt x="340343" y="46407"/>
                </a:lnTo>
                <a:cubicBezTo>
                  <a:pt x="347232" y="49763"/>
                  <a:pt x="350677" y="54187"/>
                  <a:pt x="350677" y="59680"/>
                </a:cubicBezTo>
                <a:cubicBezTo>
                  <a:pt x="350677" y="63917"/>
                  <a:pt x="349074" y="67332"/>
                  <a:pt x="345866" y="69926"/>
                </a:cubicBezTo>
                <a:cubicBezTo>
                  <a:pt x="342659" y="72519"/>
                  <a:pt x="339070" y="73816"/>
                  <a:pt x="335099" y="73816"/>
                </a:cubicBezTo>
                <a:cubicBezTo>
                  <a:pt x="332249" y="73816"/>
                  <a:pt x="328990" y="73307"/>
                  <a:pt x="325325" y="72289"/>
                </a:cubicBezTo>
                <a:cubicBezTo>
                  <a:pt x="324205" y="71949"/>
                  <a:pt x="323289" y="71780"/>
                  <a:pt x="322576" y="71780"/>
                </a:cubicBezTo>
                <a:cubicBezTo>
                  <a:pt x="321796" y="71780"/>
                  <a:pt x="321185" y="72221"/>
                  <a:pt x="320743" y="73103"/>
                </a:cubicBezTo>
                <a:lnTo>
                  <a:pt x="319064" y="73103"/>
                </a:lnTo>
                <a:lnTo>
                  <a:pt x="319064" y="56406"/>
                </a:lnTo>
                <a:lnTo>
                  <a:pt x="320743" y="56406"/>
                </a:lnTo>
                <a:cubicBezTo>
                  <a:pt x="321694" y="61174"/>
                  <a:pt x="323509" y="64767"/>
                  <a:pt x="326191" y="67185"/>
                </a:cubicBezTo>
                <a:cubicBezTo>
                  <a:pt x="328872" y="69603"/>
                  <a:pt x="331875" y="70812"/>
                  <a:pt x="335201" y="70812"/>
                </a:cubicBezTo>
                <a:cubicBezTo>
                  <a:pt x="337543" y="70812"/>
                  <a:pt x="339452" y="70126"/>
                  <a:pt x="340928" y="68754"/>
                </a:cubicBezTo>
                <a:cubicBezTo>
                  <a:pt x="342405" y="67380"/>
                  <a:pt x="343143" y="65728"/>
                  <a:pt x="343143" y="63795"/>
                </a:cubicBezTo>
                <a:cubicBezTo>
                  <a:pt x="343143" y="61456"/>
                  <a:pt x="342320" y="59489"/>
                  <a:pt x="340674" y="57896"/>
                </a:cubicBezTo>
                <a:cubicBezTo>
                  <a:pt x="339028" y="56303"/>
                  <a:pt x="335744" y="54287"/>
                  <a:pt x="330823" y="51846"/>
                </a:cubicBezTo>
                <a:cubicBezTo>
                  <a:pt x="325902" y="49405"/>
                  <a:pt x="322678" y="47201"/>
                  <a:pt x="321151" y="45235"/>
                </a:cubicBezTo>
                <a:cubicBezTo>
                  <a:pt x="319624" y="43302"/>
                  <a:pt x="318860" y="40861"/>
                  <a:pt x="318860" y="37912"/>
                </a:cubicBezTo>
                <a:cubicBezTo>
                  <a:pt x="318860" y="34081"/>
                  <a:pt x="320175" y="30878"/>
                  <a:pt x="322805" y="28301"/>
                </a:cubicBezTo>
                <a:cubicBezTo>
                  <a:pt x="325435" y="25724"/>
                  <a:pt x="328838" y="24436"/>
                  <a:pt x="333012" y="24436"/>
                </a:cubicBezTo>
                <a:cubicBezTo>
                  <a:pt x="334845" y="24436"/>
                  <a:pt x="337068" y="24826"/>
                  <a:pt x="339681" y="25607"/>
                </a:cubicBezTo>
                <a:cubicBezTo>
                  <a:pt x="341412" y="26116"/>
                  <a:pt x="342566" y="26370"/>
                  <a:pt x="343143" y="26370"/>
                </a:cubicBezTo>
                <a:cubicBezTo>
                  <a:pt x="343686" y="26370"/>
                  <a:pt x="344110" y="26251"/>
                  <a:pt x="344415" y="26014"/>
                </a:cubicBezTo>
                <a:cubicBezTo>
                  <a:pt x="344721" y="25776"/>
                  <a:pt x="345077" y="25250"/>
                  <a:pt x="345485" y="24436"/>
                </a:cubicBezTo>
                <a:lnTo>
                  <a:pt x="347165" y="24436"/>
                </a:lnTo>
                <a:close/>
                <a:moveTo>
                  <a:pt x="366983" y="62515"/>
                </a:moveTo>
                <a:cubicBezTo>
                  <a:pt x="368578" y="62515"/>
                  <a:pt x="369918" y="63066"/>
                  <a:pt x="371004" y="64169"/>
                </a:cubicBezTo>
                <a:cubicBezTo>
                  <a:pt x="372090" y="65272"/>
                  <a:pt x="372633" y="66604"/>
                  <a:pt x="372633" y="68165"/>
                </a:cubicBezTo>
                <a:cubicBezTo>
                  <a:pt x="372633" y="69726"/>
                  <a:pt x="372082" y="71059"/>
                  <a:pt x="370979" y="72162"/>
                </a:cubicBezTo>
                <a:cubicBezTo>
                  <a:pt x="369876" y="73265"/>
                  <a:pt x="368544" y="73816"/>
                  <a:pt x="366983" y="73816"/>
                </a:cubicBezTo>
                <a:cubicBezTo>
                  <a:pt x="365421" y="73816"/>
                  <a:pt x="364089" y="73265"/>
                  <a:pt x="362986" y="72162"/>
                </a:cubicBezTo>
                <a:cubicBezTo>
                  <a:pt x="361883" y="71059"/>
                  <a:pt x="361332" y="69726"/>
                  <a:pt x="361332" y="68165"/>
                </a:cubicBezTo>
                <a:cubicBezTo>
                  <a:pt x="361332" y="66570"/>
                  <a:pt x="361883" y="65230"/>
                  <a:pt x="362986" y="64144"/>
                </a:cubicBezTo>
                <a:cubicBezTo>
                  <a:pt x="364089" y="63058"/>
                  <a:pt x="365421" y="62515"/>
                  <a:pt x="366983" y="62515"/>
                </a:cubicBezTo>
                <a:close/>
                <a:moveTo>
                  <a:pt x="379913" y="30346"/>
                </a:moveTo>
                <a:lnTo>
                  <a:pt x="394269" y="24537"/>
                </a:lnTo>
                <a:lnTo>
                  <a:pt x="396204" y="24537"/>
                </a:lnTo>
                <a:lnTo>
                  <a:pt x="396204" y="35432"/>
                </a:lnTo>
                <a:cubicBezTo>
                  <a:pt x="398613" y="31325"/>
                  <a:pt x="401031" y="28466"/>
                  <a:pt x="403458" y="26854"/>
                </a:cubicBezTo>
                <a:cubicBezTo>
                  <a:pt x="405885" y="25242"/>
                  <a:pt x="408438" y="24436"/>
                  <a:pt x="411120" y="24436"/>
                </a:cubicBezTo>
                <a:cubicBezTo>
                  <a:pt x="415803" y="24436"/>
                  <a:pt x="419706" y="26266"/>
                  <a:pt x="422828" y="29927"/>
                </a:cubicBezTo>
                <a:cubicBezTo>
                  <a:pt x="426663" y="34403"/>
                  <a:pt x="428581" y="40234"/>
                  <a:pt x="428581" y="47422"/>
                </a:cubicBezTo>
                <a:cubicBezTo>
                  <a:pt x="428581" y="55457"/>
                  <a:pt x="426273" y="62102"/>
                  <a:pt x="421657" y="67357"/>
                </a:cubicBezTo>
                <a:cubicBezTo>
                  <a:pt x="417856" y="71663"/>
                  <a:pt x="413071" y="73816"/>
                  <a:pt x="407302" y="73816"/>
                </a:cubicBezTo>
                <a:cubicBezTo>
                  <a:pt x="404790" y="73816"/>
                  <a:pt x="402618" y="73460"/>
                  <a:pt x="400785" y="72747"/>
                </a:cubicBezTo>
                <a:cubicBezTo>
                  <a:pt x="399428" y="72238"/>
                  <a:pt x="397901" y="71220"/>
                  <a:pt x="396204" y="69692"/>
                </a:cubicBezTo>
                <a:lnTo>
                  <a:pt x="396204" y="83896"/>
                </a:lnTo>
                <a:cubicBezTo>
                  <a:pt x="396204" y="87086"/>
                  <a:pt x="396399" y="89114"/>
                  <a:pt x="396789" y="89979"/>
                </a:cubicBezTo>
                <a:cubicBezTo>
                  <a:pt x="397179" y="90845"/>
                  <a:pt x="397858" y="91532"/>
                  <a:pt x="398825" y="92041"/>
                </a:cubicBezTo>
                <a:cubicBezTo>
                  <a:pt x="399793" y="92550"/>
                  <a:pt x="401549" y="92805"/>
                  <a:pt x="404094" y="92805"/>
                </a:cubicBezTo>
                <a:lnTo>
                  <a:pt x="404094" y="94688"/>
                </a:lnTo>
                <a:lnTo>
                  <a:pt x="379659" y="94688"/>
                </a:lnTo>
                <a:lnTo>
                  <a:pt x="379659" y="92805"/>
                </a:lnTo>
                <a:lnTo>
                  <a:pt x="380931" y="92805"/>
                </a:lnTo>
                <a:cubicBezTo>
                  <a:pt x="382798" y="92838"/>
                  <a:pt x="384393" y="92482"/>
                  <a:pt x="385717" y="91734"/>
                </a:cubicBezTo>
                <a:cubicBezTo>
                  <a:pt x="386362" y="91361"/>
                  <a:pt x="386862" y="90758"/>
                  <a:pt x="387218" y="89925"/>
                </a:cubicBezTo>
                <a:cubicBezTo>
                  <a:pt x="387575" y="89094"/>
                  <a:pt x="387753" y="86980"/>
                  <a:pt x="387753" y="83584"/>
                </a:cubicBezTo>
                <a:lnTo>
                  <a:pt x="387753" y="39465"/>
                </a:lnTo>
                <a:cubicBezTo>
                  <a:pt x="387753" y="36442"/>
                  <a:pt x="387617" y="34523"/>
                  <a:pt x="387346" y="33709"/>
                </a:cubicBezTo>
                <a:cubicBezTo>
                  <a:pt x="387074" y="32893"/>
                  <a:pt x="386642" y="32282"/>
                  <a:pt x="386048" y="31875"/>
                </a:cubicBezTo>
                <a:cubicBezTo>
                  <a:pt x="385454" y="31466"/>
                  <a:pt x="384648" y="31262"/>
                  <a:pt x="383630" y="31262"/>
                </a:cubicBezTo>
                <a:cubicBezTo>
                  <a:pt x="382815" y="31262"/>
                  <a:pt x="381780" y="31500"/>
                  <a:pt x="380524" y="31975"/>
                </a:cubicBezTo>
                <a:lnTo>
                  <a:pt x="379913" y="30346"/>
                </a:lnTo>
                <a:moveTo>
                  <a:pt x="396204" y="38527"/>
                </a:moveTo>
                <a:lnTo>
                  <a:pt x="396204" y="55916"/>
                </a:lnTo>
                <a:cubicBezTo>
                  <a:pt x="396204" y="59679"/>
                  <a:pt x="396356" y="62153"/>
                  <a:pt x="396662" y="63339"/>
                </a:cubicBezTo>
                <a:cubicBezTo>
                  <a:pt x="397137" y="65305"/>
                  <a:pt x="398299" y="67034"/>
                  <a:pt x="400149" y="68525"/>
                </a:cubicBezTo>
                <a:cubicBezTo>
                  <a:pt x="401999" y="70016"/>
                  <a:pt x="404332" y="70762"/>
                  <a:pt x="407149" y="70762"/>
                </a:cubicBezTo>
                <a:cubicBezTo>
                  <a:pt x="410543" y="70762"/>
                  <a:pt x="413292" y="69440"/>
                  <a:pt x="415396" y="66796"/>
                </a:cubicBezTo>
                <a:cubicBezTo>
                  <a:pt x="418145" y="63339"/>
                  <a:pt x="419519" y="58475"/>
                  <a:pt x="419519" y="52204"/>
                </a:cubicBezTo>
                <a:cubicBezTo>
                  <a:pt x="419519" y="45087"/>
                  <a:pt x="417958" y="39613"/>
                  <a:pt x="414836" y="35783"/>
                </a:cubicBezTo>
                <a:cubicBezTo>
                  <a:pt x="412664" y="33139"/>
                  <a:pt x="410084" y="31817"/>
                  <a:pt x="407098" y="31817"/>
                </a:cubicBezTo>
                <a:cubicBezTo>
                  <a:pt x="405469" y="31817"/>
                  <a:pt x="403857" y="32224"/>
                  <a:pt x="402262" y="33037"/>
                </a:cubicBezTo>
                <a:cubicBezTo>
                  <a:pt x="401040" y="33647"/>
                  <a:pt x="399021" y="35477"/>
                  <a:pt x="396204" y="38527"/>
                </a:cubicBezTo>
                <a:close/>
                <a:moveTo>
                  <a:pt x="432755" y="25759"/>
                </a:moveTo>
                <a:lnTo>
                  <a:pt x="454493" y="25759"/>
                </a:lnTo>
                <a:lnTo>
                  <a:pt x="454493" y="27643"/>
                </a:lnTo>
                <a:lnTo>
                  <a:pt x="453424" y="27643"/>
                </a:lnTo>
                <a:cubicBezTo>
                  <a:pt x="451897" y="27643"/>
                  <a:pt x="450751" y="27974"/>
                  <a:pt x="449988" y="28636"/>
                </a:cubicBezTo>
                <a:cubicBezTo>
                  <a:pt x="449224" y="29297"/>
                  <a:pt x="448842" y="30120"/>
                  <a:pt x="448842" y="31105"/>
                </a:cubicBezTo>
                <a:cubicBezTo>
                  <a:pt x="448842" y="32428"/>
                  <a:pt x="449402" y="34261"/>
                  <a:pt x="450522" y="36603"/>
                </a:cubicBezTo>
                <a:lnTo>
                  <a:pt x="461874" y="60122"/>
                </a:lnTo>
                <a:lnTo>
                  <a:pt x="472310" y="34363"/>
                </a:lnTo>
                <a:cubicBezTo>
                  <a:pt x="472887" y="32971"/>
                  <a:pt x="473176" y="31597"/>
                  <a:pt x="473176" y="30239"/>
                </a:cubicBezTo>
                <a:cubicBezTo>
                  <a:pt x="473176" y="29628"/>
                  <a:pt x="473057" y="29170"/>
                  <a:pt x="472820" y="28865"/>
                </a:cubicBezTo>
                <a:cubicBezTo>
                  <a:pt x="472548" y="28491"/>
                  <a:pt x="472124" y="28194"/>
                  <a:pt x="471547" y="27974"/>
                </a:cubicBezTo>
                <a:cubicBezTo>
                  <a:pt x="470970" y="27753"/>
                  <a:pt x="469952" y="27643"/>
                  <a:pt x="468492" y="27643"/>
                </a:cubicBezTo>
                <a:lnTo>
                  <a:pt x="468492" y="25759"/>
                </a:lnTo>
                <a:lnTo>
                  <a:pt x="483663" y="25759"/>
                </a:lnTo>
                <a:lnTo>
                  <a:pt x="483663" y="27643"/>
                </a:lnTo>
                <a:cubicBezTo>
                  <a:pt x="482407" y="27779"/>
                  <a:pt x="481440" y="28050"/>
                  <a:pt x="480761" y="28457"/>
                </a:cubicBezTo>
                <a:cubicBezTo>
                  <a:pt x="480082" y="28865"/>
                  <a:pt x="479336" y="29628"/>
                  <a:pt x="478521" y="30748"/>
                </a:cubicBezTo>
                <a:cubicBezTo>
                  <a:pt x="478216" y="31223"/>
                  <a:pt x="477639" y="32530"/>
                  <a:pt x="476790" y="34668"/>
                </a:cubicBezTo>
                <a:lnTo>
                  <a:pt x="457802" y="81198"/>
                </a:lnTo>
                <a:cubicBezTo>
                  <a:pt x="455969" y="85711"/>
                  <a:pt x="453568" y="89122"/>
                  <a:pt x="450598" y="91430"/>
                </a:cubicBezTo>
                <a:cubicBezTo>
                  <a:pt x="447629" y="93738"/>
                  <a:pt x="444769" y="94892"/>
                  <a:pt x="442020" y="94892"/>
                </a:cubicBezTo>
                <a:cubicBezTo>
                  <a:pt x="440018" y="94892"/>
                  <a:pt x="438372" y="94322"/>
                  <a:pt x="437082" y="93182"/>
                </a:cubicBezTo>
                <a:cubicBezTo>
                  <a:pt x="435793" y="92041"/>
                  <a:pt x="435148" y="90734"/>
                  <a:pt x="435148" y="89259"/>
                </a:cubicBezTo>
                <a:cubicBezTo>
                  <a:pt x="435148" y="87850"/>
                  <a:pt x="435615" y="86714"/>
                  <a:pt x="436548" y="85851"/>
                </a:cubicBezTo>
                <a:cubicBezTo>
                  <a:pt x="437481" y="84989"/>
                  <a:pt x="438762" y="84558"/>
                  <a:pt x="440391" y="84558"/>
                </a:cubicBezTo>
                <a:cubicBezTo>
                  <a:pt x="441511" y="84558"/>
                  <a:pt x="443039" y="84931"/>
                  <a:pt x="444973" y="85677"/>
                </a:cubicBezTo>
                <a:cubicBezTo>
                  <a:pt x="446331" y="86187"/>
                  <a:pt x="447179" y="86441"/>
                  <a:pt x="447519" y="86441"/>
                </a:cubicBezTo>
                <a:cubicBezTo>
                  <a:pt x="448537" y="86441"/>
                  <a:pt x="449648" y="85911"/>
                  <a:pt x="450853" y="84852"/>
                </a:cubicBezTo>
                <a:cubicBezTo>
                  <a:pt x="452058" y="83793"/>
                  <a:pt x="453271" y="81744"/>
                  <a:pt x="454493" y="78705"/>
                </a:cubicBezTo>
                <a:lnTo>
                  <a:pt x="457802" y="70558"/>
                </a:lnTo>
                <a:lnTo>
                  <a:pt x="441053" y="35381"/>
                </a:lnTo>
                <a:cubicBezTo>
                  <a:pt x="440544" y="34329"/>
                  <a:pt x="439730" y="33022"/>
                  <a:pt x="438610" y="31461"/>
                </a:cubicBezTo>
                <a:cubicBezTo>
                  <a:pt x="437761" y="30273"/>
                  <a:pt x="437065" y="29475"/>
                  <a:pt x="436522" y="29068"/>
                </a:cubicBezTo>
                <a:cubicBezTo>
                  <a:pt x="435742" y="28525"/>
                  <a:pt x="434486" y="28050"/>
                  <a:pt x="432755" y="27643"/>
                </a:cubicBezTo>
                <a:lnTo>
                  <a:pt x="432755" y="25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CDFA1-9248-4378-BE6C-6E03C0A0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" y="2140812"/>
            <a:ext cx="142122" cy="94942"/>
          </a:xfrm>
          <a:custGeom xmlns:a="http://schemas.openxmlformats.org/drawingml/2006/main">
            <a:pathLst>
              <a:path w="142122" h="94942" fill="none">
                <a:moveTo>
                  <a:pt x="0" y="0"/>
                </a:moveTo>
                <a:lnTo>
                  <a:pt x="0" y="94942"/>
                </a:lnTo>
                <a:lnTo>
                  <a:pt x="142122" y="94942"/>
                </a:lnTo>
              </a:path>
            </a:pathLst>
          </a:custGeom>
          <a:noFill xmlns:a="http://schemas.openxmlformats.org/drawingml/2006/main"/>
          <a:ln xmlns:a="http://schemas.openxmlformats.org/drawingml/2006/main" w="6516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877C8-3B1C-48F1-89CB-AAFBC25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9" y="2140811"/>
            <a:ext cx="137505" cy="238562"/>
          </a:xfrm>
          <a:custGeom xmlns:a="http://schemas.openxmlformats.org/drawingml/2006/main">
            <a:pathLst>
              <a:path w="137505" h="238562" fill="none">
                <a:moveTo>
                  <a:pt x="0" y="0"/>
                </a:moveTo>
                <a:lnTo>
                  <a:pt x="0" y="238562"/>
                </a:lnTo>
                <a:lnTo>
                  <a:pt x="137505" y="238562"/>
                </a:lnTo>
              </a:path>
            </a:pathLst>
          </a:custGeom>
          <a:noFill xmlns:a="http://schemas.openxmlformats.org/drawingml/2006/main"/>
          <a:ln xmlns:a="http://schemas.openxmlformats.org/drawingml/2006/main" w="6516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4E08F-D000-407B-9E91-D6B3E1D3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5" y="2432736"/>
            <a:ext cx="174052" cy="93364"/>
          </a:xfrm>
          <a:custGeom xmlns:a="http://schemas.openxmlformats.org/drawingml/2006/main">
            <a:pathLst>
              <a:path w="174052" h="93364" fill="none">
                <a:moveTo>
                  <a:pt x="0" y="0"/>
                </a:moveTo>
                <a:lnTo>
                  <a:pt x="0" y="93364"/>
                </a:lnTo>
                <a:lnTo>
                  <a:pt x="174052" y="93364"/>
                </a:lnTo>
              </a:path>
            </a:pathLst>
          </a:custGeom>
          <a:noFill xmlns:a="http://schemas.openxmlformats.org/drawingml/2006/main"/>
          <a:ln xmlns:a="http://schemas.openxmlformats.org/drawingml/2006/main" w="6516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C30F9-BE4B-45DC-92AB-0DA5C58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5" y="2432736"/>
            <a:ext cx="174052" cy="244030"/>
          </a:xfrm>
          <a:custGeom xmlns:a="http://schemas.openxmlformats.org/drawingml/2006/main">
            <a:pathLst>
              <a:path w="174052" h="244030" fill="none">
                <a:moveTo>
                  <a:pt x="0" y="0"/>
                </a:moveTo>
                <a:lnTo>
                  <a:pt x="0" y="244030"/>
                </a:lnTo>
                <a:lnTo>
                  <a:pt x="174052" y="244030"/>
                </a:lnTo>
              </a:path>
            </a:pathLst>
          </a:custGeom>
          <a:noFill xmlns:a="http://schemas.openxmlformats.org/drawingml/2006/main"/>
          <a:ln xmlns:a="http://schemas.openxmlformats.org/drawingml/2006/main" w="6516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8FEBD-AE34-4FF9-9F34-8C87DC20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6" y="2432735"/>
            <a:ext cx="174052" cy="385472"/>
          </a:xfrm>
          <a:custGeom xmlns:a="http://schemas.openxmlformats.org/drawingml/2006/main">
            <a:pathLst>
              <a:path w="174052" h="385472" fill="none">
                <a:moveTo>
                  <a:pt x="0" y="0"/>
                </a:moveTo>
                <a:lnTo>
                  <a:pt x="0" y="385472"/>
                </a:lnTo>
                <a:lnTo>
                  <a:pt x="174052" y="385472"/>
                </a:lnTo>
              </a:path>
            </a:pathLst>
          </a:custGeom>
          <a:noFill xmlns:a="http://schemas.openxmlformats.org/drawingml/2006/main"/>
          <a:ln xmlns:a="http://schemas.openxmlformats.org/drawingml/2006/main" w="6516" cap="flat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4464E-DFC0-4AB7-8F97-9B701C29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413" y="2096265"/>
            <a:ext cx="858713" cy="314672"/>
          </a:xfrm>
          <a:custGeom xmlns:a="http://schemas.openxmlformats.org/drawingml/2006/main">
            <a:pathLst>
              <a:path w="858713" h="314672">
                <a:moveTo>
                  <a:pt x="138150" y="0"/>
                </a:moveTo>
                <a:lnTo>
                  <a:pt x="720564" y="0"/>
                </a:lnTo>
                <a:cubicBezTo>
                  <a:pt x="796862" y="0"/>
                  <a:pt x="858713" y="70442"/>
                  <a:pt x="858713" y="157336"/>
                </a:cubicBezTo>
                <a:cubicBezTo>
                  <a:pt x="858713" y="244230"/>
                  <a:pt x="796862" y="314672"/>
                  <a:pt x="720564" y="314672"/>
                </a:cubicBezTo>
                <a:lnTo>
                  <a:pt x="138150" y="314672"/>
                </a:lnTo>
                <a:cubicBezTo>
                  <a:pt x="61852" y="314672"/>
                  <a:pt x="0" y="244230"/>
                  <a:pt x="0" y="157336"/>
                </a:cubicBezTo>
                <a:cubicBezTo>
                  <a:pt x="0" y="70442"/>
                  <a:pt x="61852" y="0"/>
                  <a:pt x="138150" y="0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784ee25364b74"/>
          <a:stretch xmlns:a="http://schemas.openxmlformats.org/drawingml/2006/main"/>
        </p:blipFill>
        <p:spPr>
          <a:xfrm xmlns:a="http://schemas.openxmlformats.org/drawingml/2006/main">
            <a:off x="1206664" y="2172879"/>
            <a:ext cx="128902" cy="157336"/>
          </a:xfrm>
          <a:prstGeom xmlns:a="http://schemas.openxmlformats.org/drawingml/2006/main" prst="rect">
            <a:avLst/>
          </a:prstGeom>
        </p:spPr>
      </p:pic>
      <p:sp>
        <p:nvSpPr>
          <p:cNvPr id="39" name="Text CommitID">
            <a:extLst xmlns:a="http://schemas.openxmlformats.org/drawingml/2006/main">
              <a:ext uri="{FF2B5EF4-FFF2-40B4-BE49-F238E27FC236}">
                <a16:creationId xmlns:a16="http://schemas.microsoft.com/office/drawing/2014/main" id="{E50332A0-9DB7-4F2A-8EB8-49197B8D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745" y="2155462"/>
            <a:ext cx="471567" cy="73918"/>
          </a:xfrm>
          <a:custGeom xmlns:a="http://schemas.openxmlformats.org/drawingml/2006/main">
            <a:pathLst>
              <a:path w="471567" h="73918">
                <a:moveTo>
                  <a:pt x="59002" y="1833"/>
                </a:moveTo>
                <a:lnTo>
                  <a:pt x="60580" y="25250"/>
                </a:lnTo>
                <a:lnTo>
                  <a:pt x="59002" y="25250"/>
                </a:lnTo>
                <a:cubicBezTo>
                  <a:pt x="56898" y="18207"/>
                  <a:pt x="53894" y="13137"/>
                  <a:pt x="49991" y="10042"/>
                </a:cubicBezTo>
                <a:cubicBezTo>
                  <a:pt x="46088" y="6945"/>
                  <a:pt x="41405" y="5396"/>
                  <a:pt x="35941" y="5396"/>
                </a:cubicBezTo>
                <a:cubicBezTo>
                  <a:pt x="31359" y="5396"/>
                  <a:pt x="27219" y="6560"/>
                  <a:pt x="23519" y="8887"/>
                </a:cubicBezTo>
                <a:cubicBezTo>
                  <a:pt x="19820" y="11212"/>
                  <a:pt x="16910" y="14923"/>
                  <a:pt x="14789" y="20018"/>
                </a:cubicBezTo>
                <a:cubicBezTo>
                  <a:pt x="12668" y="25113"/>
                  <a:pt x="11607" y="31448"/>
                  <a:pt x="11607" y="39022"/>
                </a:cubicBezTo>
                <a:cubicBezTo>
                  <a:pt x="11607" y="45271"/>
                  <a:pt x="12608" y="50689"/>
                  <a:pt x="14610" y="55275"/>
                </a:cubicBezTo>
                <a:cubicBezTo>
                  <a:pt x="16613" y="59859"/>
                  <a:pt x="19625" y="63375"/>
                  <a:pt x="23647" y="65820"/>
                </a:cubicBezTo>
                <a:cubicBezTo>
                  <a:pt x="27668" y="68266"/>
                  <a:pt x="32258" y="69489"/>
                  <a:pt x="37417" y="69489"/>
                </a:cubicBezTo>
                <a:cubicBezTo>
                  <a:pt x="41897" y="69489"/>
                  <a:pt x="45851" y="68530"/>
                  <a:pt x="49279" y="66613"/>
                </a:cubicBezTo>
                <a:cubicBezTo>
                  <a:pt x="52706" y="64695"/>
                  <a:pt x="56473" y="60885"/>
                  <a:pt x="60580" y="55184"/>
                </a:cubicBezTo>
                <a:lnTo>
                  <a:pt x="62158" y="56199"/>
                </a:lnTo>
                <a:cubicBezTo>
                  <a:pt x="58696" y="62326"/>
                  <a:pt x="54658" y="66811"/>
                  <a:pt x="50042" y="69654"/>
                </a:cubicBezTo>
                <a:cubicBezTo>
                  <a:pt x="45427" y="72497"/>
                  <a:pt x="39945" y="73918"/>
                  <a:pt x="33599" y="73918"/>
                </a:cubicBezTo>
                <a:cubicBezTo>
                  <a:pt x="22162" y="73918"/>
                  <a:pt x="13304" y="69681"/>
                  <a:pt x="7025" y="61208"/>
                </a:cubicBezTo>
                <a:cubicBezTo>
                  <a:pt x="2342" y="54905"/>
                  <a:pt x="0" y="47484"/>
                  <a:pt x="0" y="38943"/>
                </a:cubicBezTo>
                <a:cubicBezTo>
                  <a:pt x="0" y="32063"/>
                  <a:pt x="1544" y="25742"/>
                  <a:pt x="4633" y="19981"/>
                </a:cubicBezTo>
                <a:cubicBezTo>
                  <a:pt x="7721" y="14220"/>
                  <a:pt x="11972" y="9755"/>
                  <a:pt x="17385" y="6586"/>
                </a:cubicBezTo>
                <a:cubicBezTo>
                  <a:pt x="22798" y="3417"/>
                  <a:pt x="28712" y="1833"/>
                  <a:pt x="35126" y="1833"/>
                </a:cubicBezTo>
                <a:cubicBezTo>
                  <a:pt x="40115" y="1833"/>
                  <a:pt x="45036" y="3054"/>
                  <a:pt x="49889" y="5498"/>
                </a:cubicBezTo>
                <a:cubicBezTo>
                  <a:pt x="51315" y="6245"/>
                  <a:pt x="52333" y="6618"/>
                  <a:pt x="52944" y="6618"/>
                </a:cubicBezTo>
                <a:cubicBezTo>
                  <a:pt x="53860" y="6618"/>
                  <a:pt x="54658" y="6296"/>
                  <a:pt x="55337" y="5651"/>
                </a:cubicBezTo>
                <a:cubicBezTo>
                  <a:pt x="56219" y="4734"/>
                  <a:pt x="56847" y="3462"/>
                  <a:pt x="57220" y="1833"/>
                </a:cubicBezTo>
                <a:lnTo>
                  <a:pt x="59002" y="1833"/>
                </a:lnTo>
                <a:close/>
                <a:moveTo>
                  <a:pt x="91807" y="24436"/>
                </a:moveTo>
                <a:cubicBezTo>
                  <a:pt x="98866" y="24436"/>
                  <a:pt x="104534" y="27114"/>
                  <a:pt x="108810" y="32471"/>
                </a:cubicBezTo>
                <a:cubicBezTo>
                  <a:pt x="112441" y="37047"/>
                  <a:pt x="114257" y="42303"/>
                  <a:pt x="114257" y="48237"/>
                </a:cubicBezTo>
                <a:cubicBezTo>
                  <a:pt x="114257" y="52407"/>
                  <a:pt x="113256" y="56628"/>
                  <a:pt x="111254" y="60900"/>
                </a:cubicBezTo>
                <a:cubicBezTo>
                  <a:pt x="109251" y="65171"/>
                  <a:pt x="106494" y="68391"/>
                  <a:pt x="102981" y="70561"/>
                </a:cubicBezTo>
                <a:cubicBezTo>
                  <a:pt x="99468" y="72731"/>
                  <a:pt x="95557" y="73816"/>
                  <a:pt x="91247" y="73816"/>
                </a:cubicBezTo>
                <a:cubicBezTo>
                  <a:pt x="84222" y="73816"/>
                  <a:pt x="78639" y="71019"/>
                  <a:pt x="74498" y="65424"/>
                </a:cubicBezTo>
                <a:cubicBezTo>
                  <a:pt x="71003" y="60712"/>
                  <a:pt x="69255" y="55424"/>
                  <a:pt x="69255" y="49559"/>
                </a:cubicBezTo>
                <a:cubicBezTo>
                  <a:pt x="69255" y="45287"/>
                  <a:pt x="70315" y="41040"/>
                  <a:pt x="72437" y="36819"/>
                </a:cubicBezTo>
                <a:cubicBezTo>
                  <a:pt x="74558" y="32598"/>
                  <a:pt x="77349" y="29479"/>
                  <a:pt x="80811" y="27461"/>
                </a:cubicBezTo>
                <a:cubicBezTo>
                  <a:pt x="84273" y="25444"/>
                  <a:pt x="87938" y="24436"/>
                  <a:pt x="91807" y="24436"/>
                </a:cubicBezTo>
                <a:moveTo>
                  <a:pt x="90229" y="27796"/>
                </a:moveTo>
                <a:cubicBezTo>
                  <a:pt x="88430" y="27796"/>
                  <a:pt x="86623" y="28330"/>
                  <a:pt x="84807" y="29398"/>
                </a:cubicBezTo>
                <a:cubicBezTo>
                  <a:pt x="82991" y="30466"/>
                  <a:pt x="81524" y="32339"/>
                  <a:pt x="80404" y="35016"/>
                </a:cubicBezTo>
                <a:cubicBezTo>
                  <a:pt x="79284" y="37694"/>
                  <a:pt x="78724" y="41135"/>
                  <a:pt x="78724" y="45338"/>
                </a:cubicBezTo>
                <a:cubicBezTo>
                  <a:pt x="78724" y="52117"/>
                  <a:pt x="80073" y="57965"/>
                  <a:pt x="82771" y="62880"/>
                </a:cubicBezTo>
                <a:cubicBezTo>
                  <a:pt x="85469" y="67795"/>
                  <a:pt x="89024" y="70252"/>
                  <a:pt x="93436" y="70252"/>
                </a:cubicBezTo>
                <a:cubicBezTo>
                  <a:pt x="96728" y="70252"/>
                  <a:pt x="99443" y="68897"/>
                  <a:pt x="101581" y="66185"/>
                </a:cubicBezTo>
                <a:cubicBezTo>
                  <a:pt x="103719" y="63473"/>
                  <a:pt x="104788" y="58812"/>
                  <a:pt x="104788" y="52203"/>
                </a:cubicBezTo>
                <a:cubicBezTo>
                  <a:pt x="104788" y="43931"/>
                  <a:pt x="103007" y="37422"/>
                  <a:pt x="99443" y="32676"/>
                </a:cubicBezTo>
                <a:cubicBezTo>
                  <a:pt x="97033" y="29422"/>
                  <a:pt x="93962" y="27796"/>
                  <a:pt x="90229" y="27796"/>
                </a:cubicBezTo>
                <a:close/>
                <a:moveTo>
                  <a:pt x="134976" y="34363"/>
                </a:moveTo>
                <a:cubicBezTo>
                  <a:pt x="138370" y="30969"/>
                  <a:pt x="140373" y="29017"/>
                  <a:pt x="140984" y="28508"/>
                </a:cubicBezTo>
                <a:cubicBezTo>
                  <a:pt x="142511" y="27219"/>
                  <a:pt x="144157" y="26217"/>
                  <a:pt x="145922" y="25505"/>
                </a:cubicBezTo>
                <a:cubicBezTo>
                  <a:pt x="147686" y="24792"/>
                  <a:pt x="149434" y="24436"/>
                  <a:pt x="151165" y="24436"/>
                </a:cubicBezTo>
                <a:cubicBezTo>
                  <a:pt x="154084" y="24436"/>
                  <a:pt x="156595" y="25284"/>
                  <a:pt x="158699" y="26981"/>
                </a:cubicBezTo>
                <a:cubicBezTo>
                  <a:pt x="160804" y="28678"/>
                  <a:pt x="162212" y="31138"/>
                  <a:pt x="162925" y="34363"/>
                </a:cubicBezTo>
                <a:cubicBezTo>
                  <a:pt x="166420" y="30290"/>
                  <a:pt x="169373" y="27617"/>
                  <a:pt x="171783" y="26345"/>
                </a:cubicBezTo>
                <a:cubicBezTo>
                  <a:pt x="174192" y="25072"/>
                  <a:pt x="176670" y="24436"/>
                  <a:pt x="179215" y="24436"/>
                </a:cubicBezTo>
                <a:cubicBezTo>
                  <a:pt x="181693" y="24436"/>
                  <a:pt x="183890" y="25071"/>
                  <a:pt x="185808" y="26341"/>
                </a:cubicBezTo>
                <a:cubicBezTo>
                  <a:pt x="187725" y="27611"/>
                  <a:pt x="189244" y="29685"/>
                  <a:pt x="190364" y="32563"/>
                </a:cubicBezTo>
                <a:cubicBezTo>
                  <a:pt x="191111" y="34528"/>
                  <a:pt x="191484" y="37609"/>
                  <a:pt x="191484" y="41808"/>
                </a:cubicBezTo>
                <a:lnTo>
                  <a:pt x="191484" y="61821"/>
                </a:lnTo>
                <a:cubicBezTo>
                  <a:pt x="191484" y="64733"/>
                  <a:pt x="191704" y="66731"/>
                  <a:pt x="192146" y="67815"/>
                </a:cubicBezTo>
                <a:cubicBezTo>
                  <a:pt x="192485" y="68560"/>
                  <a:pt x="193113" y="69195"/>
                  <a:pt x="194029" y="69720"/>
                </a:cubicBezTo>
                <a:cubicBezTo>
                  <a:pt x="194946" y="70245"/>
                  <a:pt x="196439" y="70507"/>
                  <a:pt x="198509" y="70507"/>
                </a:cubicBezTo>
                <a:lnTo>
                  <a:pt x="198509" y="72391"/>
                </a:lnTo>
                <a:lnTo>
                  <a:pt x="175499" y="72391"/>
                </a:lnTo>
                <a:lnTo>
                  <a:pt x="175499" y="70507"/>
                </a:lnTo>
                <a:lnTo>
                  <a:pt x="176466" y="70507"/>
                </a:lnTo>
                <a:cubicBezTo>
                  <a:pt x="178468" y="70507"/>
                  <a:pt x="180030" y="70119"/>
                  <a:pt x="181150" y="69342"/>
                </a:cubicBezTo>
                <a:cubicBezTo>
                  <a:pt x="181930" y="68802"/>
                  <a:pt x="182490" y="67940"/>
                  <a:pt x="182830" y="66759"/>
                </a:cubicBezTo>
                <a:cubicBezTo>
                  <a:pt x="182965" y="66185"/>
                  <a:pt x="183033" y="64548"/>
                  <a:pt x="183033" y="61846"/>
                </a:cubicBezTo>
                <a:lnTo>
                  <a:pt x="183033" y="41891"/>
                </a:lnTo>
                <a:cubicBezTo>
                  <a:pt x="183033" y="38109"/>
                  <a:pt x="182575" y="35441"/>
                  <a:pt x="181659" y="33889"/>
                </a:cubicBezTo>
                <a:cubicBezTo>
                  <a:pt x="180335" y="31727"/>
                  <a:pt x="178214" y="30646"/>
                  <a:pt x="175295" y="30646"/>
                </a:cubicBezTo>
                <a:cubicBezTo>
                  <a:pt x="173496" y="30646"/>
                  <a:pt x="171689" y="31094"/>
                  <a:pt x="169874" y="31989"/>
                </a:cubicBezTo>
                <a:cubicBezTo>
                  <a:pt x="168058" y="32883"/>
                  <a:pt x="165860" y="34546"/>
                  <a:pt x="163281" y="36978"/>
                </a:cubicBezTo>
                <a:lnTo>
                  <a:pt x="163179" y="37535"/>
                </a:lnTo>
                <a:lnTo>
                  <a:pt x="163281" y="39713"/>
                </a:lnTo>
                <a:lnTo>
                  <a:pt x="163281" y="61846"/>
                </a:lnTo>
                <a:cubicBezTo>
                  <a:pt x="163281" y="65021"/>
                  <a:pt x="163459" y="66996"/>
                  <a:pt x="163816" y="67772"/>
                </a:cubicBezTo>
                <a:cubicBezTo>
                  <a:pt x="164172" y="68549"/>
                  <a:pt x="164842" y="69199"/>
                  <a:pt x="165826" y="69723"/>
                </a:cubicBezTo>
                <a:cubicBezTo>
                  <a:pt x="166811" y="70246"/>
                  <a:pt x="168491" y="70507"/>
                  <a:pt x="170866" y="70507"/>
                </a:cubicBezTo>
                <a:lnTo>
                  <a:pt x="170866" y="72391"/>
                </a:lnTo>
                <a:lnTo>
                  <a:pt x="147296" y="72391"/>
                </a:lnTo>
                <a:lnTo>
                  <a:pt x="147296" y="70507"/>
                </a:lnTo>
                <a:cubicBezTo>
                  <a:pt x="149875" y="70507"/>
                  <a:pt x="151649" y="70203"/>
                  <a:pt x="152616" y="69595"/>
                </a:cubicBezTo>
                <a:cubicBezTo>
                  <a:pt x="153583" y="68988"/>
                  <a:pt x="154253" y="68076"/>
                  <a:pt x="154627" y="66861"/>
                </a:cubicBezTo>
                <a:cubicBezTo>
                  <a:pt x="154796" y="66286"/>
                  <a:pt x="154881" y="64614"/>
                  <a:pt x="154881" y="61846"/>
                </a:cubicBezTo>
                <a:lnTo>
                  <a:pt x="154881" y="41891"/>
                </a:lnTo>
                <a:cubicBezTo>
                  <a:pt x="154881" y="38109"/>
                  <a:pt x="154321" y="35390"/>
                  <a:pt x="153201" y="33736"/>
                </a:cubicBezTo>
                <a:cubicBezTo>
                  <a:pt x="151708" y="31574"/>
                  <a:pt x="149621" y="30494"/>
                  <a:pt x="146940" y="30494"/>
                </a:cubicBezTo>
                <a:cubicBezTo>
                  <a:pt x="145107" y="30494"/>
                  <a:pt x="143291" y="30983"/>
                  <a:pt x="141493" y="31962"/>
                </a:cubicBezTo>
                <a:cubicBezTo>
                  <a:pt x="138676" y="33448"/>
                  <a:pt x="136504" y="35119"/>
                  <a:pt x="134976" y="36976"/>
                </a:cubicBezTo>
                <a:lnTo>
                  <a:pt x="134976" y="61846"/>
                </a:lnTo>
                <a:cubicBezTo>
                  <a:pt x="134976" y="64885"/>
                  <a:pt x="135189" y="66860"/>
                  <a:pt x="135613" y="67772"/>
                </a:cubicBezTo>
                <a:cubicBezTo>
                  <a:pt x="136037" y="68683"/>
                  <a:pt x="136665" y="69367"/>
                  <a:pt x="137496" y="69823"/>
                </a:cubicBezTo>
                <a:cubicBezTo>
                  <a:pt x="138328" y="70279"/>
                  <a:pt x="140016" y="70507"/>
                  <a:pt x="142562" y="70507"/>
                </a:cubicBezTo>
                <a:lnTo>
                  <a:pt x="142562" y="72391"/>
                </a:lnTo>
                <a:lnTo>
                  <a:pt x="119501" y="72391"/>
                </a:lnTo>
                <a:lnTo>
                  <a:pt x="119501" y="70507"/>
                </a:lnTo>
                <a:cubicBezTo>
                  <a:pt x="121639" y="70507"/>
                  <a:pt x="123132" y="70278"/>
                  <a:pt x="123980" y="69821"/>
                </a:cubicBezTo>
                <a:cubicBezTo>
                  <a:pt x="124829" y="69364"/>
                  <a:pt x="125474" y="68636"/>
                  <a:pt x="125915" y="67637"/>
                </a:cubicBezTo>
                <a:cubicBezTo>
                  <a:pt x="126356" y="66638"/>
                  <a:pt x="126577" y="64699"/>
                  <a:pt x="126577" y="61821"/>
                </a:cubicBezTo>
                <a:lnTo>
                  <a:pt x="126577" y="44043"/>
                </a:lnTo>
                <a:cubicBezTo>
                  <a:pt x="126577" y="38929"/>
                  <a:pt x="126424" y="35627"/>
                  <a:pt x="126118" y="34138"/>
                </a:cubicBezTo>
                <a:cubicBezTo>
                  <a:pt x="125881" y="33020"/>
                  <a:pt x="125508" y="32250"/>
                  <a:pt x="124999" y="31827"/>
                </a:cubicBezTo>
                <a:cubicBezTo>
                  <a:pt x="124489" y="31404"/>
                  <a:pt x="123794" y="31192"/>
                  <a:pt x="122911" y="31192"/>
                </a:cubicBezTo>
                <a:cubicBezTo>
                  <a:pt x="121961" y="31192"/>
                  <a:pt x="120824" y="31446"/>
                  <a:pt x="119501" y="31954"/>
                </a:cubicBezTo>
                <a:lnTo>
                  <a:pt x="118737" y="30125"/>
                </a:lnTo>
                <a:lnTo>
                  <a:pt x="132787" y="24436"/>
                </a:lnTo>
                <a:lnTo>
                  <a:pt x="134976" y="24436"/>
                </a:lnTo>
                <a:lnTo>
                  <a:pt x="134976" y="34363"/>
                </a:lnTo>
                <a:close/>
                <a:moveTo>
                  <a:pt x="216423" y="34363"/>
                </a:moveTo>
                <a:cubicBezTo>
                  <a:pt x="219817" y="30969"/>
                  <a:pt x="221820" y="29017"/>
                  <a:pt x="222431" y="28508"/>
                </a:cubicBezTo>
                <a:cubicBezTo>
                  <a:pt x="223958" y="27219"/>
                  <a:pt x="225604" y="26217"/>
                  <a:pt x="227369" y="25505"/>
                </a:cubicBezTo>
                <a:cubicBezTo>
                  <a:pt x="229133" y="24792"/>
                  <a:pt x="230881" y="24436"/>
                  <a:pt x="232612" y="24436"/>
                </a:cubicBezTo>
                <a:cubicBezTo>
                  <a:pt x="235531" y="24436"/>
                  <a:pt x="238042" y="25284"/>
                  <a:pt x="240146" y="26981"/>
                </a:cubicBezTo>
                <a:cubicBezTo>
                  <a:pt x="242251" y="28678"/>
                  <a:pt x="243659" y="31138"/>
                  <a:pt x="244372" y="34363"/>
                </a:cubicBezTo>
                <a:cubicBezTo>
                  <a:pt x="247867" y="30290"/>
                  <a:pt x="250820" y="27617"/>
                  <a:pt x="253230" y="26345"/>
                </a:cubicBezTo>
                <a:cubicBezTo>
                  <a:pt x="255639" y="25072"/>
                  <a:pt x="258117" y="24436"/>
                  <a:pt x="260662" y="24436"/>
                </a:cubicBezTo>
                <a:cubicBezTo>
                  <a:pt x="263140" y="24436"/>
                  <a:pt x="265337" y="25071"/>
                  <a:pt x="267255" y="26341"/>
                </a:cubicBezTo>
                <a:cubicBezTo>
                  <a:pt x="269172" y="27611"/>
                  <a:pt x="270691" y="29685"/>
                  <a:pt x="271811" y="32563"/>
                </a:cubicBezTo>
                <a:cubicBezTo>
                  <a:pt x="272558" y="34528"/>
                  <a:pt x="272931" y="37609"/>
                  <a:pt x="272931" y="41808"/>
                </a:cubicBezTo>
                <a:lnTo>
                  <a:pt x="272931" y="61821"/>
                </a:lnTo>
                <a:cubicBezTo>
                  <a:pt x="272931" y="64733"/>
                  <a:pt x="273151" y="66731"/>
                  <a:pt x="273593" y="67815"/>
                </a:cubicBezTo>
                <a:cubicBezTo>
                  <a:pt x="273932" y="68560"/>
                  <a:pt x="274560" y="69195"/>
                  <a:pt x="275476" y="69720"/>
                </a:cubicBezTo>
                <a:cubicBezTo>
                  <a:pt x="276393" y="70245"/>
                  <a:pt x="277886" y="70507"/>
                  <a:pt x="279956" y="70507"/>
                </a:cubicBezTo>
                <a:lnTo>
                  <a:pt x="279956" y="72391"/>
                </a:lnTo>
                <a:lnTo>
                  <a:pt x="256946" y="72391"/>
                </a:lnTo>
                <a:lnTo>
                  <a:pt x="256946" y="70507"/>
                </a:lnTo>
                <a:lnTo>
                  <a:pt x="257913" y="70507"/>
                </a:lnTo>
                <a:cubicBezTo>
                  <a:pt x="259915" y="70507"/>
                  <a:pt x="261477" y="70119"/>
                  <a:pt x="262597" y="69342"/>
                </a:cubicBezTo>
                <a:cubicBezTo>
                  <a:pt x="263377" y="68802"/>
                  <a:pt x="263937" y="67940"/>
                  <a:pt x="264277" y="66759"/>
                </a:cubicBezTo>
                <a:cubicBezTo>
                  <a:pt x="264412" y="66185"/>
                  <a:pt x="264480" y="64548"/>
                  <a:pt x="264480" y="61846"/>
                </a:cubicBezTo>
                <a:lnTo>
                  <a:pt x="264480" y="41891"/>
                </a:lnTo>
                <a:cubicBezTo>
                  <a:pt x="264480" y="38109"/>
                  <a:pt x="264022" y="35441"/>
                  <a:pt x="263106" y="33889"/>
                </a:cubicBezTo>
                <a:cubicBezTo>
                  <a:pt x="261782" y="31727"/>
                  <a:pt x="259661" y="30646"/>
                  <a:pt x="256742" y="30646"/>
                </a:cubicBezTo>
                <a:cubicBezTo>
                  <a:pt x="254943" y="30646"/>
                  <a:pt x="253136" y="31094"/>
                  <a:pt x="251321" y="31989"/>
                </a:cubicBezTo>
                <a:cubicBezTo>
                  <a:pt x="249505" y="32883"/>
                  <a:pt x="247307" y="34546"/>
                  <a:pt x="244728" y="36978"/>
                </a:cubicBezTo>
                <a:lnTo>
                  <a:pt x="244626" y="37535"/>
                </a:lnTo>
                <a:lnTo>
                  <a:pt x="244728" y="39713"/>
                </a:lnTo>
                <a:lnTo>
                  <a:pt x="244728" y="61846"/>
                </a:lnTo>
                <a:cubicBezTo>
                  <a:pt x="244728" y="65021"/>
                  <a:pt x="244906" y="66996"/>
                  <a:pt x="245263" y="67772"/>
                </a:cubicBezTo>
                <a:cubicBezTo>
                  <a:pt x="245619" y="68549"/>
                  <a:pt x="246289" y="69199"/>
                  <a:pt x="247273" y="69723"/>
                </a:cubicBezTo>
                <a:cubicBezTo>
                  <a:pt x="248258" y="70246"/>
                  <a:pt x="249938" y="70507"/>
                  <a:pt x="252313" y="70507"/>
                </a:cubicBezTo>
                <a:lnTo>
                  <a:pt x="252313" y="72391"/>
                </a:lnTo>
                <a:lnTo>
                  <a:pt x="228743" y="72391"/>
                </a:lnTo>
                <a:lnTo>
                  <a:pt x="228743" y="70507"/>
                </a:lnTo>
                <a:cubicBezTo>
                  <a:pt x="231322" y="70507"/>
                  <a:pt x="233096" y="70203"/>
                  <a:pt x="234063" y="69595"/>
                </a:cubicBezTo>
                <a:cubicBezTo>
                  <a:pt x="235030" y="68988"/>
                  <a:pt x="235700" y="68076"/>
                  <a:pt x="236074" y="66861"/>
                </a:cubicBezTo>
                <a:cubicBezTo>
                  <a:pt x="236243" y="66286"/>
                  <a:pt x="236328" y="64614"/>
                  <a:pt x="236328" y="61846"/>
                </a:cubicBezTo>
                <a:lnTo>
                  <a:pt x="236328" y="41891"/>
                </a:lnTo>
                <a:cubicBezTo>
                  <a:pt x="236328" y="38109"/>
                  <a:pt x="235768" y="35390"/>
                  <a:pt x="234648" y="33736"/>
                </a:cubicBezTo>
                <a:cubicBezTo>
                  <a:pt x="233155" y="31574"/>
                  <a:pt x="231068" y="30494"/>
                  <a:pt x="228387" y="30494"/>
                </a:cubicBezTo>
                <a:cubicBezTo>
                  <a:pt x="226554" y="30494"/>
                  <a:pt x="224738" y="30983"/>
                  <a:pt x="222940" y="31962"/>
                </a:cubicBezTo>
                <a:cubicBezTo>
                  <a:pt x="220123" y="33448"/>
                  <a:pt x="217951" y="35119"/>
                  <a:pt x="216423" y="36976"/>
                </a:cubicBezTo>
                <a:lnTo>
                  <a:pt x="216423" y="61846"/>
                </a:lnTo>
                <a:cubicBezTo>
                  <a:pt x="216423" y="64885"/>
                  <a:pt x="216636" y="66860"/>
                  <a:pt x="217060" y="67772"/>
                </a:cubicBezTo>
                <a:cubicBezTo>
                  <a:pt x="217484" y="68683"/>
                  <a:pt x="218112" y="69367"/>
                  <a:pt x="218943" y="69823"/>
                </a:cubicBezTo>
                <a:cubicBezTo>
                  <a:pt x="219775" y="70279"/>
                  <a:pt x="221463" y="70507"/>
                  <a:pt x="224009" y="70507"/>
                </a:cubicBezTo>
                <a:lnTo>
                  <a:pt x="224009" y="72391"/>
                </a:lnTo>
                <a:lnTo>
                  <a:pt x="200948" y="72391"/>
                </a:lnTo>
                <a:lnTo>
                  <a:pt x="200948" y="70507"/>
                </a:lnTo>
                <a:cubicBezTo>
                  <a:pt x="203086" y="70507"/>
                  <a:pt x="204579" y="70278"/>
                  <a:pt x="205427" y="69821"/>
                </a:cubicBezTo>
                <a:cubicBezTo>
                  <a:pt x="206276" y="69364"/>
                  <a:pt x="206921" y="68636"/>
                  <a:pt x="207362" y="67637"/>
                </a:cubicBezTo>
                <a:cubicBezTo>
                  <a:pt x="207803" y="66638"/>
                  <a:pt x="208024" y="64699"/>
                  <a:pt x="208024" y="61821"/>
                </a:cubicBezTo>
                <a:lnTo>
                  <a:pt x="208024" y="44043"/>
                </a:lnTo>
                <a:cubicBezTo>
                  <a:pt x="208024" y="38929"/>
                  <a:pt x="207871" y="35627"/>
                  <a:pt x="207566" y="34138"/>
                </a:cubicBezTo>
                <a:cubicBezTo>
                  <a:pt x="207328" y="33020"/>
                  <a:pt x="206955" y="32250"/>
                  <a:pt x="206446" y="31827"/>
                </a:cubicBezTo>
                <a:cubicBezTo>
                  <a:pt x="205936" y="31404"/>
                  <a:pt x="205241" y="31192"/>
                  <a:pt x="204358" y="31192"/>
                </a:cubicBezTo>
                <a:cubicBezTo>
                  <a:pt x="203408" y="31192"/>
                  <a:pt x="202271" y="31446"/>
                  <a:pt x="200948" y="31954"/>
                </a:cubicBezTo>
                <a:lnTo>
                  <a:pt x="200184" y="30125"/>
                </a:lnTo>
                <a:lnTo>
                  <a:pt x="214234" y="24436"/>
                </a:lnTo>
                <a:lnTo>
                  <a:pt x="216423" y="24436"/>
                </a:lnTo>
                <a:lnTo>
                  <a:pt x="216423" y="34363"/>
                </a:lnTo>
                <a:close/>
                <a:moveTo>
                  <a:pt x="295895" y="0"/>
                </a:moveTo>
                <a:cubicBezTo>
                  <a:pt x="297321" y="0"/>
                  <a:pt x="298534" y="503"/>
                  <a:pt x="299535" y="1510"/>
                </a:cubicBezTo>
                <a:cubicBezTo>
                  <a:pt x="300536" y="2515"/>
                  <a:pt x="301037" y="3734"/>
                  <a:pt x="301037" y="5167"/>
                </a:cubicBezTo>
                <a:cubicBezTo>
                  <a:pt x="301037" y="6600"/>
                  <a:pt x="300536" y="7828"/>
                  <a:pt x="299535" y="8852"/>
                </a:cubicBezTo>
                <a:cubicBezTo>
                  <a:pt x="298534" y="9874"/>
                  <a:pt x="297321" y="10385"/>
                  <a:pt x="295895" y="10385"/>
                </a:cubicBezTo>
                <a:cubicBezTo>
                  <a:pt x="294470" y="10385"/>
                  <a:pt x="293248" y="9874"/>
                  <a:pt x="292230" y="8852"/>
                </a:cubicBezTo>
                <a:cubicBezTo>
                  <a:pt x="291212" y="7828"/>
                  <a:pt x="290703" y="6600"/>
                  <a:pt x="290703" y="5167"/>
                </a:cubicBezTo>
                <a:cubicBezTo>
                  <a:pt x="290703" y="3734"/>
                  <a:pt x="291203" y="2515"/>
                  <a:pt x="292205" y="1510"/>
                </a:cubicBezTo>
                <a:cubicBezTo>
                  <a:pt x="293206" y="503"/>
                  <a:pt x="294436" y="0"/>
                  <a:pt x="295895" y="0"/>
                </a:cubicBezTo>
                <a:moveTo>
                  <a:pt x="300121" y="24436"/>
                </a:moveTo>
                <a:lnTo>
                  <a:pt x="300121" y="61821"/>
                </a:lnTo>
                <a:cubicBezTo>
                  <a:pt x="300121" y="64733"/>
                  <a:pt x="300333" y="66672"/>
                  <a:pt x="300757" y="67637"/>
                </a:cubicBezTo>
                <a:cubicBezTo>
                  <a:pt x="301181" y="68602"/>
                  <a:pt x="301809" y="69322"/>
                  <a:pt x="302641" y="69796"/>
                </a:cubicBezTo>
                <a:cubicBezTo>
                  <a:pt x="303472" y="70270"/>
                  <a:pt x="304991" y="70507"/>
                  <a:pt x="307197" y="70507"/>
                </a:cubicBezTo>
                <a:lnTo>
                  <a:pt x="307197" y="72391"/>
                </a:lnTo>
                <a:lnTo>
                  <a:pt x="284543" y="72391"/>
                </a:lnTo>
                <a:lnTo>
                  <a:pt x="284543" y="70507"/>
                </a:lnTo>
                <a:cubicBezTo>
                  <a:pt x="286817" y="70507"/>
                  <a:pt x="288344" y="70287"/>
                  <a:pt x="289125" y="69847"/>
                </a:cubicBezTo>
                <a:cubicBezTo>
                  <a:pt x="289905" y="69407"/>
                  <a:pt x="290525" y="68679"/>
                  <a:pt x="290983" y="67663"/>
                </a:cubicBezTo>
                <a:cubicBezTo>
                  <a:pt x="291441" y="66647"/>
                  <a:pt x="291670" y="64699"/>
                  <a:pt x="291670" y="61821"/>
                </a:cubicBezTo>
                <a:lnTo>
                  <a:pt x="291670" y="43890"/>
                </a:lnTo>
                <a:cubicBezTo>
                  <a:pt x="291670" y="38844"/>
                  <a:pt x="291517" y="35576"/>
                  <a:pt x="291212" y="34087"/>
                </a:cubicBezTo>
                <a:cubicBezTo>
                  <a:pt x="290974" y="33003"/>
                  <a:pt x="290601" y="32250"/>
                  <a:pt x="290092" y="31827"/>
                </a:cubicBezTo>
                <a:cubicBezTo>
                  <a:pt x="289583" y="31404"/>
                  <a:pt x="288887" y="31192"/>
                  <a:pt x="288005" y="31192"/>
                </a:cubicBezTo>
                <a:cubicBezTo>
                  <a:pt x="287054" y="31192"/>
                  <a:pt x="285901" y="31446"/>
                  <a:pt x="284543" y="31954"/>
                </a:cubicBezTo>
                <a:lnTo>
                  <a:pt x="283830" y="30125"/>
                </a:lnTo>
                <a:lnTo>
                  <a:pt x="297881" y="24436"/>
                </a:lnTo>
                <a:lnTo>
                  <a:pt x="300121" y="24436"/>
                </a:lnTo>
                <a:close/>
                <a:moveTo>
                  <a:pt x="326903" y="10385"/>
                </a:moveTo>
                <a:lnTo>
                  <a:pt x="326903" y="25759"/>
                </a:lnTo>
                <a:lnTo>
                  <a:pt x="337798" y="25759"/>
                </a:lnTo>
                <a:lnTo>
                  <a:pt x="337798" y="29323"/>
                </a:lnTo>
                <a:lnTo>
                  <a:pt x="326903" y="29323"/>
                </a:lnTo>
                <a:lnTo>
                  <a:pt x="326903" y="59521"/>
                </a:lnTo>
                <a:cubicBezTo>
                  <a:pt x="326903" y="62538"/>
                  <a:pt x="327336" y="64572"/>
                  <a:pt x="328201" y="65623"/>
                </a:cubicBezTo>
                <a:cubicBezTo>
                  <a:pt x="329067" y="66673"/>
                  <a:pt x="330178" y="67198"/>
                  <a:pt x="331536" y="67198"/>
                </a:cubicBezTo>
                <a:cubicBezTo>
                  <a:pt x="332656" y="67198"/>
                  <a:pt x="333742" y="66850"/>
                  <a:pt x="334794" y="66154"/>
                </a:cubicBezTo>
                <a:cubicBezTo>
                  <a:pt x="335846" y="65459"/>
                  <a:pt x="336661" y="64432"/>
                  <a:pt x="337238" y="63075"/>
                </a:cubicBezTo>
                <a:lnTo>
                  <a:pt x="339223" y="63075"/>
                </a:lnTo>
                <a:cubicBezTo>
                  <a:pt x="338035" y="66410"/>
                  <a:pt x="336355" y="68933"/>
                  <a:pt x="334183" y="70642"/>
                </a:cubicBezTo>
                <a:cubicBezTo>
                  <a:pt x="332011" y="72351"/>
                  <a:pt x="329771" y="73205"/>
                  <a:pt x="327463" y="73205"/>
                </a:cubicBezTo>
                <a:cubicBezTo>
                  <a:pt x="325902" y="73205"/>
                  <a:pt x="324375" y="72772"/>
                  <a:pt x="322882" y="71905"/>
                </a:cubicBezTo>
                <a:cubicBezTo>
                  <a:pt x="321388" y="71039"/>
                  <a:pt x="320285" y="69799"/>
                  <a:pt x="319573" y="68186"/>
                </a:cubicBezTo>
                <a:cubicBezTo>
                  <a:pt x="318860" y="66572"/>
                  <a:pt x="318504" y="64083"/>
                  <a:pt x="318504" y="60718"/>
                </a:cubicBezTo>
                <a:lnTo>
                  <a:pt x="318504" y="29323"/>
                </a:lnTo>
                <a:lnTo>
                  <a:pt x="311122" y="29323"/>
                </a:lnTo>
                <a:lnTo>
                  <a:pt x="311122" y="27643"/>
                </a:lnTo>
                <a:cubicBezTo>
                  <a:pt x="312989" y="26894"/>
                  <a:pt x="314898" y="25626"/>
                  <a:pt x="316849" y="23839"/>
                </a:cubicBezTo>
                <a:cubicBezTo>
                  <a:pt x="318801" y="22052"/>
                  <a:pt x="320540" y="19933"/>
                  <a:pt x="322067" y="17482"/>
                </a:cubicBezTo>
                <a:cubicBezTo>
                  <a:pt x="322848" y="16189"/>
                  <a:pt x="323934" y="13824"/>
                  <a:pt x="325325" y="10385"/>
                </a:cubicBezTo>
                <a:lnTo>
                  <a:pt x="326903" y="10385"/>
                </a:lnTo>
                <a:close/>
                <a:moveTo>
                  <a:pt x="397670" y="70507"/>
                </a:moveTo>
                <a:lnTo>
                  <a:pt x="397670" y="72391"/>
                </a:lnTo>
                <a:lnTo>
                  <a:pt x="368093" y="72391"/>
                </a:lnTo>
                <a:lnTo>
                  <a:pt x="368093" y="70507"/>
                </a:lnTo>
                <a:lnTo>
                  <a:pt x="370536" y="70507"/>
                </a:lnTo>
                <a:cubicBezTo>
                  <a:pt x="373387" y="70507"/>
                  <a:pt x="375457" y="69676"/>
                  <a:pt x="376747" y="68013"/>
                </a:cubicBezTo>
                <a:cubicBezTo>
                  <a:pt x="377562" y="66927"/>
                  <a:pt x="377969" y="64313"/>
                  <a:pt x="377969" y="60173"/>
                </a:cubicBezTo>
                <a:lnTo>
                  <a:pt x="377969" y="15578"/>
                </a:lnTo>
                <a:cubicBezTo>
                  <a:pt x="377969" y="12082"/>
                  <a:pt x="377748" y="9774"/>
                  <a:pt x="377307" y="8654"/>
                </a:cubicBezTo>
                <a:cubicBezTo>
                  <a:pt x="376968" y="7806"/>
                  <a:pt x="376272" y="7076"/>
                  <a:pt x="375220" y="6465"/>
                </a:cubicBezTo>
                <a:cubicBezTo>
                  <a:pt x="373727" y="5651"/>
                  <a:pt x="372165" y="5243"/>
                  <a:pt x="370536" y="5243"/>
                </a:cubicBezTo>
                <a:lnTo>
                  <a:pt x="368093" y="5243"/>
                </a:lnTo>
                <a:lnTo>
                  <a:pt x="368093" y="3360"/>
                </a:lnTo>
                <a:lnTo>
                  <a:pt x="397670" y="3360"/>
                </a:lnTo>
                <a:lnTo>
                  <a:pt x="397670" y="5243"/>
                </a:lnTo>
                <a:lnTo>
                  <a:pt x="395176" y="5243"/>
                </a:lnTo>
                <a:cubicBezTo>
                  <a:pt x="392359" y="5243"/>
                  <a:pt x="390306" y="6075"/>
                  <a:pt x="389016" y="7738"/>
                </a:cubicBezTo>
                <a:cubicBezTo>
                  <a:pt x="388167" y="8824"/>
                  <a:pt x="387743" y="11437"/>
                  <a:pt x="387743" y="15578"/>
                </a:cubicBezTo>
                <a:lnTo>
                  <a:pt x="387743" y="60173"/>
                </a:lnTo>
                <a:cubicBezTo>
                  <a:pt x="387743" y="63668"/>
                  <a:pt x="387964" y="65976"/>
                  <a:pt x="388405" y="67096"/>
                </a:cubicBezTo>
                <a:cubicBezTo>
                  <a:pt x="388744" y="67945"/>
                  <a:pt x="389457" y="68674"/>
                  <a:pt x="390543" y="69285"/>
                </a:cubicBezTo>
                <a:cubicBezTo>
                  <a:pt x="392002" y="70100"/>
                  <a:pt x="393547" y="70507"/>
                  <a:pt x="395176" y="70507"/>
                </a:cubicBezTo>
                <a:lnTo>
                  <a:pt x="397670" y="70507"/>
                </a:lnTo>
                <a:close/>
                <a:moveTo>
                  <a:pt x="402028" y="72391"/>
                </a:moveTo>
                <a:lnTo>
                  <a:pt x="402028" y="70507"/>
                </a:lnTo>
                <a:lnTo>
                  <a:pt x="404624" y="70507"/>
                </a:lnTo>
                <a:cubicBezTo>
                  <a:pt x="407543" y="70507"/>
                  <a:pt x="409613" y="69574"/>
                  <a:pt x="410835" y="67707"/>
                </a:cubicBezTo>
                <a:cubicBezTo>
                  <a:pt x="411581" y="66587"/>
                  <a:pt x="411955" y="64076"/>
                  <a:pt x="411955" y="60173"/>
                </a:cubicBezTo>
                <a:lnTo>
                  <a:pt x="411955" y="15578"/>
                </a:lnTo>
                <a:cubicBezTo>
                  <a:pt x="411955" y="11268"/>
                  <a:pt x="411480" y="8569"/>
                  <a:pt x="410529" y="7483"/>
                </a:cubicBezTo>
                <a:cubicBezTo>
                  <a:pt x="409206" y="5990"/>
                  <a:pt x="407237" y="5243"/>
                  <a:pt x="404624" y="5243"/>
                </a:cubicBezTo>
                <a:lnTo>
                  <a:pt x="402028" y="5243"/>
                </a:lnTo>
                <a:lnTo>
                  <a:pt x="402028" y="3360"/>
                </a:lnTo>
                <a:lnTo>
                  <a:pt x="430129" y="3360"/>
                </a:lnTo>
                <a:cubicBezTo>
                  <a:pt x="440446" y="3360"/>
                  <a:pt x="448294" y="4531"/>
                  <a:pt x="453673" y="6873"/>
                </a:cubicBezTo>
                <a:cubicBezTo>
                  <a:pt x="459053" y="9214"/>
                  <a:pt x="463380" y="13117"/>
                  <a:pt x="466655" y="18581"/>
                </a:cubicBezTo>
                <a:cubicBezTo>
                  <a:pt x="469930" y="24045"/>
                  <a:pt x="471567" y="30358"/>
                  <a:pt x="471567" y="37519"/>
                </a:cubicBezTo>
                <a:cubicBezTo>
                  <a:pt x="471567" y="47123"/>
                  <a:pt x="468649" y="55150"/>
                  <a:pt x="462811" y="61598"/>
                </a:cubicBezTo>
                <a:cubicBezTo>
                  <a:pt x="456261" y="68793"/>
                  <a:pt x="446283" y="72391"/>
                  <a:pt x="432878" y="72391"/>
                </a:cubicBezTo>
                <a:lnTo>
                  <a:pt x="402028" y="72391"/>
                </a:lnTo>
                <a:moveTo>
                  <a:pt x="421729" y="67453"/>
                </a:moveTo>
                <a:cubicBezTo>
                  <a:pt x="426039" y="68369"/>
                  <a:pt x="429654" y="68827"/>
                  <a:pt x="432572" y="68827"/>
                </a:cubicBezTo>
                <a:cubicBezTo>
                  <a:pt x="440446" y="68827"/>
                  <a:pt x="446979" y="66061"/>
                  <a:pt x="452172" y="60529"/>
                </a:cubicBezTo>
                <a:cubicBezTo>
                  <a:pt x="457364" y="54997"/>
                  <a:pt x="459961" y="47497"/>
                  <a:pt x="459961" y="38028"/>
                </a:cubicBezTo>
                <a:cubicBezTo>
                  <a:pt x="459961" y="28491"/>
                  <a:pt x="457364" y="20974"/>
                  <a:pt x="452172" y="15476"/>
                </a:cubicBezTo>
                <a:cubicBezTo>
                  <a:pt x="446979" y="9978"/>
                  <a:pt x="440310" y="7229"/>
                  <a:pt x="432165" y="7229"/>
                </a:cubicBezTo>
                <a:cubicBezTo>
                  <a:pt x="429111" y="7229"/>
                  <a:pt x="425632" y="7721"/>
                  <a:pt x="421729" y="8705"/>
                </a:cubicBezTo>
                <a:lnTo>
                  <a:pt x="421729" y="674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d16bf">
            <a:extLst xmlns:a="http://schemas.openxmlformats.org/drawingml/2006/main">
              <a:ext uri="{FF2B5EF4-FFF2-40B4-BE49-F238E27FC236}">
                <a16:creationId xmlns:a16="http://schemas.microsoft.com/office/drawing/2014/main" id="{A707DDF2-C4D6-44EA-BFEB-7FC171C7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59" y="2280572"/>
            <a:ext cx="250363" cy="73816"/>
          </a:xfrm>
          <a:custGeom xmlns:a="http://schemas.openxmlformats.org/drawingml/2006/main">
            <a:pathLst>
              <a:path w="250363" h="73816">
                <a:moveTo>
                  <a:pt x="32734" y="67147"/>
                </a:moveTo>
                <a:cubicBezTo>
                  <a:pt x="30460" y="69523"/>
                  <a:pt x="28237" y="71228"/>
                  <a:pt x="26065" y="72263"/>
                </a:cubicBezTo>
                <a:cubicBezTo>
                  <a:pt x="23893" y="73298"/>
                  <a:pt x="21551" y="73816"/>
                  <a:pt x="19039" y="73816"/>
                </a:cubicBezTo>
                <a:cubicBezTo>
                  <a:pt x="13949" y="73816"/>
                  <a:pt x="9503" y="71691"/>
                  <a:pt x="5702" y="67441"/>
                </a:cubicBezTo>
                <a:cubicBezTo>
                  <a:pt x="1901" y="63191"/>
                  <a:pt x="0" y="57729"/>
                  <a:pt x="0" y="51056"/>
                </a:cubicBezTo>
                <a:cubicBezTo>
                  <a:pt x="0" y="44383"/>
                  <a:pt x="2104" y="38279"/>
                  <a:pt x="6313" y="32742"/>
                </a:cubicBezTo>
                <a:cubicBezTo>
                  <a:pt x="10521" y="27204"/>
                  <a:pt x="15934" y="24436"/>
                  <a:pt x="22552" y="24436"/>
                </a:cubicBezTo>
                <a:cubicBezTo>
                  <a:pt x="26659" y="24436"/>
                  <a:pt x="30052" y="25742"/>
                  <a:pt x="32734" y="28356"/>
                </a:cubicBezTo>
                <a:lnTo>
                  <a:pt x="32734" y="19733"/>
                </a:lnTo>
                <a:cubicBezTo>
                  <a:pt x="32734" y="14382"/>
                  <a:pt x="32606" y="11094"/>
                  <a:pt x="32352" y="9867"/>
                </a:cubicBezTo>
                <a:cubicBezTo>
                  <a:pt x="32097" y="8639"/>
                  <a:pt x="31698" y="7805"/>
                  <a:pt x="31155" y="7363"/>
                </a:cubicBezTo>
                <a:cubicBezTo>
                  <a:pt x="30612" y="6919"/>
                  <a:pt x="29934" y="6698"/>
                  <a:pt x="29119" y="6698"/>
                </a:cubicBezTo>
                <a:cubicBezTo>
                  <a:pt x="28237" y="6698"/>
                  <a:pt x="27066" y="6970"/>
                  <a:pt x="25607" y="7515"/>
                </a:cubicBezTo>
                <a:lnTo>
                  <a:pt x="24945" y="5726"/>
                </a:lnTo>
                <a:lnTo>
                  <a:pt x="38842" y="0"/>
                </a:lnTo>
                <a:lnTo>
                  <a:pt x="41133" y="0"/>
                </a:lnTo>
                <a:lnTo>
                  <a:pt x="41133" y="53911"/>
                </a:lnTo>
                <a:cubicBezTo>
                  <a:pt x="41133" y="59375"/>
                  <a:pt x="41261" y="62710"/>
                  <a:pt x="41515" y="63914"/>
                </a:cubicBezTo>
                <a:cubicBezTo>
                  <a:pt x="41770" y="65119"/>
                  <a:pt x="42177" y="65959"/>
                  <a:pt x="42737" y="66434"/>
                </a:cubicBezTo>
                <a:cubicBezTo>
                  <a:pt x="43297" y="66910"/>
                  <a:pt x="43950" y="67147"/>
                  <a:pt x="44697" y="67147"/>
                </a:cubicBezTo>
                <a:cubicBezTo>
                  <a:pt x="45613" y="67147"/>
                  <a:pt x="46835" y="66859"/>
                  <a:pt x="48362" y="66282"/>
                </a:cubicBezTo>
                <a:lnTo>
                  <a:pt x="48922" y="68063"/>
                </a:lnTo>
                <a:lnTo>
                  <a:pt x="35075" y="73816"/>
                </a:lnTo>
                <a:lnTo>
                  <a:pt x="32734" y="73816"/>
                </a:lnTo>
                <a:lnTo>
                  <a:pt x="32734" y="67147"/>
                </a:lnTo>
                <a:moveTo>
                  <a:pt x="32734" y="63595"/>
                </a:moveTo>
                <a:lnTo>
                  <a:pt x="32734" y="39627"/>
                </a:lnTo>
                <a:cubicBezTo>
                  <a:pt x="32530" y="37324"/>
                  <a:pt x="31919" y="35225"/>
                  <a:pt x="30901" y="33330"/>
                </a:cubicBezTo>
                <a:cubicBezTo>
                  <a:pt x="29883" y="31434"/>
                  <a:pt x="28534" y="30004"/>
                  <a:pt x="26854" y="29040"/>
                </a:cubicBezTo>
                <a:cubicBezTo>
                  <a:pt x="25174" y="28074"/>
                  <a:pt x="23536" y="27592"/>
                  <a:pt x="21941" y="27592"/>
                </a:cubicBezTo>
                <a:cubicBezTo>
                  <a:pt x="18955" y="27592"/>
                  <a:pt x="16290" y="28929"/>
                  <a:pt x="13949" y="31604"/>
                </a:cubicBezTo>
                <a:cubicBezTo>
                  <a:pt x="10860" y="35124"/>
                  <a:pt x="9316" y="40269"/>
                  <a:pt x="9316" y="47040"/>
                </a:cubicBezTo>
                <a:cubicBezTo>
                  <a:pt x="9316" y="53879"/>
                  <a:pt x="10809" y="59118"/>
                  <a:pt x="13796" y="62758"/>
                </a:cubicBezTo>
                <a:cubicBezTo>
                  <a:pt x="16783" y="66397"/>
                  <a:pt x="20108" y="68216"/>
                  <a:pt x="23774" y="68216"/>
                </a:cubicBezTo>
                <a:cubicBezTo>
                  <a:pt x="26862" y="68216"/>
                  <a:pt x="29849" y="66676"/>
                  <a:pt x="32734" y="63595"/>
                </a:cubicBezTo>
                <a:close/>
                <a:moveTo>
                  <a:pt x="60885" y="10131"/>
                </a:moveTo>
                <a:lnTo>
                  <a:pt x="77685" y="1934"/>
                </a:lnTo>
                <a:lnTo>
                  <a:pt x="79365" y="1934"/>
                </a:lnTo>
                <a:lnTo>
                  <a:pt x="79365" y="60224"/>
                </a:lnTo>
                <a:cubicBezTo>
                  <a:pt x="79365" y="64093"/>
                  <a:pt x="79526" y="66502"/>
                  <a:pt x="79849" y="67453"/>
                </a:cubicBezTo>
                <a:cubicBezTo>
                  <a:pt x="80171" y="68403"/>
                  <a:pt x="80841" y="69133"/>
                  <a:pt x="81859" y="69642"/>
                </a:cubicBezTo>
                <a:cubicBezTo>
                  <a:pt x="82878" y="70151"/>
                  <a:pt x="84948" y="70439"/>
                  <a:pt x="88070" y="70507"/>
                </a:cubicBezTo>
                <a:lnTo>
                  <a:pt x="88070" y="72391"/>
                </a:lnTo>
                <a:lnTo>
                  <a:pt x="62107" y="72391"/>
                </a:lnTo>
                <a:lnTo>
                  <a:pt x="62107" y="70507"/>
                </a:lnTo>
                <a:cubicBezTo>
                  <a:pt x="65365" y="70439"/>
                  <a:pt x="67469" y="70159"/>
                  <a:pt x="68420" y="69667"/>
                </a:cubicBezTo>
                <a:cubicBezTo>
                  <a:pt x="69370" y="69175"/>
                  <a:pt x="70032" y="68513"/>
                  <a:pt x="70405" y="67682"/>
                </a:cubicBezTo>
                <a:cubicBezTo>
                  <a:pt x="70778" y="66850"/>
                  <a:pt x="70965" y="64364"/>
                  <a:pt x="70965" y="60224"/>
                </a:cubicBezTo>
                <a:lnTo>
                  <a:pt x="70965" y="22959"/>
                </a:lnTo>
                <a:cubicBezTo>
                  <a:pt x="70965" y="17936"/>
                  <a:pt x="70795" y="14712"/>
                  <a:pt x="70456" y="13287"/>
                </a:cubicBezTo>
                <a:cubicBezTo>
                  <a:pt x="70219" y="12201"/>
                  <a:pt x="69786" y="11403"/>
                  <a:pt x="69158" y="10894"/>
                </a:cubicBezTo>
                <a:cubicBezTo>
                  <a:pt x="68530" y="10385"/>
                  <a:pt x="67775" y="10131"/>
                  <a:pt x="66893" y="10131"/>
                </a:cubicBezTo>
                <a:cubicBezTo>
                  <a:pt x="65637" y="10131"/>
                  <a:pt x="63889" y="10657"/>
                  <a:pt x="61649" y="11709"/>
                </a:cubicBezTo>
                <a:lnTo>
                  <a:pt x="60885" y="10131"/>
                </a:lnTo>
                <a:close/>
                <a:moveTo>
                  <a:pt x="147530" y="1934"/>
                </a:moveTo>
                <a:lnTo>
                  <a:pt x="147530" y="3818"/>
                </a:lnTo>
                <a:cubicBezTo>
                  <a:pt x="143050" y="4259"/>
                  <a:pt x="139393" y="5150"/>
                  <a:pt x="136560" y="6491"/>
                </a:cubicBezTo>
                <a:cubicBezTo>
                  <a:pt x="133726" y="7831"/>
                  <a:pt x="130926" y="9876"/>
                  <a:pt x="128160" y="12625"/>
                </a:cubicBezTo>
                <a:cubicBezTo>
                  <a:pt x="125394" y="15374"/>
                  <a:pt x="123103" y="18437"/>
                  <a:pt x="121287" y="21814"/>
                </a:cubicBezTo>
                <a:cubicBezTo>
                  <a:pt x="119472" y="25191"/>
                  <a:pt x="117953" y="29204"/>
                  <a:pt x="116731" y="33854"/>
                </a:cubicBezTo>
                <a:cubicBezTo>
                  <a:pt x="121618" y="30494"/>
                  <a:pt x="126522" y="28814"/>
                  <a:pt x="131443" y="28814"/>
                </a:cubicBezTo>
                <a:cubicBezTo>
                  <a:pt x="136161" y="28814"/>
                  <a:pt x="140250" y="30714"/>
                  <a:pt x="143712" y="34515"/>
                </a:cubicBezTo>
                <a:cubicBezTo>
                  <a:pt x="147174" y="38316"/>
                  <a:pt x="148905" y="43204"/>
                  <a:pt x="148905" y="49177"/>
                </a:cubicBezTo>
                <a:cubicBezTo>
                  <a:pt x="148905" y="54946"/>
                  <a:pt x="147157" y="60207"/>
                  <a:pt x="143661" y="64958"/>
                </a:cubicBezTo>
                <a:cubicBezTo>
                  <a:pt x="139453" y="70728"/>
                  <a:pt x="133887" y="73612"/>
                  <a:pt x="126963" y="73612"/>
                </a:cubicBezTo>
                <a:cubicBezTo>
                  <a:pt x="122246" y="73612"/>
                  <a:pt x="118241" y="72051"/>
                  <a:pt x="114949" y="68929"/>
                </a:cubicBezTo>
                <a:cubicBezTo>
                  <a:pt x="108501" y="62854"/>
                  <a:pt x="105277" y="54980"/>
                  <a:pt x="105277" y="45308"/>
                </a:cubicBezTo>
                <a:cubicBezTo>
                  <a:pt x="105277" y="39131"/>
                  <a:pt x="106516" y="33260"/>
                  <a:pt x="108993" y="27694"/>
                </a:cubicBezTo>
                <a:cubicBezTo>
                  <a:pt x="111471" y="22128"/>
                  <a:pt x="115009" y="17190"/>
                  <a:pt x="119607" y="12880"/>
                </a:cubicBezTo>
                <a:cubicBezTo>
                  <a:pt x="124206" y="8569"/>
                  <a:pt x="128609" y="5668"/>
                  <a:pt x="132818" y="4174"/>
                </a:cubicBezTo>
                <a:cubicBezTo>
                  <a:pt x="137026" y="2681"/>
                  <a:pt x="140946" y="1934"/>
                  <a:pt x="144577" y="1934"/>
                </a:cubicBezTo>
                <a:lnTo>
                  <a:pt x="147530" y="1934"/>
                </a:lnTo>
                <a:moveTo>
                  <a:pt x="115866" y="37570"/>
                </a:moveTo>
                <a:cubicBezTo>
                  <a:pt x="115255" y="42151"/>
                  <a:pt x="114949" y="45851"/>
                  <a:pt x="114949" y="48668"/>
                </a:cubicBezTo>
                <a:cubicBezTo>
                  <a:pt x="114949" y="51926"/>
                  <a:pt x="115552" y="55464"/>
                  <a:pt x="116756" y="59282"/>
                </a:cubicBezTo>
                <a:cubicBezTo>
                  <a:pt x="117961" y="63100"/>
                  <a:pt x="119752" y="66129"/>
                  <a:pt x="122127" y="68369"/>
                </a:cubicBezTo>
                <a:cubicBezTo>
                  <a:pt x="123858" y="69964"/>
                  <a:pt x="125962" y="70762"/>
                  <a:pt x="128440" y="70762"/>
                </a:cubicBezTo>
                <a:cubicBezTo>
                  <a:pt x="131392" y="70762"/>
                  <a:pt x="134031" y="69370"/>
                  <a:pt x="136356" y="66587"/>
                </a:cubicBezTo>
                <a:cubicBezTo>
                  <a:pt x="138681" y="63804"/>
                  <a:pt x="139843" y="59833"/>
                  <a:pt x="139843" y="54675"/>
                </a:cubicBezTo>
                <a:cubicBezTo>
                  <a:pt x="139843" y="48871"/>
                  <a:pt x="138689" y="43848"/>
                  <a:pt x="136381" y="39606"/>
                </a:cubicBezTo>
                <a:cubicBezTo>
                  <a:pt x="134074" y="35364"/>
                  <a:pt x="130798" y="33243"/>
                  <a:pt x="126556" y="33243"/>
                </a:cubicBezTo>
                <a:cubicBezTo>
                  <a:pt x="125267" y="33243"/>
                  <a:pt x="123884" y="33514"/>
                  <a:pt x="122407" y="34057"/>
                </a:cubicBezTo>
                <a:cubicBezTo>
                  <a:pt x="120931" y="34600"/>
                  <a:pt x="118750" y="35771"/>
                  <a:pt x="115866" y="37570"/>
                </a:cubicBezTo>
                <a:close/>
                <a:moveTo>
                  <a:pt x="168962" y="33854"/>
                </a:moveTo>
                <a:cubicBezTo>
                  <a:pt x="173476" y="27575"/>
                  <a:pt x="178346" y="24436"/>
                  <a:pt x="183573" y="24436"/>
                </a:cubicBezTo>
                <a:cubicBezTo>
                  <a:pt x="188358" y="24436"/>
                  <a:pt x="192533" y="26478"/>
                  <a:pt x="196096" y="30564"/>
                </a:cubicBezTo>
                <a:cubicBezTo>
                  <a:pt x="199660" y="34649"/>
                  <a:pt x="201441" y="40234"/>
                  <a:pt x="201441" y="47320"/>
                </a:cubicBezTo>
                <a:cubicBezTo>
                  <a:pt x="201441" y="55593"/>
                  <a:pt x="198692" y="62255"/>
                  <a:pt x="193194" y="67306"/>
                </a:cubicBezTo>
                <a:cubicBezTo>
                  <a:pt x="188477" y="71646"/>
                  <a:pt x="183216" y="73816"/>
                  <a:pt x="177413" y="73816"/>
                </a:cubicBezTo>
                <a:cubicBezTo>
                  <a:pt x="174698" y="73816"/>
                  <a:pt x="171940" y="73324"/>
                  <a:pt x="169140" y="72340"/>
                </a:cubicBezTo>
                <a:cubicBezTo>
                  <a:pt x="166341" y="71355"/>
                  <a:pt x="163481" y="69879"/>
                  <a:pt x="160563" y="67911"/>
                </a:cubicBezTo>
                <a:lnTo>
                  <a:pt x="160563" y="19599"/>
                </a:lnTo>
                <a:cubicBezTo>
                  <a:pt x="160563" y="14305"/>
                  <a:pt x="160435" y="11047"/>
                  <a:pt x="160181" y="9825"/>
                </a:cubicBezTo>
                <a:cubicBezTo>
                  <a:pt x="159926" y="8603"/>
                  <a:pt x="159527" y="7772"/>
                  <a:pt x="158984" y="7331"/>
                </a:cubicBezTo>
                <a:cubicBezTo>
                  <a:pt x="158441" y="6889"/>
                  <a:pt x="157763" y="6669"/>
                  <a:pt x="156948" y="6669"/>
                </a:cubicBezTo>
                <a:cubicBezTo>
                  <a:pt x="155998" y="6669"/>
                  <a:pt x="154810" y="6940"/>
                  <a:pt x="153385" y="7483"/>
                </a:cubicBezTo>
                <a:lnTo>
                  <a:pt x="152672" y="5702"/>
                </a:lnTo>
                <a:lnTo>
                  <a:pt x="166671" y="0"/>
                </a:lnTo>
                <a:lnTo>
                  <a:pt x="168962" y="0"/>
                </a:lnTo>
                <a:lnTo>
                  <a:pt x="168962" y="33854"/>
                </a:lnTo>
                <a:moveTo>
                  <a:pt x="168962" y="37097"/>
                </a:moveTo>
                <a:lnTo>
                  <a:pt x="168962" y="64921"/>
                </a:lnTo>
                <a:cubicBezTo>
                  <a:pt x="170693" y="66613"/>
                  <a:pt x="172483" y="67891"/>
                  <a:pt x="174333" y="68754"/>
                </a:cubicBezTo>
                <a:cubicBezTo>
                  <a:pt x="176183" y="69617"/>
                  <a:pt x="178075" y="70049"/>
                  <a:pt x="180009" y="70049"/>
                </a:cubicBezTo>
                <a:cubicBezTo>
                  <a:pt x="183098" y="70049"/>
                  <a:pt x="185974" y="68357"/>
                  <a:pt x="188638" y="64972"/>
                </a:cubicBezTo>
                <a:cubicBezTo>
                  <a:pt x="191302" y="61587"/>
                  <a:pt x="192634" y="56662"/>
                  <a:pt x="192634" y="50196"/>
                </a:cubicBezTo>
                <a:cubicBezTo>
                  <a:pt x="192634" y="44239"/>
                  <a:pt x="191302" y="39661"/>
                  <a:pt x="188638" y="36463"/>
                </a:cubicBezTo>
                <a:cubicBezTo>
                  <a:pt x="185974" y="33264"/>
                  <a:pt x="182945" y="31665"/>
                  <a:pt x="179551" y="31665"/>
                </a:cubicBezTo>
                <a:cubicBezTo>
                  <a:pt x="177752" y="31665"/>
                  <a:pt x="175954" y="32122"/>
                  <a:pt x="174155" y="33036"/>
                </a:cubicBezTo>
                <a:cubicBezTo>
                  <a:pt x="172797" y="33712"/>
                  <a:pt x="171066" y="35066"/>
                  <a:pt x="168962" y="37097"/>
                </a:cubicBezTo>
                <a:close/>
                <a:moveTo>
                  <a:pt x="226539" y="29323"/>
                </a:moveTo>
                <a:lnTo>
                  <a:pt x="226539" y="60007"/>
                </a:lnTo>
                <a:cubicBezTo>
                  <a:pt x="226539" y="64357"/>
                  <a:pt x="227014" y="67109"/>
                  <a:pt x="227964" y="68264"/>
                </a:cubicBezTo>
                <a:cubicBezTo>
                  <a:pt x="229220" y="69759"/>
                  <a:pt x="230900" y="70507"/>
                  <a:pt x="233004" y="70507"/>
                </a:cubicBezTo>
                <a:lnTo>
                  <a:pt x="237229" y="70507"/>
                </a:lnTo>
                <a:lnTo>
                  <a:pt x="237229" y="72391"/>
                </a:lnTo>
                <a:lnTo>
                  <a:pt x="209383" y="72391"/>
                </a:lnTo>
                <a:lnTo>
                  <a:pt x="209383" y="70507"/>
                </a:lnTo>
                <a:lnTo>
                  <a:pt x="211470" y="70507"/>
                </a:lnTo>
                <a:cubicBezTo>
                  <a:pt x="212828" y="70507"/>
                  <a:pt x="214066" y="70167"/>
                  <a:pt x="215186" y="69487"/>
                </a:cubicBezTo>
                <a:cubicBezTo>
                  <a:pt x="216306" y="68807"/>
                  <a:pt x="217078" y="67890"/>
                  <a:pt x="217503" y="66735"/>
                </a:cubicBezTo>
                <a:cubicBezTo>
                  <a:pt x="217927" y="65580"/>
                  <a:pt x="218139" y="63338"/>
                  <a:pt x="218139" y="60007"/>
                </a:cubicBezTo>
                <a:lnTo>
                  <a:pt x="218139" y="29323"/>
                </a:lnTo>
                <a:lnTo>
                  <a:pt x="209077" y="29323"/>
                </a:lnTo>
                <a:lnTo>
                  <a:pt x="209077" y="25759"/>
                </a:lnTo>
                <a:lnTo>
                  <a:pt x="218139" y="25759"/>
                </a:lnTo>
                <a:lnTo>
                  <a:pt x="218139" y="22692"/>
                </a:lnTo>
                <a:cubicBezTo>
                  <a:pt x="218139" y="18024"/>
                  <a:pt x="218886" y="14072"/>
                  <a:pt x="220379" y="10835"/>
                </a:cubicBezTo>
                <a:cubicBezTo>
                  <a:pt x="221872" y="7598"/>
                  <a:pt x="224155" y="4984"/>
                  <a:pt x="227226" y="2991"/>
                </a:cubicBezTo>
                <a:cubicBezTo>
                  <a:pt x="230297" y="997"/>
                  <a:pt x="233751" y="0"/>
                  <a:pt x="237586" y="0"/>
                </a:cubicBezTo>
                <a:cubicBezTo>
                  <a:pt x="241149" y="0"/>
                  <a:pt x="244424" y="1154"/>
                  <a:pt x="247411" y="3462"/>
                </a:cubicBezTo>
                <a:cubicBezTo>
                  <a:pt x="249379" y="4989"/>
                  <a:pt x="250363" y="6703"/>
                  <a:pt x="250363" y="8603"/>
                </a:cubicBezTo>
                <a:cubicBezTo>
                  <a:pt x="250363" y="9622"/>
                  <a:pt x="249922" y="10580"/>
                  <a:pt x="249040" y="11480"/>
                </a:cubicBezTo>
                <a:cubicBezTo>
                  <a:pt x="248158" y="12379"/>
                  <a:pt x="247207" y="12829"/>
                  <a:pt x="246189" y="12829"/>
                </a:cubicBezTo>
                <a:cubicBezTo>
                  <a:pt x="245408" y="12829"/>
                  <a:pt x="244585" y="12546"/>
                  <a:pt x="243720" y="11979"/>
                </a:cubicBezTo>
                <a:cubicBezTo>
                  <a:pt x="242855" y="11413"/>
                  <a:pt x="241794" y="10195"/>
                  <a:pt x="240538" y="8325"/>
                </a:cubicBezTo>
                <a:cubicBezTo>
                  <a:pt x="239283" y="6455"/>
                  <a:pt x="238129" y="5194"/>
                  <a:pt x="237077" y="4542"/>
                </a:cubicBezTo>
                <a:cubicBezTo>
                  <a:pt x="236025" y="3890"/>
                  <a:pt x="234854" y="3564"/>
                  <a:pt x="233564" y="3564"/>
                </a:cubicBezTo>
                <a:cubicBezTo>
                  <a:pt x="232003" y="3564"/>
                  <a:pt x="230679" y="3984"/>
                  <a:pt x="229593" y="4823"/>
                </a:cubicBezTo>
                <a:cubicBezTo>
                  <a:pt x="228507" y="5662"/>
                  <a:pt x="227727" y="6964"/>
                  <a:pt x="227251" y="8727"/>
                </a:cubicBezTo>
                <a:cubicBezTo>
                  <a:pt x="226776" y="10491"/>
                  <a:pt x="226539" y="15038"/>
                  <a:pt x="226539" y="22368"/>
                </a:cubicBezTo>
                <a:lnTo>
                  <a:pt x="226539" y="25759"/>
                </a:lnTo>
                <a:lnTo>
                  <a:pt x="238553" y="25759"/>
                </a:lnTo>
                <a:lnTo>
                  <a:pt x="238553" y="29323"/>
                </a:lnTo>
                <a:lnTo>
                  <a:pt x="226539" y="29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e0">
            <a:extLst xmlns:a="http://schemas.openxmlformats.org/drawingml/2006/main">
              <a:ext uri="{FF2B5EF4-FFF2-40B4-BE49-F238E27FC236}">
                <a16:creationId xmlns:a16="http://schemas.microsoft.com/office/drawing/2014/main" id="{D8B91482-6ED0-4DEF-B23A-D4D0CC30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533" y="2282506"/>
            <a:ext cx="91242" cy="71882"/>
          </a:xfrm>
          <a:custGeom xmlns:a="http://schemas.openxmlformats.org/drawingml/2006/main">
            <a:pathLst>
              <a:path w="91242" h="71882">
                <a:moveTo>
                  <a:pt x="7229" y="41439"/>
                </a:moveTo>
                <a:cubicBezTo>
                  <a:pt x="7195" y="48346"/>
                  <a:pt x="8875" y="53764"/>
                  <a:pt x="12269" y="57693"/>
                </a:cubicBezTo>
                <a:cubicBezTo>
                  <a:pt x="15663" y="61620"/>
                  <a:pt x="19650" y="63584"/>
                  <a:pt x="24232" y="63584"/>
                </a:cubicBezTo>
                <a:cubicBezTo>
                  <a:pt x="27286" y="63584"/>
                  <a:pt x="29942" y="62744"/>
                  <a:pt x="32199" y="61064"/>
                </a:cubicBezTo>
                <a:cubicBezTo>
                  <a:pt x="34456" y="59384"/>
                  <a:pt x="36348" y="56507"/>
                  <a:pt x="37875" y="52435"/>
                </a:cubicBezTo>
                <a:lnTo>
                  <a:pt x="39453" y="53453"/>
                </a:lnTo>
                <a:cubicBezTo>
                  <a:pt x="38741" y="58103"/>
                  <a:pt x="36670" y="62336"/>
                  <a:pt x="33243" y="66154"/>
                </a:cubicBezTo>
                <a:cubicBezTo>
                  <a:pt x="29815" y="69972"/>
                  <a:pt x="25522" y="71882"/>
                  <a:pt x="20363" y="71882"/>
                </a:cubicBezTo>
                <a:cubicBezTo>
                  <a:pt x="14763" y="71882"/>
                  <a:pt x="9969" y="69706"/>
                  <a:pt x="5982" y="65354"/>
                </a:cubicBezTo>
                <a:cubicBezTo>
                  <a:pt x="1994" y="61002"/>
                  <a:pt x="0" y="55150"/>
                  <a:pt x="0" y="47801"/>
                </a:cubicBezTo>
                <a:cubicBezTo>
                  <a:pt x="0" y="39842"/>
                  <a:pt x="2045" y="33636"/>
                  <a:pt x="6134" y="29183"/>
                </a:cubicBezTo>
                <a:cubicBezTo>
                  <a:pt x="10224" y="24728"/>
                  <a:pt x="15357" y="22501"/>
                  <a:pt x="21534" y="22501"/>
                </a:cubicBezTo>
                <a:cubicBezTo>
                  <a:pt x="26760" y="22501"/>
                  <a:pt x="31054" y="24219"/>
                  <a:pt x="34414" y="27656"/>
                </a:cubicBezTo>
                <a:cubicBezTo>
                  <a:pt x="37773" y="31091"/>
                  <a:pt x="39453" y="35685"/>
                  <a:pt x="39453" y="41439"/>
                </a:cubicBezTo>
                <a:lnTo>
                  <a:pt x="7229" y="41439"/>
                </a:lnTo>
                <a:moveTo>
                  <a:pt x="7229" y="38486"/>
                </a:moveTo>
                <a:lnTo>
                  <a:pt x="28814" y="38486"/>
                </a:lnTo>
                <a:cubicBezTo>
                  <a:pt x="28644" y="35500"/>
                  <a:pt x="28288" y="33395"/>
                  <a:pt x="27745" y="32174"/>
                </a:cubicBezTo>
                <a:cubicBezTo>
                  <a:pt x="26896" y="30273"/>
                  <a:pt x="25632" y="28780"/>
                  <a:pt x="23952" y="27694"/>
                </a:cubicBezTo>
                <a:cubicBezTo>
                  <a:pt x="22272" y="26608"/>
                  <a:pt x="20516" y="26065"/>
                  <a:pt x="18683" y="26065"/>
                </a:cubicBezTo>
                <a:cubicBezTo>
                  <a:pt x="15866" y="26065"/>
                  <a:pt x="13346" y="27159"/>
                  <a:pt x="11123" y="29348"/>
                </a:cubicBezTo>
                <a:cubicBezTo>
                  <a:pt x="8900" y="31537"/>
                  <a:pt x="7602" y="34583"/>
                  <a:pt x="7229" y="38486"/>
                </a:cubicBezTo>
                <a:close/>
                <a:moveTo>
                  <a:pt x="46596" y="36348"/>
                </a:moveTo>
                <a:cubicBezTo>
                  <a:pt x="46596" y="28474"/>
                  <a:pt x="47783" y="21695"/>
                  <a:pt x="50159" y="16010"/>
                </a:cubicBezTo>
                <a:cubicBezTo>
                  <a:pt x="52535" y="10326"/>
                  <a:pt x="55691" y="6092"/>
                  <a:pt x="59628" y="3309"/>
                </a:cubicBezTo>
                <a:cubicBezTo>
                  <a:pt x="62682" y="1103"/>
                  <a:pt x="65839" y="0"/>
                  <a:pt x="69097" y="0"/>
                </a:cubicBezTo>
                <a:cubicBezTo>
                  <a:pt x="74391" y="0"/>
                  <a:pt x="79143" y="2698"/>
                  <a:pt x="83351" y="8094"/>
                </a:cubicBezTo>
                <a:cubicBezTo>
                  <a:pt x="88611" y="14780"/>
                  <a:pt x="91242" y="23842"/>
                  <a:pt x="91242" y="35279"/>
                </a:cubicBezTo>
                <a:cubicBezTo>
                  <a:pt x="91242" y="43288"/>
                  <a:pt x="90088" y="50093"/>
                  <a:pt x="87780" y="55693"/>
                </a:cubicBezTo>
                <a:cubicBezTo>
                  <a:pt x="85472" y="61293"/>
                  <a:pt x="82528" y="65357"/>
                  <a:pt x="78947" y="67885"/>
                </a:cubicBezTo>
                <a:cubicBezTo>
                  <a:pt x="75367" y="70414"/>
                  <a:pt x="71914" y="71678"/>
                  <a:pt x="68588" y="71678"/>
                </a:cubicBezTo>
                <a:cubicBezTo>
                  <a:pt x="62004" y="71678"/>
                  <a:pt x="56523" y="67792"/>
                  <a:pt x="52145" y="60020"/>
                </a:cubicBezTo>
                <a:cubicBezTo>
                  <a:pt x="48445" y="53470"/>
                  <a:pt x="46596" y="45579"/>
                  <a:pt x="46596" y="36348"/>
                </a:cubicBezTo>
                <a:moveTo>
                  <a:pt x="56574" y="37648"/>
                </a:moveTo>
                <a:cubicBezTo>
                  <a:pt x="56574" y="47158"/>
                  <a:pt x="57744" y="54919"/>
                  <a:pt x="60086" y="60930"/>
                </a:cubicBezTo>
                <a:cubicBezTo>
                  <a:pt x="62021" y="65991"/>
                  <a:pt x="64905" y="68522"/>
                  <a:pt x="68740" y="68522"/>
                </a:cubicBezTo>
                <a:cubicBezTo>
                  <a:pt x="70573" y="68522"/>
                  <a:pt x="72474" y="67698"/>
                  <a:pt x="74442" y="66051"/>
                </a:cubicBezTo>
                <a:cubicBezTo>
                  <a:pt x="76410" y="64404"/>
                  <a:pt x="77904" y="61644"/>
                  <a:pt x="78922" y="57772"/>
                </a:cubicBezTo>
                <a:cubicBezTo>
                  <a:pt x="80483" y="51929"/>
                  <a:pt x="81264" y="43693"/>
                  <a:pt x="81264" y="33063"/>
                </a:cubicBezTo>
                <a:cubicBezTo>
                  <a:pt x="81264" y="25183"/>
                  <a:pt x="80449" y="18610"/>
                  <a:pt x="78820" y="13346"/>
                </a:cubicBezTo>
                <a:cubicBezTo>
                  <a:pt x="77598" y="9440"/>
                  <a:pt x="76020" y="6672"/>
                  <a:pt x="74086" y="5041"/>
                </a:cubicBezTo>
                <a:cubicBezTo>
                  <a:pt x="72694" y="3920"/>
                  <a:pt x="71014" y="3360"/>
                  <a:pt x="69046" y="3360"/>
                </a:cubicBezTo>
                <a:cubicBezTo>
                  <a:pt x="66738" y="3360"/>
                  <a:pt x="64685" y="4396"/>
                  <a:pt x="62886" y="6468"/>
                </a:cubicBezTo>
                <a:cubicBezTo>
                  <a:pt x="60442" y="9287"/>
                  <a:pt x="58780" y="13720"/>
                  <a:pt x="57897" y="19766"/>
                </a:cubicBezTo>
                <a:cubicBezTo>
                  <a:pt x="57015" y="25812"/>
                  <a:pt x="56574" y="31772"/>
                  <a:pt x="56574" y="376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296C5-445F-4843-8E12-56F77FC3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41" y="309649"/>
            <a:ext cx="3095537" cy="2636799"/>
          </a:xfrm>
          <a:custGeom xmlns:a="http://schemas.openxmlformats.org/drawingml/2006/main">
            <a:pathLst>
              <a:path w="3095537" h="2636799" fill="none">
                <a:moveTo>
                  <a:pt x="0" y="112802"/>
                </a:moveTo>
                <a:cubicBezTo>
                  <a:pt x="0" y="50503"/>
                  <a:pt x="50503" y="0"/>
                  <a:pt x="112802" y="0"/>
                </a:cubicBezTo>
                <a:lnTo>
                  <a:pt x="2982735" y="0"/>
                </a:lnTo>
                <a:cubicBezTo>
                  <a:pt x="3045033" y="0"/>
                  <a:pt x="3095537" y="50503"/>
                  <a:pt x="3095537" y="112802"/>
                </a:cubicBezTo>
                <a:lnTo>
                  <a:pt x="3095537" y="2523996"/>
                </a:lnTo>
                <a:cubicBezTo>
                  <a:pt x="3095537" y="2586296"/>
                  <a:pt x="3045033" y="2636799"/>
                  <a:pt x="2982735" y="2636799"/>
                </a:cubicBezTo>
                <a:lnTo>
                  <a:pt x="112802" y="2636799"/>
                </a:lnTo>
                <a:cubicBezTo>
                  <a:pt x="50503" y="2636799"/>
                  <a:pt x="0" y="2586296"/>
                  <a:pt x="0" y="2523996"/>
                </a:cubicBezTo>
                <a:lnTo>
                  <a:pt x="0" y="1128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88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1681F-DF50-4288-A3ED-79A90C77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238" y="1524737"/>
            <a:ext cx="1046379" cy="1302286"/>
          </a:xfrm>
          <a:custGeom xmlns:a="http://schemas.openxmlformats.org/drawingml/2006/main">
            <a:pathLst>
              <a:path w="1046379" h="1302286" fill="none">
                <a:moveTo>
                  <a:pt x="0" y="44764"/>
                </a:moveTo>
                <a:cubicBezTo>
                  <a:pt x="0" y="20042"/>
                  <a:pt x="20042" y="0"/>
                  <a:pt x="44764" y="0"/>
                </a:cubicBezTo>
                <a:lnTo>
                  <a:pt x="1001615" y="0"/>
                </a:lnTo>
                <a:cubicBezTo>
                  <a:pt x="1026337" y="0"/>
                  <a:pt x="1046379" y="20042"/>
                  <a:pt x="1046379" y="44764"/>
                </a:cubicBezTo>
                <a:lnTo>
                  <a:pt x="1046379" y="1257522"/>
                </a:lnTo>
                <a:cubicBezTo>
                  <a:pt x="1046379" y="1282244"/>
                  <a:pt x="1026337" y="1302286"/>
                  <a:pt x="1001615" y="1302286"/>
                </a:cubicBezTo>
                <a:lnTo>
                  <a:pt x="44764" y="1302286"/>
                </a:lnTo>
                <a:cubicBezTo>
                  <a:pt x="20042" y="1302286"/>
                  <a:pt x="0" y="1282244"/>
                  <a:pt x="0" y="1257522"/>
                </a:cubicBezTo>
                <a:lnTo>
                  <a:pt x="0" y="447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6B052-1E0B-4F59-8380-54CA879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332" y="1930398"/>
            <a:ext cx="868190" cy="233161"/>
          </a:xfrm>
          <a:custGeom xmlns:a="http://schemas.openxmlformats.org/drawingml/2006/main">
            <a:pathLst>
              <a:path w="868190" h="233161">
                <a:moveTo>
                  <a:pt x="0" y="9974"/>
                </a:moveTo>
                <a:cubicBezTo>
                  <a:pt x="0" y="4466"/>
                  <a:pt x="4466" y="0"/>
                  <a:pt x="9974" y="0"/>
                </a:cubicBezTo>
                <a:lnTo>
                  <a:pt x="858216" y="0"/>
                </a:lnTo>
                <a:cubicBezTo>
                  <a:pt x="863725" y="0"/>
                  <a:pt x="868190" y="4466"/>
                  <a:pt x="868190" y="9974"/>
                </a:cubicBezTo>
                <a:lnTo>
                  <a:pt x="868190" y="223187"/>
                </a:lnTo>
                <a:cubicBezTo>
                  <a:pt x="868190" y="228695"/>
                  <a:pt x="863725" y="233161"/>
                  <a:pt x="858216" y="233161"/>
                </a:cubicBezTo>
                <a:lnTo>
                  <a:pt x="9974" y="233161"/>
                </a:lnTo>
                <a:cubicBezTo>
                  <a:pt x="4466" y="233161"/>
                  <a:pt x="0" y="228695"/>
                  <a:pt x="0" y="223187"/>
                </a:cubicBezTo>
                <a:lnTo>
                  <a:pt x="0" y="99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1609E-3D98-4A9C-A3BE-C0F145CE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333" y="1930398"/>
            <a:ext cx="868191" cy="233161"/>
          </a:xfrm>
          <a:custGeom xmlns:a="http://schemas.openxmlformats.org/drawingml/2006/main">
            <a:pathLst>
              <a:path w="868191" h="233161" fill="none">
                <a:moveTo>
                  <a:pt x="0" y="9974"/>
                </a:moveTo>
                <a:cubicBezTo>
                  <a:pt x="0" y="4466"/>
                  <a:pt x="4466" y="0"/>
                  <a:pt x="9974" y="0"/>
                </a:cubicBezTo>
                <a:lnTo>
                  <a:pt x="858216" y="0"/>
                </a:lnTo>
                <a:cubicBezTo>
                  <a:pt x="863725" y="0"/>
                  <a:pt x="868191" y="4466"/>
                  <a:pt x="868191" y="9974"/>
                </a:cubicBezTo>
                <a:lnTo>
                  <a:pt x="868191" y="223186"/>
                </a:lnTo>
                <a:cubicBezTo>
                  <a:pt x="868191" y="228695"/>
                  <a:pt x="863725" y="233161"/>
                  <a:pt x="858216" y="233161"/>
                </a:cubicBezTo>
                <a:lnTo>
                  <a:pt x="9974" y="233161"/>
                </a:lnTo>
                <a:cubicBezTo>
                  <a:pt x="4466" y="233161"/>
                  <a:pt x="0" y="228695"/>
                  <a:pt x="0" y="223186"/>
                </a:cubicBezTo>
                <a:lnTo>
                  <a:pt x="0" y="99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BFBFBF"/>
            </a:solidFill>
            <a:custDash>
              <a:ds d="400000" sp="300000"/>
            </a:custDash>
            <a:miter/>
          </a:ln>
        </p:spPr>
      </p:sp>
      <p:sp>
        <p:nvSpPr>
          <p:cNvPr id="46" name="Text search_node">
            <a:extLst xmlns:a="http://schemas.openxmlformats.org/drawingml/2006/main">
              <a:ext uri="{FF2B5EF4-FFF2-40B4-BE49-F238E27FC236}">
                <a16:creationId xmlns:a16="http://schemas.microsoft.com/office/drawing/2014/main" id="{BEDF340E-B61C-4A52-89B9-D812AB6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962" y="2009029"/>
            <a:ext cx="535176" cy="89597"/>
          </a:xfrm>
          <a:custGeom xmlns:a="http://schemas.openxmlformats.org/drawingml/2006/main">
            <a:pathLst>
              <a:path w="535176" h="89597">
                <a:moveTo>
                  <a:pt x="32428" y="57257"/>
                </a:moveTo>
                <a:cubicBezTo>
                  <a:pt x="32428" y="59601"/>
                  <a:pt x="31995" y="61690"/>
                  <a:pt x="31130" y="63525"/>
                </a:cubicBezTo>
                <a:cubicBezTo>
                  <a:pt x="30265" y="65358"/>
                  <a:pt x="29034" y="66904"/>
                  <a:pt x="27439" y="68162"/>
                </a:cubicBezTo>
                <a:cubicBezTo>
                  <a:pt x="25844" y="69419"/>
                  <a:pt x="23944" y="70370"/>
                  <a:pt x="21738" y="71014"/>
                </a:cubicBezTo>
                <a:cubicBezTo>
                  <a:pt x="19532" y="71660"/>
                  <a:pt x="17105" y="71983"/>
                  <a:pt x="14458" y="71983"/>
                </a:cubicBezTo>
                <a:cubicBezTo>
                  <a:pt x="12829" y="71983"/>
                  <a:pt x="11276" y="71856"/>
                  <a:pt x="9800" y="71602"/>
                </a:cubicBezTo>
                <a:cubicBezTo>
                  <a:pt x="8323" y="71347"/>
                  <a:pt x="7000" y="71025"/>
                  <a:pt x="5829" y="70634"/>
                </a:cubicBezTo>
                <a:cubicBezTo>
                  <a:pt x="4658" y="70244"/>
                  <a:pt x="3665" y="69837"/>
                  <a:pt x="2851" y="69412"/>
                </a:cubicBezTo>
                <a:cubicBezTo>
                  <a:pt x="2036" y="68988"/>
                  <a:pt x="1442" y="68606"/>
                  <a:pt x="1069" y="68267"/>
                </a:cubicBezTo>
                <a:cubicBezTo>
                  <a:pt x="696" y="67928"/>
                  <a:pt x="424" y="67453"/>
                  <a:pt x="255" y="66842"/>
                </a:cubicBezTo>
                <a:cubicBezTo>
                  <a:pt x="85" y="66231"/>
                  <a:pt x="0" y="65399"/>
                  <a:pt x="0" y="64347"/>
                </a:cubicBezTo>
                <a:cubicBezTo>
                  <a:pt x="0" y="63702"/>
                  <a:pt x="34" y="63159"/>
                  <a:pt x="102" y="62718"/>
                </a:cubicBezTo>
                <a:cubicBezTo>
                  <a:pt x="170" y="62277"/>
                  <a:pt x="255" y="61921"/>
                  <a:pt x="356" y="61649"/>
                </a:cubicBezTo>
                <a:cubicBezTo>
                  <a:pt x="458" y="61378"/>
                  <a:pt x="602" y="61182"/>
                  <a:pt x="789" y="61064"/>
                </a:cubicBezTo>
                <a:cubicBezTo>
                  <a:pt x="976" y="60945"/>
                  <a:pt x="1188" y="60885"/>
                  <a:pt x="1425" y="60885"/>
                </a:cubicBezTo>
                <a:cubicBezTo>
                  <a:pt x="1799" y="60885"/>
                  <a:pt x="2350" y="61115"/>
                  <a:pt x="3080" y="61573"/>
                </a:cubicBezTo>
                <a:cubicBezTo>
                  <a:pt x="3810" y="62031"/>
                  <a:pt x="4709" y="62531"/>
                  <a:pt x="5778" y="63075"/>
                </a:cubicBezTo>
                <a:cubicBezTo>
                  <a:pt x="6847" y="63618"/>
                  <a:pt x="8111" y="64118"/>
                  <a:pt x="9571" y="64576"/>
                </a:cubicBezTo>
                <a:cubicBezTo>
                  <a:pt x="11030" y="65034"/>
                  <a:pt x="12710" y="65264"/>
                  <a:pt x="14610" y="65264"/>
                </a:cubicBezTo>
                <a:cubicBezTo>
                  <a:pt x="16036" y="65264"/>
                  <a:pt x="17326" y="65111"/>
                  <a:pt x="18479" y="64805"/>
                </a:cubicBezTo>
                <a:cubicBezTo>
                  <a:pt x="19633" y="64499"/>
                  <a:pt x="20635" y="64048"/>
                  <a:pt x="21483" y="63453"/>
                </a:cubicBezTo>
                <a:cubicBezTo>
                  <a:pt x="22331" y="62858"/>
                  <a:pt x="22985" y="62101"/>
                  <a:pt x="23443" y="61183"/>
                </a:cubicBezTo>
                <a:cubicBezTo>
                  <a:pt x="23901" y="60265"/>
                  <a:pt x="24130" y="59176"/>
                  <a:pt x="24130" y="57919"/>
                </a:cubicBezTo>
                <a:cubicBezTo>
                  <a:pt x="24130" y="56628"/>
                  <a:pt x="23799" y="55541"/>
                  <a:pt x="23137" y="54657"/>
                </a:cubicBezTo>
                <a:cubicBezTo>
                  <a:pt x="22476" y="53774"/>
                  <a:pt x="21602" y="52993"/>
                  <a:pt x="20516" y="52314"/>
                </a:cubicBezTo>
                <a:cubicBezTo>
                  <a:pt x="19430" y="51634"/>
                  <a:pt x="18208" y="51031"/>
                  <a:pt x="16850" y="50505"/>
                </a:cubicBezTo>
                <a:cubicBezTo>
                  <a:pt x="15493" y="49978"/>
                  <a:pt x="14093" y="49426"/>
                  <a:pt x="12651" y="48849"/>
                </a:cubicBezTo>
                <a:cubicBezTo>
                  <a:pt x="11208" y="48271"/>
                  <a:pt x="9800" y="47617"/>
                  <a:pt x="8425" y="46886"/>
                </a:cubicBezTo>
                <a:cubicBezTo>
                  <a:pt x="7051" y="46155"/>
                  <a:pt x="5820" y="45263"/>
                  <a:pt x="4734" y="44210"/>
                </a:cubicBezTo>
                <a:cubicBezTo>
                  <a:pt x="3648" y="43157"/>
                  <a:pt x="2774" y="41900"/>
                  <a:pt x="2113" y="40440"/>
                </a:cubicBezTo>
                <a:cubicBezTo>
                  <a:pt x="1451" y="38979"/>
                  <a:pt x="1120" y="37230"/>
                  <a:pt x="1120" y="35191"/>
                </a:cubicBezTo>
                <a:cubicBezTo>
                  <a:pt x="1120" y="33391"/>
                  <a:pt x="1468" y="31667"/>
                  <a:pt x="2164" y="30020"/>
                </a:cubicBezTo>
                <a:cubicBezTo>
                  <a:pt x="2859" y="28371"/>
                  <a:pt x="3903" y="26927"/>
                  <a:pt x="5294" y="25688"/>
                </a:cubicBezTo>
                <a:cubicBezTo>
                  <a:pt x="6686" y="24447"/>
                  <a:pt x="8425" y="23453"/>
                  <a:pt x="10512" y="22706"/>
                </a:cubicBezTo>
                <a:cubicBezTo>
                  <a:pt x="12600" y="21959"/>
                  <a:pt x="15035" y="21585"/>
                  <a:pt x="17818" y="21585"/>
                </a:cubicBezTo>
                <a:cubicBezTo>
                  <a:pt x="19039" y="21585"/>
                  <a:pt x="20261" y="21688"/>
                  <a:pt x="21483" y="21895"/>
                </a:cubicBezTo>
                <a:cubicBezTo>
                  <a:pt x="22705" y="22102"/>
                  <a:pt x="23808" y="22360"/>
                  <a:pt x="24792" y="22670"/>
                </a:cubicBezTo>
                <a:cubicBezTo>
                  <a:pt x="25776" y="22979"/>
                  <a:pt x="26616" y="23315"/>
                  <a:pt x="27312" y="23677"/>
                </a:cubicBezTo>
                <a:cubicBezTo>
                  <a:pt x="28008" y="24038"/>
                  <a:pt x="28534" y="24357"/>
                  <a:pt x="28890" y="24633"/>
                </a:cubicBezTo>
                <a:cubicBezTo>
                  <a:pt x="29246" y="24909"/>
                  <a:pt x="29484" y="25148"/>
                  <a:pt x="29603" y="25352"/>
                </a:cubicBezTo>
                <a:cubicBezTo>
                  <a:pt x="29722" y="25556"/>
                  <a:pt x="29806" y="25785"/>
                  <a:pt x="29857" y="26039"/>
                </a:cubicBezTo>
                <a:cubicBezTo>
                  <a:pt x="29908" y="26294"/>
                  <a:pt x="29959" y="26608"/>
                  <a:pt x="30010" y="26981"/>
                </a:cubicBezTo>
                <a:cubicBezTo>
                  <a:pt x="30061" y="27354"/>
                  <a:pt x="30086" y="27813"/>
                  <a:pt x="30086" y="28356"/>
                </a:cubicBezTo>
                <a:cubicBezTo>
                  <a:pt x="30086" y="28932"/>
                  <a:pt x="30061" y="29433"/>
                  <a:pt x="30010" y="29857"/>
                </a:cubicBezTo>
                <a:cubicBezTo>
                  <a:pt x="29959" y="30282"/>
                  <a:pt x="29874" y="30629"/>
                  <a:pt x="29755" y="30901"/>
                </a:cubicBezTo>
                <a:cubicBezTo>
                  <a:pt x="29637" y="31172"/>
                  <a:pt x="29492" y="31368"/>
                  <a:pt x="29323" y="31486"/>
                </a:cubicBezTo>
                <a:cubicBezTo>
                  <a:pt x="29153" y="31605"/>
                  <a:pt x="28966" y="31665"/>
                  <a:pt x="28763" y="31665"/>
                </a:cubicBezTo>
                <a:cubicBezTo>
                  <a:pt x="28457" y="31665"/>
                  <a:pt x="28016" y="31475"/>
                  <a:pt x="27439" y="31097"/>
                </a:cubicBezTo>
                <a:cubicBezTo>
                  <a:pt x="26862" y="30718"/>
                  <a:pt x="26116" y="30313"/>
                  <a:pt x="25199" y="29883"/>
                </a:cubicBezTo>
                <a:cubicBezTo>
                  <a:pt x="24283" y="29452"/>
                  <a:pt x="23205" y="29048"/>
                  <a:pt x="21967" y="28669"/>
                </a:cubicBezTo>
                <a:cubicBezTo>
                  <a:pt x="20728" y="28290"/>
                  <a:pt x="19311" y="28101"/>
                  <a:pt x="17716" y="28101"/>
                </a:cubicBezTo>
                <a:cubicBezTo>
                  <a:pt x="16290" y="28101"/>
                  <a:pt x="15035" y="28263"/>
                  <a:pt x="13949" y="28586"/>
                </a:cubicBezTo>
                <a:cubicBezTo>
                  <a:pt x="12863" y="28909"/>
                  <a:pt x="11972" y="29367"/>
                  <a:pt x="11276" y="29962"/>
                </a:cubicBezTo>
                <a:cubicBezTo>
                  <a:pt x="10580" y="30557"/>
                  <a:pt x="10054" y="31263"/>
                  <a:pt x="9698" y="32080"/>
                </a:cubicBezTo>
                <a:cubicBezTo>
                  <a:pt x="9342" y="32895"/>
                  <a:pt x="9163" y="33779"/>
                  <a:pt x="9163" y="34732"/>
                </a:cubicBezTo>
                <a:cubicBezTo>
                  <a:pt x="9163" y="36056"/>
                  <a:pt x="9503" y="37169"/>
                  <a:pt x="10182" y="38069"/>
                </a:cubicBezTo>
                <a:cubicBezTo>
                  <a:pt x="10860" y="38970"/>
                  <a:pt x="11743" y="39760"/>
                  <a:pt x="12829" y="40440"/>
                </a:cubicBezTo>
                <a:cubicBezTo>
                  <a:pt x="13915" y="41118"/>
                  <a:pt x="15153" y="41730"/>
                  <a:pt x="16545" y="42274"/>
                </a:cubicBezTo>
                <a:cubicBezTo>
                  <a:pt x="17936" y="42817"/>
                  <a:pt x="19353" y="43378"/>
                  <a:pt x="20796" y="43956"/>
                </a:cubicBezTo>
                <a:cubicBezTo>
                  <a:pt x="22238" y="44532"/>
                  <a:pt x="23664" y="45178"/>
                  <a:pt x="25072" y="45892"/>
                </a:cubicBezTo>
                <a:cubicBezTo>
                  <a:pt x="26480" y="46605"/>
                  <a:pt x="27728" y="47472"/>
                  <a:pt x="28814" y="48491"/>
                </a:cubicBezTo>
                <a:cubicBezTo>
                  <a:pt x="29900" y="49510"/>
                  <a:pt x="30774" y="50734"/>
                  <a:pt x="31435" y="52161"/>
                </a:cubicBezTo>
                <a:cubicBezTo>
                  <a:pt x="32097" y="53588"/>
                  <a:pt x="32428" y="55286"/>
                  <a:pt x="32428" y="57257"/>
                </a:cubicBezTo>
                <a:close/>
                <a:moveTo>
                  <a:pt x="84028" y="44799"/>
                </a:moveTo>
                <a:cubicBezTo>
                  <a:pt x="84028" y="46122"/>
                  <a:pt x="83697" y="47064"/>
                  <a:pt x="83035" y="47624"/>
                </a:cubicBezTo>
                <a:cubicBezTo>
                  <a:pt x="82374" y="48184"/>
                  <a:pt x="81618" y="48464"/>
                  <a:pt x="80770" y="48464"/>
                </a:cubicBezTo>
                <a:lnTo>
                  <a:pt x="50735" y="48464"/>
                </a:lnTo>
                <a:cubicBezTo>
                  <a:pt x="50735" y="51017"/>
                  <a:pt x="50989" y="53315"/>
                  <a:pt x="51498" y="55357"/>
                </a:cubicBezTo>
                <a:cubicBezTo>
                  <a:pt x="52007" y="57400"/>
                  <a:pt x="52856" y="59153"/>
                  <a:pt x="54044" y="60617"/>
                </a:cubicBezTo>
                <a:cubicBezTo>
                  <a:pt x="55231" y="62080"/>
                  <a:pt x="56776" y="63204"/>
                  <a:pt x="58676" y="63988"/>
                </a:cubicBezTo>
                <a:cubicBezTo>
                  <a:pt x="60577" y="64770"/>
                  <a:pt x="62901" y="65162"/>
                  <a:pt x="65650" y="65162"/>
                </a:cubicBezTo>
                <a:cubicBezTo>
                  <a:pt x="67823" y="65162"/>
                  <a:pt x="69757" y="64984"/>
                  <a:pt x="71454" y="64627"/>
                </a:cubicBezTo>
                <a:cubicBezTo>
                  <a:pt x="73151" y="64271"/>
                  <a:pt x="74619" y="63872"/>
                  <a:pt x="75857" y="63431"/>
                </a:cubicBezTo>
                <a:cubicBezTo>
                  <a:pt x="77096" y="62990"/>
                  <a:pt x="78114" y="62591"/>
                  <a:pt x="78912" y="62235"/>
                </a:cubicBezTo>
                <a:cubicBezTo>
                  <a:pt x="79709" y="61878"/>
                  <a:pt x="80312" y="61700"/>
                  <a:pt x="80719" y="61700"/>
                </a:cubicBezTo>
                <a:cubicBezTo>
                  <a:pt x="80957" y="61700"/>
                  <a:pt x="81169" y="61759"/>
                  <a:pt x="81355" y="61878"/>
                </a:cubicBezTo>
                <a:cubicBezTo>
                  <a:pt x="81542" y="61997"/>
                  <a:pt x="81686" y="62175"/>
                  <a:pt x="81788" y="62413"/>
                </a:cubicBezTo>
                <a:cubicBezTo>
                  <a:pt x="81890" y="62650"/>
                  <a:pt x="81966" y="62981"/>
                  <a:pt x="82017" y="63405"/>
                </a:cubicBezTo>
                <a:cubicBezTo>
                  <a:pt x="82068" y="63830"/>
                  <a:pt x="82094" y="64347"/>
                  <a:pt x="82094" y="64958"/>
                </a:cubicBezTo>
                <a:cubicBezTo>
                  <a:pt x="82094" y="65399"/>
                  <a:pt x="82077" y="65781"/>
                  <a:pt x="82043" y="66104"/>
                </a:cubicBezTo>
                <a:cubicBezTo>
                  <a:pt x="82009" y="66426"/>
                  <a:pt x="81966" y="66714"/>
                  <a:pt x="81915" y="66969"/>
                </a:cubicBezTo>
                <a:cubicBezTo>
                  <a:pt x="81865" y="67223"/>
                  <a:pt x="81780" y="67453"/>
                  <a:pt x="81661" y="67656"/>
                </a:cubicBezTo>
                <a:cubicBezTo>
                  <a:pt x="81542" y="67860"/>
                  <a:pt x="81389" y="68055"/>
                  <a:pt x="81203" y="68242"/>
                </a:cubicBezTo>
                <a:cubicBezTo>
                  <a:pt x="81016" y="68428"/>
                  <a:pt x="80465" y="68734"/>
                  <a:pt x="79548" y="69158"/>
                </a:cubicBezTo>
                <a:cubicBezTo>
                  <a:pt x="78632" y="69582"/>
                  <a:pt x="77444" y="69998"/>
                  <a:pt x="75985" y="70405"/>
                </a:cubicBezTo>
                <a:cubicBezTo>
                  <a:pt x="74525" y="70812"/>
                  <a:pt x="72837" y="71177"/>
                  <a:pt x="70919" y="71500"/>
                </a:cubicBezTo>
                <a:cubicBezTo>
                  <a:pt x="69002" y="71822"/>
                  <a:pt x="66957" y="71983"/>
                  <a:pt x="64785" y="71983"/>
                </a:cubicBezTo>
                <a:cubicBezTo>
                  <a:pt x="61018" y="71983"/>
                  <a:pt x="57717" y="71457"/>
                  <a:pt x="54884" y="70404"/>
                </a:cubicBezTo>
                <a:cubicBezTo>
                  <a:pt x="52050" y="69350"/>
                  <a:pt x="49665" y="67788"/>
                  <a:pt x="47731" y="65715"/>
                </a:cubicBezTo>
                <a:cubicBezTo>
                  <a:pt x="45797" y="63643"/>
                  <a:pt x="44337" y="61044"/>
                  <a:pt x="43353" y="57919"/>
                </a:cubicBezTo>
                <a:cubicBezTo>
                  <a:pt x="42369" y="54793"/>
                  <a:pt x="41877" y="51158"/>
                  <a:pt x="41877" y="47013"/>
                </a:cubicBezTo>
                <a:cubicBezTo>
                  <a:pt x="41877" y="43072"/>
                  <a:pt x="42386" y="39530"/>
                  <a:pt x="43404" y="36388"/>
                </a:cubicBezTo>
                <a:cubicBezTo>
                  <a:pt x="44422" y="33245"/>
                  <a:pt x="45890" y="30578"/>
                  <a:pt x="47807" y="28387"/>
                </a:cubicBezTo>
                <a:cubicBezTo>
                  <a:pt x="49725" y="26196"/>
                  <a:pt x="52041" y="24515"/>
                  <a:pt x="54756" y="23343"/>
                </a:cubicBezTo>
                <a:cubicBezTo>
                  <a:pt x="57471" y="22171"/>
                  <a:pt x="60509" y="21585"/>
                  <a:pt x="63869" y="21585"/>
                </a:cubicBezTo>
                <a:cubicBezTo>
                  <a:pt x="67466" y="21585"/>
                  <a:pt x="70529" y="22162"/>
                  <a:pt x="73058" y="23316"/>
                </a:cubicBezTo>
                <a:cubicBezTo>
                  <a:pt x="75586" y="24470"/>
                  <a:pt x="77665" y="26022"/>
                  <a:pt x="79294" y="27974"/>
                </a:cubicBezTo>
                <a:cubicBezTo>
                  <a:pt x="80923" y="29925"/>
                  <a:pt x="82119" y="32216"/>
                  <a:pt x="82883" y="34846"/>
                </a:cubicBezTo>
                <a:cubicBezTo>
                  <a:pt x="83646" y="37476"/>
                  <a:pt x="84028" y="40285"/>
                  <a:pt x="84028" y="43271"/>
                </a:cubicBezTo>
                <a:lnTo>
                  <a:pt x="84028" y="44799"/>
                </a:lnTo>
                <a:moveTo>
                  <a:pt x="75577" y="42304"/>
                </a:moveTo>
                <a:cubicBezTo>
                  <a:pt x="75679" y="37892"/>
                  <a:pt x="74704" y="34430"/>
                  <a:pt x="72650" y="31919"/>
                </a:cubicBezTo>
                <a:cubicBezTo>
                  <a:pt x="70597" y="29408"/>
                  <a:pt x="67551" y="28152"/>
                  <a:pt x="63512" y="28152"/>
                </a:cubicBezTo>
                <a:cubicBezTo>
                  <a:pt x="61442" y="28152"/>
                  <a:pt x="59626" y="28542"/>
                  <a:pt x="58065" y="29323"/>
                </a:cubicBezTo>
                <a:cubicBezTo>
                  <a:pt x="56504" y="30103"/>
                  <a:pt x="55197" y="31138"/>
                  <a:pt x="54145" y="32428"/>
                </a:cubicBezTo>
                <a:cubicBezTo>
                  <a:pt x="53093" y="33718"/>
                  <a:pt x="52279" y="35220"/>
                  <a:pt x="51702" y="36933"/>
                </a:cubicBezTo>
                <a:cubicBezTo>
                  <a:pt x="51125" y="38647"/>
                  <a:pt x="50802" y="40438"/>
                  <a:pt x="50735" y="42304"/>
                </a:cubicBezTo>
                <a:lnTo>
                  <a:pt x="75577" y="42304"/>
                </a:lnTo>
                <a:close/>
                <a:moveTo>
                  <a:pt x="131555" y="69743"/>
                </a:moveTo>
                <a:cubicBezTo>
                  <a:pt x="131555" y="70151"/>
                  <a:pt x="131419" y="70456"/>
                  <a:pt x="131148" y="70660"/>
                </a:cubicBezTo>
                <a:cubicBezTo>
                  <a:pt x="130876" y="70863"/>
                  <a:pt x="130503" y="71016"/>
                  <a:pt x="130028" y="71118"/>
                </a:cubicBezTo>
                <a:cubicBezTo>
                  <a:pt x="129553" y="71220"/>
                  <a:pt x="128857" y="71271"/>
                  <a:pt x="127940" y="71271"/>
                </a:cubicBezTo>
                <a:cubicBezTo>
                  <a:pt x="127058" y="71271"/>
                  <a:pt x="126354" y="71220"/>
                  <a:pt x="125828" y="71118"/>
                </a:cubicBezTo>
                <a:cubicBezTo>
                  <a:pt x="125302" y="71016"/>
                  <a:pt x="124920" y="70863"/>
                  <a:pt x="124682" y="70660"/>
                </a:cubicBezTo>
                <a:cubicBezTo>
                  <a:pt x="124445" y="70456"/>
                  <a:pt x="124326" y="70151"/>
                  <a:pt x="124326" y="69743"/>
                </a:cubicBezTo>
                <a:lnTo>
                  <a:pt x="124326" y="65162"/>
                </a:lnTo>
                <a:cubicBezTo>
                  <a:pt x="122324" y="67300"/>
                  <a:pt x="120092" y="68971"/>
                  <a:pt x="117632" y="70176"/>
                </a:cubicBezTo>
                <a:cubicBezTo>
                  <a:pt x="115171" y="71381"/>
                  <a:pt x="112566" y="71983"/>
                  <a:pt x="109817" y="71983"/>
                </a:cubicBezTo>
                <a:cubicBezTo>
                  <a:pt x="107408" y="71983"/>
                  <a:pt x="105227" y="71668"/>
                  <a:pt x="103276" y="71038"/>
                </a:cubicBezTo>
                <a:cubicBezTo>
                  <a:pt x="101324" y="70408"/>
                  <a:pt x="99661" y="69497"/>
                  <a:pt x="98287" y="68305"/>
                </a:cubicBezTo>
                <a:cubicBezTo>
                  <a:pt x="96912" y="67113"/>
                  <a:pt x="95843" y="65649"/>
                  <a:pt x="95080" y="63913"/>
                </a:cubicBezTo>
                <a:cubicBezTo>
                  <a:pt x="94316" y="62176"/>
                  <a:pt x="93934" y="60200"/>
                  <a:pt x="93934" y="57985"/>
                </a:cubicBezTo>
                <a:cubicBezTo>
                  <a:pt x="93934" y="55398"/>
                  <a:pt x="94460" y="53150"/>
                  <a:pt x="95512" y="51243"/>
                </a:cubicBezTo>
                <a:cubicBezTo>
                  <a:pt x="96564" y="49335"/>
                  <a:pt x="98075" y="47751"/>
                  <a:pt x="100043" y="46491"/>
                </a:cubicBezTo>
                <a:cubicBezTo>
                  <a:pt x="102012" y="45231"/>
                  <a:pt x="104421" y="44286"/>
                  <a:pt x="107272" y="43656"/>
                </a:cubicBezTo>
                <a:cubicBezTo>
                  <a:pt x="110123" y="43026"/>
                  <a:pt x="113330" y="42711"/>
                  <a:pt x="116894" y="42711"/>
                </a:cubicBezTo>
                <a:lnTo>
                  <a:pt x="123206" y="42711"/>
                </a:lnTo>
                <a:lnTo>
                  <a:pt x="123206" y="39161"/>
                </a:lnTo>
                <a:cubicBezTo>
                  <a:pt x="123206" y="37402"/>
                  <a:pt x="123019" y="35847"/>
                  <a:pt x="122646" y="34495"/>
                </a:cubicBezTo>
                <a:cubicBezTo>
                  <a:pt x="122273" y="33141"/>
                  <a:pt x="121670" y="32017"/>
                  <a:pt x="120839" y="31120"/>
                </a:cubicBezTo>
                <a:cubicBezTo>
                  <a:pt x="120007" y="30224"/>
                  <a:pt x="118930" y="29548"/>
                  <a:pt x="117606" y="29092"/>
                </a:cubicBezTo>
                <a:cubicBezTo>
                  <a:pt x="116283" y="28635"/>
                  <a:pt x="114654" y="28406"/>
                  <a:pt x="112719" y="28406"/>
                </a:cubicBezTo>
                <a:cubicBezTo>
                  <a:pt x="110649" y="28406"/>
                  <a:pt x="108791" y="28650"/>
                  <a:pt x="107145" y="29137"/>
                </a:cubicBezTo>
                <a:cubicBezTo>
                  <a:pt x="105499" y="29623"/>
                  <a:pt x="104056" y="30161"/>
                  <a:pt x="102818" y="30748"/>
                </a:cubicBezTo>
                <a:cubicBezTo>
                  <a:pt x="101579" y="31336"/>
                  <a:pt x="100544" y="31873"/>
                  <a:pt x="99712" y="32360"/>
                </a:cubicBezTo>
                <a:cubicBezTo>
                  <a:pt x="98881" y="32847"/>
                  <a:pt x="98261" y="33090"/>
                  <a:pt x="97854" y="33090"/>
                </a:cubicBezTo>
                <a:cubicBezTo>
                  <a:pt x="97583" y="33090"/>
                  <a:pt x="97345" y="33022"/>
                  <a:pt x="97141" y="32886"/>
                </a:cubicBezTo>
                <a:cubicBezTo>
                  <a:pt x="96938" y="32751"/>
                  <a:pt x="96760" y="32547"/>
                  <a:pt x="96607" y="32275"/>
                </a:cubicBezTo>
                <a:cubicBezTo>
                  <a:pt x="96454" y="32004"/>
                  <a:pt x="96344" y="31656"/>
                  <a:pt x="96276" y="31232"/>
                </a:cubicBezTo>
                <a:cubicBezTo>
                  <a:pt x="96208" y="30808"/>
                  <a:pt x="96174" y="30341"/>
                  <a:pt x="96174" y="29832"/>
                </a:cubicBezTo>
                <a:cubicBezTo>
                  <a:pt x="96174" y="28983"/>
                  <a:pt x="96234" y="28313"/>
                  <a:pt x="96352" y="27821"/>
                </a:cubicBezTo>
                <a:cubicBezTo>
                  <a:pt x="96471" y="27329"/>
                  <a:pt x="96760" y="26862"/>
                  <a:pt x="97218" y="26421"/>
                </a:cubicBezTo>
                <a:cubicBezTo>
                  <a:pt x="97676" y="25980"/>
                  <a:pt x="98465" y="25466"/>
                  <a:pt x="99585" y="24879"/>
                </a:cubicBezTo>
                <a:cubicBezTo>
                  <a:pt x="100705" y="24292"/>
                  <a:pt x="101995" y="23755"/>
                  <a:pt x="103454" y="23270"/>
                </a:cubicBezTo>
                <a:cubicBezTo>
                  <a:pt x="104913" y="22784"/>
                  <a:pt x="106508" y="22382"/>
                  <a:pt x="108239" y="22064"/>
                </a:cubicBezTo>
                <a:cubicBezTo>
                  <a:pt x="109970" y="21744"/>
                  <a:pt x="111718" y="21585"/>
                  <a:pt x="113483" y="21585"/>
                </a:cubicBezTo>
                <a:cubicBezTo>
                  <a:pt x="116775" y="21585"/>
                  <a:pt x="119575" y="21958"/>
                  <a:pt x="121882" y="22705"/>
                </a:cubicBezTo>
                <a:cubicBezTo>
                  <a:pt x="124190" y="23451"/>
                  <a:pt x="126057" y="24546"/>
                  <a:pt x="127482" y="25988"/>
                </a:cubicBezTo>
                <a:cubicBezTo>
                  <a:pt x="128908" y="27431"/>
                  <a:pt x="129943" y="29221"/>
                  <a:pt x="130588" y="31359"/>
                </a:cubicBezTo>
                <a:cubicBezTo>
                  <a:pt x="131233" y="33497"/>
                  <a:pt x="131555" y="35992"/>
                  <a:pt x="131555" y="38842"/>
                </a:cubicBezTo>
                <a:lnTo>
                  <a:pt x="131555" y="69743"/>
                </a:lnTo>
                <a:moveTo>
                  <a:pt x="123206" y="48769"/>
                </a:moveTo>
                <a:lnTo>
                  <a:pt x="116028" y="48769"/>
                </a:lnTo>
                <a:cubicBezTo>
                  <a:pt x="113720" y="48769"/>
                  <a:pt x="111718" y="48966"/>
                  <a:pt x="110021" y="49360"/>
                </a:cubicBezTo>
                <a:cubicBezTo>
                  <a:pt x="108324" y="49752"/>
                  <a:pt x="106916" y="50332"/>
                  <a:pt x="105796" y="51100"/>
                </a:cubicBezTo>
                <a:cubicBezTo>
                  <a:pt x="104676" y="51868"/>
                  <a:pt x="103853" y="52790"/>
                  <a:pt x="103327" y="53867"/>
                </a:cubicBezTo>
                <a:cubicBezTo>
                  <a:pt x="102801" y="54942"/>
                  <a:pt x="102538" y="56180"/>
                  <a:pt x="102538" y="57580"/>
                </a:cubicBezTo>
                <a:cubicBezTo>
                  <a:pt x="102538" y="59970"/>
                  <a:pt x="103293" y="61874"/>
                  <a:pt x="104803" y="63291"/>
                </a:cubicBezTo>
                <a:cubicBezTo>
                  <a:pt x="106313" y="64708"/>
                  <a:pt x="108426" y="65416"/>
                  <a:pt x="111141" y="65416"/>
                </a:cubicBezTo>
                <a:cubicBezTo>
                  <a:pt x="113347" y="65416"/>
                  <a:pt x="115392" y="64853"/>
                  <a:pt x="117275" y="63727"/>
                </a:cubicBezTo>
                <a:cubicBezTo>
                  <a:pt x="119159" y="62599"/>
                  <a:pt x="121136" y="60875"/>
                  <a:pt x="123206" y="58553"/>
                </a:cubicBezTo>
                <a:lnTo>
                  <a:pt x="123206" y="48769"/>
                </a:lnTo>
                <a:close/>
                <a:moveTo>
                  <a:pt x="173736" y="26879"/>
                </a:moveTo>
                <a:cubicBezTo>
                  <a:pt x="173736" y="27626"/>
                  <a:pt x="173719" y="28254"/>
                  <a:pt x="173685" y="28763"/>
                </a:cubicBezTo>
                <a:cubicBezTo>
                  <a:pt x="173651" y="29272"/>
                  <a:pt x="173583" y="29671"/>
                  <a:pt x="173481" y="29959"/>
                </a:cubicBezTo>
                <a:cubicBezTo>
                  <a:pt x="173379" y="30248"/>
                  <a:pt x="173252" y="30468"/>
                  <a:pt x="173099" y="30621"/>
                </a:cubicBezTo>
                <a:cubicBezTo>
                  <a:pt x="172947" y="30774"/>
                  <a:pt x="172735" y="30850"/>
                  <a:pt x="172463" y="30850"/>
                </a:cubicBezTo>
                <a:cubicBezTo>
                  <a:pt x="172192" y="30850"/>
                  <a:pt x="171861" y="30774"/>
                  <a:pt x="171470" y="30621"/>
                </a:cubicBezTo>
                <a:cubicBezTo>
                  <a:pt x="171080" y="30468"/>
                  <a:pt x="170639" y="30315"/>
                  <a:pt x="170147" y="30163"/>
                </a:cubicBezTo>
                <a:cubicBezTo>
                  <a:pt x="169655" y="30010"/>
                  <a:pt x="169103" y="29866"/>
                  <a:pt x="168492" y="29730"/>
                </a:cubicBezTo>
                <a:cubicBezTo>
                  <a:pt x="167881" y="29594"/>
                  <a:pt x="167220" y="29526"/>
                  <a:pt x="166507" y="29526"/>
                </a:cubicBezTo>
                <a:cubicBezTo>
                  <a:pt x="165658" y="29526"/>
                  <a:pt x="164827" y="29696"/>
                  <a:pt x="164012" y="30035"/>
                </a:cubicBezTo>
                <a:cubicBezTo>
                  <a:pt x="163198" y="30375"/>
                  <a:pt x="162341" y="30935"/>
                  <a:pt x="161442" y="31715"/>
                </a:cubicBezTo>
                <a:cubicBezTo>
                  <a:pt x="160542" y="32496"/>
                  <a:pt x="159600" y="33531"/>
                  <a:pt x="158616" y="34821"/>
                </a:cubicBezTo>
                <a:cubicBezTo>
                  <a:pt x="157632" y="36110"/>
                  <a:pt x="156546" y="37689"/>
                  <a:pt x="155358" y="39555"/>
                </a:cubicBezTo>
                <a:lnTo>
                  <a:pt x="155358" y="69692"/>
                </a:lnTo>
                <a:cubicBezTo>
                  <a:pt x="155358" y="69964"/>
                  <a:pt x="155290" y="70193"/>
                  <a:pt x="155155" y="70380"/>
                </a:cubicBezTo>
                <a:cubicBezTo>
                  <a:pt x="155019" y="70566"/>
                  <a:pt x="154798" y="70728"/>
                  <a:pt x="154493" y="70863"/>
                </a:cubicBezTo>
                <a:cubicBezTo>
                  <a:pt x="154187" y="70999"/>
                  <a:pt x="153763" y="71101"/>
                  <a:pt x="153220" y="71169"/>
                </a:cubicBezTo>
                <a:cubicBezTo>
                  <a:pt x="152677" y="71237"/>
                  <a:pt x="151981" y="71271"/>
                  <a:pt x="151133" y="71271"/>
                </a:cubicBezTo>
                <a:cubicBezTo>
                  <a:pt x="150318" y="71271"/>
                  <a:pt x="149640" y="71237"/>
                  <a:pt x="149097" y="71169"/>
                </a:cubicBezTo>
                <a:cubicBezTo>
                  <a:pt x="148554" y="71101"/>
                  <a:pt x="148121" y="70999"/>
                  <a:pt x="147798" y="70863"/>
                </a:cubicBezTo>
                <a:cubicBezTo>
                  <a:pt x="147476" y="70728"/>
                  <a:pt x="147255" y="70566"/>
                  <a:pt x="147137" y="70380"/>
                </a:cubicBezTo>
                <a:cubicBezTo>
                  <a:pt x="147018" y="70193"/>
                  <a:pt x="146958" y="69964"/>
                  <a:pt x="146958" y="69692"/>
                </a:cubicBezTo>
                <a:lnTo>
                  <a:pt x="146958" y="23876"/>
                </a:lnTo>
                <a:cubicBezTo>
                  <a:pt x="146958" y="23604"/>
                  <a:pt x="147009" y="23375"/>
                  <a:pt x="147111" y="23188"/>
                </a:cubicBezTo>
                <a:cubicBezTo>
                  <a:pt x="147213" y="23002"/>
                  <a:pt x="147417" y="22832"/>
                  <a:pt x="147722" y="22679"/>
                </a:cubicBezTo>
                <a:cubicBezTo>
                  <a:pt x="148027" y="22527"/>
                  <a:pt x="148418" y="22425"/>
                  <a:pt x="148893" y="22374"/>
                </a:cubicBezTo>
                <a:cubicBezTo>
                  <a:pt x="149368" y="22323"/>
                  <a:pt x="149996" y="22298"/>
                  <a:pt x="150776" y="22298"/>
                </a:cubicBezTo>
                <a:cubicBezTo>
                  <a:pt x="151523" y="22298"/>
                  <a:pt x="152142" y="22323"/>
                  <a:pt x="152635" y="22374"/>
                </a:cubicBezTo>
                <a:cubicBezTo>
                  <a:pt x="153127" y="22425"/>
                  <a:pt x="153509" y="22527"/>
                  <a:pt x="153780" y="22679"/>
                </a:cubicBezTo>
                <a:cubicBezTo>
                  <a:pt x="154052" y="22832"/>
                  <a:pt x="154247" y="23002"/>
                  <a:pt x="154365" y="23188"/>
                </a:cubicBezTo>
                <a:cubicBezTo>
                  <a:pt x="154484" y="23375"/>
                  <a:pt x="154544" y="23604"/>
                  <a:pt x="154544" y="23876"/>
                </a:cubicBezTo>
                <a:lnTo>
                  <a:pt x="154544" y="30545"/>
                </a:lnTo>
                <a:cubicBezTo>
                  <a:pt x="155799" y="28712"/>
                  <a:pt x="156979" y="27219"/>
                  <a:pt x="158082" y="26065"/>
                </a:cubicBezTo>
                <a:cubicBezTo>
                  <a:pt x="159185" y="24911"/>
                  <a:pt x="160228" y="24003"/>
                  <a:pt x="161213" y="23341"/>
                </a:cubicBezTo>
                <a:cubicBezTo>
                  <a:pt x="162197" y="22679"/>
                  <a:pt x="163172" y="22221"/>
                  <a:pt x="164140" y="21967"/>
                </a:cubicBezTo>
                <a:cubicBezTo>
                  <a:pt x="165107" y="21712"/>
                  <a:pt x="166083" y="21585"/>
                  <a:pt x="167067" y="21585"/>
                </a:cubicBezTo>
                <a:cubicBezTo>
                  <a:pt x="167508" y="21585"/>
                  <a:pt x="168009" y="21610"/>
                  <a:pt x="168569" y="21661"/>
                </a:cubicBezTo>
                <a:cubicBezTo>
                  <a:pt x="169129" y="21712"/>
                  <a:pt x="169714" y="21805"/>
                  <a:pt x="170325" y="21941"/>
                </a:cubicBezTo>
                <a:cubicBezTo>
                  <a:pt x="170936" y="22077"/>
                  <a:pt x="171487" y="22230"/>
                  <a:pt x="171979" y="22399"/>
                </a:cubicBezTo>
                <a:cubicBezTo>
                  <a:pt x="172472" y="22569"/>
                  <a:pt x="172819" y="22739"/>
                  <a:pt x="173023" y="22908"/>
                </a:cubicBezTo>
                <a:cubicBezTo>
                  <a:pt x="173227" y="23078"/>
                  <a:pt x="173362" y="23239"/>
                  <a:pt x="173430" y="23392"/>
                </a:cubicBezTo>
                <a:cubicBezTo>
                  <a:pt x="173498" y="23545"/>
                  <a:pt x="173558" y="23740"/>
                  <a:pt x="173609" y="23977"/>
                </a:cubicBezTo>
                <a:cubicBezTo>
                  <a:pt x="173659" y="24215"/>
                  <a:pt x="173693" y="24563"/>
                  <a:pt x="173710" y="25021"/>
                </a:cubicBezTo>
                <a:cubicBezTo>
                  <a:pt x="173727" y="25479"/>
                  <a:pt x="173736" y="26099"/>
                  <a:pt x="173736" y="26879"/>
                </a:cubicBezTo>
                <a:close/>
                <a:moveTo>
                  <a:pt x="214176" y="62769"/>
                </a:moveTo>
                <a:cubicBezTo>
                  <a:pt x="214176" y="63346"/>
                  <a:pt x="214159" y="63847"/>
                  <a:pt x="214125" y="64271"/>
                </a:cubicBezTo>
                <a:cubicBezTo>
                  <a:pt x="214091" y="64695"/>
                  <a:pt x="214032" y="65051"/>
                  <a:pt x="213947" y="65340"/>
                </a:cubicBezTo>
                <a:cubicBezTo>
                  <a:pt x="213862" y="65628"/>
                  <a:pt x="213760" y="65883"/>
                  <a:pt x="213642" y="66104"/>
                </a:cubicBezTo>
                <a:cubicBezTo>
                  <a:pt x="213523" y="66324"/>
                  <a:pt x="213251" y="66647"/>
                  <a:pt x="212827" y="67071"/>
                </a:cubicBezTo>
                <a:cubicBezTo>
                  <a:pt x="212403" y="67495"/>
                  <a:pt x="211682" y="68021"/>
                  <a:pt x="210664" y="68649"/>
                </a:cubicBezTo>
                <a:cubicBezTo>
                  <a:pt x="209645" y="69277"/>
                  <a:pt x="208500" y="69837"/>
                  <a:pt x="207227" y="70329"/>
                </a:cubicBezTo>
                <a:cubicBezTo>
                  <a:pt x="205955" y="70821"/>
                  <a:pt x="204572" y="71220"/>
                  <a:pt x="203078" y="71525"/>
                </a:cubicBezTo>
                <a:cubicBezTo>
                  <a:pt x="201585" y="71831"/>
                  <a:pt x="200041" y="71983"/>
                  <a:pt x="198446" y="71983"/>
                </a:cubicBezTo>
                <a:cubicBezTo>
                  <a:pt x="195154" y="71983"/>
                  <a:pt x="192235" y="71439"/>
                  <a:pt x="189690" y="70351"/>
                </a:cubicBezTo>
                <a:cubicBezTo>
                  <a:pt x="187144" y="69263"/>
                  <a:pt x="185015" y="67673"/>
                  <a:pt x="183301" y="65582"/>
                </a:cubicBezTo>
                <a:cubicBezTo>
                  <a:pt x="181587" y="63490"/>
                  <a:pt x="180280" y="60923"/>
                  <a:pt x="179381" y="57879"/>
                </a:cubicBezTo>
                <a:cubicBezTo>
                  <a:pt x="178481" y="54835"/>
                  <a:pt x="178032" y="51324"/>
                  <a:pt x="178032" y="47346"/>
                </a:cubicBezTo>
                <a:cubicBezTo>
                  <a:pt x="178032" y="42822"/>
                  <a:pt x="178583" y="38937"/>
                  <a:pt x="179686" y="35689"/>
                </a:cubicBezTo>
                <a:cubicBezTo>
                  <a:pt x="180789" y="32442"/>
                  <a:pt x="182300" y="29781"/>
                  <a:pt x="184217" y="27706"/>
                </a:cubicBezTo>
                <a:cubicBezTo>
                  <a:pt x="186135" y="25632"/>
                  <a:pt x="188391" y="24093"/>
                  <a:pt x="190988" y="23090"/>
                </a:cubicBezTo>
                <a:cubicBezTo>
                  <a:pt x="193584" y="22086"/>
                  <a:pt x="196392" y="21585"/>
                  <a:pt x="199413" y="21585"/>
                </a:cubicBezTo>
                <a:cubicBezTo>
                  <a:pt x="200872" y="21585"/>
                  <a:pt x="202289" y="21721"/>
                  <a:pt x="203664" y="21992"/>
                </a:cubicBezTo>
                <a:cubicBezTo>
                  <a:pt x="205038" y="22264"/>
                  <a:pt x="206302" y="22620"/>
                  <a:pt x="207456" y="23061"/>
                </a:cubicBezTo>
                <a:cubicBezTo>
                  <a:pt x="208610" y="23502"/>
                  <a:pt x="209637" y="24011"/>
                  <a:pt x="210536" y="24588"/>
                </a:cubicBezTo>
                <a:cubicBezTo>
                  <a:pt x="211436" y="25165"/>
                  <a:pt x="212089" y="25657"/>
                  <a:pt x="212496" y="26065"/>
                </a:cubicBezTo>
                <a:cubicBezTo>
                  <a:pt x="212903" y="26472"/>
                  <a:pt x="213183" y="26794"/>
                  <a:pt x="213336" y="27032"/>
                </a:cubicBezTo>
                <a:cubicBezTo>
                  <a:pt x="213489" y="27270"/>
                  <a:pt x="213616" y="27549"/>
                  <a:pt x="213718" y="27872"/>
                </a:cubicBezTo>
                <a:cubicBezTo>
                  <a:pt x="213820" y="28194"/>
                  <a:pt x="213888" y="28559"/>
                  <a:pt x="213922" y="28966"/>
                </a:cubicBezTo>
                <a:cubicBezTo>
                  <a:pt x="213956" y="29374"/>
                  <a:pt x="213973" y="29883"/>
                  <a:pt x="213973" y="30494"/>
                </a:cubicBezTo>
                <a:cubicBezTo>
                  <a:pt x="213973" y="31817"/>
                  <a:pt x="213820" y="32742"/>
                  <a:pt x="213514" y="33268"/>
                </a:cubicBezTo>
                <a:cubicBezTo>
                  <a:pt x="213209" y="33794"/>
                  <a:pt x="212836" y="34057"/>
                  <a:pt x="212394" y="34057"/>
                </a:cubicBezTo>
                <a:cubicBezTo>
                  <a:pt x="211885" y="34057"/>
                  <a:pt x="211300" y="33777"/>
                  <a:pt x="210638" y="33217"/>
                </a:cubicBezTo>
                <a:cubicBezTo>
                  <a:pt x="209976" y="32657"/>
                  <a:pt x="209136" y="32038"/>
                  <a:pt x="208118" y="31359"/>
                </a:cubicBezTo>
                <a:cubicBezTo>
                  <a:pt x="207100" y="30680"/>
                  <a:pt x="205870" y="30061"/>
                  <a:pt x="204427" y="29501"/>
                </a:cubicBezTo>
                <a:cubicBezTo>
                  <a:pt x="202985" y="28941"/>
                  <a:pt x="201280" y="28661"/>
                  <a:pt x="199311" y="28661"/>
                </a:cubicBezTo>
                <a:cubicBezTo>
                  <a:pt x="195272" y="28661"/>
                  <a:pt x="192176" y="30218"/>
                  <a:pt x="190021" y="33333"/>
                </a:cubicBezTo>
                <a:cubicBezTo>
                  <a:pt x="187865" y="36447"/>
                  <a:pt x="186788" y="40965"/>
                  <a:pt x="186788" y="46886"/>
                </a:cubicBezTo>
                <a:cubicBezTo>
                  <a:pt x="186788" y="49847"/>
                  <a:pt x="187068" y="52442"/>
                  <a:pt x="187628" y="54672"/>
                </a:cubicBezTo>
                <a:cubicBezTo>
                  <a:pt x="188188" y="56901"/>
                  <a:pt x="189011" y="58764"/>
                  <a:pt x="190097" y="60262"/>
                </a:cubicBezTo>
                <a:cubicBezTo>
                  <a:pt x="191183" y="61759"/>
                  <a:pt x="192515" y="62874"/>
                  <a:pt x="194093" y="63606"/>
                </a:cubicBezTo>
                <a:cubicBezTo>
                  <a:pt x="195671" y="64338"/>
                  <a:pt x="197478" y="64704"/>
                  <a:pt x="199515" y="64704"/>
                </a:cubicBezTo>
                <a:cubicBezTo>
                  <a:pt x="201449" y="64704"/>
                  <a:pt x="203146" y="64398"/>
                  <a:pt x="204606" y="63787"/>
                </a:cubicBezTo>
                <a:cubicBezTo>
                  <a:pt x="206065" y="63176"/>
                  <a:pt x="207329" y="62506"/>
                  <a:pt x="208398" y="61776"/>
                </a:cubicBezTo>
                <a:cubicBezTo>
                  <a:pt x="209467" y="61047"/>
                  <a:pt x="210367" y="60385"/>
                  <a:pt x="211096" y="59791"/>
                </a:cubicBezTo>
                <a:cubicBezTo>
                  <a:pt x="211826" y="59197"/>
                  <a:pt x="212394" y="58900"/>
                  <a:pt x="212802" y="58900"/>
                </a:cubicBezTo>
                <a:cubicBezTo>
                  <a:pt x="213039" y="58900"/>
                  <a:pt x="213243" y="58968"/>
                  <a:pt x="213413" y="59104"/>
                </a:cubicBezTo>
                <a:cubicBezTo>
                  <a:pt x="213582" y="59239"/>
                  <a:pt x="213726" y="59469"/>
                  <a:pt x="213845" y="59791"/>
                </a:cubicBezTo>
                <a:cubicBezTo>
                  <a:pt x="213964" y="60113"/>
                  <a:pt x="214049" y="60521"/>
                  <a:pt x="214100" y="61013"/>
                </a:cubicBezTo>
                <a:cubicBezTo>
                  <a:pt x="214151" y="61505"/>
                  <a:pt x="214176" y="62090"/>
                  <a:pt x="214176" y="62769"/>
                </a:cubicBezTo>
                <a:close/>
                <a:moveTo>
                  <a:pt x="265190" y="69692"/>
                </a:moveTo>
                <a:cubicBezTo>
                  <a:pt x="265190" y="69964"/>
                  <a:pt x="265122" y="70193"/>
                  <a:pt x="264986" y="70380"/>
                </a:cubicBezTo>
                <a:cubicBezTo>
                  <a:pt x="264850" y="70566"/>
                  <a:pt x="264630" y="70728"/>
                  <a:pt x="264324" y="70863"/>
                </a:cubicBezTo>
                <a:cubicBezTo>
                  <a:pt x="264019" y="70999"/>
                  <a:pt x="263595" y="71101"/>
                  <a:pt x="263052" y="71169"/>
                </a:cubicBezTo>
                <a:cubicBezTo>
                  <a:pt x="262508" y="71237"/>
                  <a:pt x="261830" y="71271"/>
                  <a:pt x="261015" y="71271"/>
                </a:cubicBezTo>
                <a:cubicBezTo>
                  <a:pt x="260167" y="71271"/>
                  <a:pt x="259471" y="71237"/>
                  <a:pt x="258928" y="71169"/>
                </a:cubicBezTo>
                <a:cubicBezTo>
                  <a:pt x="258385" y="71101"/>
                  <a:pt x="257961" y="70999"/>
                  <a:pt x="257655" y="70863"/>
                </a:cubicBezTo>
                <a:cubicBezTo>
                  <a:pt x="257350" y="70728"/>
                  <a:pt x="257129" y="70566"/>
                  <a:pt x="256994" y="70380"/>
                </a:cubicBezTo>
                <a:cubicBezTo>
                  <a:pt x="256858" y="70193"/>
                  <a:pt x="256790" y="69964"/>
                  <a:pt x="256790" y="69692"/>
                </a:cubicBezTo>
                <a:lnTo>
                  <a:pt x="256790" y="42864"/>
                </a:lnTo>
                <a:cubicBezTo>
                  <a:pt x="256790" y="40251"/>
                  <a:pt x="256586" y="38147"/>
                  <a:pt x="256179" y="36552"/>
                </a:cubicBezTo>
                <a:cubicBezTo>
                  <a:pt x="255772" y="34957"/>
                  <a:pt x="255178" y="33582"/>
                  <a:pt x="254397" y="32428"/>
                </a:cubicBezTo>
                <a:cubicBezTo>
                  <a:pt x="253617" y="31274"/>
                  <a:pt x="252607" y="30392"/>
                  <a:pt x="251368" y="29781"/>
                </a:cubicBezTo>
                <a:cubicBezTo>
                  <a:pt x="250129" y="29170"/>
                  <a:pt x="248696" y="28865"/>
                  <a:pt x="247067" y="28865"/>
                </a:cubicBezTo>
                <a:cubicBezTo>
                  <a:pt x="244962" y="28865"/>
                  <a:pt x="242858" y="29611"/>
                  <a:pt x="240754" y="31105"/>
                </a:cubicBezTo>
                <a:cubicBezTo>
                  <a:pt x="238650" y="32598"/>
                  <a:pt x="236444" y="34787"/>
                  <a:pt x="234136" y="37672"/>
                </a:cubicBezTo>
                <a:lnTo>
                  <a:pt x="234136" y="69692"/>
                </a:lnTo>
                <a:cubicBezTo>
                  <a:pt x="234136" y="69964"/>
                  <a:pt x="234068" y="70193"/>
                  <a:pt x="233932" y="70380"/>
                </a:cubicBezTo>
                <a:cubicBezTo>
                  <a:pt x="233797" y="70566"/>
                  <a:pt x="233576" y="70728"/>
                  <a:pt x="233271" y="70863"/>
                </a:cubicBezTo>
                <a:cubicBezTo>
                  <a:pt x="232965" y="70999"/>
                  <a:pt x="232541" y="71101"/>
                  <a:pt x="231998" y="71169"/>
                </a:cubicBezTo>
                <a:cubicBezTo>
                  <a:pt x="231455" y="71237"/>
                  <a:pt x="230759" y="71271"/>
                  <a:pt x="229911" y="71271"/>
                </a:cubicBezTo>
                <a:cubicBezTo>
                  <a:pt x="229096" y="71271"/>
                  <a:pt x="228417" y="71237"/>
                  <a:pt x="227874" y="71169"/>
                </a:cubicBezTo>
                <a:cubicBezTo>
                  <a:pt x="227331" y="71101"/>
                  <a:pt x="226899" y="70999"/>
                  <a:pt x="226576" y="70863"/>
                </a:cubicBezTo>
                <a:cubicBezTo>
                  <a:pt x="226254" y="70728"/>
                  <a:pt x="226033" y="70566"/>
                  <a:pt x="225914" y="70380"/>
                </a:cubicBezTo>
                <a:cubicBezTo>
                  <a:pt x="225796" y="70192"/>
                  <a:pt x="225736" y="69962"/>
                  <a:pt x="225736" y="69691"/>
                </a:cubicBezTo>
                <a:lnTo>
                  <a:pt x="225736" y="1631"/>
                </a:lnTo>
                <a:cubicBezTo>
                  <a:pt x="225736" y="1359"/>
                  <a:pt x="225796" y="1122"/>
                  <a:pt x="225914" y="918"/>
                </a:cubicBezTo>
                <a:cubicBezTo>
                  <a:pt x="226033" y="713"/>
                  <a:pt x="226254" y="543"/>
                  <a:pt x="226576" y="407"/>
                </a:cubicBezTo>
                <a:cubicBezTo>
                  <a:pt x="226899" y="272"/>
                  <a:pt x="227331" y="170"/>
                  <a:pt x="227874" y="102"/>
                </a:cubicBezTo>
                <a:cubicBezTo>
                  <a:pt x="228417" y="34"/>
                  <a:pt x="229096" y="0"/>
                  <a:pt x="229911" y="0"/>
                </a:cubicBezTo>
                <a:cubicBezTo>
                  <a:pt x="230759" y="0"/>
                  <a:pt x="231455" y="34"/>
                  <a:pt x="231998" y="102"/>
                </a:cubicBezTo>
                <a:cubicBezTo>
                  <a:pt x="232541" y="170"/>
                  <a:pt x="232965" y="272"/>
                  <a:pt x="233271" y="409"/>
                </a:cubicBezTo>
                <a:cubicBezTo>
                  <a:pt x="233576" y="545"/>
                  <a:pt x="233797" y="714"/>
                  <a:pt x="233932" y="918"/>
                </a:cubicBezTo>
                <a:cubicBezTo>
                  <a:pt x="234068" y="1122"/>
                  <a:pt x="234136" y="1360"/>
                  <a:pt x="234136" y="1632"/>
                </a:cubicBezTo>
                <a:lnTo>
                  <a:pt x="234136" y="29119"/>
                </a:lnTo>
                <a:cubicBezTo>
                  <a:pt x="236546" y="26574"/>
                  <a:pt x="238972" y="24682"/>
                  <a:pt x="241416" y="23443"/>
                </a:cubicBezTo>
                <a:cubicBezTo>
                  <a:pt x="243859" y="22204"/>
                  <a:pt x="246320" y="21585"/>
                  <a:pt x="248797" y="21585"/>
                </a:cubicBezTo>
                <a:cubicBezTo>
                  <a:pt x="251852" y="21585"/>
                  <a:pt x="254423" y="22102"/>
                  <a:pt x="256510" y="23138"/>
                </a:cubicBezTo>
                <a:cubicBezTo>
                  <a:pt x="258597" y="24173"/>
                  <a:pt x="260286" y="25556"/>
                  <a:pt x="261575" y="27286"/>
                </a:cubicBezTo>
                <a:cubicBezTo>
                  <a:pt x="262865" y="29017"/>
                  <a:pt x="263790" y="31045"/>
                  <a:pt x="264350" y="33370"/>
                </a:cubicBezTo>
                <a:cubicBezTo>
                  <a:pt x="264910" y="35695"/>
                  <a:pt x="265190" y="38503"/>
                  <a:pt x="265190" y="41795"/>
                </a:cubicBezTo>
                <a:lnTo>
                  <a:pt x="265190" y="69692"/>
                </a:lnTo>
                <a:close/>
                <a:moveTo>
                  <a:pt x="324375" y="86161"/>
                </a:moveTo>
                <a:cubicBezTo>
                  <a:pt x="324375" y="87357"/>
                  <a:pt x="324239" y="88229"/>
                  <a:pt x="323968" y="88776"/>
                </a:cubicBezTo>
                <a:cubicBezTo>
                  <a:pt x="323696" y="89324"/>
                  <a:pt x="323272" y="89597"/>
                  <a:pt x="322695" y="89597"/>
                </a:cubicBezTo>
                <a:lnTo>
                  <a:pt x="273671" y="89597"/>
                </a:lnTo>
                <a:cubicBezTo>
                  <a:pt x="273094" y="89597"/>
                  <a:pt x="272653" y="89341"/>
                  <a:pt x="272347" y="88827"/>
                </a:cubicBezTo>
                <a:cubicBezTo>
                  <a:pt x="272042" y="88315"/>
                  <a:pt x="271889" y="87460"/>
                  <a:pt x="271889" y="86263"/>
                </a:cubicBezTo>
                <a:cubicBezTo>
                  <a:pt x="271889" y="85101"/>
                  <a:pt x="272042" y="84229"/>
                  <a:pt x="272347" y="83648"/>
                </a:cubicBezTo>
                <a:cubicBezTo>
                  <a:pt x="272653" y="83066"/>
                  <a:pt x="273094" y="82776"/>
                  <a:pt x="273671" y="82776"/>
                </a:cubicBezTo>
                <a:lnTo>
                  <a:pt x="322695" y="82776"/>
                </a:lnTo>
                <a:cubicBezTo>
                  <a:pt x="323238" y="82776"/>
                  <a:pt x="323654" y="83049"/>
                  <a:pt x="323942" y="83597"/>
                </a:cubicBezTo>
                <a:cubicBezTo>
                  <a:pt x="324231" y="84144"/>
                  <a:pt x="324375" y="84999"/>
                  <a:pt x="324375" y="86161"/>
                </a:cubicBezTo>
                <a:close/>
                <a:moveTo>
                  <a:pt x="371597" y="69692"/>
                </a:moveTo>
                <a:cubicBezTo>
                  <a:pt x="371597" y="69964"/>
                  <a:pt x="371529" y="70193"/>
                  <a:pt x="371393" y="70380"/>
                </a:cubicBezTo>
                <a:cubicBezTo>
                  <a:pt x="371257" y="70566"/>
                  <a:pt x="371037" y="70728"/>
                  <a:pt x="370731" y="70863"/>
                </a:cubicBezTo>
                <a:cubicBezTo>
                  <a:pt x="370426" y="70999"/>
                  <a:pt x="370002" y="71101"/>
                  <a:pt x="369459" y="71169"/>
                </a:cubicBezTo>
                <a:cubicBezTo>
                  <a:pt x="368916" y="71237"/>
                  <a:pt x="368237" y="71271"/>
                  <a:pt x="367422" y="71271"/>
                </a:cubicBezTo>
                <a:cubicBezTo>
                  <a:pt x="366574" y="71271"/>
                  <a:pt x="365878" y="71237"/>
                  <a:pt x="365335" y="71169"/>
                </a:cubicBezTo>
                <a:cubicBezTo>
                  <a:pt x="364792" y="71101"/>
                  <a:pt x="364368" y="70999"/>
                  <a:pt x="364062" y="70863"/>
                </a:cubicBezTo>
                <a:cubicBezTo>
                  <a:pt x="363757" y="70728"/>
                  <a:pt x="363536" y="70566"/>
                  <a:pt x="363401" y="70380"/>
                </a:cubicBezTo>
                <a:cubicBezTo>
                  <a:pt x="363265" y="70193"/>
                  <a:pt x="363197" y="69964"/>
                  <a:pt x="363197" y="69692"/>
                </a:cubicBezTo>
                <a:lnTo>
                  <a:pt x="363197" y="42864"/>
                </a:lnTo>
                <a:cubicBezTo>
                  <a:pt x="363197" y="40251"/>
                  <a:pt x="362993" y="38147"/>
                  <a:pt x="362586" y="36552"/>
                </a:cubicBezTo>
                <a:cubicBezTo>
                  <a:pt x="362179" y="34957"/>
                  <a:pt x="361585" y="33582"/>
                  <a:pt x="360804" y="32428"/>
                </a:cubicBezTo>
                <a:cubicBezTo>
                  <a:pt x="360024" y="31274"/>
                  <a:pt x="359014" y="30392"/>
                  <a:pt x="357775" y="29781"/>
                </a:cubicBezTo>
                <a:cubicBezTo>
                  <a:pt x="356536" y="29170"/>
                  <a:pt x="355103" y="28865"/>
                  <a:pt x="353474" y="28865"/>
                </a:cubicBezTo>
                <a:cubicBezTo>
                  <a:pt x="351369" y="28865"/>
                  <a:pt x="349265" y="29611"/>
                  <a:pt x="347161" y="31105"/>
                </a:cubicBezTo>
                <a:cubicBezTo>
                  <a:pt x="345057" y="32598"/>
                  <a:pt x="342851" y="34787"/>
                  <a:pt x="340543" y="37672"/>
                </a:cubicBezTo>
                <a:lnTo>
                  <a:pt x="340543" y="69692"/>
                </a:lnTo>
                <a:cubicBezTo>
                  <a:pt x="340543" y="69964"/>
                  <a:pt x="340475" y="70193"/>
                  <a:pt x="340339" y="70380"/>
                </a:cubicBezTo>
                <a:cubicBezTo>
                  <a:pt x="340204" y="70566"/>
                  <a:pt x="339983" y="70728"/>
                  <a:pt x="339678" y="70863"/>
                </a:cubicBezTo>
                <a:cubicBezTo>
                  <a:pt x="339372" y="70999"/>
                  <a:pt x="338948" y="71101"/>
                  <a:pt x="338405" y="71169"/>
                </a:cubicBezTo>
                <a:cubicBezTo>
                  <a:pt x="337862" y="71237"/>
                  <a:pt x="337166" y="71271"/>
                  <a:pt x="336318" y="71271"/>
                </a:cubicBezTo>
                <a:cubicBezTo>
                  <a:pt x="335503" y="71271"/>
                  <a:pt x="334824" y="71237"/>
                  <a:pt x="334281" y="71169"/>
                </a:cubicBezTo>
                <a:cubicBezTo>
                  <a:pt x="333738" y="71101"/>
                  <a:pt x="333306" y="70999"/>
                  <a:pt x="332983" y="70863"/>
                </a:cubicBezTo>
                <a:cubicBezTo>
                  <a:pt x="332661" y="70728"/>
                  <a:pt x="332440" y="70566"/>
                  <a:pt x="332321" y="70380"/>
                </a:cubicBezTo>
                <a:cubicBezTo>
                  <a:pt x="332203" y="70193"/>
                  <a:pt x="332143" y="69964"/>
                  <a:pt x="332143" y="69692"/>
                </a:cubicBezTo>
                <a:lnTo>
                  <a:pt x="332143" y="23876"/>
                </a:lnTo>
                <a:cubicBezTo>
                  <a:pt x="332143" y="23604"/>
                  <a:pt x="332194" y="23375"/>
                  <a:pt x="332296" y="23188"/>
                </a:cubicBezTo>
                <a:cubicBezTo>
                  <a:pt x="332398" y="23002"/>
                  <a:pt x="332601" y="22832"/>
                  <a:pt x="332907" y="22679"/>
                </a:cubicBezTo>
                <a:cubicBezTo>
                  <a:pt x="333212" y="22527"/>
                  <a:pt x="333603" y="22425"/>
                  <a:pt x="334078" y="22374"/>
                </a:cubicBezTo>
                <a:cubicBezTo>
                  <a:pt x="334553" y="22323"/>
                  <a:pt x="335181" y="22298"/>
                  <a:pt x="335961" y="22298"/>
                </a:cubicBezTo>
                <a:cubicBezTo>
                  <a:pt x="336708" y="22298"/>
                  <a:pt x="337327" y="22323"/>
                  <a:pt x="337819" y="22374"/>
                </a:cubicBezTo>
                <a:cubicBezTo>
                  <a:pt x="338312" y="22425"/>
                  <a:pt x="338693" y="22527"/>
                  <a:pt x="338965" y="22679"/>
                </a:cubicBezTo>
                <a:cubicBezTo>
                  <a:pt x="339236" y="22832"/>
                  <a:pt x="339432" y="23002"/>
                  <a:pt x="339550" y="23188"/>
                </a:cubicBezTo>
                <a:cubicBezTo>
                  <a:pt x="339669" y="23375"/>
                  <a:pt x="339728" y="23604"/>
                  <a:pt x="339728" y="23876"/>
                </a:cubicBezTo>
                <a:lnTo>
                  <a:pt x="339728" y="29934"/>
                </a:lnTo>
                <a:cubicBezTo>
                  <a:pt x="342308" y="27049"/>
                  <a:pt x="344879" y="24936"/>
                  <a:pt x="347441" y="23596"/>
                </a:cubicBezTo>
                <a:cubicBezTo>
                  <a:pt x="350003" y="22255"/>
                  <a:pt x="352591" y="21585"/>
                  <a:pt x="355204" y="21585"/>
                </a:cubicBezTo>
                <a:cubicBezTo>
                  <a:pt x="358259" y="21585"/>
                  <a:pt x="360830" y="22102"/>
                  <a:pt x="362917" y="23138"/>
                </a:cubicBezTo>
                <a:cubicBezTo>
                  <a:pt x="365004" y="24173"/>
                  <a:pt x="366693" y="25556"/>
                  <a:pt x="367982" y="27286"/>
                </a:cubicBezTo>
                <a:cubicBezTo>
                  <a:pt x="369272" y="29017"/>
                  <a:pt x="370197" y="31045"/>
                  <a:pt x="370757" y="33370"/>
                </a:cubicBezTo>
                <a:cubicBezTo>
                  <a:pt x="371317" y="35695"/>
                  <a:pt x="371597" y="38486"/>
                  <a:pt x="371597" y="41744"/>
                </a:cubicBezTo>
                <a:lnTo>
                  <a:pt x="371597" y="69692"/>
                </a:lnTo>
                <a:close/>
                <a:moveTo>
                  <a:pt x="429051" y="46300"/>
                </a:moveTo>
                <a:cubicBezTo>
                  <a:pt x="429051" y="50037"/>
                  <a:pt x="428559" y="53476"/>
                  <a:pt x="427575" y="56619"/>
                </a:cubicBezTo>
                <a:cubicBezTo>
                  <a:pt x="426590" y="59761"/>
                  <a:pt x="425122" y="62471"/>
                  <a:pt x="423171" y="64748"/>
                </a:cubicBezTo>
                <a:cubicBezTo>
                  <a:pt x="421220" y="67024"/>
                  <a:pt x="418776" y="68799"/>
                  <a:pt x="415840" y="70073"/>
                </a:cubicBezTo>
                <a:cubicBezTo>
                  <a:pt x="412905" y="71346"/>
                  <a:pt x="409502" y="71983"/>
                  <a:pt x="405633" y="71983"/>
                </a:cubicBezTo>
                <a:cubicBezTo>
                  <a:pt x="401866" y="71983"/>
                  <a:pt x="398583" y="71423"/>
                  <a:pt x="395783" y="70302"/>
                </a:cubicBezTo>
                <a:cubicBezTo>
                  <a:pt x="392983" y="69181"/>
                  <a:pt x="390650" y="67550"/>
                  <a:pt x="388783" y="65410"/>
                </a:cubicBezTo>
                <a:cubicBezTo>
                  <a:pt x="386916" y="63270"/>
                  <a:pt x="385525" y="60671"/>
                  <a:pt x="384609" y="57613"/>
                </a:cubicBezTo>
                <a:cubicBezTo>
                  <a:pt x="383692" y="54555"/>
                  <a:pt x="383234" y="51090"/>
                  <a:pt x="383234" y="47217"/>
                </a:cubicBezTo>
                <a:cubicBezTo>
                  <a:pt x="383234" y="43480"/>
                  <a:pt x="383718" y="40041"/>
                  <a:pt x="384685" y="36898"/>
                </a:cubicBezTo>
                <a:cubicBezTo>
                  <a:pt x="385652" y="33756"/>
                  <a:pt x="387111" y="31047"/>
                  <a:pt x="389063" y="28771"/>
                </a:cubicBezTo>
                <a:cubicBezTo>
                  <a:pt x="391014" y="26494"/>
                  <a:pt x="393449" y="24727"/>
                  <a:pt x="396368" y="23470"/>
                </a:cubicBezTo>
                <a:cubicBezTo>
                  <a:pt x="399287" y="22213"/>
                  <a:pt x="402698" y="21585"/>
                  <a:pt x="406601" y="21585"/>
                </a:cubicBezTo>
                <a:cubicBezTo>
                  <a:pt x="410368" y="21585"/>
                  <a:pt x="413651" y="22145"/>
                  <a:pt x="416451" y="23266"/>
                </a:cubicBezTo>
                <a:cubicBezTo>
                  <a:pt x="419251" y="24387"/>
                  <a:pt x="421584" y="26018"/>
                  <a:pt x="423451" y="28158"/>
                </a:cubicBezTo>
                <a:cubicBezTo>
                  <a:pt x="425318" y="30299"/>
                  <a:pt x="426718" y="32897"/>
                  <a:pt x="427651" y="35955"/>
                </a:cubicBezTo>
                <a:cubicBezTo>
                  <a:pt x="428584" y="39013"/>
                  <a:pt x="429051" y="42461"/>
                  <a:pt x="429051" y="46300"/>
                </a:cubicBezTo>
                <a:moveTo>
                  <a:pt x="420193" y="46860"/>
                </a:moveTo>
                <a:cubicBezTo>
                  <a:pt x="420193" y="44380"/>
                  <a:pt x="419964" y="42035"/>
                  <a:pt x="419506" y="39826"/>
                </a:cubicBezTo>
                <a:cubicBezTo>
                  <a:pt x="419047" y="37616"/>
                  <a:pt x="418292" y="35679"/>
                  <a:pt x="417240" y="34014"/>
                </a:cubicBezTo>
                <a:cubicBezTo>
                  <a:pt x="416188" y="32349"/>
                  <a:pt x="414763" y="31032"/>
                  <a:pt x="412964" y="30064"/>
                </a:cubicBezTo>
                <a:cubicBezTo>
                  <a:pt x="411165" y="29095"/>
                  <a:pt x="408925" y="28610"/>
                  <a:pt x="406244" y="28610"/>
                </a:cubicBezTo>
                <a:cubicBezTo>
                  <a:pt x="403767" y="28610"/>
                  <a:pt x="401637" y="29052"/>
                  <a:pt x="399855" y="29935"/>
                </a:cubicBezTo>
                <a:cubicBezTo>
                  <a:pt x="398074" y="30819"/>
                  <a:pt x="396606" y="32068"/>
                  <a:pt x="395452" y="33683"/>
                </a:cubicBezTo>
                <a:cubicBezTo>
                  <a:pt x="394298" y="35298"/>
                  <a:pt x="393441" y="37209"/>
                  <a:pt x="392881" y="39418"/>
                </a:cubicBezTo>
                <a:cubicBezTo>
                  <a:pt x="392321" y="41626"/>
                  <a:pt x="392041" y="44039"/>
                  <a:pt x="392041" y="46657"/>
                </a:cubicBezTo>
                <a:cubicBezTo>
                  <a:pt x="392041" y="49171"/>
                  <a:pt x="392270" y="51533"/>
                  <a:pt x="392728" y="53743"/>
                </a:cubicBezTo>
                <a:cubicBezTo>
                  <a:pt x="393186" y="55952"/>
                  <a:pt x="393950" y="57880"/>
                  <a:pt x="395019" y="59528"/>
                </a:cubicBezTo>
                <a:cubicBezTo>
                  <a:pt x="396088" y="61177"/>
                  <a:pt x="397522" y="62485"/>
                  <a:pt x="399321" y="63455"/>
                </a:cubicBezTo>
                <a:cubicBezTo>
                  <a:pt x="401120" y="64423"/>
                  <a:pt x="403359" y="64907"/>
                  <a:pt x="406041" y="64907"/>
                </a:cubicBezTo>
                <a:cubicBezTo>
                  <a:pt x="408484" y="64907"/>
                  <a:pt x="410605" y="64465"/>
                  <a:pt x="412404" y="63582"/>
                </a:cubicBezTo>
                <a:cubicBezTo>
                  <a:pt x="414203" y="62699"/>
                  <a:pt x="415679" y="61458"/>
                  <a:pt x="416833" y="59861"/>
                </a:cubicBezTo>
                <a:cubicBezTo>
                  <a:pt x="417987" y="58263"/>
                  <a:pt x="418835" y="56359"/>
                  <a:pt x="419378" y="54151"/>
                </a:cubicBezTo>
                <a:cubicBezTo>
                  <a:pt x="419921" y="51942"/>
                  <a:pt x="420193" y="49512"/>
                  <a:pt x="420193" y="46860"/>
                </a:cubicBezTo>
                <a:close/>
                <a:moveTo>
                  <a:pt x="481032" y="69691"/>
                </a:moveTo>
                <a:cubicBezTo>
                  <a:pt x="481032" y="69962"/>
                  <a:pt x="480972" y="70201"/>
                  <a:pt x="480853" y="70405"/>
                </a:cubicBezTo>
                <a:cubicBezTo>
                  <a:pt x="480735" y="70609"/>
                  <a:pt x="480531" y="70770"/>
                  <a:pt x="480243" y="70889"/>
                </a:cubicBezTo>
                <a:cubicBezTo>
                  <a:pt x="479954" y="71008"/>
                  <a:pt x="479572" y="71101"/>
                  <a:pt x="479097" y="71169"/>
                </a:cubicBezTo>
                <a:cubicBezTo>
                  <a:pt x="478622" y="71237"/>
                  <a:pt x="478045" y="71271"/>
                  <a:pt x="477366" y="71271"/>
                </a:cubicBezTo>
                <a:cubicBezTo>
                  <a:pt x="476654" y="71271"/>
                  <a:pt x="476060" y="71237"/>
                  <a:pt x="475584" y="71169"/>
                </a:cubicBezTo>
                <a:cubicBezTo>
                  <a:pt x="475109" y="71102"/>
                  <a:pt x="474719" y="71010"/>
                  <a:pt x="474414" y="70892"/>
                </a:cubicBezTo>
                <a:cubicBezTo>
                  <a:pt x="474108" y="70773"/>
                  <a:pt x="473888" y="70613"/>
                  <a:pt x="473752" y="70410"/>
                </a:cubicBezTo>
                <a:cubicBezTo>
                  <a:pt x="473616" y="70207"/>
                  <a:pt x="473548" y="69971"/>
                  <a:pt x="473548" y="69702"/>
                </a:cubicBezTo>
                <a:lnTo>
                  <a:pt x="473548" y="63677"/>
                </a:lnTo>
                <a:cubicBezTo>
                  <a:pt x="471139" y="66293"/>
                  <a:pt x="468636" y="68331"/>
                  <a:pt x="466039" y="69793"/>
                </a:cubicBezTo>
                <a:cubicBezTo>
                  <a:pt x="463443" y="71253"/>
                  <a:pt x="460601" y="71983"/>
                  <a:pt x="457512" y="71983"/>
                </a:cubicBezTo>
                <a:cubicBezTo>
                  <a:pt x="454152" y="71983"/>
                  <a:pt x="451285" y="71329"/>
                  <a:pt x="448909" y="70022"/>
                </a:cubicBezTo>
                <a:cubicBezTo>
                  <a:pt x="446533" y="68714"/>
                  <a:pt x="444607" y="66948"/>
                  <a:pt x="443131" y="64723"/>
                </a:cubicBezTo>
                <a:cubicBezTo>
                  <a:pt x="441655" y="62496"/>
                  <a:pt x="440577" y="59881"/>
                  <a:pt x="439898" y="56875"/>
                </a:cubicBezTo>
                <a:cubicBezTo>
                  <a:pt x="439219" y="53868"/>
                  <a:pt x="438880" y="50700"/>
                  <a:pt x="438880" y="47370"/>
                </a:cubicBezTo>
                <a:cubicBezTo>
                  <a:pt x="438880" y="43429"/>
                  <a:pt x="439304" y="39871"/>
                  <a:pt x="440153" y="36695"/>
                </a:cubicBezTo>
                <a:cubicBezTo>
                  <a:pt x="441001" y="33518"/>
                  <a:pt x="442257" y="30809"/>
                  <a:pt x="443920" y="28567"/>
                </a:cubicBezTo>
                <a:cubicBezTo>
                  <a:pt x="445583" y="26324"/>
                  <a:pt x="447645" y="24600"/>
                  <a:pt x="450105" y="23394"/>
                </a:cubicBezTo>
                <a:cubicBezTo>
                  <a:pt x="452566" y="22188"/>
                  <a:pt x="455408" y="21585"/>
                  <a:pt x="458632" y="21585"/>
                </a:cubicBezTo>
                <a:cubicBezTo>
                  <a:pt x="461313" y="21585"/>
                  <a:pt x="463765" y="22171"/>
                  <a:pt x="465988" y="23343"/>
                </a:cubicBezTo>
                <a:cubicBezTo>
                  <a:pt x="468211" y="24515"/>
                  <a:pt x="470409" y="26239"/>
                  <a:pt x="472581" y="28515"/>
                </a:cubicBezTo>
                <a:lnTo>
                  <a:pt x="472581" y="1836"/>
                </a:lnTo>
                <a:cubicBezTo>
                  <a:pt x="472581" y="1598"/>
                  <a:pt x="472640" y="1369"/>
                  <a:pt x="472759" y="1149"/>
                </a:cubicBezTo>
                <a:cubicBezTo>
                  <a:pt x="472878" y="927"/>
                  <a:pt x="473107" y="757"/>
                  <a:pt x="473446" y="638"/>
                </a:cubicBezTo>
                <a:cubicBezTo>
                  <a:pt x="473786" y="518"/>
                  <a:pt x="474218" y="416"/>
                  <a:pt x="474744" y="331"/>
                </a:cubicBezTo>
                <a:cubicBezTo>
                  <a:pt x="475271" y="246"/>
                  <a:pt x="475941" y="204"/>
                  <a:pt x="476755" y="204"/>
                </a:cubicBezTo>
                <a:cubicBezTo>
                  <a:pt x="477604" y="204"/>
                  <a:pt x="478300" y="246"/>
                  <a:pt x="478843" y="331"/>
                </a:cubicBezTo>
                <a:cubicBezTo>
                  <a:pt x="479386" y="416"/>
                  <a:pt x="479810" y="518"/>
                  <a:pt x="480115" y="636"/>
                </a:cubicBezTo>
                <a:cubicBezTo>
                  <a:pt x="480421" y="755"/>
                  <a:pt x="480650" y="925"/>
                  <a:pt x="480802" y="1147"/>
                </a:cubicBezTo>
                <a:cubicBezTo>
                  <a:pt x="480955" y="1368"/>
                  <a:pt x="481032" y="1597"/>
                  <a:pt x="481032" y="1834"/>
                </a:cubicBezTo>
                <a:lnTo>
                  <a:pt x="481032" y="69691"/>
                </a:lnTo>
                <a:moveTo>
                  <a:pt x="472581" y="37484"/>
                </a:moveTo>
                <a:cubicBezTo>
                  <a:pt x="470307" y="34662"/>
                  <a:pt x="468110" y="32511"/>
                  <a:pt x="465988" y="31033"/>
                </a:cubicBezTo>
                <a:cubicBezTo>
                  <a:pt x="463867" y="29553"/>
                  <a:pt x="461653" y="28814"/>
                  <a:pt x="459345" y="28814"/>
                </a:cubicBezTo>
                <a:cubicBezTo>
                  <a:pt x="457207" y="28814"/>
                  <a:pt x="455391" y="29324"/>
                  <a:pt x="453898" y="30344"/>
                </a:cubicBezTo>
                <a:cubicBezTo>
                  <a:pt x="452405" y="31363"/>
                  <a:pt x="451191" y="32705"/>
                  <a:pt x="450258" y="34371"/>
                </a:cubicBezTo>
                <a:cubicBezTo>
                  <a:pt x="449325" y="36036"/>
                  <a:pt x="448646" y="37922"/>
                  <a:pt x="448222" y="40029"/>
                </a:cubicBezTo>
                <a:cubicBezTo>
                  <a:pt x="447797" y="42137"/>
                  <a:pt x="447585" y="44278"/>
                  <a:pt x="447585" y="46453"/>
                </a:cubicBezTo>
                <a:cubicBezTo>
                  <a:pt x="447585" y="48764"/>
                  <a:pt x="447763" y="51024"/>
                  <a:pt x="448120" y="53233"/>
                </a:cubicBezTo>
                <a:cubicBezTo>
                  <a:pt x="448476" y="55443"/>
                  <a:pt x="449096" y="57405"/>
                  <a:pt x="449978" y="59121"/>
                </a:cubicBezTo>
                <a:cubicBezTo>
                  <a:pt x="450860" y="60837"/>
                  <a:pt x="452031" y="62214"/>
                  <a:pt x="453491" y="63251"/>
                </a:cubicBezTo>
                <a:cubicBezTo>
                  <a:pt x="454950" y="64287"/>
                  <a:pt x="456783" y="64805"/>
                  <a:pt x="458989" y="64805"/>
                </a:cubicBezTo>
                <a:cubicBezTo>
                  <a:pt x="460109" y="64805"/>
                  <a:pt x="461186" y="64653"/>
                  <a:pt x="462221" y="64347"/>
                </a:cubicBezTo>
                <a:cubicBezTo>
                  <a:pt x="463256" y="64041"/>
                  <a:pt x="464317" y="63531"/>
                  <a:pt x="465403" y="62817"/>
                </a:cubicBezTo>
                <a:cubicBezTo>
                  <a:pt x="466489" y="62103"/>
                  <a:pt x="467626" y="61177"/>
                  <a:pt x="468814" y="60038"/>
                </a:cubicBezTo>
                <a:cubicBezTo>
                  <a:pt x="470002" y="58898"/>
                  <a:pt x="471257" y="57496"/>
                  <a:pt x="472581" y="55830"/>
                </a:cubicBezTo>
                <a:lnTo>
                  <a:pt x="472581" y="37484"/>
                </a:lnTo>
                <a:close/>
                <a:moveTo>
                  <a:pt x="535176" y="44799"/>
                </a:moveTo>
                <a:cubicBezTo>
                  <a:pt x="535176" y="46122"/>
                  <a:pt x="534845" y="47064"/>
                  <a:pt x="534184" y="47624"/>
                </a:cubicBezTo>
                <a:cubicBezTo>
                  <a:pt x="533522" y="48184"/>
                  <a:pt x="532767" y="48464"/>
                  <a:pt x="531918" y="48464"/>
                </a:cubicBezTo>
                <a:lnTo>
                  <a:pt x="501883" y="48464"/>
                </a:lnTo>
                <a:cubicBezTo>
                  <a:pt x="501883" y="51017"/>
                  <a:pt x="502137" y="53315"/>
                  <a:pt x="502646" y="55357"/>
                </a:cubicBezTo>
                <a:cubicBezTo>
                  <a:pt x="503155" y="57400"/>
                  <a:pt x="504004" y="59153"/>
                  <a:pt x="505192" y="60617"/>
                </a:cubicBezTo>
                <a:cubicBezTo>
                  <a:pt x="506379" y="62080"/>
                  <a:pt x="507924" y="63204"/>
                  <a:pt x="509824" y="63988"/>
                </a:cubicBezTo>
                <a:cubicBezTo>
                  <a:pt x="511725" y="64770"/>
                  <a:pt x="514050" y="65162"/>
                  <a:pt x="516799" y="65162"/>
                </a:cubicBezTo>
                <a:cubicBezTo>
                  <a:pt x="518971" y="65162"/>
                  <a:pt x="520905" y="64984"/>
                  <a:pt x="522602" y="64627"/>
                </a:cubicBezTo>
                <a:cubicBezTo>
                  <a:pt x="524299" y="64271"/>
                  <a:pt x="525767" y="63872"/>
                  <a:pt x="527006" y="63431"/>
                </a:cubicBezTo>
                <a:cubicBezTo>
                  <a:pt x="528244" y="62990"/>
                  <a:pt x="529262" y="62591"/>
                  <a:pt x="530060" y="62235"/>
                </a:cubicBezTo>
                <a:cubicBezTo>
                  <a:pt x="530858" y="61878"/>
                  <a:pt x="531460" y="61700"/>
                  <a:pt x="531867" y="61700"/>
                </a:cubicBezTo>
                <a:cubicBezTo>
                  <a:pt x="532105" y="61700"/>
                  <a:pt x="532317" y="61759"/>
                  <a:pt x="532504" y="61878"/>
                </a:cubicBezTo>
                <a:cubicBezTo>
                  <a:pt x="532690" y="61997"/>
                  <a:pt x="532834" y="62175"/>
                  <a:pt x="532936" y="62413"/>
                </a:cubicBezTo>
                <a:cubicBezTo>
                  <a:pt x="533038" y="62650"/>
                  <a:pt x="533114" y="62981"/>
                  <a:pt x="533165" y="63405"/>
                </a:cubicBezTo>
                <a:cubicBezTo>
                  <a:pt x="533216" y="63830"/>
                  <a:pt x="533242" y="64347"/>
                  <a:pt x="533242" y="64958"/>
                </a:cubicBezTo>
                <a:cubicBezTo>
                  <a:pt x="533242" y="65399"/>
                  <a:pt x="533225" y="65781"/>
                  <a:pt x="533191" y="66104"/>
                </a:cubicBezTo>
                <a:cubicBezTo>
                  <a:pt x="533157" y="66426"/>
                  <a:pt x="533114" y="66714"/>
                  <a:pt x="533064" y="66969"/>
                </a:cubicBezTo>
                <a:cubicBezTo>
                  <a:pt x="533013" y="67223"/>
                  <a:pt x="532928" y="67453"/>
                  <a:pt x="532809" y="67656"/>
                </a:cubicBezTo>
                <a:cubicBezTo>
                  <a:pt x="532690" y="67860"/>
                  <a:pt x="532537" y="68055"/>
                  <a:pt x="532351" y="68242"/>
                </a:cubicBezTo>
                <a:cubicBezTo>
                  <a:pt x="532164" y="68428"/>
                  <a:pt x="531613" y="68734"/>
                  <a:pt x="530696" y="69158"/>
                </a:cubicBezTo>
                <a:cubicBezTo>
                  <a:pt x="529780" y="69582"/>
                  <a:pt x="528592" y="69998"/>
                  <a:pt x="527133" y="70405"/>
                </a:cubicBezTo>
                <a:cubicBezTo>
                  <a:pt x="525673" y="70812"/>
                  <a:pt x="523985" y="71177"/>
                  <a:pt x="522067" y="71500"/>
                </a:cubicBezTo>
                <a:cubicBezTo>
                  <a:pt x="520150" y="71822"/>
                  <a:pt x="518105" y="71983"/>
                  <a:pt x="515933" y="71983"/>
                </a:cubicBezTo>
                <a:cubicBezTo>
                  <a:pt x="512166" y="71983"/>
                  <a:pt x="508865" y="71457"/>
                  <a:pt x="506032" y="70404"/>
                </a:cubicBezTo>
                <a:cubicBezTo>
                  <a:pt x="503198" y="69350"/>
                  <a:pt x="500814" y="67788"/>
                  <a:pt x="498879" y="65715"/>
                </a:cubicBezTo>
                <a:cubicBezTo>
                  <a:pt x="496945" y="63643"/>
                  <a:pt x="495485" y="61044"/>
                  <a:pt x="494501" y="57919"/>
                </a:cubicBezTo>
                <a:cubicBezTo>
                  <a:pt x="493517" y="54793"/>
                  <a:pt x="493025" y="51158"/>
                  <a:pt x="493025" y="47013"/>
                </a:cubicBezTo>
                <a:cubicBezTo>
                  <a:pt x="493025" y="43072"/>
                  <a:pt x="493534" y="39530"/>
                  <a:pt x="494552" y="36388"/>
                </a:cubicBezTo>
                <a:cubicBezTo>
                  <a:pt x="495570" y="33245"/>
                  <a:pt x="497038" y="30578"/>
                  <a:pt x="498955" y="28387"/>
                </a:cubicBezTo>
                <a:cubicBezTo>
                  <a:pt x="500873" y="26196"/>
                  <a:pt x="503189" y="24515"/>
                  <a:pt x="505904" y="23343"/>
                </a:cubicBezTo>
                <a:cubicBezTo>
                  <a:pt x="508619" y="22171"/>
                  <a:pt x="511657" y="21585"/>
                  <a:pt x="515017" y="21585"/>
                </a:cubicBezTo>
                <a:cubicBezTo>
                  <a:pt x="518614" y="21585"/>
                  <a:pt x="521677" y="22162"/>
                  <a:pt x="524206" y="23316"/>
                </a:cubicBezTo>
                <a:cubicBezTo>
                  <a:pt x="526734" y="24470"/>
                  <a:pt x="528813" y="26022"/>
                  <a:pt x="530442" y="27974"/>
                </a:cubicBezTo>
                <a:cubicBezTo>
                  <a:pt x="532071" y="29925"/>
                  <a:pt x="533267" y="32216"/>
                  <a:pt x="534031" y="34846"/>
                </a:cubicBezTo>
                <a:cubicBezTo>
                  <a:pt x="534794" y="37476"/>
                  <a:pt x="535176" y="40285"/>
                  <a:pt x="535176" y="43271"/>
                </a:cubicBezTo>
                <a:lnTo>
                  <a:pt x="535176" y="44799"/>
                </a:lnTo>
                <a:moveTo>
                  <a:pt x="526726" y="42304"/>
                </a:moveTo>
                <a:cubicBezTo>
                  <a:pt x="526827" y="37892"/>
                  <a:pt x="525852" y="34430"/>
                  <a:pt x="523798" y="31919"/>
                </a:cubicBezTo>
                <a:cubicBezTo>
                  <a:pt x="521745" y="29408"/>
                  <a:pt x="518699" y="28152"/>
                  <a:pt x="514660" y="28152"/>
                </a:cubicBezTo>
                <a:cubicBezTo>
                  <a:pt x="512590" y="28152"/>
                  <a:pt x="510774" y="28542"/>
                  <a:pt x="509213" y="29323"/>
                </a:cubicBezTo>
                <a:cubicBezTo>
                  <a:pt x="507652" y="30103"/>
                  <a:pt x="506346" y="31138"/>
                  <a:pt x="505293" y="32428"/>
                </a:cubicBezTo>
                <a:cubicBezTo>
                  <a:pt x="504241" y="33718"/>
                  <a:pt x="503427" y="35220"/>
                  <a:pt x="502850" y="36933"/>
                </a:cubicBezTo>
                <a:cubicBezTo>
                  <a:pt x="502273" y="38647"/>
                  <a:pt x="501951" y="40438"/>
                  <a:pt x="501883" y="42304"/>
                </a:cubicBezTo>
                <a:lnTo>
                  <a:pt x="526726" y="423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68001-1EAB-4743-8421-C26FAFB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332" y="2226114"/>
            <a:ext cx="868190" cy="233161"/>
          </a:xfrm>
          <a:custGeom xmlns:a="http://schemas.openxmlformats.org/drawingml/2006/main">
            <a:pathLst>
              <a:path w="868190" h="233161">
                <a:moveTo>
                  <a:pt x="0" y="9974"/>
                </a:moveTo>
                <a:cubicBezTo>
                  <a:pt x="0" y="4466"/>
                  <a:pt x="4466" y="0"/>
                  <a:pt x="9974" y="0"/>
                </a:cubicBezTo>
                <a:lnTo>
                  <a:pt x="858216" y="0"/>
                </a:lnTo>
                <a:cubicBezTo>
                  <a:pt x="863725" y="0"/>
                  <a:pt x="868190" y="4466"/>
                  <a:pt x="868190" y="9974"/>
                </a:cubicBezTo>
                <a:lnTo>
                  <a:pt x="868190" y="223186"/>
                </a:lnTo>
                <a:cubicBezTo>
                  <a:pt x="868190" y="228695"/>
                  <a:pt x="863725" y="233161"/>
                  <a:pt x="858216" y="233161"/>
                </a:cubicBezTo>
                <a:lnTo>
                  <a:pt x="9974" y="233161"/>
                </a:lnTo>
                <a:cubicBezTo>
                  <a:pt x="4466" y="233161"/>
                  <a:pt x="0" y="228695"/>
                  <a:pt x="0" y="223186"/>
                </a:cubicBezTo>
                <a:lnTo>
                  <a:pt x="0" y="99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6B6FB-5566-476F-90F9-C2261583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333" y="2226114"/>
            <a:ext cx="868191" cy="233161"/>
          </a:xfrm>
          <a:custGeom xmlns:a="http://schemas.openxmlformats.org/drawingml/2006/main">
            <a:pathLst>
              <a:path w="868191" h="233161" fill="none">
                <a:moveTo>
                  <a:pt x="0" y="9974"/>
                </a:moveTo>
                <a:cubicBezTo>
                  <a:pt x="0" y="4466"/>
                  <a:pt x="4466" y="0"/>
                  <a:pt x="9974" y="0"/>
                </a:cubicBezTo>
                <a:lnTo>
                  <a:pt x="858216" y="0"/>
                </a:lnTo>
                <a:cubicBezTo>
                  <a:pt x="863725" y="0"/>
                  <a:pt x="868191" y="4466"/>
                  <a:pt x="868191" y="9974"/>
                </a:cubicBezTo>
                <a:lnTo>
                  <a:pt x="868191" y="223186"/>
                </a:lnTo>
                <a:cubicBezTo>
                  <a:pt x="868191" y="228695"/>
                  <a:pt x="863725" y="233161"/>
                  <a:pt x="858216" y="233161"/>
                </a:cubicBezTo>
                <a:lnTo>
                  <a:pt x="9974" y="233161"/>
                </a:lnTo>
                <a:cubicBezTo>
                  <a:pt x="4466" y="233161"/>
                  <a:pt x="0" y="228695"/>
                  <a:pt x="0" y="223186"/>
                </a:cubicBezTo>
                <a:lnTo>
                  <a:pt x="0" y="99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BFBFBF"/>
            </a:solidFill>
            <a:custDash>
              <a:ds d="400000" sp="300000"/>
            </a:custDash>
            <a:miter/>
          </a:ln>
        </p:spPr>
      </p:sp>
      <p:sp>
        <p:nvSpPr>
          <p:cNvPr id="49" name="Text search_edge">
            <a:extLst xmlns:a="http://schemas.openxmlformats.org/drawingml/2006/main">
              <a:ext uri="{FF2B5EF4-FFF2-40B4-BE49-F238E27FC236}">
                <a16:creationId xmlns:a16="http://schemas.microsoft.com/office/drawing/2014/main" id="{2336BD6C-C68D-4CB7-8AC0-18161D68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740" y="2304744"/>
            <a:ext cx="525689" cy="89597"/>
          </a:xfrm>
          <a:custGeom xmlns:a="http://schemas.openxmlformats.org/drawingml/2006/main">
            <a:pathLst>
              <a:path w="525689" h="89597">
                <a:moveTo>
                  <a:pt x="32428" y="57257"/>
                </a:moveTo>
                <a:cubicBezTo>
                  <a:pt x="32428" y="59601"/>
                  <a:pt x="31995" y="61690"/>
                  <a:pt x="31130" y="63525"/>
                </a:cubicBezTo>
                <a:cubicBezTo>
                  <a:pt x="30265" y="65358"/>
                  <a:pt x="29034" y="66904"/>
                  <a:pt x="27439" y="68162"/>
                </a:cubicBezTo>
                <a:cubicBezTo>
                  <a:pt x="25844" y="69419"/>
                  <a:pt x="23944" y="70370"/>
                  <a:pt x="21738" y="71014"/>
                </a:cubicBezTo>
                <a:cubicBezTo>
                  <a:pt x="19532" y="71660"/>
                  <a:pt x="17105" y="71983"/>
                  <a:pt x="14458" y="71983"/>
                </a:cubicBezTo>
                <a:cubicBezTo>
                  <a:pt x="12829" y="71983"/>
                  <a:pt x="11276" y="71856"/>
                  <a:pt x="9800" y="71602"/>
                </a:cubicBezTo>
                <a:cubicBezTo>
                  <a:pt x="8323" y="71347"/>
                  <a:pt x="7000" y="71025"/>
                  <a:pt x="5829" y="70634"/>
                </a:cubicBezTo>
                <a:cubicBezTo>
                  <a:pt x="4658" y="70244"/>
                  <a:pt x="3665" y="69837"/>
                  <a:pt x="2851" y="69412"/>
                </a:cubicBezTo>
                <a:cubicBezTo>
                  <a:pt x="2036" y="68988"/>
                  <a:pt x="1442" y="68606"/>
                  <a:pt x="1069" y="68267"/>
                </a:cubicBezTo>
                <a:cubicBezTo>
                  <a:pt x="696" y="67928"/>
                  <a:pt x="424" y="67453"/>
                  <a:pt x="255" y="66842"/>
                </a:cubicBezTo>
                <a:cubicBezTo>
                  <a:pt x="85" y="66231"/>
                  <a:pt x="0" y="65399"/>
                  <a:pt x="0" y="64347"/>
                </a:cubicBezTo>
                <a:cubicBezTo>
                  <a:pt x="0" y="63702"/>
                  <a:pt x="34" y="63159"/>
                  <a:pt x="102" y="62718"/>
                </a:cubicBezTo>
                <a:cubicBezTo>
                  <a:pt x="170" y="62277"/>
                  <a:pt x="255" y="61921"/>
                  <a:pt x="356" y="61649"/>
                </a:cubicBezTo>
                <a:cubicBezTo>
                  <a:pt x="458" y="61378"/>
                  <a:pt x="602" y="61182"/>
                  <a:pt x="789" y="61064"/>
                </a:cubicBezTo>
                <a:cubicBezTo>
                  <a:pt x="976" y="60945"/>
                  <a:pt x="1188" y="60885"/>
                  <a:pt x="1425" y="60885"/>
                </a:cubicBezTo>
                <a:cubicBezTo>
                  <a:pt x="1799" y="60885"/>
                  <a:pt x="2350" y="61115"/>
                  <a:pt x="3080" y="61573"/>
                </a:cubicBezTo>
                <a:cubicBezTo>
                  <a:pt x="3810" y="62031"/>
                  <a:pt x="4709" y="62531"/>
                  <a:pt x="5778" y="63075"/>
                </a:cubicBezTo>
                <a:cubicBezTo>
                  <a:pt x="6847" y="63618"/>
                  <a:pt x="8111" y="64118"/>
                  <a:pt x="9571" y="64576"/>
                </a:cubicBezTo>
                <a:cubicBezTo>
                  <a:pt x="11030" y="65034"/>
                  <a:pt x="12710" y="65264"/>
                  <a:pt x="14610" y="65264"/>
                </a:cubicBezTo>
                <a:cubicBezTo>
                  <a:pt x="16036" y="65264"/>
                  <a:pt x="17326" y="65111"/>
                  <a:pt x="18479" y="64805"/>
                </a:cubicBezTo>
                <a:cubicBezTo>
                  <a:pt x="19633" y="64499"/>
                  <a:pt x="20635" y="64048"/>
                  <a:pt x="21483" y="63453"/>
                </a:cubicBezTo>
                <a:cubicBezTo>
                  <a:pt x="22331" y="62858"/>
                  <a:pt x="22985" y="62101"/>
                  <a:pt x="23443" y="61183"/>
                </a:cubicBezTo>
                <a:cubicBezTo>
                  <a:pt x="23901" y="60265"/>
                  <a:pt x="24130" y="59176"/>
                  <a:pt x="24130" y="57919"/>
                </a:cubicBezTo>
                <a:cubicBezTo>
                  <a:pt x="24130" y="56628"/>
                  <a:pt x="23799" y="55541"/>
                  <a:pt x="23137" y="54657"/>
                </a:cubicBezTo>
                <a:cubicBezTo>
                  <a:pt x="22476" y="53774"/>
                  <a:pt x="21602" y="52993"/>
                  <a:pt x="20516" y="52314"/>
                </a:cubicBezTo>
                <a:cubicBezTo>
                  <a:pt x="19430" y="51634"/>
                  <a:pt x="18208" y="51031"/>
                  <a:pt x="16850" y="50505"/>
                </a:cubicBezTo>
                <a:cubicBezTo>
                  <a:pt x="15493" y="49978"/>
                  <a:pt x="14093" y="49426"/>
                  <a:pt x="12651" y="48849"/>
                </a:cubicBezTo>
                <a:cubicBezTo>
                  <a:pt x="11208" y="48271"/>
                  <a:pt x="9800" y="47617"/>
                  <a:pt x="8425" y="46886"/>
                </a:cubicBezTo>
                <a:cubicBezTo>
                  <a:pt x="7051" y="46155"/>
                  <a:pt x="5820" y="45263"/>
                  <a:pt x="4734" y="44210"/>
                </a:cubicBezTo>
                <a:cubicBezTo>
                  <a:pt x="3648" y="43157"/>
                  <a:pt x="2774" y="41900"/>
                  <a:pt x="2113" y="40440"/>
                </a:cubicBezTo>
                <a:cubicBezTo>
                  <a:pt x="1451" y="38979"/>
                  <a:pt x="1120" y="37230"/>
                  <a:pt x="1120" y="35191"/>
                </a:cubicBezTo>
                <a:cubicBezTo>
                  <a:pt x="1120" y="33391"/>
                  <a:pt x="1468" y="31667"/>
                  <a:pt x="2164" y="30020"/>
                </a:cubicBezTo>
                <a:cubicBezTo>
                  <a:pt x="2859" y="28371"/>
                  <a:pt x="3903" y="26927"/>
                  <a:pt x="5294" y="25688"/>
                </a:cubicBezTo>
                <a:cubicBezTo>
                  <a:pt x="6686" y="24447"/>
                  <a:pt x="8425" y="23453"/>
                  <a:pt x="10512" y="22706"/>
                </a:cubicBezTo>
                <a:cubicBezTo>
                  <a:pt x="12600" y="21959"/>
                  <a:pt x="15035" y="21585"/>
                  <a:pt x="17818" y="21585"/>
                </a:cubicBezTo>
                <a:cubicBezTo>
                  <a:pt x="19039" y="21585"/>
                  <a:pt x="20261" y="21688"/>
                  <a:pt x="21483" y="21895"/>
                </a:cubicBezTo>
                <a:cubicBezTo>
                  <a:pt x="22705" y="22102"/>
                  <a:pt x="23808" y="22360"/>
                  <a:pt x="24792" y="22670"/>
                </a:cubicBezTo>
                <a:cubicBezTo>
                  <a:pt x="25776" y="22979"/>
                  <a:pt x="26616" y="23315"/>
                  <a:pt x="27312" y="23677"/>
                </a:cubicBezTo>
                <a:cubicBezTo>
                  <a:pt x="28008" y="24038"/>
                  <a:pt x="28534" y="24357"/>
                  <a:pt x="28890" y="24633"/>
                </a:cubicBezTo>
                <a:cubicBezTo>
                  <a:pt x="29246" y="24909"/>
                  <a:pt x="29484" y="25148"/>
                  <a:pt x="29603" y="25352"/>
                </a:cubicBezTo>
                <a:cubicBezTo>
                  <a:pt x="29722" y="25556"/>
                  <a:pt x="29806" y="25785"/>
                  <a:pt x="29857" y="26039"/>
                </a:cubicBezTo>
                <a:cubicBezTo>
                  <a:pt x="29908" y="26294"/>
                  <a:pt x="29959" y="26608"/>
                  <a:pt x="30010" y="26981"/>
                </a:cubicBezTo>
                <a:cubicBezTo>
                  <a:pt x="30061" y="27354"/>
                  <a:pt x="30086" y="27813"/>
                  <a:pt x="30086" y="28356"/>
                </a:cubicBezTo>
                <a:cubicBezTo>
                  <a:pt x="30086" y="28932"/>
                  <a:pt x="30061" y="29433"/>
                  <a:pt x="30010" y="29857"/>
                </a:cubicBezTo>
                <a:cubicBezTo>
                  <a:pt x="29959" y="30282"/>
                  <a:pt x="29874" y="30629"/>
                  <a:pt x="29755" y="30901"/>
                </a:cubicBezTo>
                <a:cubicBezTo>
                  <a:pt x="29637" y="31172"/>
                  <a:pt x="29492" y="31368"/>
                  <a:pt x="29323" y="31486"/>
                </a:cubicBezTo>
                <a:cubicBezTo>
                  <a:pt x="29153" y="31605"/>
                  <a:pt x="28966" y="31665"/>
                  <a:pt x="28763" y="31665"/>
                </a:cubicBezTo>
                <a:cubicBezTo>
                  <a:pt x="28457" y="31665"/>
                  <a:pt x="28016" y="31475"/>
                  <a:pt x="27439" y="31097"/>
                </a:cubicBezTo>
                <a:cubicBezTo>
                  <a:pt x="26862" y="30718"/>
                  <a:pt x="26116" y="30313"/>
                  <a:pt x="25199" y="29883"/>
                </a:cubicBezTo>
                <a:cubicBezTo>
                  <a:pt x="24283" y="29452"/>
                  <a:pt x="23205" y="29048"/>
                  <a:pt x="21967" y="28669"/>
                </a:cubicBezTo>
                <a:cubicBezTo>
                  <a:pt x="20728" y="28290"/>
                  <a:pt x="19311" y="28101"/>
                  <a:pt x="17716" y="28101"/>
                </a:cubicBezTo>
                <a:cubicBezTo>
                  <a:pt x="16290" y="28101"/>
                  <a:pt x="15035" y="28263"/>
                  <a:pt x="13949" y="28586"/>
                </a:cubicBezTo>
                <a:cubicBezTo>
                  <a:pt x="12863" y="28909"/>
                  <a:pt x="11972" y="29367"/>
                  <a:pt x="11276" y="29962"/>
                </a:cubicBezTo>
                <a:cubicBezTo>
                  <a:pt x="10580" y="30557"/>
                  <a:pt x="10054" y="31263"/>
                  <a:pt x="9698" y="32080"/>
                </a:cubicBezTo>
                <a:cubicBezTo>
                  <a:pt x="9342" y="32895"/>
                  <a:pt x="9163" y="33779"/>
                  <a:pt x="9163" y="34732"/>
                </a:cubicBezTo>
                <a:cubicBezTo>
                  <a:pt x="9163" y="36056"/>
                  <a:pt x="9503" y="37169"/>
                  <a:pt x="10182" y="38069"/>
                </a:cubicBezTo>
                <a:cubicBezTo>
                  <a:pt x="10860" y="38970"/>
                  <a:pt x="11743" y="39760"/>
                  <a:pt x="12829" y="40440"/>
                </a:cubicBezTo>
                <a:cubicBezTo>
                  <a:pt x="13915" y="41118"/>
                  <a:pt x="15153" y="41730"/>
                  <a:pt x="16545" y="42274"/>
                </a:cubicBezTo>
                <a:cubicBezTo>
                  <a:pt x="17936" y="42817"/>
                  <a:pt x="19353" y="43378"/>
                  <a:pt x="20796" y="43956"/>
                </a:cubicBezTo>
                <a:cubicBezTo>
                  <a:pt x="22238" y="44532"/>
                  <a:pt x="23664" y="45178"/>
                  <a:pt x="25072" y="45892"/>
                </a:cubicBezTo>
                <a:cubicBezTo>
                  <a:pt x="26480" y="46605"/>
                  <a:pt x="27728" y="47472"/>
                  <a:pt x="28814" y="48491"/>
                </a:cubicBezTo>
                <a:cubicBezTo>
                  <a:pt x="29900" y="49510"/>
                  <a:pt x="30774" y="50734"/>
                  <a:pt x="31435" y="52161"/>
                </a:cubicBezTo>
                <a:cubicBezTo>
                  <a:pt x="32097" y="53588"/>
                  <a:pt x="32428" y="55286"/>
                  <a:pt x="32428" y="57257"/>
                </a:cubicBezTo>
                <a:close/>
                <a:moveTo>
                  <a:pt x="84028" y="44799"/>
                </a:moveTo>
                <a:cubicBezTo>
                  <a:pt x="84028" y="46122"/>
                  <a:pt x="83697" y="47064"/>
                  <a:pt x="83035" y="47624"/>
                </a:cubicBezTo>
                <a:cubicBezTo>
                  <a:pt x="82374" y="48184"/>
                  <a:pt x="81618" y="48464"/>
                  <a:pt x="80770" y="48464"/>
                </a:cubicBezTo>
                <a:lnTo>
                  <a:pt x="50735" y="48464"/>
                </a:lnTo>
                <a:cubicBezTo>
                  <a:pt x="50735" y="51017"/>
                  <a:pt x="50989" y="53315"/>
                  <a:pt x="51498" y="55357"/>
                </a:cubicBezTo>
                <a:cubicBezTo>
                  <a:pt x="52007" y="57400"/>
                  <a:pt x="52856" y="59153"/>
                  <a:pt x="54044" y="60617"/>
                </a:cubicBezTo>
                <a:cubicBezTo>
                  <a:pt x="55231" y="62080"/>
                  <a:pt x="56776" y="63204"/>
                  <a:pt x="58676" y="63988"/>
                </a:cubicBezTo>
                <a:cubicBezTo>
                  <a:pt x="60577" y="64770"/>
                  <a:pt x="62901" y="65162"/>
                  <a:pt x="65650" y="65162"/>
                </a:cubicBezTo>
                <a:cubicBezTo>
                  <a:pt x="67823" y="65162"/>
                  <a:pt x="69757" y="64984"/>
                  <a:pt x="71454" y="64627"/>
                </a:cubicBezTo>
                <a:cubicBezTo>
                  <a:pt x="73151" y="64271"/>
                  <a:pt x="74619" y="63872"/>
                  <a:pt x="75857" y="63431"/>
                </a:cubicBezTo>
                <a:cubicBezTo>
                  <a:pt x="77096" y="62990"/>
                  <a:pt x="78114" y="62591"/>
                  <a:pt x="78912" y="62235"/>
                </a:cubicBezTo>
                <a:cubicBezTo>
                  <a:pt x="79709" y="61878"/>
                  <a:pt x="80312" y="61700"/>
                  <a:pt x="80719" y="61700"/>
                </a:cubicBezTo>
                <a:cubicBezTo>
                  <a:pt x="80957" y="61700"/>
                  <a:pt x="81169" y="61759"/>
                  <a:pt x="81355" y="61878"/>
                </a:cubicBezTo>
                <a:cubicBezTo>
                  <a:pt x="81542" y="61997"/>
                  <a:pt x="81686" y="62175"/>
                  <a:pt x="81788" y="62413"/>
                </a:cubicBezTo>
                <a:cubicBezTo>
                  <a:pt x="81890" y="62650"/>
                  <a:pt x="81966" y="62981"/>
                  <a:pt x="82017" y="63405"/>
                </a:cubicBezTo>
                <a:cubicBezTo>
                  <a:pt x="82068" y="63830"/>
                  <a:pt x="82094" y="64347"/>
                  <a:pt x="82094" y="64958"/>
                </a:cubicBezTo>
                <a:cubicBezTo>
                  <a:pt x="82094" y="65399"/>
                  <a:pt x="82077" y="65781"/>
                  <a:pt x="82043" y="66104"/>
                </a:cubicBezTo>
                <a:cubicBezTo>
                  <a:pt x="82009" y="66426"/>
                  <a:pt x="81966" y="66714"/>
                  <a:pt x="81915" y="66969"/>
                </a:cubicBezTo>
                <a:cubicBezTo>
                  <a:pt x="81865" y="67223"/>
                  <a:pt x="81780" y="67453"/>
                  <a:pt x="81661" y="67656"/>
                </a:cubicBezTo>
                <a:cubicBezTo>
                  <a:pt x="81542" y="67860"/>
                  <a:pt x="81389" y="68055"/>
                  <a:pt x="81203" y="68242"/>
                </a:cubicBezTo>
                <a:cubicBezTo>
                  <a:pt x="81016" y="68428"/>
                  <a:pt x="80465" y="68734"/>
                  <a:pt x="79548" y="69158"/>
                </a:cubicBezTo>
                <a:cubicBezTo>
                  <a:pt x="78632" y="69582"/>
                  <a:pt x="77444" y="69998"/>
                  <a:pt x="75985" y="70405"/>
                </a:cubicBezTo>
                <a:cubicBezTo>
                  <a:pt x="74525" y="70812"/>
                  <a:pt x="72837" y="71177"/>
                  <a:pt x="70919" y="71500"/>
                </a:cubicBezTo>
                <a:cubicBezTo>
                  <a:pt x="69002" y="71822"/>
                  <a:pt x="66957" y="71983"/>
                  <a:pt x="64785" y="71983"/>
                </a:cubicBezTo>
                <a:cubicBezTo>
                  <a:pt x="61018" y="71983"/>
                  <a:pt x="57717" y="71457"/>
                  <a:pt x="54884" y="70404"/>
                </a:cubicBezTo>
                <a:cubicBezTo>
                  <a:pt x="52050" y="69350"/>
                  <a:pt x="49665" y="67788"/>
                  <a:pt x="47731" y="65715"/>
                </a:cubicBezTo>
                <a:cubicBezTo>
                  <a:pt x="45797" y="63643"/>
                  <a:pt x="44337" y="61044"/>
                  <a:pt x="43353" y="57919"/>
                </a:cubicBezTo>
                <a:cubicBezTo>
                  <a:pt x="42369" y="54793"/>
                  <a:pt x="41877" y="51158"/>
                  <a:pt x="41877" y="47013"/>
                </a:cubicBezTo>
                <a:cubicBezTo>
                  <a:pt x="41877" y="43072"/>
                  <a:pt x="42386" y="39530"/>
                  <a:pt x="43404" y="36388"/>
                </a:cubicBezTo>
                <a:cubicBezTo>
                  <a:pt x="44422" y="33245"/>
                  <a:pt x="45890" y="30578"/>
                  <a:pt x="47807" y="28387"/>
                </a:cubicBezTo>
                <a:cubicBezTo>
                  <a:pt x="49725" y="26196"/>
                  <a:pt x="52041" y="24515"/>
                  <a:pt x="54756" y="23343"/>
                </a:cubicBezTo>
                <a:cubicBezTo>
                  <a:pt x="57471" y="22171"/>
                  <a:pt x="60509" y="21585"/>
                  <a:pt x="63869" y="21585"/>
                </a:cubicBezTo>
                <a:cubicBezTo>
                  <a:pt x="67466" y="21585"/>
                  <a:pt x="70529" y="22162"/>
                  <a:pt x="73058" y="23316"/>
                </a:cubicBezTo>
                <a:cubicBezTo>
                  <a:pt x="75586" y="24470"/>
                  <a:pt x="77665" y="26022"/>
                  <a:pt x="79294" y="27974"/>
                </a:cubicBezTo>
                <a:cubicBezTo>
                  <a:pt x="80923" y="29925"/>
                  <a:pt x="82119" y="32216"/>
                  <a:pt x="82883" y="34846"/>
                </a:cubicBezTo>
                <a:cubicBezTo>
                  <a:pt x="83646" y="37476"/>
                  <a:pt x="84028" y="40285"/>
                  <a:pt x="84028" y="43271"/>
                </a:cubicBezTo>
                <a:lnTo>
                  <a:pt x="84028" y="44799"/>
                </a:lnTo>
                <a:moveTo>
                  <a:pt x="75577" y="42304"/>
                </a:moveTo>
                <a:cubicBezTo>
                  <a:pt x="75679" y="37892"/>
                  <a:pt x="74704" y="34430"/>
                  <a:pt x="72650" y="31919"/>
                </a:cubicBezTo>
                <a:cubicBezTo>
                  <a:pt x="70597" y="29408"/>
                  <a:pt x="67551" y="28152"/>
                  <a:pt x="63512" y="28152"/>
                </a:cubicBezTo>
                <a:cubicBezTo>
                  <a:pt x="61442" y="28152"/>
                  <a:pt x="59626" y="28542"/>
                  <a:pt x="58065" y="29323"/>
                </a:cubicBezTo>
                <a:cubicBezTo>
                  <a:pt x="56504" y="30103"/>
                  <a:pt x="55197" y="31138"/>
                  <a:pt x="54145" y="32428"/>
                </a:cubicBezTo>
                <a:cubicBezTo>
                  <a:pt x="53093" y="33718"/>
                  <a:pt x="52279" y="35220"/>
                  <a:pt x="51702" y="36933"/>
                </a:cubicBezTo>
                <a:cubicBezTo>
                  <a:pt x="51125" y="38647"/>
                  <a:pt x="50802" y="40438"/>
                  <a:pt x="50735" y="42304"/>
                </a:cubicBezTo>
                <a:lnTo>
                  <a:pt x="75577" y="42304"/>
                </a:lnTo>
                <a:close/>
                <a:moveTo>
                  <a:pt x="131555" y="69743"/>
                </a:moveTo>
                <a:cubicBezTo>
                  <a:pt x="131555" y="70151"/>
                  <a:pt x="131419" y="70456"/>
                  <a:pt x="131148" y="70660"/>
                </a:cubicBezTo>
                <a:cubicBezTo>
                  <a:pt x="130876" y="70863"/>
                  <a:pt x="130503" y="71016"/>
                  <a:pt x="130028" y="71118"/>
                </a:cubicBezTo>
                <a:cubicBezTo>
                  <a:pt x="129553" y="71220"/>
                  <a:pt x="128857" y="71271"/>
                  <a:pt x="127940" y="71271"/>
                </a:cubicBezTo>
                <a:cubicBezTo>
                  <a:pt x="127058" y="71271"/>
                  <a:pt x="126354" y="71220"/>
                  <a:pt x="125828" y="71118"/>
                </a:cubicBezTo>
                <a:cubicBezTo>
                  <a:pt x="125302" y="71016"/>
                  <a:pt x="124920" y="70863"/>
                  <a:pt x="124682" y="70660"/>
                </a:cubicBezTo>
                <a:cubicBezTo>
                  <a:pt x="124445" y="70456"/>
                  <a:pt x="124326" y="70151"/>
                  <a:pt x="124326" y="69743"/>
                </a:cubicBezTo>
                <a:lnTo>
                  <a:pt x="124326" y="65162"/>
                </a:lnTo>
                <a:cubicBezTo>
                  <a:pt x="122324" y="67300"/>
                  <a:pt x="120092" y="68971"/>
                  <a:pt x="117632" y="70176"/>
                </a:cubicBezTo>
                <a:cubicBezTo>
                  <a:pt x="115171" y="71381"/>
                  <a:pt x="112566" y="71983"/>
                  <a:pt x="109817" y="71983"/>
                </a:cubicBezTo>
                <a:cubicBezTo>
                  <a:pt x="107408" y="71983"/>
                  <a:pt x="105227" y="71668"/>
                  <a:pt x="103276" y="71038"/>
                </a:cubicBezTo>
                <a:cubicBezTo>
                  <a:pt x="101324" y="70408"/>
                  <a:pt x="99661" y="69497"/>
                  <a:pt x="98287" y="68305"/>
                </a:cubicBezTo>
                <a:cubicBezTo>
                  <a:pt x="96912" y="67113"/>
                  <a:pt x="95843" y="65649"/>
                  <a:pt x="95080" y="63913"/>
                </a:cubicBezTo>
                <a:cubicBezTo>
                  <a:pt x="94316" y="62176"/>
                  <a:pt x="93934" y="60200"/>
                  <a:pt x="93934" y="57985"/>
                </a:cubicBezTo>
                <a:cubicBezTo>
                  <a:pt x="93934" y="55398"/>
                  <a:pt x="94460" y="53150"/>
                  <a:pt x="95512" y="51243"/>
                </a:cubicBezTo>
                <a:cubicBezTo>
                  <a:pt x="96564" y="49335"/>
                  <a:pt x="98075" y="47751"/>
                  <a:pt x="100043" y="46491"/>
                </a:cubicBezTo>
                <a:cubicBezTo>
                  <a:pt x="102012" y="45231"/>
                  <a:pt x="104421" y="44286"/>
                  <a:pt x="107272" y="43656"/>
                </a:cubicBezTo>
                <a:cubicBezTo>
                  <a:pt x="110123" y="43026"/>
                  <a:pt x="113330" y="42711"/>
                  <a:pt x="116894" y="42711"/>
                </a:cubicBezTo>
                <a:lnTo>
                  <a:pt x="123206" y="42711"/>
                </a:lnTo>
                <a:lnTo>
                  <a:pt x="123206" y="39161"/>
                </a:lnTo>
                <a:cubicBezTo>
                  <a:pt x="123206" y="37402"/>
                  <a:pt x="123019" y="35847"/>
                  <a:pt x="122646" y="34495"/>
                </a:cubicBezTo>
                <a:cubicBezTo>
                  <a:pt x="122273" y="33141"/>
                  <a:pt x="121670" y="32017"/>
                  <a:pt x="120839" y="31120"/>
                </a:cubicBezTo>
                <a:cubicBezTo>
                  <a:pt x="120007" y="30224"/>
                  <a:pt x="118930" y="29548"/>
                  <a:pt x="117606" y="29092"/>
                </a:cubicBezTo>
                <a:cubicBezTo>
                  <a:pt x="116283" y="28635"/>
                  <a:pt x="114654" y="28406"/>
                  <a:pt x="112719" y="28406"/>
                </a:cubicBezTo>
                <a:cubicBezTo>
                  <a:pt x="110649" y="28406"/>
                  <a:pt x="108791" y="28650"/>
                  <a:pt x="107145" y="29137"/>
                </a:cubicBezTo>
                <a:cubicBezTo>
                  <a:pt x="105499" y="29623"/>
                  <a:pt x="104056" y="30161"/>
                  <a:pt x="102818" y="30748"/>
                </a:cubicBezTo>
                <a:cubicBezTo>
                  <a:pt x="101579" y="31336"/>
                  <a:pt x="100544" y="31873"/>
                  <a:pt x="99712" y="32360"/>
                </a:cubicBezTo>
                <a:cubicBezTo>
                  <a:pt x="98881" y="32847"/>
                  <a:pt x="98261" y="33090"/>
                  <a:pt x="97854" y="33090"/>
                </a:cubicBezTo>
                <a:cubicBezTo>
                  <a:pt x="97583" y="33090"/>
                  <a:pt x="97345" y="33022"/>
                  <a:pt x="97141" y="32886"/>
                </a:cubicBezTo>
                <a:cubicBezTo>
                  <a:pt x="96938" y="32751"/>
                  <a:pt x="96760" y="32547"/>
                  <a:pt x="96607" y="32275"/>
                </a:cubicBezTo>
                <a:cubicBezTo>
                  <a:pt x="96454" y="32004"/>
                  <a:pt x="96344" y="31656"/>
                  <a:pt x="96276" y="31232"/>
                </a:cubicBezTo>
                <a:cubicBezTo>
                  <a:pt x="96208" y="30808"/>
                  <a:pt x="96174" y="30341"/>
                  <a:pt x="96174" y="29832"/>
                </a:cubicBezTo>
                <a:cubicBezTo>
                  <a:pt x="96174" y="28983"/>
                  <a:pt x="96234" y="28313"/>
                  <a:pt x="96352" y="27821"/>
                </a:cubicBezTo>
                <a:cubicBezTo>
                  <a:pt x="96471" y="27329"/>
                  <a:pt x="96760" y="26862"/>
                  <a:pt x="97218" y="26421"/>
                </a:cubicBezTo>
                <a:cubicBezTo>
                  <a:pt x="97676" y="25980"/>
                  <a:pt x="98465" y="25466"/>
                  <a:pt x="99585" y="24879"/>
                </a:cubicBezTo>
                <a:cubicBezTo>
                  <a:pt x="100705" y="24292"/>
                  <a:pt x="101995" y="23755"/>
                  <a:pt x="103454" y="23270"/>
                </a:cubicBezTo>
                <a:cubicBezTo>
                  <a:pt x="104913" y="22784"/>
                  <a:pt x="106508" y="22382"/>
                  <a:pt x="108239" y="22064"/>
                </a:cubicBezTo>
                <a:cubicBezTo>
                  <a:pt x="109970" y="21744"/>
                  <a:pt x="111718" y="21585"/>
                  <a:pt x="113483" y="21585"/>
                </a:cubicBezTo>
                <a:cubicBezTo>
                  <a:pt x="116775" y="21585"/>
                  <a:pt x="119575" y="21958"/>
                  <a:pt x="121882" y="22705"/>
                </a:cubicBezTo>
                <a:cubicBezTo>
                  <a:pt x="124190" y="23451"/>
                  <a:pt x="126057" y="24546"/>
                  <a:pt x="127482" y="25988"/>
                </a:cubicBezTo>
                <a:cubicBezTo>
                  <a:pt x="128908" y="27431"/>
                  <a:pt x="129943" y="29221"/>
                  <a:pt x="130588" y="31359"/>
                </a:cubicBezTo>
                <a:cubicBezTo>
                  <a:pt x="131233" y="33497"/>
                  <a:pt x="131555" y="35992"/>
                  <a:pt x="131555" y="38842"/>
                </a:cubicBezTo>
                <a:lnTo>
                  <a:pt x="131555" y="69743"/>
                </a:lnTo>
                <a:moveTo>
                  <a:pt x="123206" y="48769"/>
                </a:moveTo>
                <a:lnTo>
                  <a:pt x="116028" y="48769"/>
                </a:lnTo>
                <a:cubicBezTo>
                  <a:pt x="113720" y="48769"/>
                  <a:pt x="111718" y="48966"/>
                  <a:pt x="110021" y="49360"/>
                </a:cubicBezTo>
                <a:cubicBezTo>
                  <a:pt x="108324" y="49752"/>
                  <a:pt x="106916" y="50332"/>
                  <a:pt x="105796" y="51100"/>
                </a:cubicBezTo>
                <a:cubicBezTo>
                  <a:pt x="104676" y="51868"/>
                  <a:pt x="103853" y="52790"/>
                  <a:pt x="103327" y="53867"/>
                </a:cubicBezTo>
                <a:cubicBezTo>
                  <a:pt x="102801" y="54942"/>
                  <a:pt x="102538" y="56180"/>
                  <a:pt x="102538" y="57580"/>
                </a:cubicBezTo>
                <a:cubicBezTo>
                  <a:pt x="102538" y="59970"/>
                  <a:pt x="103293" y="61874"/>
                  <a:pt x="104803" y="63291"/>
                </a:cubicBezTo>
                <a:cubicBezTo>
                  <a:pt x="106313" y="64708"/>
                  <a:pt x="108426" y="65416"/>
                  <a:pt x="111141" y="65416"/>
                </a:cubicBezTo>
                <a:cubicBezTo>
                  <a:pt x="113347" y="65416"/>
                  <a:pt x="115392" y="64853"/>
                  <a:pt x="117275" y="63727"/>
                </a:cubicBezTo>
                <a:cubicBezTo>
                  <a:pt x="119159" y="62599"/>
                  <a:pt x="121136" y="60875"/>
                  <a:pt x="123206" y="58553"/>
                </a:cubicBezTo>
                <a:lnTo>
                  <a:pt x="123206" y="48769"/>
                </a:lnTo>
                <a:close/>
                <a:moveTo>
                  <a:pt x="173736" y="26879"/>
                </a:moveTo>
                <a:cubicBezTo>
                  <a:pt x="173736" y="27626"/>
                  <a:pt x="173719" y="28254"/>
                  <a:pt x="173685" y="28763"/>
                </a:cubicBezTo>
                <a:cubicBezTo>
                  <a:pt x="173651" y="29272"/>
                  <a:pt x="173583" y="29671"/>
                  <a:pt x="173482" y="29959"/>
                </a:cubicBezTo>
                <a:cubicBezTo>
                  <a:pt x="173380" y="30248"/>
                  <a:pt x="173252" y="30468"/>
                  <a:pt x="173100" y="30621"/>
                </a:cubicBezTo>
                <a:cubicBezTo>
                  <a:pt x="172947" y="30774"/>
                  <a:pt x="172735" y="30850"/>
                  <a:pt x="172463" y="30850"/>
                </a:cubicBezTo>
                <a:cubicBezTo>
                  <a:pt x="172192" y="30850"/>
                  <a:pt x="171861" y="30774"/>
                  <a:pt x="171471" y="30621"/>
                </a:cubicBezTo>
                <a:cubicBezTo>
                  <a:pt x="171080" y="30468"/>
                  <a:pt x="170639" y="30315"/>
                  <a:pt x="170147" y="30163"/>
                </a:cubicBezTo>
                <a:cubicBezTo>
                  <a:pt x="169655" y="30010"/>
                  <a:pt x="169103" y="29866"/>
                  <a:pt x="168493" y="29730"/>
                </a:cubicBezTo>
                <a:cubicBezTo>
                  <a:pt x="167882" y="29594"/>
                  <a:pt x="167220" y="29526"/>
                  <a:pt x="166507" y="29526"/>
                </a:cubicBezTo>
                <a:cubicBezTo>
                  <a:pt x="165659" y="29526"/>
                  <a:pt x="164827" y="29696"/>
                  <a:pt x="164013" y="30035"/>
                </a:cubicBezTo>
                <a:cubicBezTo>
                  <a:pt x="163198" y="30375"/>
                  <a:pt x="162341" y="30935"/>
                  <a:pt x="161442" y="31715"/>
                </a:cubicBezTo>
                <a:cubicBezTo>
                  <a:pt x="160543" y="32496"/>
                  <a:pt x="159601" y="33531"/>
                  <a:pt x="158617" y="34821"/>
                </a:cubicBezTo>
                <a:cubicBezTo>
                  <a:pt x="157632" y="36110"/>
                  <a:pt x="156546" y="37689"/>
                  <a:pt x="155358" y="39555"/>
                </a:cubicBezTo>
                <a:lnTo>
                  <a:pt x="155358" y="69692"/>
                </a:lnTo>
                <a:cubicBezTo>
                  <a:pt x="155358" y="69964"/>
                  <a:pt x="155291" y="70193"/>
                  <a:pt x="155155" y="70380"/>
                </a:cubicBezTo>
                <a:cubicBezTo>
                  <a:pt x="155019" y="70566"/>
                  <a:pt x="154798" y="70728"/>
                  <a:pt x="154493" y="70863"/>
                </a:cubicBezTo>
                <a:cubicBezTo>
                  <a:pt x="154188" y="70999"/>
                  <a:pt x="153763" y="71101"/>
                  <a:pt x="153220" y="71169"/>
                </a:cubicBezTo>
                <a:cubicBezTo>
                  <a:pt x="152677" y="71237"/>
                  <a:pt x="151982" y="71271"/>
                  <a:pt x="151133" y="71271"/>
                </a:cubicBezTo>
                <a:cubicBezTo>
                  <a:pt x="150319" y="71271"/>
                  <a:pt x="149640" y="71237"/>
                  <a:pt x="149097" y="71169"/>
                </a:cubicBezTo>
                <a:cubicBezTo>
                  <a:pt x="148554" y="71101"/>
                  <a:pt x="148121" y="70999"/>
                  <a:pt x="147799" y="70863"/>
                </a:cubicBezTo>
                <a:cubicBezTo>
                  <a:pt x="147476" y="70728"/>
                  <a:pt x="147256" y="70566"/>
                  <a:pt x="147137" y="70380"/>
                </a:cubicBezTo>
                <a:cubicBezTo>
                  <a:pt x="147018" y="70193"/>
                  <a:pt x="146959" y="69964"/>
                  <a:pt x="146959" y="69692"/>
                </a:cubicBezTo>
                <a:lnTo>
                  <a:pt x="146959" y="23876"/>
                </a:lnTo>
                <a:cubicBezTo>
                  <a:pt x="146959" y="23604"/>
                  <a:pt x="147010" y="23375"/>
                  <a:pt x="147111" y="23188"/>
                </a:cubicBezTo>
                <a:cubicBezTo>
                  <a:pt x="147213" y="23002"/>
                  <a:pt x="147417" y="22832"/>
                  <a:pt x="147722" y="22679"/>
                </a:cubicBezTo>
                <a:cubicBezTo>
                  <a:pt x="148028" y="22527"/>
                  <a:pt x="148418" y="22425"/>
                  <a:pt x="148893" y="22374"/>
                </a:cubicBezTo>
                <a:cubicBezTo>
                  <a:pt x="149368" y="22323"/>
                  <a:pt x="149996" y="22298"/>
                  <a:pt x="150777" y="22298"/>
                </a:cubicBezTo>
                <a:cubicBezTo>
                  <a:pt x="151523" y="22298"/>
                  <a:pt x="152143" y="22323"/>
                  <a:pt x="152635" y="22374"/>
                </a:cubicBezTo>
                <a:cubicBezTo>
                  <a:pt x="153127" y="22425"/>
                  <a:pt x="153509" y="22527"/>
                  <a:pt x="153780" y="22679"/>
                </a:cubicBezTo>
                <a:cubicBezTo>
                  <a:pt x="154052" y="22832"/>
                  <a:pt x="154247" y="23002"/>
                  <a:pt x="154366" y="23188"/>
                </a:cubicBezTo>
                <a:cubicBezTo>
                  <a:pt x="154485" y="23375"/>
                  <a:pt x="154544" y="23604"/>
                  <a:pt x="154544" y="23876"/>
                </a:cubicBezTo>
                <a:lnTo>
                  <a:pt x="154544" y="30545"/>
                </a:lnTo>
                <a:cubicBezTo>
                  <a:pt x="155800" y="28712"/>
                  <a:pt x="156979" y="27219"/>
                  <a:pt x="158082" y="26065"/>
                </a:cubicBezTo>
                <a:cubicBezTo>
                  <a:pt x="159185" y="24911"/>
                  <a:pt x="160229" y="24003"/>
                  <a:pt x="161213" y="23341"/>
                </a:cubicBezTo>
                <a:cubicBezTo>
                  <a:pt x="162197" y="22679"/>
                  <a:pt x="163173" y="22221"/>
                  <a:pt x="164140" y="21967"/>
                </a:cubicBezTo>
                <a:cubicBezTo>
                  <a:pt x="165107" y="21712"/>
                  <a:pt x="166083" y="21585"/>
                  <a:pt x="167067" y="21585"/>
                </a:cubicBezTo>
                <a:cubicBezTo>
                  <a:pt x="167508" y="21585"/>
                  <a:pt x="168009" y="21610"/>
                  <a:pt x="168569" y="21661"/>
                </a:cubicBezTo>
                <a:cubicBezTo>
                  <a:pt x="169129" y="21712"/>
                  <a:pt x="169714" y="21805"/>
                  <a:pt x="170325" y="21941"/>
                </a:cubicBezTo>
                <a:cubicBezTo>
                  <a:pt x="170936" y="22077"/>
                  <a:pt x="171488" y="22230"/>
                  <a:pt x="171980" y="22399"/>
                </a:cubicBezTo>
                <a:cubicBezTo>
                  <a:pt x="172472" y="22569"/>
                  <a:pt x="172820" y="22739"/>
                  <a:pt x="173023" y="22908"/>
                </a:cubicBezTo>
                <a:cubicBezTo>
                  <a:pt x="173227" y="23078"/>
                  <a:pt x="173363" y="23239"/>
                  <a:pt x="173431" y="23392"/>
                </a:cubicBezTo>
                <a:cubicBezTo>
                  <a:pt x="173499" y="23545"/>
                  <a:pt x="173558" y="23740"/>
                  <a:pt x="173609" y="23977"/>
                </a:cubicBezTo>
                <a:cubicBezTo>
                  <a:pt x="173660" y="24215"/>
                  <a:pt x="173694" y="24563"/>
                  <a:pt x="173711" y="25021"/>
                </a:cubicBezTo>
                <a:cubicBezTo>
                  <a:pt x="173728" y="25479"/>
                  <a:pt x="173736" y="26099"/>
                  <a:pt x="173736" y="26879"/>
                </a:cubicBezTo>
                <a:close/>
                <a:moveTo>
                  <a:pt x="214176" y="62769"/>
                </a:moveTo>
                <a:cubicBezTo>
                  <a:pt x="214176" y="63346"/>
                  <a:pt x="214159" y="63847"/>
                  <a:pt x="214125" y="64271"/>
                </a:cubicBezTo>
                <a:cubicBezTo>
                  <a:pt x="214091" y="64695"/>
                  <a:pt x="214032" y="65051"/>
                  <a:pt x="213947" y="65340"/>
                </a:cubicBezTo>
                <a:cubicBezTo>
                  <a:pt x="213862" y="65628"/>
                  <a:pt x="213760" y="65883"/>
                  <a:pt x="213642" y="66104"/>
                </a:cubicBezTo>
                <a:cubicBezTo>
                  <a:pt x="213523" y="66324"/>
                  <a:pt x="213251" y="66647"/>
                  <a:pt x="212827" y="67071"/>
                </a:cubicBezTo>
                <a:cubicBezTo>
                  <a:pt x="212403" y="67495"/>
                  <a:pt x="211682" y="68021"/>
                  <a:pt x="210664" y="68649"/>
                </a:cubicBezTo>
                <a:cubicBezTo>
                  <a:pt x="209645" y="69277"/>
                  <a:pt x="208500" y="69837"/>
                  <a:pt x="207227" y="70329"/>
                </a:cubicBezTo>
                <a:cubicBezTo>
                  <a:pt x="205955" y="70821"/>
                  <a:pt x="204572" y="71220"/>
                  <a:pt x="203078" y="71525"/>
                </a:cubicBezTo>
                <a:cubicBezTo>
                  <a:pt x="201585" y="71831"/>
                  <a:pt x="200041" y="71983"/>
                  <a:pt x="198446" y="71983"/>
                </a:cubicBezTo>
                <a:cubicBezTo>
                  <a:pt x="195154" y="71983"/>
                  <a:pt x="192235" y="71439"/>
                  <a:pt x="189690" y="70351"/>
                </a:cubicBezTo>
                <a:cubicBezTo>
                  <a:pt x="187144" y="69263"/>
                  <a:pt x="185015" y="67673"/>
                  <a:pt x="183301" y="65582"/>
                </a:cubicBezTo>
                <a:cubicBezTo>
                  <a:pt x="181587" y="63490"/>
                  <a:pt x="180280" y="60923"/>
                  <a:pt x="179381" y="57879"/>
                </a:cubicBezTo>
                <a:cubicBezTo>
                  <a:pt x="178481" y="54835"/>
                  <a:pt x="178032" y="51324"/>
                  <a:pt x="178032" y="47346"/>
                </a:cubicBezTo>
                <a:cubicBezTo>
                  <a:pt x="178032" y="42822"/>
                  <a:pt x="178583" y="38937"/>
                  <a:pt x="179686" y="35689"/>
                </a:cubicBezTo>
                <a:cubicBezTo>
                  <a:pt x="180789" y="32442"/>
                  <a:pt x="182300" y="29781"/>
                  <a:pt x="184217" y="27706"/>
                </a:cubicBezTo>
                <a:cubicBezTo>
                  <a:pt x="186135" y="25632"/>
                  <a:pt x="188391" y="24093"/>
                  <a:pt x="190988" y="23090"/>
                </a:cubicBezTo>
                <a:cubicBezTo>
                  <a:pt x="193584" y="22086"/>
                  <a:pt x="196392" y="21585"/>
                  <a:pt x="199413" y="21585"/>
                </a:cubicBezTo>
                <a:cubicBezTo>
                  <a:pt x="200872" y="21585"/>
                  <a:pt x="202289" y="21721"/>
                  <a:pt x="203664" y="21992"/>
                </a:cubicBezTo>
                <a:cubicBezTo>
                  <a:pt x="205038" y="22264"/>
                  <a:pt x="206302" y="22620"/>
                  <a:pt x="207456" y="23061"/>
                </a:cubicBezTo>
                <a:cubicBezTo>
                  <a:pt x="208610" y="23502"/>
                  <a:pt x="209637" y="24011"/>
                  <a:pt x="210536" y="24588"/>
                </a:cubicBezTo>
                <a:cubicBezTo>
                  <a:pt x="211436" y="25165"/>
                  <a:pt x="212089" y="25657"/>
                  <a:pt x="212496" y="26065"/>
                </a:cubicBezTo>
                <a:cubicBezTo>
                  <a:pt x="212903" y="26472"/>
                  <a:pt x="213183" y="26794"/>
                  <a:pt x="213336" y="27032"/>
                </a:cubicBezTo>
                <a:cubicBezTo>
                  <a:pt x="213489" y="27270"/>
                  <a:pt x="213616" y="27549"/>
                  <a:pt x="213718" y="27872"/>
                </a:cubicBezTo>
                <a:cubicBezTo>
                  <a:pt x="213820" y="28194"/>
                  <a:pt x="213888" y="28559"/>
                  <a:pt x="213922" y="28966"/>
                </a:cubicBezTo>
                <a:cubicBezTo>
                  <a:pt x="213956" y="29374"/>
                  <a:pt x="213973" y="29883"/>
                  <a:pt x="213973" y="30494"/>
                </a:cubicBezTo>
                <a:cubicBezTo>
                  <a:pt x="213973" y="31817"/>
                  <a:pt x="213820" y="32742"/>
                  <a:pt x="213514" y="33268"/>
                </a:cubicBezTo>
                <a:cubicBezTo>
                  <a:pt x="213209" y="33794"/>
                  <a:pt x="212836" y="34057"/>
                  <a:pt x="212394" y="34057"/>
                </a:cubicBezTo>
                <a:cubicBezTo>
                  <a:pt x="211885" y="34057"/>
                  <a:pt x="211300" y="33777"/>
                  <a:pt x="210638" y="33217"/>
                </a:cubicBezTo>
                <a:cubicBezTo>
                  <a:pt x="209976" y="32657"/>
                  <a:pt x="209136" y="32038"/>
                  <a:pt x="208118" y="31359"/>
                </a:cubicBezTo>
                <a:cubicBezTo>
                  <a:pt x="207100" y="30680"/>
                  <a:pt x="205870" y="30061"/>
                  <a:pt x="204427" y="29501"/>
                </a:cubicBezTo>
                <a:cubicBezTo>
                  <a:pt x="202985" y="28941"/>
                  <a:pt x="201280" y="28661"/>
                  <a:pt x="199311" y="28661"/>
                </a:cubicBezTo>
                <a:cubicBezTo>
                  <a:pt x="195272" y="28661"/>
                  <a:pt x="192176" y="30218"/>
                  <a:pt x="190021" y="33333"/>
                </a:cubicBezTo>
                <a:cubicBezTo>
                  <a:pt x="187865" y="36447"/>
                  <a:pt x="186788" y="40965"/>
                  <a:pt x="186788" y="46886"/>
                </a:cubicBezTo>
                <a:cubicBezTo>
                  <a:pt x="186788" y="49847"/>
                  <a:pt x="187068" y="52442"/>
                  <a:pt x="187628" y="54672"/>
                </a:cubicBezTo>
                <a:cubicBezTo>
                  <a:pt x="188188" y="56901"/>
                  <a:pt x="189011" y="58764"/>
                  <a:pt x="190097" y="60262"/>
                </a:cubicBezTo>
                <a:cubicBezTo>
                  <a:pt x="191183" y="61759"/>
                  <a:pt x="192515" y="62874"/>
                  <a:pt x="194093" y="63606"/>
                </a:cubicBezTo>
                <a:cubicBezTo>
                  <a:pt x="195671" y="64338"/>
                  <a:pt x="197478" y="64704"/>
                  <a:pt x="199515" y="64704"/>
                </a:cubicBezTo>
                <a:cubicBezTo>
                  <a:pt x="201449" y="64704"/>
                  <a:pt x="203146" y="64398"/>
                  <a:pt x="204606" y="63787"/>
                </a:cubicBezTo>
                <a:cubicBezTo>
                  <a:pt x="206065" y="63176"/>
                  <a:pt x="207329" y="62506"/>
                  <a:pt x="208398" y="61776"/>
                </a:cubicBezTo>
                <a:cubicBezTo>
                  <a:pt x="209467" y="61047"/>
                  <a:pt x="210367" y="60385"/>
                  <a:pt x="211096" y="59791"/>
                </a:cubicBezTo>
                <a:cubicBezTo>
                  <a:pt x="211826" y="59197"/>
                  <a:pt x="212394" y="58900"/>
                  <a:pt x="212802" y="58900"/>
                </a:cubicBezTo>
                <a:cubicBezTo>
                  <a:pt x="213039" y="58900"/>
                  <a:pt x="213243" y="58968"/>
                  <a:pt x="213413" y="59104"/>
                </a:cubicBezTo>
                <a:cubicBezTo>
                  <a:pt x="213582" y="59239"/>
                  <a:pt x="213726" y="59469"/>
                  <a:pt x="213845" y="59791"/>
                </a:cubicBezTo>
                <a:cubicBezTo>
                  <a:pt x="213964" y="60113"/>
                  <a:pt x="214049" y="60521"/>
                  <a:pt x="214100" y="61013"/>
                </a:cubicBezTo>
                <a:cubicBezTo>
                  <a:pt x="214151" y="61505"/>
                  <a:pt x="214176" y="62090"/>
                  <a:pt x="214176" y="62769"/>
                </a:cubicBezTo>
                <a:close/>
                <a:moveTo>
                  <a:pt x="265190" y="69692"/>
                </a:moveTo>
                <a:cubicBezTo>
                  <a:pt x="265190" y="69964"/>
                  <a:pt x="265122" y="70193"/>
                  <a:pt x="264986" y="70380"/>
                </a:cubicBezTo>
                <a:cubicBezTo>
                  <a:pt x="264851" y="70566"/>
                  <a:pt x="264630" y="70728"/>
                  <a:pt x="264324" y="70863"/>
                </a:cubicBezTo>
                <a:cubicBezTo>
                  <a:pt x="264019" y="70999"/>
                  <a:pt x="263595" y="71101"/>
                  <a:pt x="263052" y="71169"/>
                </a:cubicBezTo>
                <a:cubicBezTo>
                  <a:pt x="262509" y="71237"/>
                  <a:pt x="261830" y="71271"/>
                  <a:pt x="261015" y="71271"/>
                </a:cubicBezTo>
                <a:cubicBezTo>
                  <a:pt x="260167" y="71271"/>
                  <a:pt x="259471" y="71237"/>
                  <a:pt x="258928" y="71169"/>
                </a:cubicBezTo>
                <a:cubicBezTo>
                  <a:pt x="258385" y="71101"/>
                  <a:pt x="257961" y="70999"/>
                  <a:pt x="257656" y="70863"/>
                </a:cubicBezTo>
                <a:cubicBezTo>
                  <a:pt x="257350" y="70728"/>
                  <a:pt x="257130" y="70566"/>
                  <a:pt x="256994" y="70380"/>
                </a:cubicBezTo>
                <a:cubicBezTo>
                  <a:pt x="256858" y="70193"/>
                  <a:pt x="256790" y="69964"/>
                  <a:pt x="256790" y="69692"/>
                </a:cubicBezTo>
                <a:lnTo>
                  <a:pt x="256790" y="42864"/>
                </a:lnTo>
                <a:cubicBezTo>
                  <a:pt x="256790" y="40251"/>
                  <a:pt x="256587" y="38147"/>
                  <a:pt x="256179" y="36552"/>
                </a:cubicBezTo>
                <a:cubicBezTo>
                  <a:pt x="255772" y="34957"/>
                  <a:pt x="255178" y="33582"/>
                  <a:pt x="254398" y="32428"/>
                </a:cubicBezTo>
                <a:cubicBezTo>
                  <a:pt x="253617" y="31274"/>
                  <a:pt x="252607" y="30392"/>
                  <a:pt x="251369" y="29781"/>
                </a:cubicBezTo>
                <a:cubicBezTo>
                  <a:pt x="250130" y="29170"/>
                  <a:pt x="248696" y="28865"/>
                  <a:pt x="247067" y="28865"/>
                </a:cubicBezTo>
                <a:cubicBezTo>
                  <a:pt x="244963" y="28865"/>
                  <a:pt x="242858" y="29611"/>
                  <a:pt x="240754" y="31105"/>
                </a:cubicBezTo>
                <a:cubicBezTo>
                  <a:pt x="238650" y="32598"/>
                  <a:pt x="236444" y="34787"/>
                  <a:pt x="234136" y="37672"/>
                </a:cubicBezTo>
                <a:lnTo>
                  <a:pt x="234136" y="69692"/>
                </a:lnTo>
                <a:cubicBezTo>
                  <a:pt x="234136" y="69964"/>
                  <a:pt x="234068" y="70193"/>
                  <a:pt x="233933" y="70380"/>
                </a:cubicBezTo>
                <a:cubicBezTo>
                  <a:pt x="233797" y="70566"/>
                  <a:pt x="233576" y="70728"/>
                  <a:pt x="233271" y="70863"/>
                </a:cubicBezTo>
                <a:cubicBezTo>
                  <a:pt x="232965" y="70999"/>
                  <a:pt x="232541" y="71101"/>
                  <a:pt x="231998" y="71169"/>
                </a:cubicBezTo>
                <a:cubicBezTo>
                  <a:pt x="231455" y="71237"/>
                  <a:pt x="230759" y="71271"/>
                  <a:pt x="229911" y="71271"/>
                </a:cubicBezTo>
                <a:cubicBezTo>
                  <a:pt x="229096" y="71271"/>
                  <a:pt x="228418" y="71237"/>
                  <a:pt x="227875" y="71169"/>
                </a:cubicBezTo>
                <a:cubicBezTo>
                  <a:pt x="227332" y="71101"/>
                  <a:pt x="226899" y="70999"/>
                  <a:pt x="226577" y="70863"/>
                </a:cubicBezTo>
                <a:cubicBezTo>
                  <a:pt x="226254" y="70728"/>
                  <a:pt x="226033" y="70566"/>
                  <a:pt x="225915" y="70380"/>
                </a:cubicBezTo>
                <a:cubicBezTo>
                  <a:pt x="225796" y="70192"/>
                  <a:pt x="225737" y="69962"/>
                  <a:pt x="225737" y="69691"/>
                </a:cubicBezTo>
                <a:lnTo>
                  <a:pt x="225737" y="1631"/>
                </a:lnTo>
                <a:cubicBezTo>
                  <a:pt x="225737" y="1359"/>
                  <a:pt x="225796" y="1122"/>
                  <a:pt x="225915" y="918"/>
                </a:cubicBezTo>
                <a:cubicBezTo>
                  <a:pt x="226033" y="713"/>
                  <a:pt x="226254" y="543"/>
                  <a:pt x="226577" y="407"/>
                </a:cubicBezTo>
                <a:cubicBezTo>
                  <a:pt x="226899" y="272"/>
                  <a:pt x="227332" y="170"/>
                  <a:pt x="227875" y="102"/>
                </a:cubicBezTo>
                <a:cubicBezTo>
                  <a:pt x="228418" y="34"/>
                  <a:pt x="229096" y="0"/>
                  <a:pt x="229911" y="0"/>
                </a:cubicBezTo>
                <a:cubicBezTo>
                  <a:pt x="230759" y="0"/>
                  <a:pt x="231455" y="34"/>
                  <a:pt x="231998" y="102"/>
                </a:cubicBezTo>
                <a:cubicBezTo>
                  <a:pt x="232541" y="170"/>
                  <a:pt x="232965" y="272"/>
                  <a:pt x="233271" y="409"/>
                </a:cubicBezTo>
                <a:cubicBezTo>
                  <a:pt x="233576" y="545"/>
                  <a:pt x="233797" y="714"/>
                  <a:pt x="233933" y="918"/>
                </a:cubicBezTo>
                <a:cubicBezTo>
                  <a:pt x="234068" y="1122"/>
                  <a:pt x="234136" y="1360"/>
                  <a:pt x="234136" y="1632"/>
                </a:cubicBezTo>
                <a:lnTo>
                  <a:pt x="234136" y="29119"/>
                </a:lnTo>
                <a:cubicBezTo>
                  <a:pt x="236546" y="26574"/>
                  <a:pt x="238973" y="24682"/>
                  <a:pt x="241416" y="23443"/>
                </a:cubicBezTo>
                <a:cubicBezTo>
                  <a:pt x="243860" y="22204"/>
                  <a:pt x="246320" y="21585"/>
                  <a:pt x="248798" y="21585"/>
                </a:cubicBezTo>
                <a:cubicBezTo>
                  <a:pt x="251852" y="21585"/>
                  <a:pt x="254423" y="22102"/>
                  <a:pt x="256510" y="23138"/>
                </a:cubicBezTo>
                <a:cubicBezTo>
                  <a:pt x="258597" y="24173"/>
                  <a:pt x="260286" y="25556"/>
                  <a:pt x="261575" y="27286"/>
                </a:cubicBezTo>
                <a:cubicBezTo>
                  <a:pt x="262865" y="29017"/>
                  <a:pt x="263790" y="31045"/>
                  <a:pt x="264350" y="33370"/>
                </a:cubicBezTo>
                <a:cubicBezTo>
                  <a:pt x="264910" y="35695"/>
                  <a:pt x="265190" y="38503"/>
                  <a:pt x="265190" y="41795"/>
                </a:cubicBezTo>
                <a:lnTo>
                  <a:pt x="265190" y="69692"/>
                </a:lnTo>
                <a:close/>
                <a:moveTo>
                  <a:pt x="324375" y="86161"/>
                </a:moveTo>
                <a:cubicBezTo>
                  <a:pt x="324375" y="87357"/>
                  <a:pt x="324239" y="88229"/>
                  <a:pt x="323968" y="88776"/>
                </a:cubicBezTo>
                <a:cubicBezTo>
                  <a:pt x="323696" y="89324"/>
                  <a:pt x="323272" y="89597"/>
                  <a:pt x="322695" y="89597"/>
                </a:cubicBezTo>
                <a:lnTo>
                  <a:pt x="273671" y="89597"/>
                </a:lnTo>
                <a:cubicBezTo>
                  <a:pt x="273094" y="89597"/>
                  <a:pt x="272653" y="89341"/>
                  <a:pt x="272347" y="88827"/>
                </a:cubicBezTo>
                <a:cubicBezTo>
                  <a:pt x="272042" y="88315"/>
                  <a:pt x="271889" y="87460"/>
                  <a:pt x="271889" y="86263"/>
                </a:cubicBezTo>
                <a:cubicBezTo>
                  <a:pt x="271889" y="85101"/>
                  <a:pt x="272042" y="84229"/>
                  <a:pt x="272347" y="83648"/>
                </a:cubicBezTo>
                <a:cubicBezTo>
                  <a:pt x="272653" y="83066"/>
                  <a:pt x="273094" y="82776"/>
                  <a:pt x="273671" y="82776"/>
                </a:cubicBezTo>
                <a:lnTo>
                  <a:pt x="322695" y="82776"/>
                </a:lnTo>
                <a:cubicBezTo>
                  <a:pt x="323238" y="82776"/>
                  <a:pt x="323654" y="83049"/>
                  <a:pt x="323942" y="83597"/>
                </a:cubicBezTo>
                <a:cubicBezTo>
                  <a:pt x="324231" y="84144"/>
                  <a:pt x="324375" y="84999"/>
                  <a:pt x="324375" y="86161"/>
                </a:cubicBezTo>
                <a:close/>
                <a:moveTo>
                  <a:pt x="371240" y="44799"/>
                </a:moveTo>
                <a:cubicBezTo>
                  <a:pt x="371240" y="46122"/>
                  <a:pt x="370909" y="47064"/>
                  <a:pt x="370248" y="47624"/>
                </a:cubicBezTo>
                <a:cubicBezTo>
                  <a:pt x="369586" y="48184"/>
                  <a:pt x="368831" y="48464"/>
                  <a:pt x="367982" y="48464"/>
                </a:cubicBezTo>
                <a:lnTo>
                  <a:pt x="337947" y="48464"/>
                </a:lnTo>
                <a:cubicBezTo>
                  <a:pt x="337947" y="51017"/>
                  <a:pt x="338201" y="53315"/>
                  <a:pt x="338710" y="55357"/>
                </a:cubicBezTo>
                <a:cubicBezTo>
                  <a:pt x="339219" y="57400"/>
                  <a:pt x="340068" y="59153"/>
                  <a:pt x="341256" y="60617"/>
                </a:cubicBezTo>
                <a:cubicBezTo>
                  <a:pt x="342444" y="62080"/>
                  <a:pt x="343988" y="63204"/>
                  <a:pt x="345888" y="63988"/>
                </a:cubicBezTo>
                <a:cubicBezTo>
                  <a:pt x="347789" y="64770"/>
                  <a:pt x="350114" y="65162"/>
                  <a:pt x="352863" y="65162"/>
                </a:cubicBezTo>
                <a:cubicBezTo>
                  <a:pt x="355035" y="65162"/>
                  <a:pt x="356969" y="64984"/>
                  <a:pt x="358666" y="64627"/>
                </a:cubicBezTo>
                <a:cubicBezTo>
                  <a:pt x="360363" y="64271"/>
                  <a:pt x="361831" y="63872"/>
                  <a:pt x="363070" y="63431"/>
                </a:cubicBezTo>
                <a:cubicBezTo>
                  <a:pt x="364308" y="62990"/>
                  <a:pt x="365327" y="62591"/>
                  <a:pt x="366124" y="62235"/>
                </a:cubicBezTo>
                <a:cubicBezTo>
                  <a:pt x="366922" y="61878"/>
                  <a:pt x="367524" y="61700"/>
                  <a:pt x="367931" y="61700"/>
                </a:cubicBezTo>
                <a:cubicBezTo>
                  <a:pt x="368169" y="61700"/>
                  <a:pt x="368381" y="61759"/>
                  <a:pt x="368568" y="61878"/>
                </a:cubicBezTo>
                <a:cubicBezTo>
                  <a:pt x="368754" y="61997"/>
                  <a:pt x="368899" y="62175"/>
                  <a:pt x="369000" y="62413"/>
                </a:cubicBezTo>
                <a:cubicBezTo>
                  <a:pt x="369102" y="62650"/>
                  <a:pt x="369179" y="62981"/>
                  <a:pt x="369229" y="63405"/>
                </a:cubicBezTo>
                <a:cubicBezTo>
                  <a:pt x="369280" y="63830"/>
                  <a:pt x="369306" y="64347"/>
                  <a:pt x="369306" y="64958"/>
                </a:cubicBezTo>
                <a:cubicBezTo>
                  <a:pt x="369306" y="65399"/>
                  <a:pt x="369289" y="65781"/>
                  <a:pt x="369255" y="66104"/>
                </a:cubicBezTo>
                <a:cubicBezTo>
                  <a:pt x="369221" y="66426"/>
                  <a:pt x="369179" y="66714"/>
                  <a:pt x="369128" y="66969"/>
                </a:cubicBezTo>
                <a:cubicBezTo>
                  <a:pt x="369077" y="67223"/>
                  <a:pt x="368992" y="67453"/>
                  <a:pt x="368873" y="67656"/>
                </a:cubicBezTo>
                <a:cubicBezTo>
                  <a:pt x="368754" y="67860"/>
                  <a:pt x="368602" y="68055"/>
                  <a:pt x="368415" y="68242"/>
                </a:cubicBezTo>
                <a:cubicBezTo>
                  <a:pt x="368228" y="68428"/>
                  <a:pt x="367677" y="68734"/>
                  <a:pt x="366760" y="69158"/>
                </a:cubicBezTo>
                <a:cubicBezTo>
                  <a:pt x="365844" y="69582"/>
                  <a:pt x="364656" y="69998"/>
                  <a:pt x="363197" y="70405"/>
                </a:cubicBezTo>
                <a:cubicBezTo>
                  <a:pt x="361738" y="70812"/>
                  <a:pt x="360049" y="71177"/>
                  <a:pt x="358132" y="71500"/>
                </a:cubicBezTo>
                <a:cubicBezTo>
                  <a:pt x="356214" y="71822"/>
                  <a:pt x="354169" y="71983"/>
                  <a:pt x="351997" y="71983"/>
                </a:cubicBezTo>
                <a:cubicBezTo>
                  <a:pt x="348230" y="71983"/>
                  <a:pt x="344930" y="71457"/>
                  <a:pt x="342096" y="70404"/>
                </a:cubicBezTo>
                <a:cubicBezTo>
                  <a:pt x="339262" y="69350"/>
                  <a:pt x="336878" y="67788"/>
                  <a:pt x="334943" y="65715"/>
                </a:cubicBezTo>
                <a:cubicBezTo>
                  <a:pt x="333009" y="63643"/>
                  <a:pt x="331549" y="61044"/>
                  <a:pt x="330565" y="57919"/>
                </a:cubicBezTo>
                <a:cubicBezTo>
                  <a:pt x="329581" y="54793"/>
                  <a:pt x="329089" y="51158"/>
                  <a:pt x="329089" y="47013"/>
                </a:cubicBezTo>
                <a:cubicBezTo>
                  <a:pt x="329089" y="43072"/>
                  <a:pt x="329598" y="39530"/>
                  <a:pt x="330616" y="36388"/>
                </a:cubicBezTo>
                <a:cubicBezTo>
                  <a:pt x="331634" y="33245"/>
                  <a:pt x="333102" y="30578"/>
                  <a:pt x="335020" y="28387"/>
                </a:cubicBezTo>
                <a:cubicBezTo>
                  <a:pt x="336937" y="26196"/>
                  <a:pt x="339253" y="24515"/>
                  <a:pt x="341968" y="23343"/>
                </a:cubicBezTo>
                <a:cubicBezTo>
                  <a:pt x="344683" y="22171"/>
                  <a:pt x="347721" y="21585"/>
                  <a:pt x="351081" y="21585"/>
                </a:cubicBezTo>
                <a:cubicBezTo>
                  <a:pt x="354678" y="21585"/>
                  <a:pt x="357741" y="22162"/>
                  <a:pt x="360270" y="23316"/>
                </a:cubicBezTo>
                <a:cubicBezTo>
                  <a:pt x="362798" y="24470"/>
                  <a:pt x="364877" y="26022"/>
                  <a:pt x="366506" y="27974"/>
                </a:cubicBezTo>
                <a:cubicBezTo>
                  <a:pt x="368135" y="29925"/>
                  <a:pt x="369331" y="32216"/>
                  <a:pt x="370095" y="34846"/>
                </a:cubicBezTo>
                <a:cubicBezTo>
                  <a:pt x="370858" y="37476"/>
                  <a:pt x="371240" y="40285"/>
                  <a:pt x="371240" y="43271"/>
                </a:cubicBezTo>
                <a:lnTo>
                  <a:pt x="371240" y="44799"/>
                </a:lnTo>
                <a:moveTo>
                  <a:pt x="362790" y="42304"/>
                </a:moveTo>
                <a:cubicBezTo>
                  <a:pt x="362891" y="37892"/>
                  <a:pt x="361916" y="34430"/>
                  <a:pt x="359862" y="31919"/>
                </a:cubicBezTo>
                <a:cubicBezTo>
                  <a:pt x="357809" y="29408"/>
                  <a:pt x="354763" y="28152"/>
                  <a:pt x="350725" y="28152"/>
                </a:cubicBezTo>
                <a:cubicBezTo>
                  <a:pt x="348654" y="28152"/>
                  <a:pt x="346839" y="28542"/>
                  <a:pt x="345277" y="29323"/>
                </a:cubicBezTo>
                <a:cubicBezTo>
                  <a:pt x="343716" y="30103"/>
                  <a:pt x="342410" y="31138"/>
                  <a:pt x="341358" y="32428"/>
                </a:cubicBezTo>
                <a:cubicBezTo>
                  <a:pt x="340305" y="33718"/>
                  <a:pt x="339491" y="35220"/>
                  <a:pt x="338914" y="36933"/>
                </a:cubicBezTo>
                <a:cubicBezTo>
                  <a:pt x="338337" y="38647"/>
                  <a:pt x="338015" y="40438"/>
                  <a:pt x="337947" y="42304"/>
                </a:cubicBezTo>
                <a:lnTo>
                  <a:pt x="362790" y="42304"/>
                </a:lnTo>
                <a:close/>
                <a:moveTo>
                  <a:pt x="423501" y="69691"/>
                </a:moveTo>
                <a:cubicBezTo>
                  <a:pt x="423501" y="69962"/>
                  <a:pt x="423442" y="70201"/>
                  <a:pt x="423323" y="70405"/>
                </a:cubicBezTo>
                <a:cubicBezTo>
                  <a:pt x="423204" y="70609"/>
                  <a:pt x="423001" y="70770"/>
                  <a:pt x="422712" y="70889"/>
                </a:cubicBezTo>
                <a:cubicBezTo>
                  <a:pt x="422424" y="71008"/>
                  <a:pt x="422042" y="71101"/>
                  <a:pt x="421567" y="71169"/>
                </a:cubicBezTo>
                <a:cubicBezTo>
                  <a:pt x="421092" y="71237"/>
                  <a:pt x="420515" y="71271"/>
                  <a:pt x="419836" y="71271"/>
                </a:cubicBezTo>
                <a:cubicBezTo>
                  <a:pt x="419123" y="71271"/>
                  <a:pt x="418529" y="71237"/>
                  <a:pt x="418054" y="71169"/>
                </a:cubicBezTo>
                <a:cubicBezTo>
                  <a:pt x="417579" y="71102"/>
                  <a:pt x="417189" y="71010"/>
                  <a:pt x="416883" y="70892"/>
                </a:cubicBezTo>
                <a:cubicBezTo>
                  <a:pt x="416578" y="70773"/>
                  <a:pt x="416357" y="70613"/>
                  <a:pt x="416221" y="70410"/>
                </a:cubicBezTo>
                <a:cubicBezTo>
                  <a:pt x="416086" y="70207"/>
                  <a:pt x="416018" y="69971"/>
                  <a:pt x="416018" y="69702"/>
                </a:cubicBezTo>
                <a:lnTo>
                  <a:pt x="416018" y="63677"/>
                </a:lnTo>
                <a:cubicBezTo>
                  <a:pt x="413608" y="66293"/>
                  <a:pt x="411105" y="68331"/>
                  <a:pt x="408509" y="69793"/>
                </a:cubicBezTo>
                <a:cubicBezTo>
                  <a:pt x="405913" y="71253"/>
                  <a:pt x="403070" y="71983"/>
                  <a:pt x="399982" y="71983"/>
                </a:cubicBezTo>
                <a:cubicBezTo>
                  <a:pt x="396622" y="71983"/>
                  <a:pt x="393754" y="71329"/>
                  <a:pt x="391379" y="70022"/>
                </a:cubicBezTo>
                <a:cubicBezTo>
                  <a:pt x="389003" y="68714"/>
                  <a:pt x="387077" y="66948"/>
                  <a:pt x="385601" y="64723"/>
                </a:cubicBezTo>
                <a:cubicBezTo>
                  <a:pt x="384124" y="62496"/>
                  <a:pt x="383047" y="59881"/>
                  <a:pt x="382368" y="56875"/>
                </a:cubicBezTo>
                <a:cubicBezTo>
                  <a:pt x="381689" y="53868"/>
                  <a:pt x="381350" y="50700"/>
                  <a:pt x="381350" y="47370"/>
                </a:cubicBezTo>
                <a:cubicBezTo>
                  <a:pt x="381350" y="43429"/>
                  <a:pt x="381774" y="39871"/>
                  <a:pt x="382622" y="36695"/>
                </a:cubicBezTo>
                <a:cubicBezTo>
                  <a:pt x="383471" y="33518"/>
                  <a:pt x="384727" y="30809"/>
                  <a:pt x="386390" y="28567"/>
                </a:cubicBezTo>
                <a:cubicBezTo>
                  <a:pt x="388053" y="26324"/>
                  <a:pt x="390114" y="24600"/>
                  <a:pt x="392575" y="23394"/>
                </a:cubicBezTo>
                <a:cubicBezTo>
                  <a:pt x="395035" y="22188"/>
                  <a:pt x="397878" y="21585"/>
                  <a:pt x="401102" y="21585"/>
                </a:cubicBezTo>
                <a:cubicBezTo>
                  <a:pt x="403783" y="21585"/>
                  <a:pt x="406235" y="22171"/>
                  <a:pt x="408458" y="23343"/>
                </a:cubicBezTo>
                <a:cubicBezTo>
                  <a:pt x="410681" y="24515"/>
                  <a:pt x="412879" y="26239"/>
                  <a:pt x="415051" y="28515"/>
                </a:cubicBezTo>
                <a:lnTo>
                  <a:pt x="415051" y="1836"/>
                </a:lnTo>
                <a:cubicBezTo>
                  <a:pt x="415051" y="1598"/>
                  <a:pt x="415110" y="1369"/>
                  <a:pt x="415229" y="1149"/>
                </a:cubicBezTo>
                <a:cubicBezTo>
                  <a:pt x="415348" y="927"/>
                  <a:pt x="415577" y="757"/>
                  <a:pt x="415916" y="638"/>
                </a:cubicBezTo>
                <a:cubicBezTo>
                  <a:pt x="416255" y="518"/>
                  <a:pt x="416688" y="416"/>
                  <a:pt x="417214" y="331"/>
                </a:cubicBezTo>
                <a:cubicBezTo>
                  <a:pt x="417740" y="246"/>
                  <a:pt x="418410" y="204"/>
                  <a:pt x="419225" y="204"/>
                </a:cubicBezTo>
                <a:cubicBezTo>
                  <a:pt x="420073" y="204"/>
                  <a:pt x="420769" y="246"/>
                  <a:pt x="421312" y="331"/>
                </a:cubicBezTo>
                <a:cubicBezTo>
                  <a:pt x="421855" y="416"/>
                  <a:pt x="422279" y="518"/>
                  <a:pt x="422585" y="636"/>
                </a:cubicBezTo>
                <a:cubicBezTo>
                  <a:pt x="422890" y="755"/>
                  <a:pt x="423119" y="925"/>
                  <a:pt x="423272" y="1147"/>
                </a:cubicBezTo>
                <a:cubicBezTo>
                  <a:pt x="423425" y="1368"/>
                  <a:pt x="423501" y="1597"/>
                  <a:pt x="423501" y="1834"/>
                </a:cubicBezTo>
                <a:lnTo>
                  <a:pt x="423501" y="69691"/>
                </a:lnTo>
                <a:moveTo>
                  <a:pt x="415051" y="37484"/>
                </a:moveTo>
                <a:cubicBezTo>
                  <a:pt x="412777" y="34662"/>
                  <a:pt x="410579" y="32511"/>
                  <a:pt x="408458" y="31033"/>
                </a:cubicBezTo>
                <a:cubicBezTo>
                  <a:pt x="406337" y="29553"/>
                  <a:pt x="404122" y="28814"/>
                  <a:pt x="401815" y="28814"/>
                </a:cubicBezTo>
                <a:cubicBezTo>
                  <a:pt x="399676" y="28814"/>
                  <a:pt x="397861" y="29324"/>
                  <a:pt x="396367" y="30344"/>
                </a:cubicBezTo>
                <a:cubicBezTo>
                  <a:pt x="394874" y="31363"/>
                  <a:pt x="393661" y="32705"/>
                  <a:pt x="392728" y="34371"/>
                </a:cubicBezTo>
                <a:cubicBezTo>
                  <a:pt x="391794" y="36036"/>
                  <a:pt x="391116" y="37922"/>
                  <a:pt x="390691" y="40029"/>
                </a:cubicBezTo>
                <a:cubicBezTo>
                  <a:pt x="390267" y="42137"/>
                  <a:pt x="390055" y="44278"/>
                  <a:pt x="390055" y="46453"/>
                </a:cubicBezTo>
                <a:cubicBezTo>
                  <a:pt x="390055" y="48764"/>
                  <a:pt x="390233" y="51024"/>
                  <a:pt x="390589" y="53233"/>
                </a:cubicBezTo>
                <a:cubicBezTo>
                  <a:pt x="390946" y="55443"/>
                  <a:pt x="391565" y="57405"/>
                  <a:pt x="392448" y="59121"/>
                </a:cubicBezTo>
                <a:cubicBezTo>
                  <a:pt x="393330" y="60837"/>
                  <a:pt x="394501" y="62214"/>
                  <a:pt x="395960" y="63251"/>
                </a:cubicBezTo>
                <a:cubicBezTo>
                  <a:pt x="397420" y="64287"/>
                  <a:pt x="399252" y="64805"/>
                  <a:pt x="401458" y="64805"/>
                </a:cubicBezTo>
                <a:cubicBezTo>
                  <a:pt x="402578" y="64805"/>
                  <a:pt x="403656" y="64653"/>
                  <a:pt x="404691" y="64347"/>
                </a:cubicBezTo>
                <a:cubicBezTo>
                  <a:pt x="405726" y="64041"/>
                  <a:pt x="406787" y="63531"/>
                  <a:pt x="407873" y="62817"/>
                </a:cubicBezTo>
                <a:cubicBezTo>
                  <a:pt x="408959" y="62103"/>
                  <a:pt x="410096" y="61177"/>
                  <a:pt x="411283" y="60038"/>
                </a:cubicBezTo>
                <a:cubicBezTo>
                  <a:pt x="412471" y="58898"/>
                  <a:pt x="413727" y="57496"/>
                  <a:pt x="415051" y="55830"/>
                </a:cubicBezTo>
                <a:lnTo>
                  <a:pt x="415051" y="37484"/>
                </a:lnTo>
                <a:close/>
                <a:moveTo>
                  <a:pt x="476832" y="25912"/>
                </a:moveTo>
                <a:cubicBezTo>
                  <a:pt x="476832" y="27100"/>
                  <a:pt x="476671" y="27957"/>
                  <a:pt x="476348" y="28483"/>
                </a:cubicBezTo>
                <a:cubicBezTo>
                  <a:pt x="476026" y="29009"/>
                  <a:pt x="475610" y="29272"/>
                  <a:pt x="475101" y="29272"/>
                </a:cubicBezTo>
                <a:lnTo>
                  <a:pt x="468534" y="29272"/>
                </a:lnTo>
                <a:cubicBezTo>
                  <a:pt x="469722" y="30497"/>
                  <a:pt x="470553" y="31850"/>
                  <a:pt x="471028" y="33332"/>
                </a:cubicBezTo>
                <a:cubicBezTo>
                  <a:pt x="471504" y="34812"/>
                  <a:pt x="471741" y="36352"/>
                  <a:pt x="471741" y="37952"/>
                </a:cubicBezTo>
                <a:cubicBezTo>
                  <a:pt x="471741" y="40595"/>
                  <a:pt x="471317" y="42933"/>
                  <a:pt x="470468" y="44966"/>
                </a:cubicBezTo>
                <a:cubicBezTo>
                  <a:pt x="469620" y="46999"/>
                  <a:pt x="468407" y="48719"/>
                  <a:pt x="466829" y="50125"/>
                </a:cubicBezTo>
                <a:cubicBezTo>
                  <a:pt x="465250" y="51531"/>
                  <a:pt x="463375" y="52607"/>
                  <a:pt x="461203" y="53353"/>
                </a:cubicBezTo>
                <a:cubicBezTo>
                  <a:pt x="459031" y="54098"/>
                  <a:pt x="456622" y="54471"/>
                  <a:pt x="453974" y="54471"/>
                </a:cubicBezTo>
                <a:cubicBezTo>
                  <a:pt x="452108" y="54471"/>
                  <a:pt x="450335" y="54226"/>
                  <a:pt x="448655" y="53735"/>
                </a:cubicBezTo>
                <a:cubicBezTo>
                  <a:pt x="446975" y="53244"/>
                  <a:pt x="445676" y="52625"/>
                  <a:pt x="444760" y="51880"/>
                </a:cubicBezTo>
                <a:cubicBezTo>
                  <a:pt x="444149" y="52490"/>
                  <a:pt x="443649" y="53186"/>
                  <a:pt x="443258" y="53967"/>
                </a:cubicBezTo>
                <a:cubicBezTo>
                  <a:pt x="442868" y="54746"/>
                  <a:pt x="442673" y="55645"/>
                  <a:pt x="442673" y="56662"/>
                </a:cubicBezTo>
                <a:cubicBezTo>
                  <a:pt x="442673" y="57850"/>
                  <a:pt x="443224" y="58834"/>
                  <a:pt x="444327" y="59614"/>
                </a:cubicBezTo>
                <a:cubicBezTo>
                  <a:pt x="445430" y="60394"/>
                  <a:pt x="446898" y="60818"/>
                  <a:pt x="448731" y="60885"/>
                </a:cubicBezTo>
                <a:lnTo>
                  <a:pt x="460694" y="61396"/>
                </a:lnTo>
                <a:cubicBezTo>
                  <a:pt x="462968" y="61464"/>
                  <a:pt x="465055" y="61779"/>
                  <a:pt x="466956" y="62341"/>
                </a:cubicBezTo>
                <a:cubicBezTo>
                  <a:pt x="468856" y="62903"/>
                  <a:pt x="470502" y="63704"/>
                  <a:pt x="471894" y="64743"/>
                </a:cubicBezTo>
                <a:cubicBezTo>
                  <a:pt x="473285" y="65782"/>
                  <a:pt x="474371" y="67059"/>
                  <a:pt x="475152" y="68574"/>
                </a:cubicBezTo>
                <a:cubicBezTo>
                  <a:pt x="475933" y="70090"/>
                  <a:pt x="476323" y="71852"/>
                  <a:pt x="476323" y="73862"/>
                </a:cubicBezTo>
                <a:cubicBezTo>
                  <a:pt x="476323" y="75974"/>
                  <a:pt x="475882" y="77983"/>
                  <a:pt x="474999" y="79890"/>
                </a:cubicBezTo>
                <a:cubicBezTo>
                  <a:pt x="474117" y="81798"/>
                  <a:pt x="472768" y="83475"/>
                  <a:pt x="470952" y="84922"/>
                </a:cubicBezTo>
                <a:cubicBezTo>
                  <a:pt x="469136" y="86369"/>
                  <a:pt x="466820" y="87511"/>
                  <a:pt x="464003" y="88345"/>
                </a:cubicBezTo>
                <a:cubicBezTo>
                  <a:pt x="461186" y="89180"/>
                  <a:pt x="457860" y="89597"/>
                  <a:pt x="454025" y="89597"/>
                </a:cubicBezTo>
                <a:cubicBezTo>
                  <a:pt x="450326" y="89597"/>
                  <a:pt x="447178" y="89283"/>
                  <a:pt x="444582" y="88654"/>
                </a:cubicBezTo>
                <a:cubicBezTo>
                  <a:pt x="441986" y="88026"/>
                  <a:pt x="439856" y="87169"/>
                  <a:pt x="438193" y="86082"/>
                </a:cubicBezTo>
                <a:cubicBezTo>
                  <a:pt x="436530" y="84996"/>
                  <a:pt x="435325" y="83697"/>
                  <a:pt x="434579" y="82186"/>
                </a:cubicBezTo>
                <a:cubicBezTo>
                  <a:pt x="433832" y="80674"/>
                  <a:pt x="433459" y="79035"/>
                  <a:pt x="433459" y="77268"/>
                </a:cubicBezTo>
                <a:cubicBezTo>
                  <a:pt x="433459" y="76148"/>
                  <a:pt x="433594" y="75062"/>
                  <a:pt x="433866" y="74008"/>
                </a:cubicBezTo>
                <a:cubicBezTo>
                  <a:pt x="434137" y="72955"/>
                  <a:pt x="434553" y="71953"/>
                  <a:pt x="435113" y="71002"/>
                </a:cubicBezTo>
                <a:cubicBezTo>
                  <a:pt x="435673" y="70051"/>
                  <a:pt x="436369" y="69144"/>
                  <a:pt x="437200" y="68278"/>
                </a:cubicBezTo>
                <a:cubicBezTo>
                  <a:pt x="438032" y="67412"/>
                  <a:pt x="438991" y="66554"/>
                  <a:pt x="440077" y="65704"/>
                </a:cubicBezTo>
                <a:cubicBezTo>
                  <a:pt x="438414" y="64853"/>
                  <a:pt x="437183" y="63779"/>
                  <a:pt x="436386" y="62484"/>
                </a:cubicBezTo>
                <a:cubicBezTo>
                  <a:pt x="435588" y="61188"/>
                  <a:pt x="435190" y="59790"/>
                  <a:pt x="435190" y="58291"/>
                </a:cubicBezTo>
                <a:cubicBezTo>
                  <a:pt x="435190" y="56212"/>
                  <a:pt x="435614" y="54354"/>
                  <a:pt x="436462" y="52718"/>
                </a:cubicBezTo>
                <a:cubicBezTo>
                  <a:pt x="437311" y="51082"/>
                  <a:pt x="438363" y="49616"/>
                  <a:pt x="439618" y="48321"/>
                </a:cubicBezTo>
                <a:cubicBezTo>
                  <a:pt x="438566" y="47067"/>
                  <a:pt x="437735" y="45652"/>
                  <a:pt x="437124" y="44076"/>
                </a:cubicBezTo>
                <a:cubicBezTo>
                  <a:pt x="436513" y="42500"/>
                  <a:pt x="436208" y="40595"/>
                  <a:pt x="436208" y="38359"/>
                </a:cubicBezTo>
                <a:cubicBezTo>
                  <a:pt x="436208" y="35750"/>
                  <a:pt x="436649" y="33412"/>
                  <a:pt x="437531" y="31345"/>
                </a:cubicBezTo>
                <a:cubicBezTo>
                  <a:pt x="438414" y="29278"/>
                  <a:pt x="439635" y="27533"/>
                  <a:pt x="441197" y="26109"/>
                </a:cubicBezTo>
                <a:cubicBezTo>
                  <a:pt x="442758" y="24686"/>
                  <a:pt x="444633" y="23593"/>
                  <a:pt x="446822" y="22830"/>
                </a:cubicBezTo>
                <a:cubicBezTo>
                  <a:pt x="449011" y="22068"/>
                  <a:pt x="451395" y="21687"/>
                  <a:pt x="453974" y="21687"/>
                </a:cubicBezTo>
                <a:cubicBezTo>
                  <a:pt x="455366" y="21687"/>
                  <a:pt x="456664" y="21759"/>
                  <a:pt x="457869" y="21903"/>
                </a:cubicBezTo>
                <a:cubicBezTo>
                  <a:pt x="459074" y="22046"/>
                  <a:pt x="460202" y="22246"/>
                  <a:pt x="461254" y="22501"/>
                </a:cubicBezTo>
                <a:lnTo>
                  <a:pt x="475101" y="22501"/>
                </a:lnTo>
                <a:cubicBezTo>
                  <a:pt x="475678" y="22501"/>
                  <a:pt x="476111" y="22781"/>
                  <a:pt x="476399" y="23341"/>
                </a:cubicBezTo>
                <a:cubicBezTo>
                  <a:pt x="476688" y="23901"/>
                  <a:pt x="476832" y="24758"/>
                  <a:pt x="476832" y="25912"/>
                </a:cubicBezTo>
                <a:moveTo>
                  <a:pt x="463698" y="38003"/>
                </a:moveTo>
                <a:cubicBezTo>
                  <a:pt x="463698" y="34889"/>
                  <a:pt x="462841" y="32460"/>
                  <a:pt x="461127" y="30716"/>
                </a:cubicBezTo>
                <a:cubicBezTo>
                  <a:pt x="459413" y="28973"/>
                  <a:pt x="456978" y="28101"/>
                  <a:pt x="453822" y="28101"/>
                </a:cubicBezTo>
                <a:cubicBezTo>
                  <a:pt x="452193" y="28101"/>
                  <a:pt x="450776" y="28372"/>
                  <a:pt x="449571" y="28914"/>
                </a:cubicBezTo>
                <a:cubicBezTo>
                  <a:pt x="448366" y="29455"/>
                  <a:pt x="447365" y="30199"/>
                  <a:pt x="446567" y="31147"/>
                </a:cubicBezTo>
                <a:cubicBezTo>
                  <a:pt x="445770" y="32096"/>
                  <a:pt x="445176" y="33188"/>
                  <a:pt x="444786" y="34423"/>
                </a:cubicBezTo>
                <a:cubicBezTo>
                  <a:pt x="444395" y="35659"/>
                  <a:pt x="444200" y="36954"/>
                  <a:pt x="444200" y="38308"/>
                </a:cubicBezTo>
                <a:cubicBezTo>
                  <a:pt x="444200" y="41320"/>
                  <a:pt x="445057" y="43689"/>
                  <a:pt x="446771" y="45416"/>
                </a:cubicBezTo>
                <a:cubicBezTo>
                  <a:pt x="448485" y="47143"/>
                  <a:pt x="450886" y="48006"/>
                  <a:pt x="453974" y="48006"/>
                </a:cubicBezTo>
                <a:cubicBezTo>
                  <a:pt x="455637" y="48006"/>
                  <a:pt x="457080" y="47744"/>
                  <a:pt x="458302" y="47220"/>
                </a:cubicBezTo>
                <a:cubicBezTo>
                  <a:pt x="459523" y="46695"/>
                  <a:pt x="460533" y="45967"/>
                  <a:pt x="461331" y="45036"/>
                </a:cubicBezTo>
                <a:cubicBezTo>
                  <a:pt x="462128" y="44105"/>
                  <a:pt x="462722" y="43030"/>
                  <a:pt x="463112" y="41811"/>
                </a:cubicBezTo>
                <a:cubicBezTo>
                  <a:pt x="463503" y="40592"/>
                  <a:pt x="463698" y="39323"/>
                  <a:pt x="463698" y="38003"/>
                </a:cubicBezTo>
                <a:moveTo>
                  <a:pt x="467923" y="74319"/>
                </a:moveTo>
                <a:cubicBezTo>
                  <a:pt x="467923" y="72337"/>
                  <a:pt x="467117" y="70808"/>
                  <a:pt x="465505" y="69732"/>
                </a:cubicBezTo>
                <a:cubicBezTo>
                  <a:pt x="463893" y="68656"/>
                  <a:pt x="461712" y="68084"/>
                  <a:pt x="458963" y="68016"/>
                </a:cubicBezTo>
                <a:lnTo>
                  <a:pt x="447102" y="67605"/>
                </a:lnTo>
                <a:cubicBezTo>
                  <a:pt x="446016" y="68459"/>
                  <a:pt x="445125" y="69270"/>
                  <a:pt x="444429" y="70039"/>
                </a:cubicBezTo>
                <a:cubicBezTo>
                  <a:pt x="443734" y="70808"/>
                  <a:pt x="443182" y="71543"/>
                  <a:pt x="442775" y="72243"/>
                </a:cubicBezTo>
                <a:cubicBezTo>
                  <a:pt x="442367" y="72943"/>
                  <a:pt x="442087" y="73634"/>
                  <a:pt x="441935" y="74317"/>
                </a:cubicBezTo>
                <a:cubicBezTo>
                  <a:pt x="441782" y="75001"/>
                  <a:pt x="441706" y="75702"/>
                  <a:pt x="441706" y="76419"/>
                </a:cubicBezTo>
                <a:cubicBezTo>
                  <a:pt x="441706" y="78639"/>
                  <a:pt x="442826" y="80322"/>
                  <a:pt x="445066" y="81466"/>
                </a:cubicBezTo>
                <a:cubicBezTo>
                  <a:pt x="447306" y="82611"/>
                  <a:pt x="450428" y="83183"/>
                  <a:pt x="454433" y="83183"/>
                </a:cubicBezTo>
                <a:cubicBezTo>
                  <a:pt x="456978" y="83183"/>
                  <a:pt x="459108" y="82935"/>
                  <a:pt x="460821" y="82440"/>
                </a:cubicBezTo>
                <a:cubicBezTo>
                  <a:pt x="462535" y="81945"/>
                  <a:pt x="463918" y="81287"/>
                  <a:pt x="464970" y="80467"/>
                </a:cubicBezTo>
                <a:cubicBezTo>
                  <a:pt x="466023" y="79648"/>
                  <a:pt x="466778" y="78708"/>
                  <a:pt x="467236" y="77648"/>
                </a:cubicBezTo>
                <a:cubicBezTo>
                  <a:pt x="467694" y="76590"/>
                  <a:pt x="467923" y="75480"/>
                  <a:pt x="467923" y="74319"/>
                </a:cubicBezTo>
                <a:close/>
                <a:moveTo>
                  <a:pt x="525689" y="44799"/>
                </a:moveTo>
                <a:cubicBezTo>
                  <a:pt x="525689" y="46122"/>
                  <a:pt x="525358" y="47064"/>
                  <a:pt x="524696" y="47624"/>
                </a:cubicBezTo>
                <a:cubicBezTo>
                  <a:pt x="524035" y="48184"/>
                  <a:pt x="523279" y="48464"/>
                  <a:pt x="522431" y="48464"/>
                </a:cubicBezTo>
                <a:lnTo>
                  <a:pt x="492395" y="48464"/>
                </a:lnTo>
                <a:cubicBezTo>
                  <a:pt x="492395" y="51017"/>
                  <a:pt x="492650" y="53315"/>
                  <a:pt x="493159" y="55357"/>
                </a:cubicBezTo>
                <a:cubicBezTo>
                  <a:pt x="493668" y="57400"/>
                  <a:pt x="494517" y="59153"/>
                  <a:pt x="495704" y="60617"/>
                </a:cubicBezTo>
                <a:cubicBezTo>
                  <a:pt x="496892" y="62080"/>
                  <a:pt x="498436" y="63204"/>
                  <a:pt x="500337" y="63988"/>
                </a:cubicBezTo>
                <a:cubicBezTo>
                  <a:pt x="502238" y="64770"/>
                  <a:pt x="504562" y="65162"/>
                  <a:pt x="507311" y="65162"/>
                </a:cubicBezTo>
                <a:cubicBezTo>
                  <a:pt x="509483" y="65162"/>
                  <a:pt x="511418" y="64984"/>
                  <a:pt x="513115" y="64627"/>
                </a:cubicBezTo>
                <a:cubicBezTo>
                  <a:pt x="514812" y="64271"/>
                  <a:pt x="516280" y="63872"/>
                  <a:pt x="517518" y="63431"/>
                </a:cubicBezTo>
                <a:cubicBezTo>
                  <a:pt x="518757" y="62990"/>
                  <a:pt x="519775" y="62591"/>
                  <a:pt x="520573" y="62235"/>
                </a:cubicBezTo>
                <a:cubicBezTo>
                  <a:pt x="521370" y="61878"/>
                  <a:pt x="521973" y="61700"/>
                  <a:pt x="522380" y="61700"/>
                </a:cubicBezTo>
                <a:cubicBezTo>
                  <a:pt x="522618" y="61700"/>
                  <a:pt x="522830" y="61759"/>
                  <a:pt x="523016" y="61878"/>
                </a:cubicBezTo>
                <a:cubicBezTo>
                  <a:pt x="523203" y="61997"/>
                  <a:pt x="523347" y="62175"/>
                  <a:pt x="523449" y="62413"/>
                </a:cubicBezTo>
                <a:cubicBezTo>
                  <a:pt x="523551" y="62650"/>
                  <a:pt x="523627" y="62981"/>
                  <a:pt x="523678" y="63405"/>
                </a:cubicBezTo>
                <a:cubicBezTo>
                  <a:pt x="523729" y="63830"/>
                  <a:pt x="523755" y="64347"/>
                  <a:pt x="523755" y="64958"/>
                </a:cubicBezTo>
                <a:cubicBezTo>
                  <a:pt x="523755" y="65399"/>
                  <a:pt x="523738" y="65781"/>
                  <a:pt x="523704" y="66104"/>
                </a:cubicBezTo>
                <a:cubicBezTo>
                  <a:pt x="523670" y="66426"/>
                  <a:pt x="523627" y="66714"/>
                  <a:pt x="523576" y="66969"/>
                </a:cubicBezTo>
                <a:cubicBezTo>
                  <a:pt x="523525" y="67223"/>
                  <a:pt x="523441" y="67453"/>
                  <a:pt x="523322" y="67656"/>
                </a:cubicBezTo>
                <a:cubicBezTo>
                  <a:pt x="523203" y="67860"/>
                  <a:pt x="523050" y="68055"/>
                  <a:pt x="522864" y="68242"/>
                </a:cubicBezTo>
                <a:cubicBezTo>
                  <a:pt x="522677" y="68428"/>
                  <a:pt x="522125" y="68734"/>
                  <a:pt x="521209" y="69158"/>
                </a:cubicBezTo>
                <a:cubicBezTo>
                  <a:pt x="520293" y="69582"/>
                  <a:pt x="519105" y="69998"/>
                  <a:pt x="517646" y="70405"/>
                </a:cubicBezTo>
                <a:cubicBezTo>
                  <a:pt x="516186" y="70812"/>
                  <a:pt x="514498" y="71177"/>
                  <a:pt x="512580" y="71500"/>
                </a:cubicBezTo>
                <a:cubicBezTo>
                  <a:pt x="510663" y="71822"/>
                  <a:pt x="508618" y="71983"/>
                  <a:pt x="506446" y="71983"/>
                </a:cubicBezTo>
                <a:cubicBezTo>
                  <a:pt x="502679" y="71983"/>
                  <a:pt x="499378" y="71457"/>
                  <a:pt x="496544" y="70404"/>
                </a:cubicBezTo>
                <a:cubicBezTo>
                  <a:pt x="493711" y="69350"/>
                  <a:pt x="491326" y="67788"/>
                  <a:pt x="489392" y="65715"/>
                </a:cubicBezTo>
                <a:cubicBezTo>
                  <a:pt x="487457" y="63643"/>
                  <a:pt x="485998" y="61044"/>
                  <a:pt x="485014" y="57919"/>
                </a:cubicBezTo>
                <a:cubicBezTo>
                  <a:pt x="484030" y="54793"/>
                  <a:pt x="483538" y="51158"/>
                  <a:pt x="483538" y="47013"/>
                </a:cubicBezTo>
                <a:cubicBezTo>
                  <a:pt x="483538" y="43072"/>
                  <a:pt x="484047" y="39530"/>
                  <a:pt x="485065" y="36388"/>
                </a:cubicBezTo>
                <a:cubicBezTo>
                  <a:pt x="486083" y="33245"/>
                  <a:pt x="487551" y="30578"/>
                  <a:pt x="489468" y="28387"/>
                </a:cubicBezTo>
                <a:cubicBezTo>
                  <a:pt x="491386" y="26196"/>
                  <a:pt x="493702" y="24515"/>
                  <a:pt x="496417" y="23343"/>
                </a:cubicBezTo>
                <a:cubicBezTo>
                  <a:pt x="499132" y="22171"/>
                  <a:pt x="502170" y="21585"/>
                  <a:pt x="505530" y="21585"/>
                </a:cubicBezTo>
                <a:cubicBezTo>
                  <a:pt x="509127" y="21585"/>
                  <a:pt x="512190" y="22162"/>
                  <a:pt x="514718" y="23316"/>
                </a:cubicBezTo>
                <a:cubicBezTo>
                  <a:pt x="517247" y="24470"/>
                  <a:pt x="519326" y="26022"/>
                  <a:pt x="520955" y="27974"/>
                </a:cubicBezTo>
                <a:cubicBezTo>
                  <a:pt x="522584" y="29925"/>
                  <a:pt x="523780" y="32216"/>
                  <a:pt x="524544" y="34846"/>
                </a:cubicBezTo>
                <a:cubicBezTo>
                  <a:pt x="525307" y="37476"/>
                  <a:pt x="525689" y="40285"/>
                  <a:pt x="525689" y="43271"/>
                </a:cubicBezTo>
                <a:lnTo>
                  <a:pt x="525689" y="44799"/>
                </a:lnTo>
                <a:moveTo>
                  <a:pt x="517238" y="42304"/>
                </a:moveTo>
                <a:cubicBezTo>
                  <a:pt x="517340" y="37892"/>
                  <a:pt x="516364" y="34430"/>
                  <a:pt x="514311" y="31919"/>
                </a:cubicBezTo>
                <a:cubicBezTo>
                  <a:pt x="512258" y="29408"/>
                  <a:pt x="509212" y="28152"/>
                  <a:pt x="505173" y="28152"/>
                </a:cubicBezTo>
                <a:cubicBezTo>
                  <a:pt x="503103" y="28152"/>
                  <a:pt x="501287" y="28542"/>
                  <a:pt x="499726" y="29323"/>
                </a:cubicBezTo>
                <a:cubicBezTo>
                  <a:pt x="498165" y="30103"/>
                  <a:pt x="496858" y="31138"/>
                  <a:pt x="495806" y="32428"/>
                </a:cubicBezTo>
                <a:cubicBezTo>
                  <a:pt x="494754" y="33718"/>
                  <a:pt x="493940" y="35220"/>
                  <a:pt x="493363" y="36933"/>
                </a:cubicBezTo>
                <a:cubicBezTo>
                  <a:pt x="492786" y="38647"/>
                  <a:pt x="492463" y="40438"/>
                  <a:pt x="492395" y="42304"/>
                </a:cubicBezTo>
                <a:lnTo>
                  <a:pt x="517238" y="423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88AC7-9FBD-46A7-9E38-29231462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332" y="2504769"/>
            <a:ext cx="868190" cy="233161"/>
          </a:xfrm>
          <a:custGeom xmlns:a="http://schemas.openxmlformats.org/drawingml/2006/main">
            <a:pathLst>
              <a:path w="868190" h="233161">
                <a:moveTo>
                  <a:pt x="0" y="9974"/>
                </a:moveTo>
                <a:cubicBezTo>
                  <a:pt x="0" y="4466"/>
                  <a:pt x="4466" y="0"/>
                  <a:pt x="9974" y="0"/>
                </a:cubicBezTo>
                <a:lnTo>
                  <a:pt x="858216" y="0"/>
                </a:lnTo>
                <a:cubicBezTo>
                  <a:pt x="863725" y="0"/>
                  <a:pt x="868190" y="4466"/>
                  <a:pt x="868190" y="9974"/>
                </a:cubicBezTo>
                <a:lnTo>
                  <a:pt x="868190" y="223186"/>
                </a:lnTo>
                <a:cubicBezTo>
                  <a:pt x="868190" y="228695"/>
                  <a:pt x="863725" y="233161"/>
                  <a:pt x="858216" y="233161"/>
                </a:cubicBezTo>
                <a:lnTo>
                  <a:pt x="9974" y="233161"/>
                </a:lnTo>
                <a:cubicBezTo>
                  <a:pt x="4466" y="233161"/>
                  <a:pt x="0" y="228695"/>
                  <a:pt x="0" y="223186"/>
                </a:cubicBezTo>
                <a:lnTo>
                  <a:pt x="0" y="99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A1401-1237-4132-917D-FEA91E57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333" y="2504769"/>
            <a:ext cx="868191" cy="233161"/>
          </a:xfrm>
          <a:custGeom xmlns:a="http://schemas.openxmlformats.org/drawingml/2006/main">
            <a:pathLst>
              <a:path w="868191" h="233161" fill="none">
                <a:moveTo>
                  <a:pt x="0" y="9974"/>
                </a:moveTo>
                <a:cubicBezTo>
                  <a:pt x="0" y="4466"/>
                  <a:pt x="4466" y="0"/>
                  <a:pt x="9974" y="0"/>
                </a:cubicBezTo>
                <a:lnTo>
                  <a:pt x="858216" y="0"/>
                </a:lnTo>
                <a:cubicBezTo>
                  <a:pt x="863725" y="0"/>
                  <a:pt x="868191" y="4466"/>
                  <a:pt x="868191" y="9974"/>
                </a:cubicBezTo>
                <a:lnTo>
                  <a:pt x="868191" y="223186"/>
                </a:lnTo>
                <a:cubicBezTo>
                  <a:pt x="868191" y="228695"/>
                  <a:pt x="863725" y="233161"/>
                  <a:pt x="858216" y="233161"/>
                </a:cubicBezTo>
                <a:lnTo>
                  <a:pt x="9974" y="233161"/>
                </a:lnTo>
                <a:cubicBezTo>
                  <a:pt x="4466" y="233161"/>
                  <a:pt x="0" y="228695"/>
                  <a:pt x="0" y="223186"/>
                </a:cubicBezTo>
                <a:lnTo>
                  <a:pt x="0" y="99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BFBFBF"/>
            </a:solidFill>
            <a:custDash>
              <a:ds d="400000" sp="300000"/>
            </a:custDash>
            <a:miter/>
          </a:ln>
        </p:spPr>
      </p:sp>
      <p:sp>
        <p:nvSpPr>
          <p:cNvPr id="52" name="Text finish">
            <a:extLst xmlns:a="http://schemas.openxmlformats.org/drawingml/2006/main">
              <a:ext uri="{FF2B5EF4-FFF2-40B4-BE49-F238E27FC236}">
                <a16:creationId xmlns:a16="http://schemas.microsoft.com/office/drawing/2014/main" id="{04AC16AF-D9DA-4F63-99A9-ED065A41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523" y="2583095"/>
            <a:ext cx="220253" cy="72289"/>
          </a:xfrm>
          <a:custGeom xmlns:a="http://schemas.openxmlformats.org/drawingml/2006/main">
            <a:pathLst>
              <a:path w="220253" h="72289">
                <a:moveTo>
                  <a:pt x="31003" y="5345"/>
                </a:moveTo>
                <a:cubicBezTo>
                  <a:pt x="31003" y="5990"/>
                  <a:pt x="30969" y="6508"/>
                  <a:pt x="30901" y="6898"/>
                </a:cubicBezTo>
                <a:cubicBezTo>
                  <a:pt x="30833" y="7288"/>
                  <a:pt x="30757" y="7602"/>
                  <a:pt x="30672" y="7840"/>
                </a:cubicBezTo>
                <a:cubicBezTo>
                  <a:pt x="30587" y="8077"/>
                  <a:pt x="30477" y="8239"/>
                  <a:pt x="30341" y="8323"/>
                </a:cubicBezTo>
                <a:cubicBezTo>
                  <a:pt x="30205" y="8408"/>
                  <a:pt x="30035" y="8451"/>
                  <a:pt x="29832" y="8451"/>
                </a:cubicBezTo>
                <a:cubicBezTo>
                  <a:pt x="29594" y="8451"/>
                  <a:pt x="29297" y="8374"/>
                  <a:pt x="28941" y="8222"/>
                </a:cubicBezTo>
                <a:cubicBezTo>
                  <a:pt x="28585" y="8069"/>
                  <a:pt x="28152" y="7899"/>
                  <a:pt x="27643" y="7712"/>
                </a:cubicBezTo>
                <a:cubicBezTo>
                  <a:pt x="27134" y="7526"/>
                  <a:pt x="26531" y="7356"/>
                  <a:pt x="25836" y="7203"/>
                </a:cubicBezTo>
                <a:cubicBezTo>
                  <a:pt x="25140" y="7051"/>
                  <a:pt x="24334" y="6974"/>
                  <a:pt x="23417" y="6974"/>
                </a:cubicBezTo>
                <a:cubicBezTo>
                  <a:pt x="22162" y="6974"/>
                  <a:pt x="21093" y="7177"/>
                  <a:pt x="20210" y="7584"/>
                </a:cubicBezTo>
                <a:cubicBezTo>
                  <a:pt x="19328" y="7990"/>
                  <a:pt x="18615" y="8624"/>
                  <a:pt x="18072" y="9486"/>
                </a:cubicBezTo>
                <a:cubicBezTo>
                  <a:pt x="17529" y="10349"/>
                  <a:pt x="17139" y="11465"/>
                  <a:pt x="16901" y="12835"/>
                </a:cubicBezTo>
                <a:cubicBezTo>
                  <a:pt x="16664" y="14205"/>
                  <a:pt x="16545" y="15872"/>
                  <a:pt x="16545" y="17834"/>
                </a:cubicBezTo>
                <a:lnTo>
                  <a:pt x="16545" y="22807"/>
                </a:lnTo>
                <a:lnTo>
                  <a:pt x="26777" y="22807"/>
                </a:lnTo>
                <a:cubicBezTo>
                  <a:pt x="27049" y="22807"/>
                  <a:pt x="27278" y="22866"/>
                  <a:pt x="27465" y="22985"/>
                </a:cubicBezTo>
                <a:cubicBezTo>
                  <a:pt x="27651" y="23104"/>
                  <a:pt x="27821" y="23307"/>
                  <a:pt x="27974" y="23596"/>
                </a:cubicBezTo>
                <a:cubicBezTo>
                  <a:pt x="28126" y="23884"/>
                  <a:pt x="28245" y="24249"/>
                  <a:pt x="28330" y="24690"/>
                </a:cubicBezTo>
                <a:cubicBezTo>
                  <a:pt x="28415" y="25131"/>
                  <a:pt x="28457" y="25674"/>
                  <a:pt x="28457" y="26319"/>
                </a:cubicBezTo>
                <a:cubicBezTo>
                  <a:pt x="28457" y="27541"/>
                  <a:pt x="28305" y="28423"/>
                  <a:pt x="27999" y="28966"/>
                </a:cubicBezTo>
                <a:cubicBezTo>
                  <a:pt x="27694" y="29509"/>
                  <a:pt x="27286" y="29781"/>
                  <a:pt x="26777" y="29781"/>
                </a:cubicBezTo>
                <a:lnTo>
                  <a:pt x="16545" y="29781"/>
                </a:lnTo>
                <a:lnTo>
                  <a:pt x="16545" y="69996"/>
                </a:lnTo>
                <a:cubicBezTo>
                  <a:pt x="16545" y="70268"/>
                  <a:pt x="16477" y="70497"/>
                  <a:pt x="16341" y="70685"/>
                </a:cubicBezTo>
                <a:cubicBezTo>
                  <a:pt x="16206" y="70872"/>
                  <a:pt x="15976" y="71033"/>
                  <a:pt x="15654" y="71169"/>
                </a:cubicBezTo>
                <a:cubicBezTo>
                  <a:pt x="15332" y="71305"/>
                  <a:pt x="14899" y="71406"/>
                  <a:pt x="14356" y="71474"/>
                </a:cubicBezTo>
                <a:cubicBezTo>
                  <a:pt x="13813" y="71542"/>
                  <a:pt x="13134" y="71576"/>
                  <a:pt x="12320" y="71576"/>
                </a:cubicBezTo>
                <a:cubicBezTo>
                  <a:pt x="11505" y="71576"/>
                  <a:pt x="10826" y="71542"/>
                  <a:pt x="10283" y="71474"/>
                </a:cubicBezTo>
                <a:cubicBezTo>
                  <a:pt x="9740" y="71406"/>
                  <a:pt x="9308" y="71305"/>
                  <a:pt x="8985" y="71169"/>
                </a:cubicBezTo>
                <a:cubicBezTo>
                  <a:pt x="8663" y="71033"/>
                  <a:pt x="8434" y="70872"/>
                  <a:pt x="8298" y="70685"/>
                </a:cubicBezTo>
                <a:cubicBezTo>
                  <a:pt x="8162" y="70497"/>
                  <a:pt x="8094" y="70268"/>
                  <a:pt x="8094" y="69996"/>
                </a:cubicBezTo>
                <a:lnTo>
                  <a:pt x="8094" y="29781"/>
                </a:lnTo>
                <a:lnTo>
                  <a:pt x="1629" y="29781"/>
                </a:lnTo>
                <a:cubicBezTo>
                  <a:pt x="1086" y="29781"/>
                  <a:pt x="679" y="29509"/>
                  <a:pt x="407" y="28966"/>
                </a:cubicBezTo>
                <a:cubicBezTo>
                  <a:pt x="136" y="28423"/>
                  <a:pt x="0" y="27541"/>
                  <a:pt x="0" y="26319"/>
                </a:cubicBezTo>
                <a:cubicBezTo>
                  <a:pt x="0" y="25674"/>
                  <a:pt x="34" y="25131"/>
                  <a:pt x="102" y="24690"/>
                </a:cubicBezTo>
                <a:cubicBezTo>
                  <a:pt x="170" y="24249"/>
                  <a:pt x="272" y="23884"/>
                  <a:pt x="407" y="23596"/>
                </a:cubicBezTo>
                <a:cubicBezTo>
                  <a:pt x="543" y="23307"/>
                  <a:pt x="713" y="23104"/>
                  <a:pt x="916" y="22985"/>
                </a:cubicBezTo>
                <a:cubicBezTo>
                  <a:pt x="1120" y="22866"/>
                  <a:pt x="1358" y="22807"/>
                  <a:pt x="1629" y="22807"/>
                </a:cubicBezTo>
                <a:lnTo>
                  <a:pt x="8094" y="22807"/>
                </a:lnTo>
                <a:lnTo>
                  <a:pt x="8094" y="18083"/>
                </a:lnTo>
                <a:cubicBezTo>
                  <a:pt x="8094" y="14899"/>
                  <a:pt x="8391" y="12165"/>
                  <a:pt x="8985" y="9879"/>
                </a:cubicBezTo>
                <a:cubicBezTo>
                  <a:pt x="9579" y="7594"/>
                  <a:pt x="10487" y="5723"/>
                  <a:pt x="11709" y="4267"/>
                </a:cubicBezTo>
                <a:cubicBezTo>
                  <a:pt x="12931" y="2811"/>
                  <a:pt x="14466" y="1736"/>
                  <a:pt x="16316" y="1042"/>
                </a:cubicBezTo>
                <a:cubicBezTo>
                  <a:pt x="18166" y="347"/>
                  <a:pt x="20346" y="0"/>
                  <a:pt x="22858" y="0"/>
                </a:cubicBezTo>
                <a:cubicBezTo>
                  <a:pt x="24045" y="0"/>
                  <a:pt x="25199" y="110"/>
                  <a:pt x="26319" y="331"/>
                </a:cubicBezTo>
                <a:cubicBezTo>
                  <a:pt x="27439" y="552"/>
                  <a:pt x="28305" y="789"/>
                  <a:pt x="28916" y="1044"/>
                </a:cubicBezTo>
                <a:cubicBezTo>
                  <a:pt x="29526" y="1298"/>
                  <a:pt x="29934" y="1527"/>
                  <a:pt x="30137" y="1731"/>
                </a:cubicBezTo>
                <a:cubicBezTo>
                  <a:pt x="30341" y="1934"/>
                  <a:pt x="30511" y="2198"/>
                  <a:pt x="30646" y="2520"/>
                </a:cubicBezTo>
                <a:cubicBezTo>
                  <a:pt x="30782" y="2842"/>
                  <a:pt x="30875" y="3233"/>
                  <a:pt x="30926" y="3691"/>
                </a:cubicBezTo>
                <a:cubicBezTo>
                  <a:pt x="30977" y="4149"/>
                  <a:pt x="31003" y="4700"/>
                  <a:pt x="31003" y="5345"/>
                </a:cubicBezTo>
                <a:close/>
                <a:moveTo>
                  <a:pt x="45802" y="69998"/>
                </a:moveTo>
                <a:cubicBezTo>
                  <a:pt x="45802" y="70269"/>
                  <a:pt x="45734" y="70499"/>
                  <a:pt x="45598" y="70685"/>
                </a:cubicBezTo>
                <a:cubicBezTo>
                  <a:pt x="45462" y="70872"/>
                  <a:pt x="45242" y="71033"/>
                  <a:pt x="44936" y="71169"/>
                </a:cubicBezTo>
                <a:cubicBezTo>
                  <a:pt x="44631" y="71305"/>
                  <a:pt x="44207" y="71406"/>
                  <a:pt x="43664" y="71474"/>
                </a:cubicBezTo>
                <a:cubicBezTo>
                  <a:pt x="43121" y="71542"/>
                  <a:pt x="42425" y="71576"/>
                  <a:pt x="41576" y="71576"/>
                </a:cubicBezTo>
                <a:cubicBezTo>
                  <a:pt x="40762" y="71576"/>
                  <a:pt x="40083" y="71542"/>
                  <a:pt x="39540" y="71474"/>
                </a:cubicBezTo>
                <a:cubicBezTo>
                  <a:pt x="38997" y="71406"/>
                  <a:pt x="38564" y="71305"/>
                  <a:pt x="38242" y="71169"/>
                </a:cubicBezTo>
                <a:cubicBezTo>
                  <a:pt x="37920" y="71033"/>
                  <a:pt x="37699" y="70872"/>
                  <a:pt x="37580" y="70685"/>
                </a:cubicBezTo>
                <a:cubicBezTo>
                  <a:pt x="37461" y="70499"/>
                  <a:pt x="37402" y="70269"/>
                  <a:pt x="37402" y="69998"/>
                </a:cubicBezTo>
                <a:lnTo>
                  <a:pt x="37402" y="24181"/>
                </a:lnTo>
                <a:cubicBezTo>
                  <a:pt x="37402" y="23944"/>
                  <a:pt x="37461" y="23723"/>
                  <a:pt x="37580" y="23519"/>
                </a:cubicBezTo>
                <a:cubicBezTo>
                  <a:pt x="37699" y="23316"/>
                  <a:pt x="37920" y="23146"/>
                  <a:pt x="38242" y="23010"/>
                </a:cubicBezTo>
                <a:cubicBezTo>
                  <a:pt x="38564" y="22874"/>
                  <a:pt x="38997" y="22773"/>
                  <a:pt x="39540" y="22705"/>
                </a:cubicBezTo>
                <a:cubicBezTo>
                  <a:pt x="40083" y="22637"/>
                  <a:pt x="40762" y="22603"/>
                  <a:pt x="41576" y="22603"/>
                </a:cubicBezTo>
                <a:cubicBezTo>
                  <a:pt x="42425" y="22603"/>
                  <a:pt x="43121" y="22637"/>
                  <a:pt x="43664" y="22705"/>
                </a:cubicBezTo>
                <a:cubicBezTo>
                  <a:pt x="44207" y="22773"/>
                  <a:pt x="44631" y="22874"/>
                  <a:pt x="44936" y="23010"/>
                </a:cubicBezTo>
                <a:cubicBezTo>
                  <a:pt x="45242" y="23146"/>
                  <a:pt x="45462" y="23316"/>
                  <a:pt x="45598" y="23519"/>
                </a:cubicBezTo>
                <a:cubicBezTo>
                  <a:pt x="45734" y="23723"/>
                  <a:pt x="45802" y="23944"/>
                  <a:pt x="45802" y="24181"/>
                </a:cubicBezTo>
                <a:lnTo>
                  <a:pt x="45802" y="69998"/>
                </a:lnTo>
                <a:moveTo>
                  <a:pt x="46769" y="8654"/>
                </a:moveTo>
                <a:cubicBezTo>
                  <a:pt x="46769" y="10623"/>
                  <a:pt x="46396" y="11963"/>
                  <a:pt x="45649" y="12676"/>
                </a:cubicBezTo>
                <a:cubicBezTo>
                  <a:pt x="44902" y="13389"/>
                  <a:pt x="43528" y="13745"/>
                  <a:pt x="41526" y="13745"/>
                </a:cubicBezTo>
                <a:cubicBezTo>
                  <a:pt x="39557" y="13745"/>
                  <a:pt x="38208" y="13397"/>
                  <a:pt x="37478" y="12701"/>
                </a:cubicBezTo>
                <a:cubicBezTo>
                  <a:pt x="36749" y="12006"/>
                  <a:pt x="36384" y="10691"/>
                  <a:pt x="36384" y="8756"/>
                </a:cubicBezTo>
                <a:cubicBezTo>
                  <a:pt x="36384" y="6788"/>
                  <a:pt x="36757" y="5447"/>
                  <a:pt x="37504" y="4734"/>
                </a:cubicBezTo>
                <a:cubicBezTo>
                  <a:pt x="38251" y="4022"/>
                  <a:pt x="39625" y="3665"/>
                  <a:pt x="41627" y="3665"/>
                </a:cubicBezTo>
                <a:cubicBezTo>
                  <a:pt x="43596" y="3665"/>
                  <a:pt x="44945" y="4013"/>
                  <a:pt x="45675" y="4709"/>
                </a:cubicBezTo>
                <a:cubicBezTo>
                  <a:pt x="46404" y="5405"/>
                  <a:pt x="46769" y="6720"/>
                  <a:pt x="46769" y="8654"/>
                </a:cubicBezTo>
                <a:close/>
                <a:moveTo>
                  <a:pt x="100741" y="69998"/>
                </a:moveTo>
                <a:cubicBezTo>
                  <a:pt x="100741" y="70269"/>
                  <a:pt x="100673" y="70499"/>
                  <a:pt x="100537" y="70685"/>
                </a:cubicBezTo>
                <a:cubicBezTo>
                  <a:pt x="100402" y="70872"/>
                  <a:pt x="100181" y="71033"/>
                  <a:pt x="99876" y="71169"/>
                </a:cubicBezTo>
                <a:cubicBezTo>
                  <a:pt x="99570" y="71305"/>
                  <a:pt x="99146" y="71406"/>
                  <a:pt x="98603" y="71474"/>
                </a:cubicBezTo>
                <a:cubicBezTo>
                  <a:pt x="98060" y="71542"/>
                  <a:pt x="97381" y="71576"/>
                  <a:pt x="96567" y="71576"/>
                </a:cubicBezTo>
                <a:cubicBezTo>
                  <a:pt x="95718" y="71576"/>
                  <a:pt x="95022" y="71542"/>
                  <a:pt x="94479" y="71474"/>
                </a:cubicBezTo>
                <a:cubicBezTo>
                  <a:pt x="93936" y="71406"/>
                  <a:pt x="93512" y="71305"/>
                  <a:pt x="93207" y="71169"/>
                </a:cubicBezTo>
                <a:cubicBezTo>
                  <a:pt x="92901" y="71033"/>
                  <a:pt x="92681" y="70872"/>
                  <a:pt x="92545" y="70685"/>
                </a:cubicBezTo>
                <a:cubicBezTo>
                  <a:pt x="92409" y="70499"/>
                  <a:pt x="92341" y="70269"/>
                  <a:pt x="92341" y="69998"/>
                </a:cubicBezTo>
                <a:lnTo>
                  <a:pt x="92341" y="43170"/>
                </a:lnTo>
                <a:cubicBezTo>
                  <a:pt x="92341" y="40556"/>
                  <a:pt x="92138" y="38452"/>
                  <a:pt x="91730" y="36857"/>
                </a:cubicBezTo>
                <a:cubicBezTo>
                  <a:pt x="91323" y="35262"/>
                  <a:pt x="90729" y="33887"/>
                  <a:pt x="89949" y="32734"/>
                </a:cubicBezTo>
                <a:cubicBezTo>
                  <a:pt x="89168" y="31580"/>
                  <a:pt x="88158" y="30697"/>
                  <a:pt x="86920" y="30086"/>
                </a:cubicBezTo>
                <a:cubicBezTo>
                  <a:pt x="85681" y="29475"/>
                  <a:pt x="84247" y="29170"/>
                  <a:pt x="82618" y="29170"/>
                </a:cubicBezTo>
                <a:cubicBezTo>
                  <a:pt x="80514" y="29170"/>
                  <a:pt x="78410" y="29917"/>
                  <a:pt x="76305" y="31410"/>
                </a:cubicBezTo>
                <a:cubicBezTo>
                  <a:pt x="74201" y="32903"/>
                  <a:pt x="71995" y="35092"/>
                  <a:pt x="69687" y="37977"/>
                </a:cubicBezTo>
                <a:lnTo>
                  <a:pt x="69687" y="69998"/>
                </a:lnTo>
                <a:cubicBezTo>
                  <a:pt x="69687" y="70269"/>
                  <a:pt x="69620" y="70499"/>
                  <a:pt x="69484" y="70685"/>
                </a:cubicBezTo>
                <a:cubicBezTo>
                  <a:pt x="69348" y="70872"/>
                  <a:pt x="69127" y="71033"/>
                  <a:pt x="68822" y="71169"/>
                </a:cubicBezTo>
                <a:cubicBezTo>
                  <a:pt x="68517" y="71305"/>
                  <a:pt x="68092" y="71406"/>
                  <a:pt x="67549" y="71474"/>
                </a:cubicBezTo>
                <a:cubicBezTo>
                  <a:pt x="67006" y="71542"/>
                  <a:pt x="66311" y="71576"/>
                  <a:pt x="65462" y="71576"/>
                </a:cubicBezTo>
                <a:cubicBezTo>
                  <a:pt x="64648" y="71576"/>
                  <a:pt x="63969" y="71542"/>
                  <a:pt x="63426" y="71474"/>
                </a:cubicBezTo>
                <a:cubicBezTo>
                  <a:pt x="62883" y="71406"/>
                  <a:pt x="62450" y="71305"/>
                  <a:pt x="62128" y="71169"/>
                </a:cubicBezTo>
                <a:cubicBezTo>
                  <a:pt x="61805" y="71033"/>
                  <a:pt x="61585" y="70872"/>
                  <a:pt x="61466" y="70685"/>
                </a:cubicBezTo>
                <a:cubicBezTo>
                  <a:pt x="61347" y="70499"/>
                  <a:pt x="61288" y="70269"/>
                  <a:pt x="61288" y="69998"/>
                </a:cubicBezTo>
                <a:lnTo>
                  <a:pt x="61288" y="24181"/>
                </a:lnTo>
                <a:cubicBezTo>
                  <a:pt x="61288" y="23910"/>
                  <a:pt x="61339" y="23681"/>
                  <a:pt x="61440" y="23494"/>
                </a:cubicBezTo>
                <a:cubicBezTo>
                  <a:pt x="61542" y="23307"/>
                  <a:pt x="61746" y="23137"/>
                  <a:pt x="62051" y="22985"/>
                </a:cubicBezTo>
                <a:cubicBezTo>
                  <a:pt x="62357" y="22832"/>
                  <a:pt x="62747" y="22730"/>
                  <a:pt x="63222" y="22679"/>
                </a:cubicBezTo>
                <a:cubicBezTo>
                  <a:pt x="63697" y="22628"/>
                  <a:pt x="64325" y="22603"/>
                  <a:pt x="65106" y="22603"/>
                </a:cubicBezTo>
                <a:cubicBezTo>
                  <a:pt x="65852" y="22603"/>
                  <a:pt x="66472" y="22628"/>
                  <a:pt x="66964" y="22679"/>
                </a:cubicBezTo>
                <a:cubicBezTo>
                  <a:pt x="67456" y="22730"/>
                  <a:pt x="67838" y="22832"/>
                  <a:pt x="68109" y="22985"/>
                </a:cubicBezTo>
                <a:cubicBezTo>
                  <a:pt x="68381" y="23137"/>
                  <a:pt x="68576" y="23307"/>
                  <a:pt x="68695" y="23494"/>
                </a:cubicBezTo>
                <a:cubicBezTo>
                  <a:pt x="68813" y="23681"/>
                  <a:pt x="68873" y="23910"/>
                  <a:pt x="68873" y="24181"/>
                </a:cubicBezTo>
                <a:lnTo>
                  <a:pt x="68873" y="30239"/>
                </a:lnTo>
                <a:cubicBezTo>
                  <a:pt x="71452" y="27354"/>
                  <a:pt x="74023" y="25242"/>
                  <a:pt x="76585" y="23901"/>
                </a:cubicBezTo>
                <a:cubicBezTo>
                  <a:pt x="79148" y="22561"/>
                  <a:pt x="81736" y="21890"/>
                  <a:pt x="84349" y="21890"/>
                </a:cubicBezTo>
                <a:cubicBezTo>
                  <a:pt x="87403" y="21890"/>
                  <a:pt x="89974" y="22408"/>
                  <a:pt x="92061" y="23443"/>
                </a:cubicBezTo>
                <a:cubicBezTo>
                  <a:pt x="94148" y="24478"/>
                  <a:pt x="95837" y="25861"/>
                  <a:pt x="97127" y="27592"/>
                </a:cubicBezTo>
                <a:cubicBezTo>
                  <a:pt x="98416" y="29323"/>
                  <a:pt x="99341" y="31351"/>
                  <a:pt x="99901" y="33675"/>
                </a:cubicBezTo>
                <a:cubicBezTo>
                  <a:pt x="100461" y="36000"/>
                  <a:pt x="100741" y="38792"/>
                  <a:pt x="100741" y="42050"/>
                </a:cubicBezTo>
                <a:lnTo>
                  <a:pt x="100741" y="69998"/>
                </a:lnTo>
                <a:close/>
                <a:moveTo>
                  <a:pt x="124016" y="69998"/>
                </a:moveTo>
                <a:cubicBezTo>
                  <a:pt x="124016" y="70269"/>
                  <a:pt x="123949" y="70499"/>
                  <a:pt x="123813" y="70685"/>
                </a:cubicBezTo>
                <a:cubicBezTo>
                  <a:pt x="123677" y="70872"/>
                  <a:pt x="123456" y="71033"/>
                  <a:pt x="123151" y="71169"/>
                </a:cubicBezTo>
                <a:cubicBezTo>
                  <a:pt x="122846" y="71305"/>
                  <a:pt x="122421" y="71406"/>
                  <a:pt x="121878" y="71474"/>
                </a:cubicBezTo>
                <a:cubicBezTo>
                  <a:pt x="121335" y="71542"/>
                  <a:pt x="120640" y="71576"/>
                  <a:pt x="119791" y="71576"/>
                </a:cubicBezTo>
                <a:cubicBezTo>
                  <a:pt x="118977" y="71576"/>
                  <a:pt x="118298" y="71542"/>
                  <a:pt x="117755" y="71474"/>
                </a:cubicBezTo>
                <a:cubicBezTo>
                  <a:pt x="117212" y="71406"/>
                  <a:pt x="116779" y="71305"/>
                  <a:pt x="116457" y="71169"/>
                </a:cubicBezTo>
                <a:cubicBezTo>
                  <a:pt x="116134" y="71033"/>
                  <a:pt x="115914" y="70872"/>
                  <a:pt x="115795" y="70685"/>
                </a:cubicBezTo>
                <a:cubicBezTo>
                  <a:pt x="115676" y="70499"/>
                  <a:pt x="115617" y="70269"/>
                  <a:pt x="115617" y="69998"/>
                </a:cubicBezTo>
                <a:lnTo>
                  <a:pt x="115617" y="24181"/>
                </a:lnTo>
                <a:cubicBezTo>
                  <a:pt x="115617" y="23944"/>
                  <a:pt x="115676" y="23723"/>
                  <a:pt x="115795" y="23519"/>
                </a:cubicBezTo>
                <a:cubicBezTo>
                  <a:pt x="115914" y="23316"/>
                  <a:pt x="116134" y="23146"/>
                  <a:pt x="116457" y="23010"/>
                </a:cubicBezTo>
                <a:cubicBezTo>
                  <a:pt x="116779" y="22874"/>
                  <a:pt x="117212" y="22773"/>
                  <a:pt x="117755" y="22705"/>
                </a:cubicBezTo>
                <a:cubicBezTo>
                  <a:pt x="118298" y="22637"/>
                  <a:pt x="118977" y="22603"/>
                  <a:pt x="119791" y="22603"/>
                </a:cubicBezTo>
                <a:cubicBezTo>
                  <a:pt x="120640" y="22603"/>
                  <a:pt x="121335" y="22637"/>
                  <a:pt x="121878" y="22705"/>
                </a:cubicBezTo>
                <a:cubicBezTo>
                  <a:pt x="122421" y="22773"/>
                  <a:pt x="122846" y="22874"/>
                  <a:pt x="123151" y="23010"/>
                </a:cubicBezTo>
                <a:cubicBezTo>
                  <a:pt x="123456" y="23146"/>
                  <a:pt x="123677" y="23316"/>
                  <a:pt x="123813" y="23519"/>
                </a:cubicBezTo>
                <a:cubicBezTo>
                  <a:pt x="123949" y="23723"/>
                  <a:pt x="124016" y="23944"/>
                  <a:pt x="124016" y="24181"/>
                </a:cubicBezTo>
                <a:lnTo>
                  <a:pt x="124016" y="69998"/>
                </a:lnTo>
                <a:moveTo>
                  <a:pt x="124984" y="8654"/>
                </a:moveTo>
                <a:cubicBezTo>
                  <a:pt x="124984" y="10623"/>
                  <a:pt x="124610" y="11963"/>
                  <a:pt x="123864" y="12676"/>
                </a:cubicBezTo>
                <a:cubicBezTo>
                  <a:pt x="123117" y="13389"/>
                  <a:pt x="121743" y="13745"/>
                  <a:pt x="119740" y="13745"/>
                </a:cubicBezTo>
                <a:cubicBezTo>
                  <a:pt x="117772" y="13745"/>
                  <a:pt x="116423" y="13397"/>
                  <a:pt x="115693" y="12701"/>
                </a:cubicBezTo>
                <a:cubicBezTo>
                  <a:pt x="114963" y="12006"/>
                  <a:pt x="114599" y="10691"/>
                  <a:pt x="114599" y="8756"/>
                </a:cubicBezTo>
                <a:cubicBezTo>
                  <a:pt x="114599" y="6788"/>
                  <a:pt x="114972" y="5447"/>
                  <a:pt x="115719" y="4734"/>
                </a:cubicBezTo>
                <a:cubicBezTo>
                  <a:pt x="116465" y="4022"/>
                  <a:pt x="117840" y="3665"/>
                  <a:pt x="119842" y="3665"/>
                </a:cubicBezTo>
                <a:cubicBezTo>
                  <a:pt x="121810" y="3665"/>
                  <a:pt x="123160" y="4013"/>
                  <a:pt x="123889" y="4709"/>
                </a:cubicBezTo>
                <a:cubicBezTo>
                  <a:pt x="124619" y="5405"/>
                  <a:pt x="124984" y="6720"/>
                  <a:pt x="124984" y="8654"/>
                </a:cubicBezTo>
                <a:close/>
                <a:moveTo>
                  <a:pt x="168265" y="57562"/>
                </a:moveTo>
                <a:cubicBezTo>
                  <a:pt x="168265" y="59906"/>
                  <a:pt x="167833" y="61995"/>
                  <a:pt x="166967" y="63830"/>
                </a:cubicBezTo>
                <a:cubicBezTo>
                  <a:pt x="166102" y="65664"/>
                  <a:pt x="164871" y="67210"/>
                  <a:pt x="163276" y="68468"/>
                </a:cubicBezTo>
                <a:cubicBezTo>
                  <a:pt x="161681" y="69724"/>
                  <a:pt x="159781" y="70675"/>
                  <a:pt x="157575" y="71320"/>
                </a:cubicBezTo>
                <a:cubicBezTo>
                  <a:pt x="155369" y="71966"/>
                  <a:pt x="152942" y="72289"/>
                  <a:pt x="150295" y="72289"/>
                </a:cubicBezTo>
                <a:cubicBezTo>
                  <a:pt x="148666" y="72289"/>
                  <a:pt x="147113" y="72162"/>
                  <a:pt x="145637" y="71907"/>
                </a:cubicBezTo>
                <a:cubicBezTo>
                  <a:pt x="144161" y="71652"/>
                  <a:pt x="142837" y="71330"/>
                  <a:pt x="141666" y="70940"/>
                </a:cubicBezTo>
                <a:cubicBezTo>
                  <a:pt x="140495" y="70549"/>
                  <a:pt x="139503" y="70142"/>
                  <a:pt x="138688" y="69718"/>
                </a:cubicBezTo>
                <a:cubicBezTo>
                  <a:pt x="137874" y="69294"/>
                  <a:pt x="137280" y="68912"/>
                  <a:pt x="136906" y="68573"/>
                </a:cubicBezTo>
                <a:cubicBezTo>
                  <a:pt x="136533" y="68233"/>
                  <a:pt x="136261" y="67758"/>
                  <a:pt x="136092" y="67147"/>
                </a:cubicBezTo>
                <a:cubicBezTo>
                  <a:pt x="135922" y="66536"/>
                  <a:pt x="135837" y="65705"/>
                  <a:pt x="135837" y="64653"/>
                </a:cubicBezTo>
                <a:cubicBezTo>
                  <a:pt x="135837" y="64008"/>
                  <a:pt x="135871" y="63465"/>
                  <a:pt x="135939" y="63024"/>
                </a:cubicBezTo>
                <a:cubicBezTo>
                  <a:pt x="136007" y="62582"/>
                  <a:pt x="136092" y="62226"/>
                  <a:pt x="136194" y="61955"/>
                </a:cubicBezTo>
                <a:cubicBezTo>
                  <a:pt x="136295" y="61683"/>
                  <a:pt x="136440" y="61488"/>
                  <a:pt x="136626" y="61369"/>
                </a:cubicBezTo>
                <a:cubicBezTo>
                  <a:pt x="136813" y="61250"/>
                  <a:pt x="137025" y="61191"/>
                  <a:pt x="137263" y="61191"/>
                </a:cubicBezTo>
                <a:cubicBezTo>
                  <a:pt x="137636" y="61191"/>
                  <a:pt x="138187" y="61420"/>
                  <a:pt x="138917" y="61878"/>
                </a:cubicBezTo>
                <a:cubicBezTo>
                  <a:pt x="139647" y="62336"/>
                  <a:pt x="140546" y="62837"/>
                  <a:pt x="141615" y="63380"/>
                </a:cubicBezTo>
                <a:cubicBezTo>
                  <a:pt x="142684" y="63923"/>
                  <a:pt x="143948" y="64424"/>
                  <a:pt x="145408" y="64882"/>
                </a:cubicBezTo>
                <a:cubicBezTo>
                  <a:pt x="146867" y="65340"/>
                  <a:pt x="148547" y="65569"/>
                  <a:pt x="150448" y="65569"/>
                </a:cubicBezTo>
                <a:cubicBezTo>
                  <a:pt x="151873" y="65569"/>
                  <a:pt x="153163" y="65416"/>
                  <a:pt x="154317" y="65111"/>
                </a:cubicBezTo>
                <a:cubicBezTo>
                  <a:pt x="155471" y="64804"/>
                  <a:pt x="156472" y="64354"/>
                  <a:pt x="157320" y="63759"/>
                </a:cubicBezTo>
                <a:cubicBezTo>
                  <a:pt x="158169" y="63164"/>
                  <a:pt x="158822" y="62407"/>
                  <a:pt x="159280" y="61488"/>
                </a:cubicBezTo>
                <a:cubicBezTo>
                  <a:pt x="159738" y="60570"/>
                  <a:pt x="159967" y="59482"/>
                  <a:pt x="159967" y="58224"/>
                </a:cubicBezTo>
                <a:cubicBezTo>
                  <a:pt x="159967" y="56933"/>
                  <a:pt x="159637" y="55846"/>
                  <a:pt x="158975" y="54963"/>
                </a:cubicBezTo>
                <a:cubicBezTo>
                  <a:pt x="158313" y="54079"/>
                  <a:pt x="157439" y="53298"/>
                  <a:pt x="156353" y="52619"/>
                </a:cubicBezTo>
                <a:cubicBezTo>
                  <a:pt x="155267" y="51940"/>
                  <a:pt x="154045" y="51337"/>
                  <a:pt x="152688" y="50811"/>
                </a:cubicBezTo>
                <a:cubicBezTo>
                  <a:pt x="151330" y="50283"/>
                  <a:pt x="149930" y="49731"/>
                  <a:pt x="148488" y="49154"/>
                </a:cubicBezTo>
                <a:cubicBezTo>
                  <a:pt x="147045" y="48576"/>
                  <a:pt x="145637" y="47922"/>
                  <a:pt x="144262" y="47191"/>
                </a:cubicBezTo>
                <a:cubicBezTo>
                  <a:pt x="142888" y="46461"/>
                  <a:pt x="141658" y="45569"/>
                  <a:pt x="140572" y="44516"/>
                </a:cubicBezTo>
                <a:cubicBezTo>
                  <a:pt x="139486" y="43462"/>
                  <a:pt x="138612" y="42206"/>
                  <a:pt x="137950" y="40745"/>
                </a:cubicBezTo>
                <a:cubicBezTo>
                  <a:pt x="137288" y="39285"/>
                  <a:pt x="136957" y="37535"/>
                  <a:pt x="136957" y="35497"/>
                </a:cubicBezTo>
                <a:cubicBezTo>
                  <a:pt x="136957" y="33696"/>
                  <a:pt x="137305" y="31972"/>
                  <a:pt x="138001" y="30325"/>
                </a:cubicBezTo>
                <a:cubicBezTo>
                  <a:pt x="138697" y="28677"/>
                  <a:pt x="139740" y="27233"/>
                  <a:pt x="141132" y="25993"/>
                </a:cubicBezTo>
                <a:cubicBezTo>
                  <a:pt x="142523" y="24752"/>
                  <a:pt x="144262" y="23758"/>
                  <a:pt x="146350" y="23012"/>
                </a:cubicBezTo>
                <a:cubicBezTo>
                  <a:pt x="148437" y="22264"/>
                  <a:pt x="150872" y="21890"/>
                  <a:pt x="153655" y="21890"/>
                </a:cubicBezTo>
                <a:cubicBezTo>
                  <a:pt x="154877" y="21890"/>
                  <a:pt x="156098" y="21994"/>
                  <a:pt x="157320" y="22200"/>
                </a:cubicBezTo>
                <a:cubicBezTo>
                  <a:pt x="158542" y="22407"/>
                  <a:pt x="159645" y="22666"/>
                  <a:pt x="160629" y="22975"/>
                </a:cubicBezTo>
                <a:cubicBezTo>
                  <a:pt x="161613" y="23285"/>
                  <a:pt x="162453" y="23621"/>
                  <a:pt x="163149" y="23982"/>
                </a:cubicBezTo>
                <a:cubicBezTo>
                  <a:pt x="163845" y="24344"/>
                  <a:pt x="164371" y="24663"/>
                  <a:pt x="164727" y="24938"/>
                </a:cubicBezTo>
                <a:cubicBezTo>
                  <a:pt x="165084" y="25214"/>
                  <a:pt x="165321" y="25454"/>
                  <a:pt x="165440" y="25657"/>
                </a:cubicBezTo>
                <a:cubicBezTo>
                  <a:pt x="165559" y="25861"/>
                  <a:pt x="165644" y="26090"/>
                  <a:pt x="165695" y="26345"/>
                </a:cubicBezTo>
                <a:cubicBezTo>
                  <a:pt x="165745" y="26599"/>
                  <a:pt x="165796" y="26913"/>
                  <a:pt x="165847" y="27286"/>
                </a:cubicBezTo>
                <a:cubicBezTo>
                  <a:pt x="165898" y="27660"/>
                  <a:pt x="165924" y="28118"/>
                  <a:pt x="165924" y="28661"/>
                </a:cubicBezTo>
                <a:cubicBezTo>
                  <a:pt x="165924" y="29238"/>
                  <a:pt x="165898" y="29739"/>
                  <a:pt x="165847" y="30163"/>
                </a:cubicBezTo>
                <a:cubicBezTo>
                  <a:pt x="165796" y="30587"/>
                  <a:pt x="165711" y="30935"/>
                  <a:pt x="165593" y="31206"/>
                </a:cubicBezTo>
                <a:cubicBezTo>
                  <a:pt x="165474" y="31478"/>
                  <a:pt x="165330" y="31673"/>
                  <a:pt x="165160" y="31792"/>
                </a:cubicBezTo>
                <a:cubicBezTo>
                  <a:pt x="164990" y="31911"/>
                  <a:pt x="164804" y="31970"/>
                  <a:pt x="164600" y="31970"/>
                </a:cubicBezTo>
                <a:cubicBezTo>
                  <a:pt x="164295" y="31970"/>
                  <a:pt x="163853" y="31781"/>
                  <a:pt x="163276" y="31402"/>
                </a:cubicBezTo>
                <a:cubicBezTo>
                  <a:pt x="162699" y="31023"/>
                  <a:pt x="161953" y="30619"/>
                  <a:pt x="161036" y="30188"/>
                </a:cubicBezTo>
                <a:cubicBezTo>
                  <a:pt x="160120" y="29758"/>
                  <a:pt x="159043" y="29353"/>
                  <a:pt x="157804" y="28974"/>
                </a:cubicBezTo>
                <a:cubicBezTo>
                  <a:pt x="156565" y="28596"/>
                  <a:pt x="155148" y="28406"/>
                  <a:pt x="153553" y="28406"/>
                </a:cubicBezTo>
                <a:cubicBezTo>
                  <a:pt x="152128" y="28406"/>
                  <a:pt x="150872" y="28568"/>
                  <a:pt x="149786" y="28892"/>
                </a:cubicBezTo>
                <a:cubicBezTo>
                  <a:pt x="148700" y="29214"/>
                  <a:pt x="147809" y="29673"/>
                  <a:pt x="147113" y="30268"/>
                </a:cubicBezTo>
                <a:cubicBezTo>
                  <a:pt x="146417" y="30863"/>
                  <a:pt x="145891" y="31569"/>
                  <a:pt x="145535" y="32385"/>
                </a:cubicBezTo>
                <a:cubicBezTo>
                  <a:pt x="145179" y="33201"/>
                  <a:pt x="145001" y="34085"/>
                  <a:pt x="145001" y="35037"/>
                </a:cubicBezTo>
                <a:cubicBezTo>
                  <a:pt x="145001" y="36362"/>
                  <a:pt x="145340" y="37474"/>
                  <a:pt x="146019" y="38375"/>
                </a:cubicBezTo>
                <a:cubicBezTo>
                  <a:pt x="146697" y="39275"/>
                  <a:pt x="147580" y="40065"/>
                  <a:pt x="148666" y="40745"/>
                </a:cubicBezTo>
                <a:cubicBezTo>
                  <a:pt x="149752" y="41424"/>
                  <a:pt x="150991" y="42035"/>
                  <a:pt x="152382" y="42579"/>
                </a:cubicBezTo>
                <a:cubicBezTo>
                  <a:pt x="153774" y="43122"/>
                  <a:pt x="155191" y="43683"/>
                  <a:pt x="156633" y="44261"/>
                </a:cubicBezTo>
                <a:cubicBezTo>
                  <a:pt x="158075" y="44838"/>
                  <a:pt x="159501" y="45483"/>
                  <a:pt x="160909" y="46197"/>
                </a:cubicBezTo>
                <a:cubicBezTo>
                  <a:pt x="162318" y="46911"/>
                  <a:pt x="163565" y="47777"/>
                  <a:pt x="164651" y="48797"/>
                </a:cubicBezTo>
                <a:cubicBezTo>
                  <a:pt x="165737" y="49816"/>
                  <a:pt x="166611" y="51039"/>
                  <a:pt x="167273" y="52467"/>
                </a:cubicBezTo>
                <a:cubicBezTo>
                  <a:pt x="167934" y="53893"/>
                  <a:pt x="168265" y="55592"/>
                  <a:pt x="168265" y="57562"/>
                </a:cubicBezTo>
                <a:close/>
                <a:moveTo>
                  <a:pt x="220253" y="69998"/>
                </a:moveTo>
                <a:cubicBezTo>
                  <a:pt x="220253" y="70269"/>
                  <a:pt x="220185" y="70499"/>
                  <a:pt x="220049" y="70685"/>
                </a:cubicBezTo>
                <a:cubicBezTo>
                  <a:pt x="219913" y="70872"/>
                  <a:pt x="219693" y="71033"/>
                  <a:pt x="219387" y="71169"/>
                </a:cubicBezTo>
                <a:cubicBezTo>
                  <a:pt x="219082" y="71305"/>
                  <a:pt x="218658" y="71406"/>
                  <a:pt x="218115" y="71474"/>
                </a:cubicBezTo>
                <a:cubicBezTo>
                  <a:pt x="217572" y="71542"/>
                  <a:pt x="216893" y="71576"/>
                  <a:pt x="216078" y="71576"/>
                </a:cubicBezTo>
                <a:cubicBezTo>
                  <a:pt x="215230" y="71576"/>
                  <a:pt x="214534" y="71542"/>
                  <a:pt x="213991" y="71474"/>
                </a:cubicBezTo>
                <a:cubicBezTo>
                  <a:pt x="213448" y="71406"/>
                  <a:pt x="213024" y="71305"/>
                  <a:pt x="212718" y="71169"/>
                </a:cubicBezTo>
                <a:cubicBezTo>
                  <a:pt x="212413" y="71033"/>
                  <a:pt x="212192" y="70872"/>
                  <a:pt x="212057" y="70685"/>
                </a:cubicBezTo>
                <a:cubicBezTo>
                  <a:pt x="211921" y="70499"/>
                  <a:pt x="211853" y="70269"/>
                  <a:pt x="211853" y="69998"/>
                </a:cubicBezTo>
                <a:lnTo>
                  <a:pt x="211853" y="43170"/>
                </a:lnTo>
                <a:cubicBezTo>
                  <a:pt x="211853" y="40556"/>
                  <a:pt x="211649" y="38452"/>
                  <a:pt x="211242" y="36857"/>
                </a:cubicBezTo>
                <a:cubicBezTo>
                  <a:pt x="210835" y="35262"/>
                  <a:pt x="210241" y="33887"/>
                  <a:pt x="209460" y="32734"/>
                </a:cubicBezTo>
                <a:cubicBezTo>
                  <a:pt x="208680" y="31580"/>
                  <a:pt x="207670" y="30697"/>
                  <a:pt x="206431" y="30086"/>
                </a:cubicBezTo>
                <a:cubicBezTo>
                  <a:pt x="205193" y="29475"/>
                  <a:pt x="203759" y="29170"/>
                  <a:pt x="202130" y="29170"/>
                </a:cubicBezTo>
                <a:cubicBezTo>
                  <a:pt x="200026" y="29170"/>
                  <a:pt x="197921" y="29917"/>
                  <a:pt x="195817" y="31410"/>
                </a:cubicBezTo>
                <a:cubicBezTo>
                  <a:pt x="193713" y="32903"/>
                  <a:pt x="191507" y="35092"/>
                  <a:pt x="189199" y="37977"/>
                </a:cubicBezTo>
                <a:lnTo>
                  <a:pt x="189199" y="69998"/>
                </a:lnTo>
                <a:cubicBezTo>
                  <a:pt x="189199" y="70269"/>
                  <a:pt x="189131" y="70499"/>
                  <a:pt x="188996" y="70685"/>
                </a:cubicBezTo>
                <a:cubicBezTo>
                  <a:pt x="188860" y="70872"/>
                  <a:pt x="188639" y="71033"/>
                  <a:pt x="188334" y="71169"/>
                </a:cubicBezTo>
                <a:cubicBezTo>
                  <a:pt x="188028" y="71305"/>
                  <a:pt x="187604" y="71406"/>
                  <a:pt x="187061" y="71474"/>
                </a:cubicBezTo>
                <a:cubicBezTo>
                  <a:pt x="186518" y="71542"/>
                  <a:pt x="185822" y="71576"/>
                  <a:pt x="184974" y="71576"/>
                </a:cubicBezTo>
                <a:cubicBezTo>
                  <a:pt x="184159" y="71576"/>
                  <a:pt x="183481" y="71542"/>
                  <a:pt x="182938" y="71474"/>
                </a:cubicBezTo>
                <a:cubicBezTo>
                  <a:pt x="182395" y="71406"/>
                  <a:pt x="181962" y="71305"/>
                  <a:pt x="181639" y="71169"/>
                </a:cubicBezTo>
                <a:cubicBezTo>
                  <a:pt x="181317" y="71033"/>
                  <a:pt x="181096" y="70872"/>
                  <a:pt x="180978" y="70685"/>
                </a:cubicBezTo>
                <a:cubicBezTo>
                  <a:pt x="180859" y="70497"/>
                  <a:pt x="180799" y="70268"/>
                  <a:pt x="180799" y="69996"/>
                </a:cubicBezTo>
                <a:lnTo>
                  <a:pt x="180799" y="1936"/>
                </a:lnTo>
                <a:cubicBezTo>
                  <a:pt x="180799" y="1665"/>
                  <a:pt x="180859" y="1427"/>
                  <a:pt x="180978" y="1223"/>
                </a:cubicBezTo>
                <a:cubicBezTo>
                  <a:pt x="181096" y="1019"/>
                  <a:pt x="181317" y="848"/>
                  <a:pt x="181639" y="713"/>
                </a:cubicBezTo>
                <a:cubicBezTo>
                  <a:pt x="181962" y="577"/>
                  <a:pt x="182395" y="475"/>
                  <a:pt x="182938" y="407"/>
                </a:cubicBezTo>
                <a:cubicBezTo>
                  <a:pt x="183481" y="339"/>
                  <a:pt x="184159" y="305"/>
                  <a:pt x="184974" y="305"/>
                </a:cubicBezTo>
                <a:cubicBezTo>
                  <a:pt x="185822" y="305"/>
                  <a:pt x="186518" y="339"/>
                  <a:pt x="187061" y="407"/>
                </a:cubicBezTo>
                <a:cubicBezTo>
                  <a:pt x="187604" y="475"/>
                  <a:pt x="188028" y="577"/>
                  <a:pt x="188334" y="714"/>
                </a:cubicBezTo>
                <a:cubicBezTo>
                  <a:pt x="188639" y="850"/>
                  <a:pt x="188860" y="1020"/>
                  <a:pt x="188996" y="1223"/>
                </a:cubicBezTo>
                <a:cubicBezTo>
                  <a:pt x="189131" y="1427"/>
                  <a:pt x="189199" y="1665"/>
                  <a:pt x="189199" y="1938"/>
                </a:cubicBezTo>
                <a:lnTo>
                  <a:pt x="189199" y="29425"/>
                </a:lnTo>
                <a:cubicBezTo>
                  <a:pt x="191609" y="26879"/>
                  <a:pt x="194035" y="24987"/>
                  <a:pt x="196479" y="23748"/>
                </a:cubicBezTo>
                <a:cubicBezTo>
                  <a:pt x="198923" y="22510"/>
                  <a:pt x="201383" y="21890"/>
                  <a:pt x="203861" y="21890"/>
                </a:cubicBezTo>
                <a:cubicBezTo>
                  <a:pt x="206915" y="21890"/>
                  <a:pt x="209486" y="22408"/>
                  <a:pt x="211573" y="23443"/>
                </a:cubicBezTo>
                <a:cubicBezTo>
                  <a:pt x="213660" y="24478"/>
                  <a:pt x="215349" y="25861"/>
                  <a:pt x="216638" y="27592"/>
                </a:cubicBezTo>
                <a:cubicBezTo>
                  <a:pt x="217928" y="29323"/>
                  <a:pt x="218853" y="31351"/>
                  <a:pt x="219413" y="33675"/>
                </a:cubicBezTo>
                <a:cubicBezTo>
                  <a:pt x="219973" y="36000"/>
                  <a:pt x="220253" y="38809"/>
                  <a:pt x="220253" y="42101"/>
                </a:cubicBezTo>
                <a:lnTo>
                  <a:pt x="220253" y="699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SearchTools">
            <a:extLst xmlns:a="http://schemas.openxmlformats.org/drawingml/2006/main">
              <a:ext uri="{FF2B5EF4-FFF2-40B4-BE49-F238E27FC236}">
                <a16:creationId xmlns:a16="http://schemas.microsoft.com/office/drawing/2014/main" id="{8FC38DDC-701F-442E-8893-CFEA154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110" y="1685382"/>
            <a:ext cx="831356" cy="108783"/>
          </a:xfrm>
          <a:custGeom xmlns:a="http://schemas.openxmlformats.org/drawingml/2006/main">
            <a:pathLst>
              <a:path w="831356" h="108783">
                <a:moveTo>
                  <a:pt x="65761" y="0"/>
                </a:moveTo>
                <a:lnTo>
                  <a:pt x="66607" y="34725"/>
                </a:lnTo>
                <a:lnTo>
                  <a:pt x="63457" y="34725"/>
                </a:lnTo>
                <a:cubicBezTo>
                  <a:pt x="61971" y="26040"/>
                  <a:pt x="58322" y="19055"/>
                  <a:pt x="52509" y="13768"/>
                </a:cubicBezTo>
                <a:cubicBezTo>
                  <a:pt x="46696" y="8482"/>
                  <a:pt x="40410" y="5839"/>
                  <a:pt x="33649" y="5839"/>
                </a:cubicBezTo>
                <a:cubicBezTo>
                  <a:pt x="28425" y="5839"/>
                  <a:pt x="24289" y="7230"/>
                  <a:pt x="21242" y="10014"/>
                </a:cubicBezTo>
                <a:cubicBezTo>
                  <a:pt x="18195" y="12795"/>
                  <a:pt x="16671" y="15999"/>
                  <a:pt x="16671" y="19624"/>
                </a:cubicBezTo>
                <a:cubicBezTo>
                  <a:pt x="16671" y="21920"/>
                  <a:pt x="17209" y="23963"/>
                  <a:pt x="18284" y="25750"/>
                </a:cubicBezTo>
                <a:cubicBezTo>
                  <a:pt x="19769" y="28150"/>
                  <a:pt x="22151" y="30523"/>
                  <a:pt x="25429" y="32871"/>
                </a:cubicBezTo>
                <a:cubicBezTo>
                  <a:pt x="27836" y="34556"/>
                  <a:pt x="33393" y="37544"/>
                  <a:pt x="42100" y="41833"/>
                </a:cubicBezTo>
                <a:cubicBezTo>
                  <a:pt x="54289" y="47806"/>
                  <a:pt x="62509" y="53449"/>
                  <a:pt x="66760" y="58761"/>
                </a:cubicBezTo>
                <a:cubicBezTo>
                  <a:pt x="70960" y="64071"/>
                  <a:pt x="73060" y="70148"/>
                  <a:pt x="73060" y="76992"/>
                </a:cubicBezTo>
                <a:cubicBezTo>
                  <a:pt x="73060" y="85673"/>
                  <a:pt x="69667" y="93142"/>
                  <a:pt x="62881" y="99398"/>
                </a:cubicBezTo>
                <a:cubicBezTo>
                  <a:pt x="56094" y="105655"/>
                  <a:pt x="47477" y="108783"/>
                  <a:pt x="37029" y="108783"/>
                </a:cubicBezTo>
                <a:cubicBezTo>
                  <a:pt x="33751" y="108783"/>
                  <a:pt x="30653" y="108450"/>
                  <a:pt x="27734" y="107784"/>
                </a:cubicBezTo>
                <a:cubicBezTo>
                  <a:pt x="24814" y="107118"/>
                  <a:pt x="21152" y="105864"/>
                  <a:pt x="16748" y="104020"/>
                </a:cubicBezTo>
                <a:cubicBezTo>
                  <a:pt x="14289" y="102996"/>
                  <a:pt x="12266" y="102483"/>
                  <a:pt x="10679" y="102483"/>
                </a:cubicBezTo>
                <a:cubicBezTo>
                  <a:pt x="9347" y="102483"/>
                  <a:pt x="7938" y="103002"/>
                  <a:pt x="6453" y="104039"/>
                </a:cubicBezTo>
                <a:cubicBezTo>
                  <a:pt x="4968" y="105076"/>
                  <a:pt x="3764" y="106658"/>
                  <a:pt x="2842" y="108783"/>
                </a:cubicBezTo>
                <a:lnTo>
                  <a:pt x="0" y="108783"/>
                </a:lnTo>
                <a:lnTo>
                  <a:pt x="0" y="69449"/>
                </a:lnTo>
                <a:lnTo>
                  <a:pt x="2842" y="69449"/>
                </a:lnTo>
                <a:cubicBezTo>
                  <a:pt x="5096" y="80486"/>
                  <a:pt x="9437" y="88905"/>
                  <a:pt x="15864" y="94705"/>
                </a:cubicBezTo>
                <a:cubicBezTo>
                  <a:pt x="22292" y="100505"/>
                  <a:pt x="29219" y="103405"/>
                  <a:pt x="36645" y="103405"/>
                </a:cubicBezTo>
                <a:cubicBezTo>
                  <a:pt x="42381" y="103405"/>
                  <a:pt x="46952" y="101848"/>
                  <a:pt x="50358" y="98733"/>
                </a:cubicBezTo>
                <a:cubicBezTo>
                  <a:pt x="53764" y="95619"/>
                  <a:pt x="55467" y="91994"/>
                  <a:pt x="55467" y="87858"/>
                </a:cubicBezTo>
                <a:cubicBezTo>
                  <a:pt x="55467" y="85408"/>
                  <a:pt x="54814" y="83034"/>
                  <a:pt x="53508" y="80737"/>
                </a:cubicBezTo>
                <a:cubicBezTo>
                  <a:pt x="52202" y="78439"/>
                  <a:pt x="50217" y="76256"/>
                  <a:pt x="47554" y="74188"/>
                </a:cubicBezTo>
                <a:cubicBezTo>
                  <a:pt x="44891" y="72120"/>
                  <a:pt x="40179" y="69427"/>
                  <a:pt x="33419" y="66110"/>
                </a:cubicBezTo>
                <a:cubicBezTo>
                  <a:pt x="23944" y="61463"/>
                  <a:pt x="17132" y="57504"/>
                  <a:pt x="12983" y="54231"/>
                </a:cubicBezTo>
                <a:cubicBezTo>
                  <a:pt x="8835" y="50958"/>
                  <a:pt x="5647" y="47301"/>
                  <a:pt x="3419" y="43262"/>
                </a:cubicBezTo>
                <a:cubicBezTo>
                  <a:pt x="1191" y="39222"/>
                  <a:pt x="77" y="34773"/>
                  <a:pt x="77" y="29916"/>
                </a:cubicBezTo>
                <a:cubicBezTo>
                  <a:pt x="77" y="21632"/>
                  <a:pt x="3124" y="14575"/>
                  <a:pt x="9219" y="8746"/>
                </a:cubicBezTo>
                <a:cubicBezTo>
                  <a:pt x="15314" y="2915"/>
                  <a:pt x="22996" y="0"/>
                  <a:pt x="32266" y="0"/>
                </a:cubicBezTo>
                <a:cubicBezTo>
                  <a:pt x="35646" y="0"/>
                  <a:pt x="38924" y="415"/>
                  <a:pt x="42100" y="1244"/>
                </a:cubicBezTo>
                <a:cubicBezTo>
                  <a:pt x="44507" y="1865"/>
                  <a:pt x="47439" y="3016"/>
                  <a:pt x="50896" y="4698"/>
                </a:cubicBezTo>
                <a:cubicBezTo>
                  <a:pt x="54353" y="6380"/>
                  <a:pt x="56773" y="7221"/>
                  <a:pt x="58156" y="7221"/>
                </a:cubicBezTo>
                <a:cubicBezTo>
                  <a:pt x="59488" y="7221"/>
                  <a:pt x="60537" y="6808"/>
                  <a:pt x="61306" y="5980"/>
                </a:cubicBezTo>
                <a:cubicBezTo>
                  <a:pt x="62074" y="5151"/>
                  <a:pt x="62791" y="3158"/>
                  <a:pt x="63457" y="0"/>
                </a:cubicBezTo>
                <a:lnTo>
                  <a:pt x="65761" y="0"/>
                </a:lnTo>
                <a:close/>
                <a:moveTo>
                  <a:pt x="144883" y="67913"/>
                </a:moveTo>
                <a:lnTo>
                  <a:pt x="105472" y="67913"/>
                </a:lnTo>
                <a:cubicBezTo>
                  <a:pt x="105933" y="77464"/>
                  <a:pt x="108468" y="85013"/>
                  <a:pt x="113078" y="90559"/>
                </a:cubicBezTo>
                <a:cubicBezTo>
                  <a:pt x="116612" y="94821"/>
                  <a:pt x="120863" y="96952"/>
                  <a:pt x="125831" y="96952"/>
                </a:cubicBezTo>
                <a:cubicBezTo>
                  <a:pt x="128904" y="96952"/>
                  <a:pt x="131695" y="96094"/>
                  <a:pt x="134205" y="94378"/>
                </a:cubicBezTo>
                <a:cubicBezTo>
                  <a:pt x="136714" y="92663"/>
                  <a:pt x="139403" y="89577"/>
                  <a:pt x="142271" y="85121"/>
                </a:cubicBezTo>
                <a:lnTo>
                  <a:pt x="144883" y="86811"/>
                </a:lnTo>
                <a:cubicBezTo>
                  <a:pt x="140991" y="94750"/>
                  <a:pt x="136689" y="100371"/>
                  <a:pt x="131977" y="103674"/>
                </a:cubicBezTo>
                <a:cubicBezTo>
                  <a:pt x="127265" y="106978"/>
                  <a:pt x="121810" y="108629"/>
                  <a:pt x="115613" y="108629"/>
                </a:cubicBezTo>
                <a:cubicBezTo>
                  <a:pt x="104960" y="108629"/>
                  <a:pt x="96894" y="104528"/>
                  <a:pt x="91413" y="96325"/>
                </a:cubicBezTo>
                <a:cubicBezTo>
                  <a:pt x="87009" y="89712"/>
                  <a:pt x="84807" y="81510"/>
                  <a:pt x="84807" y="71718"/>
                </a:cubicBezTo>
                <a:cubicBezTo>
                  <a:pt x="84807" y="59720"/>
                  <a:pt x="88046" y="50172"/>
                  <a:pt x="94525" y="43072"/>
                </a:cubicBezTo>
                <a:cubicBezTo>
                  <a:pt x="101004" y="35971"/>
                  <a:pt x="108596" y="32420"/>
                  <a:pt x="117303" y="32420"/>
                </a:cubicBezTo>
                <a:cubicBezTo>
                  <a:pt x="124576" y="32420"/>
                  <a:pt x="130888" y="35403"/>
                  <a:pt x="136240" y="41370"/>
                </a:cubicBezTo>
                <a:cubicBezTo>
                  <a:pt x="141592" y="47336"/>
                  <a:pt x="144473" y="56184"/>
                  <a:pt x="144883" y="67913"/>
                </a:cubicBezTo>
                <a:moveTo>
                  <a:pt x="125984" y="62842"/>
                </a:moveTo>
                <a:cubicBezTo>
                  <a:pt x="125984" y="54596"/>
                  <a:pt x="125536" y="48937"/>
                  <a:pt x="124640" y="45864"/>
                </a:cubicBezTo>
                <a:cubicBezTo>
                  <a:pt x="123744" y="42791"/>
                  <a:pt x="122348" y="40461"/>
                  <a:pt x="120453" y="38873"/>
                </a:cubicBezTo>
                <a:cubicBezTo>
                  <a:pt x="119377" y="37951"/>
                  <a:pt x="117943" y="37490"/>
                  <a:pt x="116151" y="37490"/>
                </a:cubicBezTo>
                <a:cubicBezTo>
                  <a:pt x="113488" y="37490"/>
                  <a:pt x="111311" y="38796"/>
                  <a:pt x="109621" y="41408"/>
                </a:cubicBezTo>
                <a:cubicBezTo>
                  <a:pt x="106599" y="45966"/>
                  <a:pt x="105088" y="52215"/>
                  <a:pt x="105088" y="60153"/>
                </a:cubicBezTo>
                <a:lnTo>
                  <a:pt x="105088" y="62842"/>
                </a:lnTo>
                <a:lnTo>
                  <a:pt x="125984" y="62842"/>
                </a:lnTo>
                <a:close/>
                <a:moveTo>
                  <a:pt x="193253" y="95877"/>
                </a:moveTo>
                <a:cubicBezTo>
                  <a:pt x="184496" y="103661"/>
                  <a:pt x="176634" y="107554"/>
                  <a:pt x="169668" y="107554"/>
                </a:cubicBezTo>
                <a:cubicBezTo>
                  <a:pt x="165571" y="107554"/>
                  <a:pt x="162165" y="106205"/>
                  <a:pt x="159451" y="103509"/>
                </a:cubicBezTo>
                <a:cubicBezTo>
                  <a:pt x="156736" y="100810"/>
                  <a:pt x="155379" y="97431"/>
                  <a:pt x="155379" y="93373"/>
                </a:cubicBezTo>
                <a:cubicBezTo>
                  <a:pt x="155379" y="87873"/>
                  <a:pt x="157735" y="82927"/>
                  <a:pt x="162447" y="78534"/>
                </a:cubicBezTo>
                <a:cubicBezTo>
                  <a:pt x="167159" y="74140"/>
                  <a:pt x="177428" y="68295"/>
                  <a:pt x="193253" y="60998"/>
                </a:cubicBezTo>
                <a:lnTo>
                  <a:pt x="193253" y="53777"/>
                </a:lnTo>
                <a:cubicBezTo>
                  <a:pt x="193253" y="48348"/>
                  <a:pt x="192959" y="44929"/>
                  <a:pt x="192370" y="43521"/>
                </a:cubicBezTo>
                <a:cubicBezTo>
                  <a:pt x="191781" y="42112"/>
                  <a:pt x="190667" y="40883"/>
                  <a:pt x="189028" y="39833"/>
                </a:cubicBezTo>
                <a:cubicBezTo>
                  <a:pt x="187389" y="38783"/>
                  <a:pt x="185545" y="38258"/>
                  <a:pt x="183497" y="38258"/>
                </a:cubicBezTo>
                <a:cubicBezTo>
                  <a:pt x="180168" y="38258"/>
                  <a:pt x="177428" y="39001"/>
                  <a:pt x="175277" y="40486"/>
                </a:cubicBezTo>
                <a:cubicBezTo>
                  <a:pt x="173945" y="41408"/>
                  <a:pt x="173279" y="42484"/>
                  <a:pt x="173279" y="43713"/>
                </a:cubicBezTo>
                <a:cubicBezTo>
                  <a:pt x="173279" y="44788"/>
                  <a:pt x="173996" y="46120"/>
                  <a:pt x="175430" y="47708"/>
                </a:cubicBezTo>
                <a:cubicBezTo>
                  <a:pt x="177376" y="49910"/>
                  <a:pt x="178350" y="52036"/>
                  <a:pt x="178350" y="54084"/>
                </a:cubicBezTo>
                <a:cubicBezTo>
                  <a:pt x="178350" y="56594"/>
                  <a:pt x="177415" y="58732"/>
                  <a:pt x="175546" y="60499"/>
                </a:cubicBezTo>
                <a:cubicBezTo>
                  <a:pt x="173676" y="62266"/>
                  <a:pt x="171231" y="63149"/>
                  <a:pt x="168209" y="63149"/>
                </a:cubicBezTo>
                <a:cubicBezTo>
                  <a:pt x="164982" y="63149"/>
                  <a:pt x="162281" y="62176"/>
                  <a:pt x="160104" y="60230"/>
                </a:cubicBezTo>
                <a:cubicBezTo>
                  <a:pt x="157927" y="58284"/>
                  <a:pt x="156839" y="56005"/>
                  <a:pt x="156839" y="53393"/>
                </a:cubicBezTo>
                <a:cubicBezTo>
                  <a:pt x="156839" y="49705"/>
                  <a:pt x="158298" y="46184"/>
                  <a:pt x="161218" y="42829"/>
                </a:cubicBezTo>
                <a:cubicBezTo>
                  <a:pt x="164137" y="39475"/>
                  <a:pt x="168209" y="36901"/>
                  <a:pt x="173433" y="35109"/>
                </a:cubicBezTo>
                <a:cubicBezTo>
                  <a:pt x="178657" y="33316"/>
                  <a:pt x="184086" y="32420"/>
                  <a:pt x="189720" y="32420"/>
                </a:cubicBezTo>
                <a:cubicBezTo>
                  <a:pt x="196531" y="32420"/>
                  <a:pt x="201922" y="33871"/>
                  <a:pt x="205891" y="36772"/>
                </a:cubicBezTo>
                <a:cubicBezTo>
                  <a:pt x="209860" y="39672"/>
                  <a:pt x="212434" y="42817"/>
                  <a:pt x="213612" y="46205"/>
                </a:cubicBezTo>
                <a:cubicBezTo>
                  <a:pt x="214329" y="48361"/>
                  <a:pt x="214687" y="53314"/>
                  <a:pt x="214687" y="61066"/>
                </a:cubicBezTo>
                <a:lnTo>
                  <a:pt x="214687" y="89018"/>
                </a:lnTo>
                <a:cubicBezTo>
                  <a:pt x="214687" y="92303"/>
                  <a:pt x="214815" y="94370"/>
                  <a:pt x="215072" y="95219"/>
                </a:cubicBezTo>
                <a:cubicBezTo>
                  <a:pt x="215328" y="96065"/>
                  <a:pt x="215712" y="96694"/>
                  <a:pt x="216224" y="97106"/>
                </a:cubicBezTo>
                <a:cubicBezTo>
                  <a:pt x="216736" y="97515"/>
                  <a:pt x="217325" y="97720"/>
                  <a:pt x="217991" y="97720"/>
                </a:cubicBezTo>
                <a:cubicBezTo>
                  <a:pt x="219322" y="97720"/>
                  <a:pt x="220680" y="96773"/>
                  <a:pt x="222063" y="94878"/>
                </a:cubicBezTo>
                <a:lnTo>
                  <a:pt x="224367" y="96722"/>
                </a:lnTo>
                <a:cubicBezTo>
                  <a:pt x="221806" y="100512"/>
                  <a:pt x="219156" y="103264"/>
                  <a:pt x="216416" y="104980"/>
                </a:cubicBezTo>
                <a:cubicBezTo>
                  <a:pt x="213676" y="106696"/>
                  <a:pt x="210565" y="107554"/>
                  <a:pt x="207082" y="107554"/>
                </a:cubicBezTo>
                <a:cubicBezTo>
                  <a:pt x="202985" y="107554"/>
                  <a:pt x="199784" y="106587"/>
                  <a:pt x="197479" y="104654"/>
                </a:cubicBezTo>
                <a:cubicBezTo>
                  <a:pt x="195174" y="102720"/>
                  <a:pt x="193766" y="99795"/>
                  <a:pt x="193253" y="95877"/>
                </a:cubicBezTo>
                <a:moveTo>
                  <a:pt x="193253" y="90192"/>
                </a:moveTo>
                <a:lnTo>
                  <a:pt x="193253" y="66160"/>
                </a:lnTo>
                <a:cubicBezTo>
                  <a:pt x="187056" y="69814"/>
                  <a:pt x="182447" y="73726"/>
                  <a:pt x="179425" y="77895"/>
                </a:cubicBezTo>
                <a:cubicBezTo>
                  <a:pt x="177428" y="80673"/>
                  <a:pt x="176429" y="83478"/>
                  <a:pt x="176429" y="86310"/>
                </a:cubicBezTo>
                <a:cubicBezTo>
                  <a:pt x="176429" y="88677"/>
                  <a:pt x="177274" y="90761"/>
                  <a:pt x="178964" y="92564"/>
                </a:cubicBezTo>
                <a:cubicBezTo>
                  <a:pt x="180245" y="93953"/>
                  <a:pt x="182037" y="94647"/>
                  <a:pt x="184342" y="94647"/>
                </a:cubicBezTo>
                <a:cubicBezTo>
                  <a:pt x="186903" y="94647"/>
                  <a:pt x="189873" y="93162"/>
                  <a:pt x="193253" y="90192"/>
                </a:cubicBezTo>
                <a:close/>
                <a:moveTo>
                  <a:pt x="261647" y="34571"/>
                </a:moveTo>
                <a:lnTo>
                  <a:pt x="261647" y="50858"/>
                </a:lnTo>
                <a:cubicBezTo>
                  <a:pt x="266410" y="43431"/>
                  <a:pt x="270584" y="38502"/>
                  <a:pt x="274170" y="36069"/>
                </a:cubicBezTo>
                <a:cubicBezTo>
                  <a:pt x="277755" y="33636"/>
                  <a:pt x="281212" y="32420"/>
                  <a:pt x="284541" y="32420"/>
                </a:cubicBezTo>
                <a:cubicBezTo>
                  <a:pt x="287409" y="32420"/>
                  <a:pt x="289701" y="33306"/>
                  <a:pt x="291417" y="35080"/>
                </a:cubicBezTo>
                <a:cubicBezTo>
                  <a:pt x="293132" y="36853"/>
                  <a:pt x="293990" y="39359"/>
                  <a:pt x="293990" y="42597"/>
                </a:cubicBezTo>
                <a:cubicBezTo>
                  <a:pt x="293990" y="46041"/>
                  <a:pt x="293158" y="48715"/>
                  <a:pt x="291493" y="50618"/>
                </a:cubicBezTo>
                <a:cubicBezTo>
                  <a:pt x="289829" y="52519"/>
                  <a:pt x="287819" y="53470"/>
                  <a:pt x="285463" y="53470"/>
                </a:cubicBezTo>
                <a:cubicBezTo>
                  <a:pt x="282748" y="53470"/>
                  <a:pt x="280392" y="52599"/>
                  <a:pt x="278395" y="50858"/>
                </a:cubicBezTo>
                <a:cubicBezTo>
                  <a:pt x="276397" y="49116"/>
                  <a:pt x="275219" y="48143"/>
                  <a:pt x="274861" y="47938"/>
                </a:cubicBezTo>
                <a:cubicBezTo>
                  <a:pt x="274349" y="47631"/>
                  <a:pt x="273760" y="47477"/>
                  <a:pt x="273094" y="47477"/>
                </a:cubicBezTo>
                <a:cubicBezTo>
                  <a:pt x="271609" y="47477"/>
                  <a:pt x="270200" y="48041"/>
                  <a:pt x="268869" y="49167"/>
                </a:cubicBezTo>
                <a:cubicBezTo>
                  <a:pt x="266769" y="50909"/>
                  <a:pt x="265181" y="53393"/>
                  <a:pt x="264106" y="56619"/>
                </a:cubicBezTo>
                <a:cubicBezTo>
                  <a:pt x="262467" y="61587"/>
                  <a:pt x="261647" y="67067"/>
                  <a:pt x="261647" y="73060"/>
                </a:cubicBezTo>
                <a:lnTo>
                  <a:pt x="261647" y="89577"/>
                </a:lnTo>
                <a:lnTo>
                  <a:pt x="261724" y="93879"/>
                </a:lnTo>
                <a:cubicBezTo>
                  <a:pt x="261724" y="96798"/>
                  <a:pt x="261903" y="98668"/>
                  <a:pt x="262262" y="99487"/>
                </a:cubicBezTo>
                <a:cubicBezTo>
                  <a:pt x="262876" y="100870"/>
                  <a:pt x="263785" y="101882"/>
                  <a:pt x="264989" y="102522"/>
                </a:cubicBezTo>
                <a:cubicBezTo>
                  <a:pt x="266193" y="103162"/>
                  <a:pt x="268228" y="103559"/>
                  <a:pt x="271097" y="103713"/>
                </a:cubicBezTo>
                <a:lnTo>
                  <a:pt x="271097" y="106478"/>
                </a:lnTo>
                <a:lnTo>
                  <a:pt x="232300" y="106478"/>
                </a:lnTo>
                <a:lnTo>
                  <a:pt x="232300" y="103713"/>
                </a:lnTo>
                <a:cubicBezTo>
                  <a:pt x="235425" y="103457"/>
                  <a:pt x="237537" y="102599"/>
                  <a:pt x="238638" y="101139"/>
                </a:cubicBezTo>
                <a:cubicBezTo>
                  <a:pt x="239739" y="99679"/>
                  <a:pt x="240290" y="95825"/>
                  <a:pt x="240290" y="89577"/>
                </a:cubicBezTo>
                <a:lnTo>
                  <a:pt x="240290" y="49782"/>
                </a:lnTo>
                <a:cubicBezTo>
                  <a:pt x="240290" y="45659"/>
                  <a:pt x="240085" y="43031"/>
                  <a:pt x="239675" y="41898"/>
                </a:cubicBezTo>
                <a:cubicBezTo>
                  <a:pt x="239163" y="40454"/>
                  <a:pt x="238421" y="39398"/>
                  <a:pt x="237448" y="38729"/>
                </a:cubicBezTo>
                <a:cubicBezTo>
                  <a:pt x="236474" y="38058"/>
                  <a:pt x="234759" y="37594"/>
                  <a:pt x="232300" y="37337"/>
                </a:cubicBezTo>
                <a:lnTo>
                  <a:pt x="232300" y="34571"/>
                </a:lnTo>
                <a:lnTo>
                  <a:pt x="261647" y="34571"/>
                </a:lnTo>
                <a:close/>
                <a:moveTo>
                  <a:pt x="357198" y="87904"/>
                </a:moveTo>
                <a:lnTo>
                  <a:pt x="359580" y="89745"/>
                </a:lnTo>
                <a:cubicBezTo>
                  <a:pt x="356200" y="96117"/>
                  <a:pt x="351987" y="100857"/>
                  <a:pt x="346942" y="103967"/>
                </a:cubicBezTo>
                <a:cubicBezTo>
                  <a:pt x="341897" y="107075"/>
                  <a:pt x="336533" y="108629"/>
                  <a:pt x="330848" y="108629"/>
                </a:cubicBezTo>
                <a:cubicBezTo>
                  <a:pt x="321270" y="108629"/>
                  <a:pt x="313613" y="105015"/>
                  <a:pt x="307877" y="97788"/>
                </a:cubicBezTo>
                <a:cubicBezTo>
                  <a:pt x="302141" y="90558"/>
                  <a:pt x="299273" y="81868"/>
                  <a:pt x="299273" y="71718"/>
                </a:cubicBezTo>
                <a:cubicBezTo>
                  <a:pt x="299273" y="61924"/>
                  <a:pt x="301885" y="53311"/>
                  <a:pt x="307109" y="45878"/>
                </a:cubicBezTo>
                <a:cubicBezTo>
                  <a:pt x="313409" y="36906"/>
                  <a:pt x="322090" y="32420"/>
                  <a:pt x="333152" y="32420"/>
                </a:cubicBezTo>
                <a:cubicBezTo>
                  <a:pt x="340579" y="32420"/>
                  <a:pt x="346481" y="34295"/>
                  <a:pt x="350860" y="38045"/>
                </a:cubicBezTo>
                <a:cubicBezTo>
                  <a:pt x="355239" y="41793"/>
                  <a:pt x="357429" y="45978"/>
                  <a:pt x="357429" y="50601"/>
                </a:cubicBezTo>
                <a:cubicBezTo>
                  <a:pt x="357429" y="53528"/>
                  <a:pt x="356545" y="55865"/>
                  <a:pt x="354778" y="57611"/>
                </a:cubicBezTo>
                <a:cubicBezTo>
                  <a:pt x="353011" y="59357"/>
                  <a:pt x="350694" y="60230"/>
                  <a:pt x="347826" y="60230"/>
                </a:cubicBezTo>
                <a:cubicBezTo>
                  <a:pt x="344804" y="60230"/>
                  <a:pt x="342307" y="59228"/>
                  <a:pt x="340335" y="57224"/>
                </a:cubicBezTo>
                <a:cubicBezTo>
                  <a:pt x="338364" y="55219"/>
                  <a:pt x="337147" y="51647"/>
                  <a:pt x="336686" y="46507"/>
                </a:cubicBezTo>
                <a:cubicBezTo>
                  <a:pt x="336379" y="43270"/>
                  <a:pt x="335636" y="41008"/>
                  <a:pt x="334458" y="39723"/>
                </a:cubicBezTo>
                <a:cubicBezTo>
                  <a:pt x="333280" y="38439"/>
                  <a:pt x="331898" y="37797"/>
                  <a:pt x="330310" y="37797"/>
                </a:cubicBezTo>
                <a:cubicBezTo>
                  <a:pt x="327851" y="37797"/>
                  <a:pt x="325752" y="39103"/>
                  <a:pt x="324010" y="41716"/>
                </a:cubicBezTo>
                <a:cubicBezTo>
                  <a:pt x="321347" y="45659"/>
                  <a:pt x="320015" y="51703"/>
                  <a:pt x="320015" y="59846"/>
                </a:cubicBezTo>
                <a:cubicBezTo>
                  <a:pt x="320015" y="66607"/>
                  <a:pt x="321091" y="73073"/>
                  <a:pt x="323242" y="79244"/>
                </a:cubicBezTo>
                <a:cubicBezTo>
                  <a:pt x="325393" y="85416"/>
                  <a:pt x="328338" y="90012"/>
                  <a:pt x="332077" y="93034"/>
                </a:cubicBezTo>
                <a:cubicBezTo>
                  <a:pt x="334894" y="95236"/>
                  <a:pt x="338223" y="96338"/>
                  <a:pt x="342064" y="96338"/>
                </a:cubicBezTo>
                <a:cubicBezTo>
                  <a:pt x="344574" y="96338"/>
                  <a:pt x="346955" y="95750"/>
                  <a:pt x="349209" y="94575"/>
                </a:cubicBezTo>
                <a:cubicBezTo>
                  <a:pt x="351462" y="93399"/>
                  <a:pt x="354125" y="91175"/>
                  <a:pt x="357198" y="87904"/>
                </a:cubicBezTo>
                <a:close/>
                <a:moveTo>
                  <a:pt x="397502" y="2305"/>
                </a:moveTo>
                <a:lnTo>
                  <a:pt x="397502" y="43867"/>
                </a:lnTo>
                <a:cubicBezTo>
                  <a:pt x="401446" y="39689"/>
                  <a:pt x="405057" y="36737"/>
                  <a:pt x="408335" y="35010"/>
                </a:cubicBezTo>
                <a:cubicBezTo>
                  <a:pt x="411612" y="33283"/>
                  <a:pt x="415018" y="32420"/>
                  <a:pt x="418552" y="32420"/>
                </a:cubicBezTo>
                <a:cubicBezTo>
                  <a:pt x="423059" y="32420"/>
                  <a:pt x="426913" y="33700"/>
                  <a:pt x="430114" y="36261"/>
                </a:cubicBezTo>
                <a:cubicBezTo>
                  <a:pt x="433315" y="38822"/>
                  <a:pt x="435441" y="41831"/>
                  <a:pt x="436491" y="45288"/>
                </a:cubicBezTo>
                <a:cubicBezTo>
                  <a:pt x="437541" y="48745"/>
                  <a:pt x="438066" y="54571"/>
                  <a:pt x="438066" y="62765"/>
                </a:cubicBezTo>
                <a:lnTo>
                  <a:pt x="438066" y="90806"/>
                </a:lnTo>
                <a:cubicBezTo>
                  <a:pt x="438066" y="96320"/>
                  <a:pt x="438578" y="99759"/>
                  <a:pt x="439602" y="101125"/>
                </a:cubicBezTo>
                <a:cubicBezTo>
                  <a:pt x="440626" y="102490"/>
                  <a:pt x="442701" y="103353"/>
                  <a:pt x="445825" y="103713"/>
                </a:cubicBezTo>
                <a:lnTo>
                  <a:pt x="445825" y="106478"/>
                </a:lnTo>
                <a:lnTo>
                  <a:pt x="409410" y="106478"/>
                </a:lnTo>
                <a:lnTo>
                  <a:pt x="409410" y="103713"/>
                </a:lnTo>
                <a:cubicBezTo>
                  <a:pt x="411971" y="103353"/>
                  <a:pt x="413892" y="102322"/>
                  <a:pt x="415172" y="100620"/>
                </a:cubicBezTo>
                <a:cubicBezTo>
                  <a:pt x="416094" y="99281"/>
                  <a:pt x="416555" y="96009"/>
                  <a:pt x="416555" y="90806"/>
                </a:cubicBezTo>
                <a:lnTo>
                  <a:pt x="416555" y="58821"/>
                </a:lnTo>
                <a:cubicBezTo>
                  <a:pt x="416555" y="52889"/>
                  <a:pt x="416324" y="49170"/>
                  <a:pt x="415863" y="47662"/>
                </a:cubicBezTo>
                <a:cubicBezTo>
                  <a:pt x="415402" y="46153"/>
                  <a:pt x="414621" y="44977"/>
                  <a:pt x="413520" y="44133"/>
                </a:cubicBezTo>
                <a:cubicBezTo>
                  <a:pt x="412419" y="43290"/>
                  <a:pt x="411177" y="42868"/>
                  <a:pt x="409794" y="42868"/>
                </a:cubicBezTo>
                <a:cubicBezTo>
                  <a:pt x="407746" y="42868"/>
                  <a:pt x="405748" y="43572"/>
                  <a:pt x="403802" y="44981"/>
                </a:cubicBezTo>
                <a:cubicBezTo>
                  <a:pt x="401856" y="46389"/>
                  <a:pt x="399756" y="48860"/>
                  <a:pt x="397502" y="52394"/>
                </a:cubicBezTo>
                <a:lnTo>
                  <a:pt x="397502" y="90806"/>
                </a:lnTo>
                <a:cubicBezTo>
                  <a:pt x="397502" y="95958"/>
                  <a:pt x="397887" y="99178"/>
                  <a:pt x="398655" y="100467"/>
                </a:cubicBezTo>
                <a:cubicBezTo>
                  <a:pt x="399628" y="102218"/>
                  <a:pt x="401625" y="103300"/>
                  <a:pt x="404647" y="103713"/>
                </a:cubicBezTo>
                <a:lnTo>
                  <a:pt x="404647" y="106478"/>
                </a:lnTo>
                <a:lnTo>
                  <a:pt x="368232" y="106478"/>
                </a:lnTo>
                <a:lnTo>
                  <a:pt x="368232" y="103713"/>
                </a:lnTo>
                <a:cubicBezTo>
                  <a:pt x="371254" y="103404"/>
                  <a:pt x="373405" y="102425"/>
                  <a:pt x="374686" y="100776"/>
                </a:cubicBezTo>
                <a:cubicBezTo>
                  <a:pt x="375556" y="99643"/>
                  <a:pt x="375992" y="96320"/>
                  <a:pt x="375992" y="90806"/>
                </a:cubicBezTo>
                <a:lnTo>
                  <a:pt x="375992" y="17977"/>
                </a:lnTo>
                <a:cubicBezTo>
                  <a:pt x="375992" y="12482"/>
                  <a:pt x="375492" y="9061"/>
                  <a:pt x="374494" y="7714"/>
                </a:cubicBezTo>
                <a:cubicBezTo>
                  <a:pt x="373495" y="6366"/>
                  <a:pt x="371408" y="5485"/>
                  <a:pt x="368232" y="5070"/>
                </a:cubicBezTo>
                <a:lnTo>
                  <a:pt x="368232" y="2305"/>
                </a:lnTo>
                <a:lnTo>
                  <a:pt x="397502" y="2305"/>
                </a:lnTo>
                <a:close/>
                <a:moveTo>
                  <a:pt x="585211" y="2305"/>
                </a:moveTo>
                <a:lnTo>
                  <a:pt x="585211" y="30576"/>
                </a:lnTo>
                <a:lnTo>
                  <a:pt x="582446" y="30576"/>
                </a:lnTo>
                <a:cubicBezTo>
                  <a:pt x="580807" y="24049"/>
                  <a:pt x="578988" y="19360"/>
                  <a:pt x="576991" y="16508"/>
                </a:cubicBezTo>
                <a:cubicBezTo>
                  <a:pt x="574994" y="13655"/>
                  <a:pt x="572254" y="11381"/>
                  <a:pt x="568771" y="9685"/>
                </a:cubicBezTo>
                <a:cubicBezTo>
                  <a:pt x="566825" y="8760"/>
                  <a:pt x="563419" y="8297"/>
                  <a:pt x="558553" y="8297"/>
                </a:cubicBezTo>
                <a:lnTo>
                  <a:pt x="550794" y="8297"/>
                </a:lnTo>
                <a:lnTo>
                  <a:pt x="550794" y="88655"/>
                </a:lnTo>
                <a:cubicBezTo>
                  <a:pt x="550794" y="94009"/>
                  <a:pt x="551088" y="97355"/>
                  <a:pt x="551677" y="98695"/>
                </a:cubicBezTo>
                <a:cubicBezTo>
                  <a:pt x="552266" y="100033"/>
                  <a:pt x="553419" y="101204"/>
                  <a:pt x="555135" y="102207"/>
                </a:cubicBezTo>
                <a:cubicBezTo>
                  <a:pt x="556850" y="103211"/>
                  <a:pt x="559193" y="103713"/>
                  <a:pt x="562164" y="103713"/>
                </a:cubicBezTo>
                <a:lnTo>
                  <a:pt x="565621" y="103713"/>
                </a:lnTo>
                <a:lnTo>
                  <a:pt x="565621" y="106478"/>
                </a:lnTo>
                <a:lnTo>
                  <a:pt x="511076" y="106478"/>
                </a:lnTo>
                <a:lnTo>
                  <a:pt x="511076" y="103713"/>
                </a:lnTo>
                <a:lnTo>
                  <a:pt x="514533" y="103713"/>
                </a:lnTo>
                <a:cubicBezTo>
                  <a:pt x="517555" y="103713"/>
                  <a:pt x="519987" y="103172"/>
                  <a:pt x="521831" y="102092"/>
                </a:cubicBezTo>
                <a:cubicBezTo>
                  <a:pt x="523163" y="101370"/>
                  <a:pt x="524213" y="100135"/>
                  <a:pt x="524981" y="98385"/>
                </a:cubicBezTo>
                <a:cubicBezTo>
                  <a:pt x="525544" y="97150"/>
                  <a:pt x="525826" y="93906"/>
                  <a:pt x="525826" y="88655"/>
                </a:cubicBezTo>
                <a:lnTo>
                  <a:pt x="525826" y="8297"/>
                </a:lnTo>
                <a:lnTo>
                  <a:pt x="518297" y="8297"/>
                </a:lnTo>
                <a:cubicBezTo>
                  <a:pt x="511281" y="8297"/>
                  <a:pt x="506185" y="9787"/>
                  <a:pt x="503009" y="12767"/>
                </a:cubicBezTo>
                <a:cubicBezTo>
                  <a:pt x="498554" y="16930"/>
                  <a:pt x="495737" y="22866"/>
                  <a:pt x="494559" y="30576"/>
                </a:cubicBezTo>
                <a:lnTo>
                  <a:pt x="491639" y="30576"/>
                </a:lnTo>
                <a:lnTo>
                  <a:pt x="491639" y="2305"/>
                </a:lnTo>
                <a:lnTo>
                  <a:pt x="585211" y="2305"/>
                </a:lnTo>
                <a:close/>
                <a:moveTo>
                  <a:pt x="615005" y="32420"/>
                </a:moveTo>
                <a:cubicBezTo>
                  <a:pt x="621253" y="32420"/>
                  <a:pt x="627066" y="34035"/>
                  <a:pt x="632444" y="37265"/>
                </a:cubicBezTo>
                <a:cubicBezTo>
                  <a:pt x="637822" y="40494"/>
                  <a:pt x="641906" y="45083"/>
                  <a:pt x="644697" y="51030"/>
                </a:cubicBezTo>
                <a:cubicBezTo>
                  <a:pt x="647489" y="56978"/>
                  <a:pt x="648884" y="63489"/>
                  <a:pt x="648884" y="70563"/>
                </a:cubicBezTo>
                <a:cubicBezTo>
                  <a:pt x="648884" y="80765"/>
                  <a:pt x="646298" y="89301"/>
                  <a:pt x="641125" y="96172"/>
                </a:cubicBezTo>
                <a:cubicBezTo>
                  <a:pt x="634877" y="104477"/>
                  <a:pt x="626247" y="108629"/>
                  <a:pt x="615235" y="108629"/>
                </a:cubicBezTo>
                <a:cubicBezTo>
                  <a:pt x="604429" y="108629"/>
                  <a:pt x="596106" y="104835"/>
                  <a:pt x="590267" y="97247"/>
                </a:cubicBezTo>
                <a:cubicBezTo>
                  <a:pt x="584429" y="89659"/>
                  <a:pt x="581509" y="80867"/>
                  <a:pt x="581509" y="70870"/>
                </a:cubicBezTo>
                <a:cubicBezTo>
                  <a:pt x="581509" y="60566"/>
                  <a:pt x="584493" y="51582"/>
                  <a:pt x="590459" y="43917"/>
                </a:cubicBezTo>
                <a:cubicBezTo>
                  <a:pt x="596426" y="36252"/>
                  <a:pt x="604608" y="32420"/>
                  <a:pt x="615005" y="32420"/>
                </a:cubicBezTo>
                <a:moveTo>
                  <a:pt x="615312" y="37797"/>
                </a:moveTo>
                <a:cubicBezTo>
                  <a:pt x="612700" y="37797"/>
                  <a:pt x="610459" y="38785"/>
                  <a:pt x="608590" y="40760"/>
                </a:cubicBezTo>
                <a:cubicBezTo>
                  <a:pt x="606721" y="42733"/>
                  <a:pt x="605491" y="46630"/>
                  <a:pt x="604902" y="52449"/>
                </a:cubicBezTo>
                <a:cubicBezTo>
                  <a:pt x="604313" y="58269"/>
                  <a:pt x="604019" y="66358"/>
                  <a:pt x="604019" y="76716"/>
                </a:cubicBezTo>
                <a:cubicBezTo>
                  <a:pt x="604019" y="82203"/>
                  <a:pt x="604377" y="87331"/>
                  <a:pt x="605094" y="92100"/>
                </a:cubicBezTo>
                <a:cubicBezTo>
                  <a:pt x="605658" y="95740"/>
                  <a:pt x="606861" y="98509"/>
                  <a:pt x="608705" y="100407"/>
                </a:cubicBezTo>
                <a:cubicBezTo>
                  <a:pt x="610549" y="102303"/>
                  <a:pt x="612649" y="103252"/>
                  <a:pt x="615005" y="103252"/>
                </a:cubicBezTo>
                <a:cubicBezTo>
                  <a:pt x="617310" y="103252"/>
                  <a:pt x="619230" y="102611"/>
                  <a:pt x="620767" y="101329"/>
                </a:cubicBezTo>
                <a:cubicBezTo>
                  <a:pt x="622764" y="99586"/>
                  <a:pt x="624096" y="97150"/>
                  <a:pt x="624761" y="94021"/>
                </a:cubicBezTo>
                <a:cubicBezTo>
                  <a:pt x="625786" y="89150"/>
                  <a:pt x="626298" y="79306"/>
                  <a:pt x="626298" y="64487"/>
                </a:cubicBezTo>
                <a:cubicBezTo>
                  <a:pt x="626298" y="55770"/>
                  <a:pt x="625811" y="49784"/>
                  <a:pt x="624838" y="46529"/>
                </a:cubicBezTo>
                <a:cubicBezTo>
                  <a:pt x="623865" y="43272"/>
                  <a:pt x="622431" y="40900"/>
                  <a:pt x="620536" y="39413"/>
                </a:cubicBezTo>
                <a:cubicBezTo>
                  <a:pt x="619205" y="38336"/>
                  <a:pt x="617463" y="37797"/>
                  <a:pt x="615312" y="37797"/>
                </a:cubicBezTo>
                <a:close/>
                <a:moveTo>
                  <a:pt x="693233" y="32420"/>
                </a:moveTo>
                <a:cubicBezTo>
                  <a:pt x="699481" y="32420"/>
                  <a:pt x="705294" y="34035"/>
                  <a:pt x="710672" y="37265"/>
                </a:cubicBezTo>
                <a:cubicBezTo>
                  <a:pt x="716049" y="40494"/>
                  <a:pt x="720134" y="45083"/>
                  <a:pt x="722925" y="51030"/>
                </a:cubicBezTo>
                <a:cubicBezTo>
                  <a:pt x="725716" y="56978"/>
                  <a:pt x="727112" y="63489"/>
                  <a:pt x="727112" y="70563"/>
                </a:cubicBezTo>
                <a:cubicBezTo>
                  <a:pt x="727112" y="80765"/>
                  <a:pt x="724526" y="89301"/>
                  <a:pt x="719353" y="96172"/>
                </a:cubicBezTo>
                <a:cubicBezTo>
                  <a:pt x="713104" y="104477"/>
                  <a:pt x="704475" y="108629"/>
                  <a:pt x="693463" y="108629"/>
                </a:cubicBezTo>
                <a:cubicBezTo>
                  <a:pt x="682656" y="108629"/>
                  <a:pt x="674334" y="104835"/>
                  <a:pt x="668495" y="97247"/>
                </a:cubicBezTo>
                <a:cubicBezTo>
                  <a:pt x="662657" y="89659"/>
                  <a:pt x="659737" y="80867"/>
                  <a:pt x="659737" y="70870"/>
                </a:cubicBezTo>
                <a:cubicBezTo>
                  <a:pt x="659737" y="60566"/>
                  <a:pt x="662721" y="51582"/>
                  <a:pt x="668687" y="43917"/>
                </a:cubicBezTo>
                <a:cubicBezTo>
                  <a:pt x="674654" y="36252"/>
                  <a:pt x="682836" y="32420"/>
                  <a:pt x="693233" y="32420"/>
                </a:cubicBezTo>
                <a:moveTo>
                  <a:pt x="693540" y="37797"/>
                </a:moveTo>
                <a:cubicBezTo>
                  <a:pt x="690928" y="37797"/>
                  <a:pt x="688687" y="38785"/>
                  <a:pt x="686818" y="40760"/>
                </a:cubicBezTo>
                <a:cubicBezTo>
                  <a:pt x="684948" y="42733"/>
                  <a:pt x="683719" y="46630"/>
                  <a:pt x="683130" y="52449"/>
                </a:cubicBezTo>
                <a:cubicBezTo>
                  <a:pt x="682541" y="58269"/>
                  <a:pt x="682247" y="66358"/>
                  <a:pt x="682247" y="76716"/>
                </a:cubicBezTo>
                <a:cubicBezTo>
                  <a:pt x="682247" y="82203"/>
                  <a:pt x="682605" y="87331"/>
                  <a:pt x="683322" y="92100"/>
                </a:cubicBezTo>
                <a:cubicBezTo>
                  <a:pt x="683886" y="95740"/>
                  <a:pt x="685089" y="98509"/>
                  <a:pt x="686933" y="100407"/>
                </a:cubicBezTo>
                <a:cubicBezTo>
                  <a:pt x="688777" y="102303"/>
                  <a:pt x="690877" y="103252"/>
                  <a:pt x="693233" y="103252"/>
                </a:cubicBezTo>
                <a:cubicBezTo>
                  <a:pt x="695537" y="103252"/>
                  <a:pt x="697458" y="102611"/>
                  <a:pt x="698994" y="101329"/>
                </a:cubicBezTo>
                <a:cubicBezTo>
                  <a:pt x="700992" y="99586"/>
                  <a:pt x="702323" y="97150"/>
                  <a:pt x="702989" y="94021"/>
                </a:cubicBezTo>
                <a:cubicBezTo>
                  <a:pt x="704014" y="89150"/>
                  <a:pt x="704526" y="79306"/>
                  <a:pt x="704526" y="64487"/>
                </a:cubicBezTo>
                <a:cubicBezTo>
                  <a:pt x="704526" y="55770"/>
                  <a:pt x="704039" y="49784"/>
                  <a:pt x="703066" y="46529"/>
                </a:cubicBezTo>
                <a:cubicBezTo>
                  <a:pt x="702093" y="43272"/>
                  <a:pt x="700659" y="40900"/>
                  <a:pt x="698764" y="39413"/>
                </a:cubicBezTo>
                <a:cubicBezTo>
                  <a:pt x="697432" y="38336"/>
                  <a:pt x="695691" y="37797"/>
                  <a:pt x="693540" y="37797"/>
                </a:cubicBezTo>
                <a:close/>
                <a:moveTo>
                  <a:pt x="765698" y="2305"/>
                </a:moveTo>
                <a:lnTo>
                  <a:pt x="765698" y="91574"/>
                </a:lnTo>
                <a:cubicBezTo>
                  <a:pt x="765698" y="96645"/>
                  <a:pt x="766287" y="99884"/>
                  <a:pt x="767465" y="101293"/>
                </a:cubicBezTo>
                <a:cubicBezTo>
                  <a:pt x="768643" y="102701"/>
                  <a:pt x="770948" y="103508"/>
                  <a:pt x="774379" y="103713"/>
                </a:cubicBezTo>
                <a:lnTo>
                  <a:pt x="774379" y="106478"/>
                </a:lnTo>
                <a:lnTo>
                  <a:pt x="735583" y="106478"/>
                </a:lnTo>
                <a:lnTo>
                  <a:pt x="735583" y="103713"/>
                </a:lnTo>
                <a:cubicBezTo>
                  <a:pt x="738758" y="103610"/>
                  <a:pt x="741114" y="102688"/>
                  <a:pt x="742651" y="100947"/>
                </a:cubicBezTo>
                <a:cubicBezTo>
                  <a:pt x="743675" y="99769"/>
                  <a:pt x="744187" y="96645"/>
                  <a:pt x="744187" y="91574"/>
                </a:cubicBezTo>
                <a:lnTo>
                  <a:pt x="744187" y="17209"/>
                </a:lnTo>
                <a:cubicBezTo>
                  <a:pt x="744187" y="12157"/>
                  <a:pt x="743598" y="8924"/>
                  <a:pt x="742420" y="7507"/>
                </a:cubicBezTo>
                <a:cubicBezTo>
                  <a:pt x="741242" y="6089"/>
                  <a:pt x="738963" y="5277"/>
                  <a:pt x="735583" y="5070"/>
                </a:cubicBezTo>
                <a:lnTo>
                  <a:pt x="735583" y="2305"/>
                </a:lnTo>
                <a:lnTo>
                  <a:pt x="765698" y="2305"/>
                </a:lnTo>
                <a:close/>
                <a:moveTo>
                  <a:pt x="826440" y="32727"/>
                </a:moveTo>
                <a:lnTo>
                  <a:pt x="827592" y="57311"/>
                </a:lnTo>
                <a:lnTo>
                  <a:pt x="824980" y="57311"/>
                </a:lnTo>
                <a:cubicBezTo>
                  <a:pt x="821856" y="49979"/>
                  <a:pt x="818616" y="44971"/>
                  <a:pt x="815262" y="42287"/>
                </a:cubicBezTo>
                <a:cubicBezTo>
                  <a:pt x="811907" y="39601"/>
                  <a:pt x="808565" y="38258"/>
                  <a:pt x="805236" y="38258"/>
                </a:cubicBezTo>
                <a:cubicBezTo>
                  <a:pt x="803136" y="38258"/>
                  <a:pt x="801344" y="38963"/>
                  <a:pt x="799859" y="40371"/>
                </a:cubicBezTo>
                <a:cubicBezTo>
                  <a:pt x="798373" y="41780"/>
                  <a:pt x="797631" y="43406"/>
                  <a:pt x="797631" y="45249"/>
                </a:cubicBezTo>
                <a:cubicBezTo>
                  <a:pt x="797631" y="46632"/>
                  <a:pt x="798143" y="47964"/>
                  <a:pt x="799167" y="49244"/>
                </a:cubicBezTo>
                <a:cubicBezTo>
                  <a:pt x="800806" y="51344"/>
                  <a:pt x="805390" y="54942"/>
                  <a:pt x="812919" y="60038"/>
                </a:cubicBezTo>
                <a:cubicBezTo>
                  <a:pt x="820447" y="65134"/>
                  <a:pt x="825403" y="69462"/>
                  <a:pt x="827784" y="73021"/>
                </a:cubicBezTo>
                <a:cubicBezTo>
                  <a:pt x="830166" y="76581"/>
                  <a:pt x="831356" y="80563"/>
                  <a:pt x="831356" y="84968"/>
                </a:cubicBezTo>
                <a:cubicBezTo>
                  <a:pt x="831356" y="88962"/>
                  <a:pt x="830358" y="92880"/>
                  <a:pt x="828360" y="96722"/>
                </a:cubicBezTo>
                <a:cubicBezTo>
                  <a:pt x="826363" y="100563"/>
                  <a:pt x="823546" y="103508"/>
                  <a:pt x="819910" y="105556"/>
                </a:cubicBezTo>
                <a:cubicBezTo>
                  <a:pt x="816273" y="107605"/>
                  <a:pt x="812253" y="108629"/>
                  <a:pt x="807848" y="108629"/>
                </a:cubicBezTo>
                <a:cubicBezTo>
                  <a:pt x="804417" y="108629"/>
                  <a:pt x="799833" y="107534"/>
                  <a:pt x="794097" y="105343"/>
                </a:cubicBezTo>
                <a:cubicBezTo>
                  <a:pt x="792560" y="104768"/>
                  <a:pt x="791510" y="104481"/>
                  <a:pt x="790947" y="104481"/>
                </a:cubicBezTo>
                <a:cubicBezTo>
                  <a:pt x="789257" y="104481"/>
                  <a:pt x="787848" y="105761"/>
                  <a:pt x="786722" y="108322"/>
                </a:cubicBezTo>
                <a:lnTo>
                  <a:pt x="784186" y="108322"/>
                </a:lnTo>
                <a:lnTo>
                  <a:pt x="782957" y="82509"/>
                </a:lnTo>
                <a:lnTo>
                  <a:pt x="785569" y="82509"/>
                </a:lnTo>
                <a:cubicBezTo>
                  <a:pt x="787874" y="89270"/>
                  <a:pt x="791037" y="94340"/>
                  <a:pt x="795057" y="97720"/>
                </a:cubicBezTo>
                <a:cubicBezTo>
                  <a:pt x="799077" y="101101"/>
                  <a:pt x="802880" y="102791"/>
                  <a:pt x="806465" y="102791"/>
                </a:cubicBezTo>
                <a:cubicBezTo>
                  <a:pt x="808924" y="102791"/>
                  <a:pt x="810934" y="102035"/>
                  <a:pt x="812496" y="100524"/>
                </a:cubicBezTo>
                <a:cubicBezTo>
                  <a:pt x="814058" y="99014"/>
                  <a:pt x="814839" y="97183"/>
                  <a:pt x="814839" y="95031"/>
                </a:cubicBezTo>
                <a:cubicBezTo>
                  <a:pt x="814839" y="92573"/>
                  <a:pt x="814071" y="90448"/>
                  <a:pt x="812535" y="88655"/>
                </a:cubicBezTo>
                <a:cubicBezTo>
                  <a:pt x="810998" y="86863"/>
                  <a:pt x="807567" y="84148"/>
                  <a:pt x="802240" y="80512"/>
                </a:cubicBezTo>
                <a:cubicBezTo>
                  <a:pt x="794404" y="75083"/>
                  <a:pt x="789334" y="70934"/>
                  <a:pt x="787029" y="68066"/>
                </a:cubicBezTo>
                <a:cubicBezTo>
                  <a:pt x="783649" y="63866"/>
                  <a:pt x="781959" y="59231"/>
                  <a:pt x="781959" y="54161"/>
                </a:cubicBezTo>
                <a:cubicBezTo>
                  <a:pt x="781959" y="48630"/>
                  <a:pt x="783866" y="43623"/>
                  <a:pt x="787682" y="39142"/>
                </a:cubicBezTo>
                <a:cubicBezTo>
                  <a:pt x="791498" y="34661"/>
                  <a:pt x="797016" y="32420"/>
                  <a:pt x="804238" y="32420"/>
                </a:cubicBezTo>
                <a:cubicBezTo>
                  <a:pt x="808130" y="32420"/>
                  <a:pt x="811894" y="33404"/>
                  <a:pt x="815531" y="35373"/>
                </a:cubicBezTo>
                <a:cubicBezTo>
                  <a:pt x="816914" y="36170"/>
                  <a:pt x="818040" y="36568"/>
                  <a:pt x="818911" y="36568"/>
                </a:cubicBezTo>
                <a:cubicBezTo>
                  <a:pt x="819833" y="36568"/>
                  <a:pt x="820575" y="36376"/>
                  <a:pt x="821139" y="35992"/>
                </a:cubicBezTo>
                <a:cubicBezTo>
                  <a:pt x="821702" y="35608"/>
                  <a:pt x="822598" y="34520"/>
                  <a:pt x="823828" y="32727"/>
                </a:cubicBezTo>
                <a:lnTo>
                  <a:pt x="826440" y="32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RepositoryRDFS">
            <a:extLst xmlns:a="http://schemas.openxmlformats.org/drawingml/2006/main">
              <a:ext uri="{FF2B5EF4-FFF2-40B4-BE49-F238E27FC236}">
                <a16:creationId xmlns:a16="http://schemas.microsoft.com/office/drawing/2014/main" id="{587010ED-DF8F-416F-B24D-794B19D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15" y="1685382"/>
            <a:ext cx="1168559" cy="140435"/>
          </a:xfrm>
          <a:custGeom xmlns:a="http://schemas.openxmlformats.org/drawingml/2006/main">
            <a:pathLst>
              <a:path w="1168559" h="140435">
                <a:moveTo>
                  <a:pt x="38873" y="59001"/>
                </a:moveTo>
                <a:lnTo>
                  <a:pt x="38873" y="88348"/>
                </a:lnTo>
                <a:cubicBezTo>
                  <a:pt x="38873" y="93953"/>
                  <a:pt x="39219" y="97482"/>
                  <a:pt x="39910" y="98935"/>
                </a:cubicBezTo>
                <a:cubicBezTo>
                  <a:pt x="40602" y="100387"/>
                  <a:pt x="41818" y="101546"/>
                  <a:pt x="43559" y="102414"/>
                </a:cubicBezTo>
                <a:cubicBezTo>
                  <a:pt x="45301" y="103280"/>
                  <a:pt x="48553" y="103713"/>
                  <a:pt x="53316" y="103713"/>
                </a:cubicBezTo>
                <a:lnTo>
                  <a:pt x="53316" y="106478"/>
                </a:lnTo>
                <a:lnTo>
                  <a:pt x="0" y="106478"/>
                </a:lnTo>
                <a:lnTo>
                  <a:pt x="0" y="103713"/>
                </a:lnTo>
                <a:cubicBezTo>
                  <a:pt x="4814" y="103713"/>
                  <a:pt x="8079" y="103267"/>
                  <a:pt x="9795" y="102375"/>
                </a:cubicBezTo>
                <a:cubicBezTo>
                  <a:pt x="11511" y="101484"/>
                  <a:pt x="12714" y="100324"/>
                  <a:pt x="13406" y="98897"/>
                </a:cubicBezTo>
                <a:cubicBezTo>
                  <a:pt x="14097" y="97469"/>
                  <a:pt x="14443" y="93953"/>
                  <a:pt x="14443" y="88348"/>
                </a:cubicBezTo>
                <a:lnTo>
                  <a:pt x="14443" y="20435"/>
                </a:lnTo>
                <a:cubicBezTo>
                  <a:pt x="14443" y="14830"/>
                  <a:pt x="14097" y="11302"/>
                  <a:pt x="13406" y="9850"/>
                </a:cubicBezTo>
                <a:cubicBezTo>
                  <a:pt x="12714" y="8397"/>
                  <a:pt x="11498" y="7237"/>
                  <a:pt x="9757" y="6372"/>
                </a:cubicBezTo>
                <a:cubicBezTo>
                  <a:pt x="8015" y="5504"/>
                  <a:pt x="4763" y="5070"/>
                  <a:pt x="0" y="5070"/>
                </a:cubicBezTo>
                <a:lnTo>
                  <a:pt x="0" y="2305"/>
                </a:lnTo>
                <a:lnTo>
                  <a:pt x="48399" y="2305"/>
                </a:lnTo>
                <a:cubicBezTo>
                  <a:pt x="60998" y="2305"/>
                  <a:pt x="70217" y="3175"/>
                  <a:pt x="76056" y="4914"/>
                </a:cubicBezTo>
                <a:cubicBezTo>
                  <a:pt x="81895" y="6654"/>
                  <a:pt x="86658" y="9865"/>
                  <a:pt x="90345" y="14546"/>
                </a:cubicBezTo>
                <a:cubicBezTo>
                  <a:pt x="94033" y="19228"/>
                  <a:pt x="95877" y="24715"/>
                  <a:pt x="95877" y="31008"/>
                </a:cubicBezTo>
                <a:cubicBezTo>
                  <a:pt x="95877" y="38684"/>
                  <a:pt x="93111" y="45029"/>
                  <a:pt x="87580" y="50044"/>
                </a:cubicBezTo>
                <a:cubicBezTo>
                  <a:pt x="84046" y="53216"/>
                  <a:pt x="79103" y="55595"/>
                  <a:pt x="72752" y="57181"/>
                </a:cubicBezTo>
                <a:lnTo>
                  <a:pt x="97797" y="92530"/>
                </a:lnTo>
                <a:cubicBezTo>
                  <a:pt x="101075" y="97043"/>
                  <a:pt x="103405" y="99858"/>
                  <a:pt x="104788" y="100973"/>
                </a:cubicBezTo>
                <a:cubicBezTo>
                  <a:pt x="106888" y="102545"/>
                  <a:pt x="109321" y="103407"/>
                  <a:pt x="112086" y="103559"/>
                </a:cubicBezTo>
                <a:lnTo>
                  <a:pt x="112086" y="106478"/>
                </a:lnTo>
                <a:lnTo>
                  <a:pt x="79283" y="106478"/>
                </a:lnTo>
                <a:lnTo>
                  <a:pt x="45710" y="59001"/>
                </a:lnTo>
                <a:lnTo>
                  <a:pt x="38873" y="59001"/>
                </a:lnTo>
                <a:moveTo>
                  <a:pt x="38873" y="8143"/>
                </a:moveTo>
                <a:lnTo>
                  <a:pt x="38873" y="53470"/>
                </a:lnTo>
                <a:lnTo>
                  <a:pt x="43252" y="53470"/>
                </a:lnTo>
                <a:cubicBezTo>
                  <a:pt x="50371" y="53470"/>
                  <a:pt x="55698" y="52821"/>
                  <a:pt x="59231" y="51525"/>
                </a:cubicBezTo>
                <a:cubicBezTo>
                  <a:pt x="62765" y="50227"/>
                  <a:pt x="65544" y="47887"/>
                  <a:pt x="67567" y="44505"/>
                </a:cubicBezTo>
                <a:cubicBezTo>
                  <a:pt x="69590" y="41122"/>
                  <a:pt x="70601" y="36708"/>
                  <a:pt x="70601" y="31265"/>
                </a:cubicBezTo>
                <a:cubicBezTo>
                  <a:pt x="70601" y="23379"/>
                  <a:pt x="68745" y="17554"/>
                  <a:pt x="65032" y="13790"/>
                </a:cubicBezTo>
                <a:cubicBezTo>
                  <a:pt x="61318" y="10026"/>
                  <a:pt x="55339" y="8143"/>
                  <a:pt x="47093" y="8143"/>
                </a:cubicBezTo>
                <a:lnTo>
                  <a:pt x="38873" y="8143"/>
                </a:lnTo>
                <a:close/>
                <a:moveTo>
                  <a:pt x="176178" y="67913"/>
                </a:moveTo>
                <a:lnTo>
                  <a:pt x="136767" y="67913"/>
                </a:lnTo>
                <a:cubicBezTo>
                  <a:pt x="137228" y="77464"/>
                  <a:pt x="139763" y="85013"/>
                  <a:pt x="144373" y="90559"/>
                </a:cubicBezTo>
                <a:cubicBezTo>
                  <a:pt x="147907" y="94821"/>
                  <a:pt x="152157" y="96952"/>
                  <a:pt x="157125" y="96952"/>
                </a:cubicBezTo>
                <a:cubicBezTo>
                  <a:pt x="160198" y="96952"/>
                  <a:pt x="162990" y="96094"/>
                  <a:pt x="165499" y="94378"/>
                </a:cubicBezTo>
                <a:cubicBezTo>
                  <a:pt x="168009" y="92663"/>
                  <a:pt x="170698" y="89577"/>
                  <a:pt x="173566" y="85121"/>
                </a:cubicBezTo>
                <a:lnTo>
                  <a:pt x="176178" y="86811"/>
                </a:lnTo>
                <a:cubicBezTo>
                  <a:pt x="172285" y="94750"/>
                  <a:pt x="167983" y="100371"/>
                  <a:pt x="163271" y="103674"/>
                </a:cubicBezTo>
                <a:cubicBezTo>
                  <a:pt x="158559" y="106978"/>
                  <a:pt x="153105" y="108629"/>
                  <a:pt x="146908" y="108629"/>
                </a:cubicBezTo>
                <a:cubicBezTo>
                  <a:pt x="136255" y="108629"/>
                  <a:pt x="128188" y="104528"/>
                  <a:pt x="122708" y="96325"/>
                </a:cubicBezTo>
                <a:cubicBezTo>
                  <a:pt x="118304" y="89712"/>
                  <a:pt x="116101" y="81510"/>
                  <a:pt x="116101" y="71718"/>
                </a:cubicBezTo>
                <a:cubicBezTo>
                  <a:pt x="116101" y="59720"/>
                  <a:pt x="119341" y="50172"/>
                  <a:pt x="125820" y="43072"/>
                </a:cubicBezTo>
                <a:cubicBezTo>
                  <a:pt x="132298" y="35971"/>
                  <a:pt x="139891" y="32420"/>
                  <a:pt x="148598" y="32420"/>
                </a:cubicBezTo>
                <a:cubicBezTo>
                  <a:pt x="155871" y="32420"/>
                  <a:pt x="162183" y="35403"/>
                  <a:pt x="167535" y="41370"/>
                </a:cubicBezTo>
                <a:cubicBezTo>
                  <a:pt x="172887" y="47336"/>
                  <a:pt x="175768" y="56184"/>
                  <a:pt x="176178" y="67913"/>
                </a:cubicBezTo>
                <a:moveTo>
                  <a:pt x="157279" y="62842"/>
                </a:moveTo>
                <a:cubicBezTo>
                  <a:pt x="157279" y="54596"/>
                  <a:pt x="156831" y="48937"/>
                  <a:pt x="155935" y="45864"/>
                </a:cubicBezTo>
                <a:cubicBezTo>
                  <a:pt x="155038" y="42791"/>
                  <a:pt x="153643" y="40461"/>
                  <a:pt x="151748" y="38873"/>
                </a:cubicBezTo>
                <a:cubicBezTo>
                  <a:pt x="150672" y="37951"/>
                  <a:pt x="149238" y="37490"/>
                  <a:pt x="147446" y="37490"/>
                </a:cubicBezTo>
                <a:cubicBezTo>
                  <a:pt x="144782" y="37490"/>
                  <a:pt x="142606" y="38796"/>
                  <a:pt x="140916" y="41408"/>
                </a:cubicBezTo>
                <a:cubicBezTo>
                  <a:pt x="137894" y="45966"/>
                  <a:pt x="136383" y="52215"/>
                  <a:pt x="136383" y="60153"/>
                </a:cubicBezTo>
                <a:lnTo>
                  <a:pt x="136383" y="62842"/>
                </a:lnTo>
                <a:lnTo>
                  <a:pt x="157279" y="62842"/>
                </a:lnTo>
                <a:close/>
                <a:moveTo>
                  <a:pt x="212670" y="99180"/>
                </a:moveTo>
                <a:lnTo>
                  <a:pt x="212670" y="125838"/>
                </a:lnTo>
                <a:cubicBezTo>
                  <a:pt x="212670" y="129575"/>
                  <a:pt x="212965" y="132118"/>
                  <a:pt x="213554" y="133468"/>
                </a:cubicBezTo>
                <a:cubicBezTo>
                  <a:pt x="214143" y="134818"/>
                  <a:pt x="215052" y="135805"/>
                  <a:pt x="216281" y="136428"/>
                </a:cubicBezTo>
                <a:cubicBezTo>
                  <a:pt x="217510" y="137050"/>
                  <a:pt x="219917" y="137362"/>
                  <a:pt x="223502" y="137362"/>
                </a:cubicBezTo>
                <a:lnTo>
                  <a:pt x="223502" y="140127"/>
                </a:lnTo>
                <a:lnTo>
                  <a:pt x="182555" y="140127"/>
                </a:lnTo>
                <a:lnTo>
                  <a:pt x="182555" y="137362"/>
                </a:lnTo>
                <a:cubicBezTo>
                  <a:pt x="185730" y="137258"/>
                  <a:pt x="188086" y="136349"/>
                  <a:pt x="189623" y="134637"/>
                </a:cubicBezTo>
                <a:cubicBezTo>
                  <a:pt x="190647" y="133444"/>
                  <a:pt x="191159" y="130358"/>
                  <a:pt x="191159" y="125377"/>
                </a:cubicBezTo>
                <a:lnTo>
                  <a:pt x="191159" y="49628"/>
                </a:lnTo>
                <a:cubicBezTo>
                  <a:pt x="191159" y="44494"/>
                  <a:pt x="190570" y="41214"/>
                  <a:pt x="189392" y="39788"/>
                </a:cubicBezTo>
                <a:cubicBezTo>
                  <a:pt x="188214" y="38362"/>
                  <a:pt x="185935" y="37545"/>
                  <a:pt x="182555" y="37337"/>
                </a:cubicBezTo>
                <a:lnTo>
                  <a:pt x="182555" y="34571"/>
                </a:lnTo>
                <a:lnTo>
                  <a:pt x="212670" y="34571"/>
                </a:lnTo>
                <a:lnTo>
                  <a:pt x="212670" y="44020"/>
                </a:lnTo>
                <a:cubicBezTo>
                  <a:pt x="215180" y="40333"/>
                  <a:pt x="217741" y="37669"/>
                  <a:pt x="220353" y="36031"/>
                </a:cubicBezTo>
                <a:cubicBezTo>
                  <a:pt x="224091" y="33623"/>
                  <a:pt x="228163" y="32420"/>
                  <a:pt x="232568" y="32420"/>
                </a:cubicBezTo>
                <a:cubicBezTo>
                  <a:pt x="237843" y="32420"/>
                  <a:pt x="242644" y="34086"/>
                  <a:pt x="246972" y="37418"/>
                </a:cubicBezTo>
                <a:cubicBezTo>
                  <a:pt x="251300" y="40750"/>
                  <a:pt x="254591" y="45352"/>
                  <a:pt x="256844" y="51223"/>
                </a:cubicBezTo>
                <a:cubicBezTo>
                  <a:pt x="259098" y="57093"/>
                  <a:pt x="260224" y="63412"/>
                  <a:pt x="260224" y="70179"/>
                </a:cubicBezTo>
                <a:cubicBezTo>
                  <a:pt x="260224" y="77458"/>
                  <a:pt x="259059" y="84110"/>
                  <a:pt x="256729" y="90134"/>
                </a:cubicBezTo>
                <a:cubicBezTo>
                  <a:pt x="254398" y="96158"/>
                  <a:pt x="251018" y="100747"/>
                  <a:pt x="246588" y="103900"/>
                </a:cubicBezTo>
                <a:cubicBezTo>
                  <a:pt x="242158" y="107053"/>
                  <a:pt x="237228" y="108629"/>
                  <a:pt x="231799" y="108629"/>
                </a:cubicBezTo>
                <a:cubicBezTo>
                  <a:pt x="227856" y="108629"/>
                  <a:pt x="224168" y="107759"/>
                  <a:pt x="220737" y="106017"/>
                </a:cubicBezTo>
                <a:cubicBezTo>
                  <a:pt x="218176" y="104686"/>
                  <a:pt x="215487" y="102407"/>
                  <a:pt x="212670" y="99180"/>
                </a:cubicBezTo>
                <a:moveTo>
                  <a:pt x="212670" y="91409"/>
                </a:moveTo>
                <a:cubicBezTo>
                  <a:pt x="217075" y="97665"/>
                  <a:pt x="221787" y="100793"/>
                  <a:pt x="226806" y="100793"/>
                </a:cubicBezTo>
                <a:cubicBezTo>
                  <a:pt x="229571" y="100793"/>
                  <a:pt x="231851" y="99332"/>
                  <a:pt x="233643" y="96410"/>
                </a:cubicBezTo>
                <a:cubicBezTo>
                  <a:pt x="236306" y="92101"/>
                  <a:pt x="237638" y="83895"/>
                  <a:pt x="237638" y="71792"/>
                </a:cubicBezTo>
                <a:cubicBezTo>
                  <a:pt x="237638" y="59382"/>
                  <a:pt x="236178" y="50894"/>
                  <a:pt x="233259" y="46330"/>
                </a:cubicBezTo>
                <a:cubicBezTo>
                  <a:pt x="231313" y="43305"/>
                  <a:pt x="228701" y="41792"/>
                  <a:pt x="225423" y="41792"/>
                </a:cubicBezTo>
                <a:cubicBezTo>
                  <a:pt x="220250" y="41792"/>
                  <a:pt x="215999" y="45536"/>
                  <a:pt x="212670" y="53023"/>
                </a:cubicBezTo>
                <a:lnTo>
                  <a:pt x="212670" y="91409"/>
                </a:lnTo>
                <a:close/>
                <a:moveTo>
                  <a:pt x="305573" y="32420"/>
                </a:moveTo>
                <a:cubicBezTo>
                  <a:pt x="311821" y="32420"/>
                  <a:pt x="317634" y="34035"/>
                  <a:pt x="323012" y="37265"/>
                </a:cubicBezTo>
                <a:cubicBezTo>
                  <a:pt x="328390" y="40494"/>
                  <a:pt x="332474" y="45083"/>
                  <a:pt x="335265" y="51030"/>
                </a:cubicBezTo>
                <a:cubicBezTo>
                  <a:pt x="338057" y="56978"/>
                  <a:pt x="339452" y="63489"/>
                  <a:pt x="339452" y="70563"/>
                </a:cubicBezTo>
                <a:cubicBezTo>
                  <a:pt x="339452" y="80765"/>
                  <a:pt x="336866" y="89301"/>
                  <a:pt x="331693" y="96172"/>
                </a:cubicBezTo>
                <a:cubicBezTo>
                  <a:pt x="325445" y="104477"/>
                  <a:pt x="316815" y="108629"/>
                  <a:pt x="305803" y="108629"/>
                </a:cubicBezTo>
                <a:cubicBezTo>
                  <a:pt x="294997" y="108629"/>
                  <a:pt x="286674" y="104835"/>
                  <a:pt x="280836" y="97247"/>
                </a:cubicBezTo>
                <a:cubicBezTo>
                  <a:pt x="274997" y="89659"/>
                  <a:pt x="272078" y="80867"/>
                  <a:pt x="272078" y="70870"/>
                </a:cubicBezTo>
                <a:cubicBezTo>
                  <a:pt x="272078" y="60566"/>
                  <a:pt x="275061" y="51582"/>
                  <a:pt x="281028" y="43917"/>
                </a:cubicBezTo>
                <a:cubicBezTo>
                  <a:pt x="286994" y="36252"/>
                  <a:pt x="295176" y="32420"/>
                  <a:pt x="305573" y="32420"/>
                </a:cubicBezTo>
                <a:moveTo>
                  <a:pt x="305880" y="37797"/>
                </a:moveTo>
                <a:cubicBezTo>
                  <a:pt x="303268" y="37797"/>
                  <a:pt x="301028" y="38785"/>
                  <a:pt x="299158" y="40760"/>
                </a:cubicBezTo>
                <a:cubicBezTo>
                  <a:pt x="297289" y="42733"/>
                  <a:pt x="296060" y="46630"/>
                  <a:pt x="295471" y="52449"/>
                </a:cubicBezTo>
                <a:cubicBezTo>
                  <a:pt x="294882" y="58269"/>
                  <a:pt x="294587" y="66358"/>
                  <a:pt x="294587" y="76716"/>
                </a:cubicBezTo>
                <a:cubicBezTo>
                  <a:pt x="294587" y="82203"/>
                  <a:pt x="294946" y="87331"/>
                  <a:pt x="295663" y="92100"/>
                </a:cubicBezTo>
                <a:cubicBezTo>
                  <a:pt x="296226" y="95740"/>
                  <a:pt x="297430" y="98509"/>
                  <a:pt x="299273" y="100407"/>
                </a:cubicBezTo>
                <a:cubicBezTo>
                  <a:pt x="301117" y="102303"/>
                  <a:pt x="303217" y="103252"/>
                  <a:pt x="305573" y="103252"/>
                </a:cubicBezTo>
                <a:cubicBezTo>
                  <a:pt x="307878" y="103252"/>
                  <a:pt x="309798" y="102611"/>
                  <a:pt x="311335" y="101329"/>
                </a:cubicBezTo>
                <a:cubicBezTo>
                  <a:pt x="313332" y="99586"/>
                  <a:pt x="314664" y="97150"/>
                  <a:pt x="315330" y="94021"/>
                </a:cubicBezTo>
                <a:cubicBezTo>
                  <a:pt x="316354" y="89150"/>
                  <a:pt x="316866" y="79306"/>
                  <a:pt x="316866" y="64487"/>
                </a:cubicBezTo>
                <a:cubicBezTo>
                  <a:pt x="316866" y="55770"/>
                  <a:pt x="316380" y="49784"/>
                  <a:pt x="315406" y="46529"/>
                </a:cubicBezTo>
                <a:cubicBezTo>
                  <a:pt x="314433" y="43272"/>
                  <a:pt x="312999" y="40900"/>
                  <a:pt x="311104" y="39413"/>
                </a:cubicBezTo>
                <a:cubicBezTo>
                  <a:pt x="309773" y="38336"/>
                  <a:pt x="308031" y="37797"/>
                  <a:pt x="305880" y="37797"/>
                </a:cubicBezTo>
                <a:close/>
                <a:moveTo>
                  <a:pt x="395277" y="32727"/>
                </a:moveTo>
                <a:lnTo>
                  <a:pt x="396429" y="57311"/>
                </a:lnTo>
                <a:lnTo>
                  <a:pt x="393817" y="57311"/>
                </a:lnTo>
                <a:cubicBezTo>
                  <a:pt x="390693" y="49979"/>
                  <a:pt x="387454" y="44971"/>
                  <a:pt x="384099" y="42287"/>
                </a:cubicBezTo>
                <a:cubicBezTo>
                  <a:pt x="380744" y="39601"/>
                  <a:pt x="377402" y="38258"/>
                  <a:pt x="374073" y="38258"/>
                </a:cubicBezTo>
                <a:cubicBezTo>
                  <a:pt x="371974" y="38258"/>
                  <a:pt x="370181" y="38963"/>
                  <a:pt x="368696" y="40371"/>
                </a:cubicBezTo>
                <a:cubicBezTo>
                  <a:pt x="367210" y="41780"/>
                  <a:pt x="366468" y="43406"/>
                  <a:pt x="366468" y="45249"/>
                </a:cubicBezTo>
                <a:cubicBezTo>
                  <a:pt x="366468" y="46632"/>
                  <a:pt x="366980" y="47964"/>
                  <a:pt x="368004" y="49244"/>
                </a:cubicBezTo>
                <a:cubicBezTo>
                  <a:pt x="369643" y="51344"/>
                  <a:pt x="374227" y="54942"/>
                  <a:pt x="381756" y="60038"/>
                </a:cubicBezTo>
                <a:cubicBezTo>
                  <a:pt x="389285" y="65134"/>
                  <a:pt x="394240" y="69462"/>
                  <a:pt x="396621" y="73021"/>
                </a:cubicBezTo>
                <a:cubicBezTo>
                  <a:pt x="399003" y="76581"/>
                  <a:pt x="400194" y="80563"/>
                  <a:pt x="400194" y="84968"/>
                </a:cubicBezTo>
                <a:cubicBezTo>
                  <a:pt x="400194" y="88962"/>
                  <a:pt x="399195" y="92880"/>
                  <a:pt x="397198" y="96722"/>
                </a:cubicBezTo>
                <a:cubicBezTo>
                  <a:pt x="395200" y="100563"/>
                  <a:pt x="392383" y="103508"/>
                  <a:pt x="388747" y="105556"/>
                </a:cubicBezTo>
                <a:cubicBezTo>
                  <a:pt x="385111" y="107605"/>
                  <a:pt x="381090" y="108629"/>
                  <a:pt x="376685" y="108629"/>
                </a:cubicBezTo>
                <a:cubicBezTo>
                  <a:pt x="373254" y="108629"/>
                  <a:pt x="368670" y="107534"/>
                  <a:pt x="362934" y="105343"/>
                </a:cubicBezTo>
                <a:cubicBezTo>
                  <a:pt x="361397" y="104768"/>
                  <a:pt x="360348" y="104481"/>
                  <a:pt x="359784" y="104481"/>
                </a:cubicBezTo>
                <a:cubicBezTo>
                  <a:pt x="358094" y="104481"/>
                  <a:pt x="356686" y="105761"/>
                  <a:pt x="355559" y="108322"/>
                </a:cubicBezTo>
                <a:lnTo>
                  <a:pt x="353024" y="108322"/>
                </a:lnTo>
                <a:lnTo>
                  <a:pt x="351794" y="82509"/>
                </a:lnTo>
                <a:lnTo>
                  <a:pt x="354406" y="82509"/>
                </a:lnTo>
                <a:cubicBezTo>
                  <a:pt x="356711" y="89270"/>
                  <a:pt x="359874" y="94340"/>
                  <a:pt x="363894" y="97720"/>
                </a:cubicBezTo>
                <a:cubicBezTo>
                  <a:pt x="367915" y="101101"/>
                  <a:pt x="371718" y="102791"/>
                  <a:pt x="375303" y="102791"/>
                </a:cubicBezTo>
                <a:cubicBezTo>
                  <a:pt x="377761" y="102791"/>
                  <a:pt x="379771" y="102035"/>
                  <a:pt x="381333" y="100524"/>
                </a:cubicBezTo>
                <a:cubicBezTo>
                  <a:pt x="382895" y="99014"/>
                  <a:pt x="383676" y="97183"/>
                  <a:pt x="383676" y="95031"/>
                </a:cubicBezTo>
                <a:cubicBezTo>
                  <a:pt x="383676" y="92573"/>
                  <a:pt x="382908" y="90448"/>
                  <a:pt x="381372" y="88655"/>
                </a:cubicBezTo>
                <a:cubicBezTo>
                  <a:pt x="379835" y="86863"/>
                  <a:pt x="376404" y="84148"/>
                  <a:pt x="371077" y="80512"/>
                </a:cubicBezTo>
                <a:cubicBezTo>
                  <a:pt x="363241" y="75083"/>
                  <a:pt x="358171" y="70934"/>
                  <a:pt x="355866" y="68066"/>
                </a:cubicBezTo>
                <a:cubicBezTo>
                  <a:pt x="352486" y="63866"/>
                  <a:pt x="350796" y="59231"/>
                  <a:pt x="350796" y="54161"/>
                </a:cubicBezTo>
                <a:cubicBezTo>
                  <a:pt x="350796" y="48630"/>
                  <a:pt x="352704" y="43623"/>
                  <a:pt x="356519" y="39142"/>
                </a:cubicBezTo>
                <a:cubicBezTo>
                  <a:pt x="360335" y="34661"/>
                  <a:pt x="365853" y="32420"/>
                  <a:pt x="373075" y="32420"/>
                </a:cubicBezTo>
                <a:cubicBezTo>
                  <a:pt x="376967" y="32420"/>
                  <a:pt x="380732" y="33404"/>
                  <a:pt x="384368" y="35373"/>
                </a:cubicBezTo>
                <a:cubicBezTo>
                  <a:pt x="385751" y="36170"/>
                  <a:pt x="386877" y="36568"/>
                  <a:pt x="387748" y="36568"/>
                </a:cubicBezTo>
                <a:cubicBezTo>
                  <a:pt x="388670" y="36568"/>
                  <a:pt x="389413" y="36376"/>
                  <a:pt x="389976" y="35992"/>
                </a:cubicBezTo>
                <a:cubicBezTo>
                  <a:pt x="390539" y="35608"/>
                  <a:pt x="391436" y="34520"/>
                  <a:pt x="392665" y="32727"/>
                </a:cubicBezTo>
                <a:lnTo>
                  <a:pt x="395277" y="32727"/>
                </a:lnTo>
                <a:close/>
                <a:moveTo>
                  <a:pt x="428032" y="0"/>
                </a:moveTo>
                <a:cubicBezTo>
                  <a:pt x="431361" y="0"/>
                  <a:pt x="434178" y="1169"/>
                  <a:pt x="436483" y="3508"/>
                </a:cubicBezTo>
                <a:cubicBezTo>
                  <a:pt x="438788" y="5844"/>
                  <a:pt x="439940" y="8657"/>
                  <a:pt x="439940" y="11946"/>
                </a:cubicBezTo>
                <a:cubicBezTo>
                  <a:pt x="439940" y="15235"/>
                  <a:pt x="438775" y="18036"/>
                  <a:pt x="436445" y="20349"/>
                </a:cubicBezTo>
                <a:cubicBezTo>
                  <a:pt x="434114" y="22660"/>
                  <a:pt x="431310" y="23815"/>
                  <a:pt x="428032" y="23815"/>
                </a:cubicBezTo>
                <a:cubicBezTo>
                  <a:pt x="424754" y="23815"/>
                  <a:pt x="421963" y="22660"/>
                  <a:pt x="419658" y="20349"/>
                </a:cubicBezTo>
                <a:cubicBezTo>
                  <a:pt x="417354" y="18036"/>
                  <a:pt x="416201" y="15235"/>
                  <a:pt x="416201" y="11946"/>
                </a:cubicBezTo>
                <a:cubicBezTo>
                  <a:pt x="416201" y="8657"/>
                  <a:pt x="417354" y="5844"/>
                  <a:pt x="419658" y="3508"/>
                </a:cubicBezTo>
                <a:cubicBezTo>
                  <a:pt x="421963" y="1169"/>
                  <a:pt x="424754" y="0"/>
                  <a:pt x="428032" y="0"/>
                </a:cubicBezTo>
                <a:moveTo>
                  <a:pt x="438788" y="34571"/>
                </a:moveTo>
                <a:lnTo>
                  <a:pt x="438788" y="91574"/>
                </a:lnTo>
                <a:cubicBezTo>
                  <a:pt x="438788" y="96645"/>
                  <a:pt x="439377" y="99884"/>
                  <a:pt x="440555" y="101293"/>
                </a:cubicBezTo>
                <a:cubicBezTo>
                  <a:pt x="441733" y="102701"/>
                  <a:pt x="444037" y="103508"/>
                  <a:pt x="447469" y="103713"/>
                </a:cubicBezTo>
                <a:lnTo>
                  <a:pt x="447469" y="106478"/>
                </a:lnTo>
                <a:lnTo>
                  <a:pt x="408673" y="106478"/>
                </a:lnTo>
                <a:lnTo>
                  <a:pt x="408673" y="103713"/>
                </a:lnTo>
                <a:cubicBezTo>
                  <a:pt x="411848" y="103610"/>
                  <a:pt x="414204" y="102688"/>
                  <a:pt x="415740" y="100947"/>
                </a:cubicBezTo>
                <a:cubicBezTo>
                  <a:pt x="416765" y="99769"/>
                  <a:pt x="417277" y="96645"/>
                  <a:pt x="417277" y="91574"/>
                </a:cubicBezTo>
                <a:lnTo>
                  <a:pt x="417277" y="49628"/>
                </a:lnTo>
                <a:cubicBezTo>
                  <a:pt x="417277" y="44494"/>
                  <a:pt x="416688" y="41214"/>
                  <a:pt x="415510" y="39788"/>
                </a:cubicBezTo>
                <a:cubicBezTo>
                  <a:pt x="414332" y="38362"/>
                  <a:pt x="412053" y="37545"/>
                  <a:pt x="408673" y="37337"/>
                </a:cubicBezTo>
                <a:lnTo>
                  <a:pt x="408673" y="34571"/>
                </a:lnTo>
                <a:lnTo>
                  <a:pt x="438788" y="34571"/>
                </a:lnTo>
                <a:close/>
                <a:moveTo>
                  <a:pt x="482658" y="8143"/>
                </a:moveTo>
                <a:lnTo>
                  <a:pt x="482658" y="34571"/>
                </a:lnTo>
                <a:lnTo>
                  <a:pt x="499713" y="34571"/>
                </a:lnTo>
                <a:lnTo>
                  <a:pt x="499713" y="42100"/>
                </a:lnTo>
                <a:lnTo>
                  <a:pt x="482658" y="42100"/>
                </a:lnTo>
                <a:lnTo>
                  <a:pt x="482658" y="86547"/>
                </a:lnTo>
                <a:cubicBezTo>
                  <a:pt x="482658" y="90707"/>
                  <a:pt x="482850" y="93390"/>
                  <a:pt x="483234" y="94597"/>
                </a:cubicBezTo>
                <a:cubicBezTo>
                  <a:pt x="483618" y="95804"/>
                  <a:pt x="484297" y="96780"/>
                  <a:pt x="485270" y="97526"/>
                </a:cubicBezTo>
                <a:cubicBezTo>
                  <a:pt x="486243" y="98270"/>
                  <a:pt x="487139" y="98642"/>
                  <a:pt x="487959" y="98642"/>
                </a:cubicBezTo>
                <a:cubicBezTo>
                  <a:pt x="491288" y="98642"/>
                  <a:pt x="494437" y="96081"/>
                  <a:pt x="497408" y="90960"/>
                </a:cubicBezTo>
                <a:lnTo>
                  <a:pt x="499713" y="92667"/>
                </a:lnTo>
                <a:cubicBezTo>
                  <a:pt x="495564" y="102591"/>
                  <a:pt x="488829" y="107554"/>
                  <a:pt x="479508" y="107554"/>
                </a:cubicBezTo>
                <a:cubicBezTo>
                  <a:pt x="474950" y="107554"/>
                  <a:pt x="471096" y="106282"/>
                  <a:pt x="467946" y="103739"/>
                </a:cubicBezTo>
                <a:cubicBezTo>
                  <a:pt x="464796" y="101194"/>
                  <a:pt x="462786" y="98354"/>
                  <a:pt x="461915" y="95219"/>
                </a:cubicBezTo>
                <a:cubicBezTo>
                  <a:pt x="461403" y="93471"/>
                  <a:pt x="461147" y="88742"/>
                  <a:pt x="461147" y="81033"/>
                </a:cubicBezTo>
                <a:lnTo>
                  <a:pt x="461147" y="42100"/>
                </a:lnTo>
                <a:lnTo>
                  <a:pt x="451774" y="42100"/>
                </a:lnTo>
                <a:lnTo>
                  <a:pt x="451774" y="39404"/>
                </a:lnTo>
                <a:cubicBezTo>
                  <a:pt x="458228" y="34836"/>
                  <a:pt x="463721" y="30037"/>
                  <a:pt x="468253" y="25006"/>
                </a:cubicBezTo>
                <a:cubicBezTo>
                  <a:pt x="472786" y="19976"/>
                  <a:pt x="476742" y="14355"/>
                  <a:pt x="480123" y="8143"/>
                </a:cubicBezTo>
                <a:lnTo>
                  <a:pt x="482658" y="8143"/>
                </a:lnTo>
                <a:close/>
                <a:moveTo>
                  <a:pt x="540098" y="32420"/>
                </a:moveTo>
                <a:cubicBezTo>
                  <a:pt x="546346" y="32420"/>
                  <a:pt x="552159" y="34035"/>
                  <a:pt x="557537" y="37265"/>
                </a:cubicBezTo>
                <a:cubicBezTo>
                  <a:pt x="562914" y="40494"/>
                  <a:pt x="566999" y="45083"/>
                  <a:pt x="569790" y="51030"/>
                </a:cubicBezTo>
                <a:cubicBezTo>
                  <a:pt x="572582" y="56978"/>
                  <a:pt x="573977" y="63489"/>
                  <a:pt x="573977" y="70563"/>
                </a:cubicBezTo>
                <a:cubicBezTo>
                  <a:pt x="573977" y="80765"/>
                  <a:pt x="571391" y="89301"/>
                  <a:pt x="566218" y="96172"/>
                </a:cubicBezTo>
                <a:cubicBezTo>
                  <a:pt x="559970" y="104477"/>
                  <a:pt x="551340" y="108629"/>
                  <a:pt x="540328" y="108629"/>
                </a:cubicBezTo>
                <a:cubicBezTo>
                  <a:pt x="529522" y="108629"/>
                  <a:pt x="521199" y="104835"/>
                  <a:pt x="515360" y="97247"/>
                </a:cubicBezTo>
                <a:cubicBezTo>
                  <a:pt x="509522" y="89659"/>
                  <a:pt x="506602" y="80867"/>
                  <a:pt x="506602" y="70870"/>
                </a:cubicBezTo>
                <a:cubicBezTo>
                  <a:pt x="506602" y="60566"/>
                  <a:pt x="509586" y="51582"/>
                  <a:pt x="515552" y="43917"/>
                </a:cubicBezTo>
                <a:cubicBezTo>
                  <a:pt x="521519" y="36252"/>
                  <a:pt x="529701" y="32420"/>
                  <a:pt x="540098" y="32420"/>
                </a:cubicBezTo>
                <a:moveTo>
                  <a:pt x="540405" y="37797"/>
                </a:moveTo>
                <a:cubicBezTo>
                  <a:pt x="537793" y="37797"/>
                  <a:pt x="535552" y="38785"/>
                  <a:pt x="533683" y="40760"/>
                </a:cubicBezTo>
                <a:cubicBezTo>
                  <a:pt x="531813" y="42733"/>
                  <a:pt x="530584" y="46630"/>
                  <a:pt x="529995" y="52449"/>
                </a:cubicBezTo>
                <a:cubicBezTo>
                  <a:pt x="529406" y="58269"/>
                  <a:pt x="529112" y="66358"/>
                  <a:pt x="529112" y="76716"/>
                </a:cubicBezTo>
                <a:cubicBezTo>
                  <a:pt x="529112" y="82203"/>
                  <a:pt x="529470" y="87331"/>
                  <a:pt x="530187" y="92100"/>
                </a:cubicBezTo>
                <a:cubicBezTo>
                  <a:pt x="530751" y="95740"/>
                  <a:pt x="531954" y="98509"/>
                  <a:pt x="533798" y="100407"/>
                </a:cubicBezTo>
                <a:cubicBezTo>
                  <a:pt x="535642" y="102303"/>
                  <a:pt x="537742" y="103252"/>
                  <a:pt x="540098" y="103252"/>
                </a:cubicBezTo>
                <a:cubicBezTo>
                  <a:pt x="542402" y="103252"/>
                  <a:pt x="544323" y="102611"/>
                  <a:pt x="545860" y="101329"/>
                </a:cubicBezTo>
                <a:cubicBezTo>
                  <a:pt x="547857" y="99586"/>
                  <a:pt x="549189" y="97150"/>
                  <a:pt x="549854" y="94021"/>
                </a:cubicBezTo>
                <a:cubicBezTo>
                  <a:pt x="550879" y="89150"/>
                  <a:pt x="551391" y="79306"/>
                  <a:pt x="551391" y="64487"/>
                </a:cubicBezTo>
                <a:cubicBezTo>
                  <a:pt x="551391" y="55770"/>
                  <a:pt x="550904" y="49784"/>
                  <a:pt x="549931" y="46529"/>
                </a:cubicBezTo>
                <a:cubicBezTo>
                  <a:pt x="548958" y="43272"/>
                  <a:pt x="547524" y="40900"/>
                  <a:pt x="545629" y="39413"/>
                </a:cubicBezTo>
                <a:cubicBezTo>
                  <a:pt x="544297" y="38336"/>
                  <a:pt x="542556" y="37797"/>
                  <a:pt x="540405" y="37797"/>
                </a:cubicBezTo>
                <a:close/>
                <a:moveTo>
                  <a:pt x="614206" y="34571"/>
                </a:moveTo>
                <a:lnTo>
                  <a:pt x="614206" y="50858"/>
                </a:lnTo>
                <a:cubicBezTo>
                  <a:pt x="618969" y="43431"/>
                  <a:pt x="623144" y="38502"/>
                  <a:pt x="626729" y="36069"/>
                </a:cubicBezTo>
                <a:cubicBezTo>
                  <a:pt x="630314" y="33636"/>
                  <a:pt x="633771" y="32420"/>
                  <a:pt x="637100" y="32420"/>
                </a:cubicBezTo>
                <a:cubicBezTo>
                  <a:pt x="639968" y="32420"/>
                  <a:pt x="642260" y="33306"/>
                  <a:pt x="643976" y="35080"/>
                </a:cubicBezTo>
                <a:cubicBezTo>
                  <a:pt x="645691" y="36853"/>
                  <a:pt x="646549" y="39359"/>
                  <a:pt x="646549" y="42597"/>
                </a:cubicBezTo>
                <a:cubicBezTo>
                  <a:pt x="646549" y="46041"/>
                  <a:pt x="645717" y="48715"/>
                  <a:pt x="644052" y="50618"/>
                </a:cubicBezTo>
                <a:cubicBezTo>
                  <a:pt x="642388" y="52519"/>
                  <a:pt x="640378" y="53470"/>
                  <a:pt x="638022" y="53470"/>
                </a:cubicBezTo>
                <a:cubicBezTo>
                  <a:pt x="635307" y="53470"/>
                  <a:pt x="632951" y="52599"/>
                  <a:pt x="630954" y="50858"/>
                </a:cubicBezTo>
                <a:cubicBezTo>
                  <a:pt x="628957" y="49116"/>
                  <a:pt x="627779" y="48143"/>
                  <a:pt x="627420" y="47938"/>
                </a:cubicBezTo>
                <a:cubicBezTo>
                  <a:pt x="626908" y="47631"/>
                  <a:pt x="626319" y="47477"/>
                  <a:pt x="625653" y="47477"/>
                </a:cubicBezTo>
                <a:cubicBezTo>
                  <a:pt x="624168" y="47477"/>
                  <a:pt x="622759" y="48041"/>
                  <a:pt x="621428" y="49167"/>
                </a:cubicBezTo>
                <a:cubicBezTo>
                  <a:pt x="619328" y="50909"/>
                  <a:pt x="617740" y="53393"/>
                  <a:pt x="616665" y="56619"/>
                </a:cubicBezTo>
                <a:cubicBezTo>
                  <a:pt x="615026" y="61587"/>
                  <a:pt x="614206" y="67067"/>
                  <a:pt x="614206" y="73060"/>
                </a:cubicBezTo>
                <a:lnTo>
                  <a:pt x="614206" y="89577"/>
                </a:lnTo>
                <a:lnTo>
                  <a:pt x="614283" y="93879"/>
                </a:lnTo>
                <a:cubicBezTo>
                  <a:pt x="614283" y="96798"/>
                  <a:pt x="614462" y="98668"/>
                  <a:pt x="614821" y="99487"/>
                </a:cubicBezTo>
                <a:cubicBezTo>
                  <a:pt x="615435" y="100870"/>
                  <a:pt x="616345" y="101882"/>
                  <a:pt x="617548" y="102522"/>
                </a:cubicBezTo>
                <a:cubicBezTo>
                  <a:pt x="618752" y="103162"/>
                  <a:pt x="620788" y="103559"/>
                  <a:pt x="623656" y="103713"/>
                </a:cubicBezTo>
                <a:lnTo>
                  <a:pt x="623656" y="106478"/>
                </a:lnTo>
                <a:lnTo>
                  <a:pt x="584859" y="106478"/>
                </a:lnTo>
                <a:lnTo>
                  <a:pt x="584859" y="103713"/>
                </a:lnTo>
                <a:cubicBezTo>
                  <a:pt x="587984" y="103457"/>
                  <a:pt x="590096" y="102599"/>
                  <a:pt x="591197" y="101139"/>
                </a:cubicBezTo>
                <a:cubicBezTo>
                  <a:pt x="592299" y="99679"/>
                  <a:pt x="592849" y="95825"/>
                  <a:pt x="592849" y="89577"/>
                </a:cubicBezTo>
                <a:lnTo>
                  <a:pt x="592849" y="49782"/>
                </a:lnTo>
                <a:cubicBezTo>
                  <a:pt x="592849" y="45659"/>
                  <a:pt x="592644" y="43031"/>
                  <a:pt x="592235" y="41898"/>
                </a:cubicBezTo>
                <a:cubicBezTo>
                  <a:pt x="591722" y="40454"/>
                  <a:pt x="590980" y="39398"/>
                  <a:pt x="590007" y="38729"/>
                </a:cubicBezTo>
                <a:cubicBezTo>
                  <a:pt x="589034" y="38058"/>
                  <a:pt x="587318" y="37594"/>
                  <a:pt x="584859" y="37337"/>
                </a:cubicBezTo>
                <a:lnTo>
                  <a:pt x="584859" y="34571"/>
                </a:lnTo>
                <a:lnTo>
                  <a:pt x="614206" y="34571"/>
                </a:lnTo>
                <a:close/>
                <a:moveTo>
                  <a:pt x="686883" y="109467"/>
                </a:moveTo>
                <a:lnTo>
                  <a:pt x="663682" y="56103"/>
                </a:lnTo>
                <a:cubicBezTo>
                  <a:pt x="660199" y="48021"/>
                  <a:pt x="657626" y="43053"/>
                  <a:pt x="655961" y="41199"/>
                </a:cubicBezTo>
                <a:cubicBezTo>
                  <a:pt x="654297" y="39344"/>
                  <a:pt x="652286" y="38057"/>
                  <a:pt x="649930" y="37337"/>
                </a:cubicBezTo>
                <a:lnTo>
                  <a:pt x="649930" y="34571"/>
                </a:lnTo>
                <a:lnTo>
                  <a:pt x="688112" y="34571"/>
                </a:lnTo>
                <a:lnTo>
                  <a:pt x="688112" y="37337"/>
                </a:lnTo>
                <a:cubicBezTo>
                  <a:pt x="685602" y="37439"/>
                  <a:pt x="683835" y="37928"/>
                  <a:pt x="682811" y="38803"/>
                </a:cubicBezTo>
                <a:cubicBezTo>
                  <a:pt x="681787" y="39677"/>
                  <a:pt x="681275" y="40732"/>
                  <a:pt x="681275" y="41968"/>
                </a:cubicBezTo>
                <a:cubicBezTo>
                  <a:pt x="681275" y="43922"/>
                  <a:pt x="682555" y="47781"/>
                  <a:pt x="685116" y="53544"/>
                </a:cubicBezTo>
                <a:lnTo>
                  <a:pt x="697408" y="81794"/>
                </a:lnTo>
                <a:lnTo>
                  <a:pt x="705782" y="59964"/>
                </a:lnTo>
                <a:cubicBezTo>
                  <a:pt x="708803" y="52190"/>
                  <a:pt x="710314" y="46784"/>
                  <a:pt x="710314" y="43747"/>
                </a:cubicBezTo>
                <a:cubicBezTo>
                  <a:pt x="710314" y="41842"/>
                  <a:pt x="709687" y="40323"/>
                  <a:pt x="708432" y="39190"/>
                </a:cubicBezTo>
                <a:cubicBezTo>
                  <a:pt x="707177" y="38057"/>
                  <a:pt x="704962" y="37439"/>
                  <a:pt x="701787" y="37337"/>
                </a:cubicBezTo>
                <a:lnTo>
                  <a:pt x="701787" y="34571"/>
                </a:lnTo>
                <a:lnTo>
                  <a:pt x="725833" y="34571"/>
                </a:lnTo>
                <a:lnTo>
                  <a:pt x="725833" y="37337"/>
                </a:lnTo>
                <a:cubicBezTo>
                  <a:pt x="723477" y="37594"/>
                  <a:pt x="721556" y="38508"/>
                  <a:pt x="720071" y="40078"/>
                </a:cubicBezTo>
                <a:cubicBezTo>
                  <a:pt x="718586" y="41648"/>
                  <a:pt x="716102" y="46990"/>
                  <a:pt x="712619" y="56103"/>
                </a:cubicBezTo>
                <a:lnTo>
                  <a:pt x="692107" y="109398"/>
                </a:lnTo>
                <a:cubicBezTo>
                  <a:pt x="686934" y="122714"/>
                  <a:pt x="683093" y="130908"/>
                  <a:pt x="680583" y="133981"/>
                </a:cubicBezTo>
                <a:cubicBezTo>
                  <a:pt x="677049" y="138283"/>
                  <a:pt x="672619" y="140435"/>
                  <a:pt x="667293" y="140435"/>
                </a:cubicBezTo>
                <a:cubicBezTo>
                  <a:pt x="663042" y="140435"/>
                  <a:pt x="659597" y="139218"/>
                  <a:pt x="656960" y="136785"/>
                </a:cubicBezTo>
                <a:cubicBezTo>
                  <a:pt x="654322" y="134353"/>
                  <a:pt x="653003" y="131421"/>
                  <a:pt x="653003" y="127989"/>
                </a:cubicBezTo>
                <a:cubicBezTo>
                  <a:pt x="653003" y="125019"/>
                  <a:pt x="653912" y="122560"/>
                  <a:pt x="655731" y="120614"/>
                </a:cubicBezTo>
                <a:cubicBezTo>
                  <a:pt x="657549" y="118668"/>
                  <a:pt x="659790" y="117695"/>
                  <a:pt x="662453" y="117695"/>
                </a:cubicBezTo>
                <a:cubicBezTo>
                  <a:pt x="665014" y="117695"/>
                  <a:pt x="667075" y="118509"/>
                  <a:pt x="668637" y="120139"/>
                </a:cubicBezTo>
                <a:cubicBezTo>
                  <a:pt x="670199" y="121770"/>
                  <a:pt x="671006" y="124292"/>
                  <a:pt x="671057" y="127706"/>
                </a:cubicBezTo>
                <a:cubicBezTo>
                  <a:pt x="671108" y="129642"/>
                  <a:pt x="671339" y="130891"/>
                  <a:pt x="671748" y="131451"/>
                </a:cubicBezTo>
                <a:cubicBezTo>
                  <a:pt x="672158" y="132011"/>
                  <a:pt x="672747" y="132291"/>
                  <a:pt x="673515" y="132291"/>
                </a:cubicBezTo>
                <a:cubicBezTo>
                  <a:pt x="674745" y="132291"/>
                  <a:pt x="676051" y="131552"/>
                  <a:pt x="677433" y="130073"/>
                </a:cubicBezTo>
                <a:cubicBezTo>
                  <a:pt x="679482" y="127931"/>
                  <a:pt x="681889" y="123037"/>
                  <a:pt x="684655" y="115390"/>
                </a:cubicBezTo>
                <a:lnTo>
                  <a:pt x="686883" y="109467"/>
                </a:lnTo>
                <a:close/>
                <a:moveTo>
                  <a:pt x="807758" y="59001"/>
                </a:moveTo>
                <a:lnTo>
                  <a:pt x="807758" y="88348"/>
                </a:lnTo>
                <a:cubicBezTo>
                  <a:pt x="807758" y="93953"/>
                  <a:pt x="808103" y="97482"/>
                  <a:pt x="808795" y="98935"/>
                </a:cubicBezTo>
                <a:cubicBezTo>
                  <a:pt x="809486" y="100387"/>
                  <a:pt x="810703" y="101546"/>
                  <a:pt x="812444" y="102414"/>
                </a:cubicBezTo>
                <a:cubicBezTo>
                  <a:pt x="814185" y="103280"/>
                  <a:pt x="817438" y="103713"/>
                  <a:pt x="822201" y="103713"/>
                </a:cubicBezTo>
                <a:lnTo>
                  <a:pt x="822201" y="106478"/>
                </a:lnTo>
                <a:lnTo>
                  <a:pt x="768885" y="106478"/>
                </a:lnTo>
                <a:lnTo>
                  <a:pt x="768885" y="103713"/>
                </a:lnTo>
                <a:cubicBezTo>
                  <a:pt x="773699" y="103713"/>
                  <a:pt x="776964" y="103267"/>
                  <a:pt x="778680" y="102375"/>
                </a:cubicBezTo>
                <a:cubicBezTo>
                  <a:pt x="780395" y="101484"/>
                  <a:pt x="781599" y="100324"/>
                  <a:pt x="782290" y="98897"/>
                </a:cubicBezTo>
                <a:cubicBezTo>
                  <a:pt x="782982" y="97469"/>
                  <a:pt x="783328" y="93953"/>
                  <a:pt x="783328" y="88348"/>
                </a:cubicBezTo>
                <a:lnTo>
                  <a:pt x="783328" y="20435"/>
                </a:lnTo>
                <a:cubicBezTo>
                  <a:pt x="783328" y="14830"/>
                  <a:pt x="782982" y="11302"/>
                  <a:pt x="782290" y="9850"/>
                </a:cubicBezTo>
                <a:cubicBezTo>
                  <a:pt x="781599" y="8397"/>
                  <a:pt x="780383" y="7237"/>
                  <a:pt x="778641" y="6372"/>
                </a:cubicBezTo>
                <a:cubicBezTo>
                  <a:pt x="776900" y="5504"/>
                  <a:pt x="773648" y="5070"/>
                  <a:pt x="768885" y="5070"/>
                </a:cubicBezTo>
                <a:lnTo>
                  <a:pt x="768885" y="2305"/>
                </a:lnTo>
                <a:lnTo>
                  <a:pt x="817284" y="2305"/>
                </a:lnTo>
                <a:cubicBezTo>
                  <a:pt x="829883" y="2305"/>
                  <a:pt x="839102" y="3175"/>
                  <a:pt x="844941" y="4914"/>
                </a:cubicBezTo>
                <a:cubicBezTo>
                  <a:pt x="850779" y="6654"/>
                  <a:pt x="855542" y="9865"/>
                  <a:pt x="859230" y="14546"/>
                </a:cubicBezTo>
                <a:cubicBezTo>
                  <a:pt x="862917" y="19228"/>
                  <a:pt x="864761" y="24715"/>
                  <a:pt x="864761" y="31008"/>
                </a:cubicBezTo>
                <a:cubicBezTo>
                  <a:pt x="864761" y="38684"/>
                  <a:pt x="861996" y="45029"/>
                  <a:pt x="856464" y="50044"/>
                </a:cubicBezTo>
                <a:cubicBezTo>
                  <a:pt x="852930" y="53216"/>
                  <a:pt x="847988" y="55595"/>
                  <a:pt x="841637" y="57181"/>
                </a:cubicBezTo>
                <a:lnTo>
                  <a:pt x="866682" y="92530"/>
                </a:lnTo>
                <a:cubicBezTo>
                  <a:pt x="869960" y="97043"/>
                  <a:pt x="872290" y="99858"/>
                  <a:pt x="873673" y="100973"/>
                </a:cubicBezTo>
                <a:cubicBezTo>
                  <a:pt x="875773" y="102545"/>
                  <a:pt x="878205" y="103407"/>
                  <a:pt x="880971" y="103559"/>
                </a:cubicBezTo>
                <a:lnTo>
                  <a:pt x="880971" y="106478"/>
                </a:lnTo>
                <a:lnTo>
                  <a:pt x="848167" y="106478"/>
                </a:lnTo>
                <a:lnTo>
                  <a:pt x="814595" y="59001"/>
                </a:lnTo>
                <a:lnTo>
                  <a:pt x="807758" y="59001"/>
                </a:lnTo>
                <a:moveTo>
                  <a:pt x="807758" y="8143"/>
                </a:moveTo>
                <a:lnTo>
                  <a:pt x="807758" y="53470"/>
                </a:lnTo>
                <a:lnTo>
                  <a:pt x="812137" y="53470"/>
                </a:lnTo>
                <a:cubicBezTo>
                  <a:pt x="819256" y="53470"/>
                  <a:pt x="824582" y="52821"/>
                  <a:pt x="828116" y="51525"/>
                </a:cubicBezTo>
                <a:cubicBezTo>
                  <a:pt x="831650" y="50227"/>
                  <a:pt x="834428" y="47887"/>
                  <a:pt x="836452" y="44505"/>
                </a:cubicBezTo>
                <a:cubicBezTo>
                  <a:pt x="838475" y="41122"/>
                  <a:pt x="839486" y="36708"/>
                  <a:pt x="839486" y="31265"/>
                </a:cubicBezTo>
                <a:cubicBezTo>
                  <a:pt x="839486" y="23379"/>
                  <a:pt x="837629" y="17554"/>
                  <a:pt x="833916" y="13790"/>
                </a:cubicBezTo>
                <a:cubicBezTo>
                  <a:pt x="830203" y="10026"/>
                  <a:pt x="824224" y="8143"/>
                  <a:pt x="815978" y="8143"/>
                </a:cubicBezTo>
                <a:lnTo>
                  <a:pt x="807758" y="8143"/>
                </a:lnTo>
                <a:close/>
                <a:moveTo>
                  <a:pt x="880991" y="106478"/>
                </a:moveTo>
                <a:lnTo>
                  <a:pt x="880991" y="103713"/>
                </a:lnTo>
                <a:lnTo>
                  <a:pt x="884448" y="103713"/>
                </a:lnTo>
                <a:cubicBezTo>
                  <a:pt x="887470" y="103713"/>
                  <a:pt x="889788" y="103236"/>
                  <a:pt x="891401" y="102284"/>
                </a:cubicBezTo>
                <a:cubicBezTo>
                  <a:pt x="893014" y="101332"/>
                  <a:pt x="894205" y="100032"/>
                  <a:pt x="894973" y="98385"/>
                </a:cubicBezTo>
                <a:cubicBezTo>
                  <a:pt x="895434" y="97303"/>
                  <a:pt x="895665" y="94060"/>
                  <a:pt x="895665" y="88655"/>
                </a:cubicBezTo>
                <a:lnTo>
                  <a:pt x="895665" y="20128"/>
                </a:lnTo>
                <a:cubicBezTo>
                  <a:pt x="895665" y="14774"/>
                  <a:pt x="895383" y="11428"/>
                  <a:pt x="894820" y="10090"/>
                </a:cubicBezTo>
                <a:cubicBezTo>
                  <a:pt x="894256" y="8751"/>
                  <a:pt x="893117" y="7579"/>
                  <a:pt x="891401" y="6576"/>
                </a:cubicBezTo>
                <a:cubicBezTo>
                  <a:pt x="889685" y="5572"/>
                  <a:pt x="887368" y="5070"/>
                  <a:pt x="884448" y="5070"/>
                </a:cubicBezTo>
                <a:lnTo>
                  <a:pt x="880991" y="5070"/>
                </a:lnTo>
                <a:lnTo>
                  <a:pt x="880991" y="2305"/>
                </a:lnTo>
                <a:lnTo>
                  <a:pt x="927624" y="2305"/>
                </a:lnTo>
                <a:cubicBezTo>
                  <a:pt x="940069" y="2305"/>
                  <a:pt x="950082" y="3995"/>
                  <a:pt x="957662" y="7375"/>
                </a:cubicBezTo>
                <a:cubicBezTo>
                  <a:pt x="966932" y="11524"/>
                  <a:pt x="973961" y="17798"/>
                  <a:pt x="978750" y="26197"/>
                </a:cubicBezTo>
                <a:cubicBezTo>
                  <a:pt x="983539" y="34596"/>
                  <a:pt x="985933" y="44097"/>
                  <a:pt x="985933" y="54699"/>
                </a:cubicBezTo>
                <a:cubicBezTo>
                  <a:pt x="985933" y="62023"/>
                  <a:pt x="984755" y="68770"/>
                  <a:pt x="982399" y="74942"/>
                </a:cubicBezTo>
                <a:cubicBezTo>
                  <a:pt x="980043" y="81114"/>
                  <a:pt x="976996" y="86210"/>
                  <a:pt x="973257" y="90230"/>
                </a:cubicBezTo>
                <a:cubicBezTo>
                  <a:pt x="969518" y="94250"/>
                  <a:pt x="965203" y="97477"/>
                  <a:pt x="960312" y="99910"/>
                </a:cubicBezTo>
                <a:cubicBezTo>
                  <a:pt x="955421" y="102343"/>
                  <a:pt x="949442" y="104225"/>
                  <a:pt x="942374" y="105556"/>
                </a:cubicBezTo>
                <a:cubicBezTo>
                  <a:pt x="939250" y="106171"/>
                  <a:pt x="934333" y="106478"/>
                  <a:pt x="927624" y="106478"/>
                </a:cubicBezTo>
                <a:lnTo>
                  <a:pt x="880991" y="106478"/>
                </a:lnTo>
                <a:moveTo>
                  <a:pt x="920710" y="8143"/>
                </a:moveTo>
                <a:lnTo>
                  <a:pt x="920710" y="89356"/>
                </a:lnTo>
                <a:cubicBezTo>
                  <a:pt x="920710" y="93655"/>
                  <a:pt x="920914" y="96291"/>
                  <a:pt x="921324" y="97264"/>
                </a:cubicBezTo>
                <a:cubicBezTo>
                  <a:pt x="921734" y="98236"/>
                  <a:pt x="922425" y="98977"/>
                  <a:pt x="923398" y="99487"/>
                </a:cubicBezTo>
                <a:cubicBezTo>
                  <a:pt x="924781" y="100256"/>
                  <a:pt x="926779" y="100640"/>
                  <a:pt x="929391" y="100640"/>
                </a:cubicBezTo>
                <a:cubicBezTo>
                  <a:pt x="937944" y="100640"/>
                  <a:pt x="944474" y="97723"/>
                  <a:pt x="948981" y="91889"/>
                </a:cubicBezTo>
                <a:cubicBezTo>
                  <a:pt x="955127" y="84008"/>
                  <a:pt x="958200" y="71778"/>
                  <a:pt x="958200" y="55198"/>
                </a:cubicBezTo>
                <a:cubicBezTo>
                  <a:pt x="958200" y="41842"/>
                  <a:pt x="956100" y="31172"/>
                  <a:pt x="951900" y="23189"/>
                </a:cubicBezTo>
                <a:cubicBezTo>
                  <a:pt x="948571" y="16945"/>
                  <a:pt x="944295" y="12698"/>
                  <a:pt x="939070" y="10446"/>
                </a:cubicBezTo>
                <a:cubicBezTo>
                  <a:pt x="935383" y="8860"/>
                  <a:pt x="929263" y="8092"/>
                  <a:pt x="920710" y="8143"/>
                </a:cubicBezTo>
                <a:close/>
                <a:moveTo>
                  <a:pt x="1035120" y="8297"/>
                </a:moveTo>
                <a:lnTo>
                  <a:pt x="1035120" y="51011"/>
                </a:lnTo>
                <a:lnTo>
                  <a:pt x="1038117" y="51011"/>
                </a:lnTo>
                <a:cubicBezTo>
                  <a:pt x="1042726" y="51011"/>
                  <a:pt x="1046490" y="50317"/>
                  <a:pt x="1049410" y="48930"/>
                </a:cubicBezTo>
                <a:cubicBezTo>
                  <a:pt x="1052329" y="47542"/>
                  <a:pt x="1054800" y="45204"/>
                  <a:pt x="1056823" y="41915"/>
                </a:cubicBezTo>
                <a:cubicBezTo>
                  <a:pt x="1058846" y="38626"/>
                  <a:pt x="1060165" y="34180"/>
                  <a:pt x="1060780" y="28579"/>
                </a:cubicBezTo>
                <a:lnTo>
                  <a:pt x="1063469" y="28579"/>
                </a:lnTo>
                <a:lnTo>
                  <a:pt x="1063469" y="80973"/>
                </a:lnTo>
                <a:lnTo>
                  <a:pt x="1060780" y="80973"/>
                </a:lnTo>
                <a:cubicBezTo>
                  <a:pt x="1059807" y="71088"/>
                  <a:pt x="1057156" y="64571"/>
                  <a:pt x="1052828" y="61421"/>
                </a:cubicBezTo>
                <a:cubicBezTo>
                  <a:pt x="1048501" y="58271"/>
                  <a:pt x="1043597" y="56696"/>
                  <a:pt x="1038117" y="56696"/>
                </a:cubicBezTo>
                <a:lnTo>
                  <a:pt x="1035120" y="56696"/>
                </a:lnTo>
                <a:lnTo>
                  <a:pt x="1035120" y="88655"/>
                </a:lnTo>
                <a:cubicBezTo>
                  <a:pt x="1035120" y="94009"/>
                  <a:pt x="1035415" y="97355"/>
                  <a:pt x="1036004" y="98695"/>
                </a:cubicBezTo>
                <a:cubicBezTo>
                  <a:pt x="1036593" y="100033"/>
                  <a:pt x="1037745" y="101204"/>
                  <a:pt x="1039461" y="102207"/>
                </a:cubicBezTo>
                <a:cubicBezTo>
                  <a:pt x="1041177" y="103211"/>
                  <a:pt x="1043494" y="103713"/>
                  <a:pt x="1046414" y="103713"/>
                </a:cubicBezTo>
                <a:lnTo>
                  <a:pt x="1049871" y="103713"/>
                </a:lnTo>
                <a:lnTo>
                  <a:pt x="1049871" y="106478"/>
                </a:lnTo>
                <a:lnTo>
                  <a:pt x="995402" y="106478"/>
                </a:lnTo>
                <a:lnTo>
                  <a:pt x="995402" y="103713"/>
                </a:lnTo>
                <a:lnTo>
                  <a:pt x="998859" y="103713"/>
                </a:lnTo>
                <a:cubicBezTo>
                  <a:pt x="1001881" y="103713"/>
                  <a:pt x="1004314" y="103172"/>
                  <a:pt x="1006158" y="102092"/>
                </a:cubicBezTo>
                <a:cubicBezTo>
                  <a:pt x="1007489" y="101370"/>
                  <a:pt x="1008514" y="100135"/>
                  <a:pt x="1009231" y="98385"/>
                </a:cubicBezTo>
                <a:cubicBezTo>
                  <a:pt x="1009794" y="97150"/>
                  <a:pt x="1010076" y="93906"/>
                  <a:pt x="1010076" y="88655"/>
                </a:cubicBezTo>
                <a:lnTo>
                  <a:pt x="1010076" y="20128"/>
                </a:lnTo>
                <a:cubicBezTo>
                  <a:pt x="1010076" y="14774"/>
                  <a:pt x="1009794" y="11428"/>
                  <a:pt x="1009231" y="10090"/>
                </a:cubicBezTo>
                <a:cubicBezTo>
                  <a:pt x="1008667" y="8751"/>
                  <a:pt x="1007528" y="7579"/>
                  <a:pt x="1005812" y="6576"/>
                </a:cubicBezTo>
                <a:cubicBezTo>
                  <a:pt x="1004096" y="5572"/>
                  <a:pt x="1001779" y="5070"/>
                  <a:pt x="998859" y="5070"/>
                </a:cubicBezTo>
                <a:lnTo>
                  <a:pt x="995402" y="5070"/>
                </a:lnTo>
                <a:lnTo>
                  <a:pt x="995402" y="2305"/>
                </a:lnTo>
                <a:lnTo>
                  <a:pt x="1083289" y="2305"/>
                </a:lnTo>
                <a:lnTo>
                  <a:pt x="1083289" y="32266"/>
                </a:lnTo>
                <a:lnTo>
                  <a:pt x="1080139" y="32266"/>
                </a:lnTo>
                <a:cubicBezTo>
                  <a:pt x="1079422" y="25227"/>
                  <a:pt x="1077591" y="20012"/>
                  <a:pt x="1074646" y="16620"/>
                </a:cubicBezTo>
                <a:cubicBezTo>
                  <a:pt x="1071702" y="13229"/>
                  <a:pt x="1067438" y="10840"/>
                  <a:pt x="1061855" y="9454"/>
                </a:cubicBezTo>
                <a:cubicBezTo>
                  <a:pt x="1058782" y="8683"/>
                  <a:pt x="1053097" y="8297"/>
                  <a:pt x="1044800" y="8297"/>
                </a:cubicBezTo>
                <a:lnTo>
                  <a:pt x="1035120" y="8297"/>
                </a:lnTo>
                <a:close/>
                <a:moveTo>
                  <a:pt x="1161260" y="0"/>
                </a:moveTo>
                <a:lnTo>
                  <a:pt x="1162105" y="34725"/>
                </a:lnTo>
                <a:lnTo>
                  <a:pt x="1158956" y="34725"/>
                </a:lnTo>
                <a:cubicBezTo>
                  <a:pt x="1157470" y="26040"/>
                  <a:pt x="1153821" y="19055"/>
                  <a:pt x="1148008" y="13768"/>
                </a:cubicBezTo>
                <a:cubicBezTo>
                  <a:pt x="1142195" y="8482"/>
                  <a:pt x="1135908" y="5839"/>
                  <a:pt x="1129148" y="5839"/>
                </a:cubicBezTo>
                <a:cubicBezTo>
                  <a:pt x="1123924" y="5839"/>
                  <a:pt x="1119788" y="7230"/>
                  <a:pt x="1116741" y="10014"/>
                </a:cubicBezTo>
                <a:cubicBezTo>
                  <a:pt x="1113693" y="12795"/>
                  <a:pt x="1112170" y="15999"/>
                  <a:pt x="1112170" y="19624"/>
                </a:cubicBezTo>
                <a:cubicBezTo>
                  <a:pt x="1112170" y="21920"/>
                  <a:pt x="1112707" y="23963"/>
                  <a:pt x="1113783" y="25750"/>
                </a:cubicBezTo>
                <a:cubicBezTo>
                  <a:pt x="1115268" y="28150"/>
                  <a:pt x="1117650" y="30523"/>
                  <a:pt x="1120928" y="32871"/>
                </a:cubicBezTo>
                <a:cubicBezTo>
                  <a:pt x="1123335" y="34556"/>
                  <a:pt x="1128892" y="37544"/>
                  <a:pt x="1137599" y="41833"/>
                </a:cubicBezTo>
                <a:cubicBezTo>
                  <a:pt x="1149788" y="47806"/>
                  <a:pt x="1158008" y="53449"/>
                  <a:pt x="1162259" y="58761"/>
                </a:cubicBezTo>
                <a:cubicBezTo>
                  <a:pt x="1166459" y="64071"/>
                  <a:pt x="1168559" y="70148"/>
                  <a:pt x="1168559" y="76992"/>
                </a:cubicBezTo>
                <a:cubicBezTo>
                  <a:pt x="1168559" y="85673"/>
                  <a:pt x="1165166" y="93142"/>
                  <a:pt x="1158379" y="99398"/>
                </a:cubicBezTo>
                <a:cubicBezTo>
                  <a:pt x="1151593" y="105655"/>
                  <a:pt x="1142976" y="108783"/>
                  <a:pt x="1132528" y="108783"/>
                </a:cubicBezTo>
                <a:cubicBezTo>
                  <a:pt x="1129250" y="108783"/>
                  <a:pt x="1126152" y="108450"/>
                  <a:pt x="1123232" y="107784"/>
                </a:cubicBezTo>
                <a:cubicBezTo>
                  <a:pt x="1120313" y="107118"/>
                  <a:pt x="1116651" y="105864"/>
                  <a:pt x="1112247" y="104020"/>
                </a:cubicBezTo>
                <a:cubicBezTo>
                  <a:pt x="1109788" y="102996"/>
                  <a:pt x="1107765" y="102483"/>
                  <a:pt x="1106177" y="102483"/>
                </a:cubicBezTo>
                <a:cubicBezTo>
                  <a:pt x="1104846" y="102483"/>
                  <a:pt x="1103437" y="103002"/>
                  <a:pt x="1101952" y="104039"/>
                </a:cubicBezTo>
                <a:cubicBezTo>
                  <a:pt x="1100467" y="105076"/>
                  <a:pt x="1099263" y="106658"/>
                  <a:pt x="1098341" y="108783"/>
                </a:cubicBezTo>
                <a:lnTo>
                  <a:pt x="1095499" y="108783"/>
                </a:lnTo>
                <a:lnTo>
                  <a:pt x="1095499" y="69449"/>
                </a:lnTo>
                <a:lnTo>
                  <a:pt x="1098341" y="69449"/>
                </a:lnTo>
                <a:cubicBezTo>
                  <a:pt x="1100595" y="80486"/>
                  <a:pt x="1104935" y="88905"/>
                  <a:pt x="1111363" y="94705"/>
                </a:cubicBezTo>
                <a:cubicBezTo>
                  <a:pt x="1117791" y="100505"/>
                  <a:pt x="1124718" y="103405"/>
                  <a:pt x="1132144" y="103405"/>
                </a:cubicBezTo>
                <a:cubicBezTo>
                  <a:pt x="1137880" y="103405"/>
                  <a:pt x="1142451" y="101848"/>
                  <a:pt x="1145857" y="98733"/>
                </a:cubicBezTo>
                <a:cubicBezTo>
                  <a:pt x="1149263" y="95619"/>
                  <a:pt x="1150966" y="91994"/>
                  <a:pt x="1150966" y="87858"/>
                </a:cubicBezTo>
                <a:cubicBezTo>
                  <a:pt x="1150966" y="85408"/>
                  <a:pt x="1150313" y="83034"/>
                  <a:pt x="1149007" y="80737"/>
                </a:cubicBezTo>
                <a:cubicBezTo>
                  <a:pt x="1147701" y="78439"/>
                  <a:pt x="1145716" y="76256"/>
                  <a:pt x="1143053" y="74188"/>
                </a:cubicBezTo>
                <a:cubicBezTo>
                  <a:pt x="1140390" y="72120"/>
                  <a:pt x="1135678" y="69427"/>
                  <a:pt x="1128917" y="66110"/>
                </a:cubicBezTo>
                <a:cubicBezTo>
                  <a:pt x="1119442" y="61463"/>
                  <a:pt x="1112631" y="57504"/>
                  <a:pt x="1108482" y="54231"/>
                </a:cubicBezTo>
                <a:cubicBezTo>
                  <a:pt x="1104334" y="50958"/>
                  <a:pt x="1101145" y="47301"/>
                  <a:pt x="1098918" y="43262"/>
                </a:cubicBezTo>
                <a:cubicBezTo>
                  <a:pt x="1096690" y="39222"/>
                  <a:pt x="1095576" y="34773"/>
                  <a:pt x="1095576" y="29916"/>
                </a:cubicBezTo>
                <a:cubicBezTo>
                  <a:pt x="1095576" y="21632"/>
                  <a:pt x="1098623" y="14575"/>
                  <a:pt x="1104718" y="8746"/>
                </a:cubicBezTo>
                <a:cubicBezTo>
                  <a:pt x="1110813" y="2915"/>
                  <a:pt x="1118495" y="0"/>
                  <a:pt x="1127765" y="0"/>
                </a:cubicBezTo>
                <a:cubicBezTo>
                  <a:pt x="1131145" y="0"/>
                  <a:pt x="1134423" y="415"/>
                  <a:pt x="1137599" y="1244"/>
                </a:cubicBezTo>
                <a:cubicBezTo>
                  <a:pt x="1140006" y="1865"/>
                  <a:pt x="1142938" y="3016"/>
                  <a:pt x="1146395" y="4698"/>
                </a:cubicBezTo>
                <a:cubicBezTo>
                  <a:pt x="1149852" y="6380"/>
                  <a:pt x="1152272" y="7221"/>
                  <a:pt x="1153655" y="7221"/>
                </a:cubicBezTo>
                <a:cubicBezTo>
                  <a:pt x="1154986" y="7221"/>
                  <a:pt x="1156036" y="6808"/>
                  <a:pt x="1156805" y="5980"/>
                </a:cubicBezTo>
                <a:cubicBezTo>
                  <a:pt x="1157573" y="5151"/>
                  <a:pt x="1158290" y="3158"/>
                  <a:pt x="1158956" y="0"/>
                </a:cubicBezTo>
                <a:lnTo>
                  <a:pt x="116126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3F984-3641-4870-9CE4-DBD89E8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414" y="2390930"/>
            <a:ext cx="136232" cy="85212"/>
          </a:xfrm>
          <a:custGeom xmlns:a="http://schemas.openxmlformats.org/drawingml/2006/main">
            <a:pathLst>
              <a:path w="136232" h="85212">
                <a:moveTo>
                  <a:pt x="2638" y="421"/>
                </a:moveTo>
                <a:lnTo>
                  <a:pt x="2538" y="373"/>
                </a:lnTo>
                <a:lnTo>
                  <a:pt x="2437" y="331"/>
                </a:lnTo>
                <a:lnTo>
                  <a:pt x="2334" y="297"/>
                </a:lnTo>
                <a:lnTo>
                  <a:pt x="2229" y="271"/>
                </a:lnTo>
                <a:lnTo>
                  <a:pt x="2124" y="251"/>
                </a:lnTo>
                <a:lnTo>
                  <a:pt x="2019" y="238"/>
                </a:lnTo>
                <a:lnTo>
                  <a:pt x="1913" y="232"/>
                </a:lnTo>
                <a:lnTo>
                  <a:pt x="1807" y="233"/>
                </a:lnTo>
                <a:lnTo>
                  <a:pt x="1702" y="241"/>
                </a:lnTo>
                <a:lnTo>
                  <a:pt x="1598" y="255"/>
                </a:lnTo>
                <a:lnTo>
                  <a:pt x="1495" y="276"/>
                </a:lnTo>
                <a:lnTo>
                  <a:pt x="1394" y="304"/>
                </a:lnTo>
                <a:lnTo>
                  <a:pt x="1294" y="337"/>
                </a:lnTo>
                <a:lnTo>
                  <a:pt x="1197" y="378"/>
                </a:lnTo>
                <a:lnTo>
                  <a:pt x="1102" y="424"/>
                </a:lnTo>
                <a:lnTo>
                  <a:pt x="1010" y="477"/>
                </a:lnTo>
                <a:lnTo>
                  <a:pt x="922" y="536"/>
                </a:lnTo>
                <a:lnTo>
                  <a:pt x="836" y="601"/>
                </a:lnTo>
                <a:lnTo>
                  <a:pt x="755" y="671"/>
                </a:lnTo>
                <a:lnTo>
                  <a:pt x="678" y="748"/>
                </a:lnTo>
                <a:lnTo>
                  <a:pt x="606" y="830"/>
                </a:lnTo>
                <a:lnTo>
                  <a:pt x="538" y="919"/>
                </a:lnTo>
                <a:lnTo>
                  <a:pt x="476" y="1012"/>
                </a:lnTo>
                <a:lnTo>
                  <a:pt x="420" y="1110"/>
                </a:lnTo>
                <a:lnTo>
                  <a:pt x="372" y="1210"/>
                </a:lnTo>
                <a:lnTo>
                  <a:pt x="331" y="1312"/>
                </a:lnTo>
                <a:lnTo>
                  <a:pt x="297" y="1415"/>
                </a:lnTo>
                <a:lnTo>
                  <a:pt x="270" y="1520"/>
                </a:lnTo>
                <a:lnTo>
                  <a:pt x="250" y="1625"/>
                </a:lnTo>
                <a:lnTo>
                  <a:pt x="238" y="1731"/>
                </a:lnTo>
                <a:lnTo>
                  <a:pt x="232" y="1837"/>
                </a:lnTo>
                <a:lnTo>
                  <a:pt x="233" y="1942"/>
                </a:lnTo>
                <a:lnTo>
                  <a:pt x="240" y="2047"/>
                </a:lnTo>
                <a:lnTo>
                  <a:pt x="255" y="2152"/>
                </a:lnTo>
                <a:lnTo>
                  <a:pt x="276" y="2255"/>
                </a:lnTo>
                <a:lnTo>
                  <a:pt x="303" y="2356"/>
                </a:lnTo>
                <a:lnTo>
                  <a:pt x="337" y="2456"/>
                </a:lnTo>
                <a:lnTo>
                  <a:pt x="377" y="2554"/>
                </a:lnTo>
                <a:lnTo>
                  <a:pt x="424" y="2649"/>
                </a:lnTo>
                <a:lnTo>
                  <a:pt x="476" y="2741"/>
                </a:lnTo>
                <a:lnTo>
                  <a:pt x="535" y="2829"/>
                </a:lnTo>
                <a:lnTo>
                  <a:pt x="600" y="2915"/>
                </a:lnTo>
                <a:lnTo>
                  <a:pt x="670" y="2996"/>
                </a:lnTo>
                <a:lnTo>
                  <a:pt x="747" y="3073"/>
                </a:lnTo>
                <a:lnTo>
                  <a:pt x="829" y="3146"/>
                </a:lnTo>
                <a:lnTo>
                  <a:pt x="917" y="3213"/>
                </a:lnTo>
                <a:lnTo>
                  <a:pt x="1010" y="3276"/>
                </a:lnTo>
                <a:lnTo>
                  <a:pt x="127863" y="81722"/>
                </a:lnTo>
                <a:lnTo>
                  <a:pt x="118098" y="81775"/>
                </a:lnTo>
                <a:lnTo>
                  <a:pt x="117986" y="81780"/>
                </a:lnTo>
                <a:lnTo>
                  <a:pt x="117875" y="81792"/>
                </a:lnTo>
                <a:lnTo>
                  <a:pt x="117767" y="81811"/>
                </a:lnTo>
                <a:lnTo>
                  <a:pt x="117662" y="81836"/>
                </a:lnTo>
                <a:lnTo>
                  <a:pt x="117559" y="81869"/>
                </a:lnTo>
                <a:lnTo>
                  <a:pt x="117460" y="81908"/>
                </a:lnTo>
                <a:lnTo>
                  <a:pt x="117363" y="81953"/>
                </a:lnTo>
                <a:lnTo>
                  <a:pt x="117271" y="82004"/>
                </a:lnTo>
                <a:lnTo>
                  <a:pt x="117182" y="82061"/>
                </a:lnTo>
                <a:lnTo>
                  <a:pt x="117097" y="82123"/>
                </a:lnTo>
                <a:lnTo>
                  <a:pt x="117016" y="82191"/>
                </a:lnTo>
                <a:lnTo>
                  <a:pt x="116940" y="82263"/>
                </a:lnTo>
                <a:lnTo>
                  <a:pt x="116868" y="82340"/>
                </a:lnTo>
                <a:lnTo>
                  <a:pt x="116802" y="82422"/>
                </a:lnTo>
                <a:lnTo>
                  <a:pt x="116741" y="82508"/>
                </a:lnTo>
                <a:lnTo>
                  <a:pt x="116685" y="82598"/>
                </a:lnTo>
                <a:lnTo>
                  <a:pt x="116635" y="82691"/>
                </a:lnTo>
                <a:lnTo>
                  <a:pt x="116591" y="82788"/>
                </a:lnTo>
                <a:lnTo>
                  <a:pt x="116553" y="82888"/>
                </a:lnTo>
                <a:lnTo>
                  <a:pt x="116522" y="82991"/>
                </a:lnTo>
                <a:lnTo>
                  <a:pt x="116497" y="83097"/>
                </a:lnTo>
                <a:lnTo>
                  <a:pt x="116479" y="83206"/>
                </a:lnTo>
                <a:lnTo>
                  <a:pt x="116469" y="83316"/>
                </a:lnTo>
                <a:lnTo>
                  <a:pt x="116466" y="83429"/>
                </a:lnTo>
                <a:lnTo>
                  <a:pt x="116470" y="83541"/>
                </a:lnTo>
                <a:lnTo>
                  <a:pt x="116482" y="83652"/>
                </a:lnTo>
                <a:lnTo>
                  <a:pt x="116501" y="83760"/>
                </a:lnTo>
                <a:lnTo>
                  <a:pt x="116527" y="83866"/>
                </a:lnTo>
                <a:lnTo>
                  <a:pt x="116559" y="83968"/>
                </a:lnTo>
                <a:lnTo>
                  <a:pt x="116598" y="84068"/>
                </a:lnTo>
                <a:lnTo>
                  <a:pt x="116643" y="84165"/>
                </a:lnTo>
                <a:lnTo>
                  <a:pt x="116694" y="84258"/>
                </a:lnTo>
                <a:lnTo>
                  <a:pt x="116751" y="84347"/>
                </a:lnTo>
                <a:lnTo>
                  <a:pt x="116813" y="84432"/>
                </a:lnTo>
                <a:lnTo>
                  <a:pt x="116880" y="84513"/>
                </a:lnTo>
                <a:lnTo>
                  <a:pt x="116953" y="84589"/>
                </a:lnTo>
                <a:lnTo>
                  <a:pt x="117030" y="84661"/>
                </a:lnTo>
                <a:lnTo>
                  <a:pt x="117111" y="84727"/>
                </a:lnTo>
                <a:lnTo>
                  <a:pt x="117197" y="84788"/>
                </a:lnTo>
                <a:lnTo>
                  <a:pt x="117286" y="84844"/>
                </a:lnTo>
                <a:lnTo>
                  <a:pt x="117380" y="84894"/>
                </a:lnTo>
                <a:lnTo>
                  <a:pt x="117476" y="84939"/>
                </a:lnTo>
                <a:lnTo>
                  <a:pt x="117577" y="84976"/>
                </a:lnTo>
                <a:lnTo>
                  <a:pt x="117680" y="85008"/>
                </a:lnTo>
                <a:lnTo>
                  <a:pt x="117785" y="85033"/>
                </a:lnTo>
                <a:lnTo>
                  <a:pt x="117894" y="85050"/>
                </a:lnTo>
                <a:lnTo>
                  <a:pt x="118004" y="85061"/>
                </a:lnTo>
                <a:lnTo>
                  <a:pt x="118116" y="85064"/>
                </a:lnTo>
                <a:lnTo>
                  <a:pt x="136232" y="84965"/>
                </a:lnTo>
                <a:lnTo>
                  <a:pt x="135083" y="82636"/>
                </a:lnTo>
                <a:lnTo>
                  <a:pt x="135047" y="82563"/>
                </a:lnTo>
                <a:lnTo>
                  <a:pt x="135045" y="82560"/>
                </a:lnTo>
                <a:lnTo>
                  <a:pt x="128205" y="68699"/>
                </a:lnTo>
                <a:lnTo>
                  <a:pt x="128152" y="68599"/>
                </a:lnTo>
                <a:lnTo>
                  <a:pt x="128093" y="68505"/>
                </a:lnTo>
                <a:lnTo>
                  <a:pt x="128029" y="68416"/>
                </a:lnTo>
                <a:lnTo>
                  <a:pt x="127959" y="68333"/>
                </a:lnTo>
                <a:lnTo>
                  <a:pt x="127885" y="68255"/>
                </a:lnTo>
                <a:lnTo>
                  <a:pt x="127807" y="68182"/>
                </a:lnTo>
                <a:lnTo>
                  <a:pt x="127724" y="68115"/>
                </a:lnTo>
                <a:lnTo>
                  <a:pt x="127637" y="68054"/>
                </a:lnTo>
                <a:lnTo>
                  <a:pt x="127547" y="67999"/>
                </a:lnTo>
                <a:lnTo>
                  <a:pt x="127454" y="67950"/>
                </a:lnTo>
                <a:lnTo>
                  <a:pt x="127358" y="67906"/>
                </a:lnTo>
                <a:lnTo>
                  <a:pt x="127260" y="67870"/>
                </a:lnTo>
                <a:lnTo>
                  <a:pt x="127159" y="67839"/>
                </a:lnTo>
                <a:lnTo>
                  <a:pt x="127057" y="67815"/>
                </a:lnTo>
                <a:lnTo>
                  <a:pt x="126953" y="67797"/>
                </a:lnTo>
                <a:lnTo>
                  <a:pt x="126848" y="67787"/>
                </a:lnTo>
                <a:lnTo>
                  <a:pt x="126742" y="67782"/>
                </a:lnTo>
                <a:lnTo>
                  <a:pt x="126636" y="67785"/>
                </a:lnTo>
                <a:lnTo>
                  <a:pt x="126530" y="67795"/>
                </a:lnTo>
                <a:lnTo>
                  <a:pt x="126423" y="67812"/>
                </a:lnTo>
                <a:lnTo>
                  <a:pt x="126318" y="67836"/>
                </a:lnTo>
                <a:lnTo>
                  <a:pt x="126213" y="67868"/>
                </a:lnTo>
                <a:lnTo>
                  <a:pt x="126109" y="67907"/>
                </a:lnTo>
                <a:lnTo>
                  <a:pt x="126006" y="67953"/>
                </a:lnTo>
                <a:lnTo>
                  <a:pt x="125907" y="68006"/>
                </a:lnTo>
                <a:lnTo>
                  <a:pt x="125813" y="68065"/>
                </a:lnTo>
                <a:lnTo>
                  <a:pt x="125724" y="68130"/>
                </a:lnTo>
                <a:lnTo>
                  <a:pt x="125641" y="68199"/>
                </a:lnTo>
                <a:lnTo>
                  <a:pt x="125563" y="68274"/>
                </a:lnTo>
                <a:lnTo>
                  <a:pt x="125490" y="68353"/>
                </a:lnTo>
                <a:lnTo>
                  <a:pt x="125423" y="68435"/>
                </a:lnTo>
                <a:lnTo>
                  <a:pt x="125362" y="68522"/>
                </a:lnTo>
                <a:lnTo>
                  <a:pt x="125307" y="68612"/>
                </a:lnTo>
                <a:lnTo>
                  <a:pt x="125258" y="68705"/>
                </a:lnTo>
                <a:lnTo>
                  <a:pt x="125215" y="68802"/>
                </a:lnTo>
                <a:lnTo>
                  <a:pt x="125178" y="68900"/>
                </a:lnTo>
                <a:lnTo>
                  <a:pt x="125148" y="69001"/>
                </a:lnTo>
                <a:lnTo>
                  <a:pt x="125124" y="69103"/>
                </a:lnTo>
                <a:lnTo>
                  <a:pt x="125106" y="69207"/>
                </a:lnTo>
                <a:lnTo>
                  <a:pt x="125095" y="69312"/>
                </a:lnTo>
                <a:lnTo>
                  <a:pt x="125091" y="69418"/>
                </a:lnTo>
                <a:lnTo>
                  <a:pt x="125094" y="69525"/>
                </a:lnTo>
                <a:lnTo>
                  <a:pt x="125104" y="69632"/>
                </a:lnTo>
                <a:lnTo>
                  <a:pt x="125121" y="69738"/>
                </a:lnTo>
                <a:lnTo>
                  <a:pt x="125145" y="69844"/>
                </a:lnTo>
                <a:lnTo>
                  <a:pt x="125176" y="69949"/>
                </a:lnTo>
                <a:lnTo>
                  <a:pt x="125215" y="70053"/>
                </a:lnTo>
                <a:lnTo>
                  <a:pt x="125262" y="70156"/>
                </a:lnTo>
                <a:lnTo>
                  <a:pt x="129589" y="78924"/>
                </a:lnTo>
                <a:lnTo>
                  <a:pt x="2736" y="477"/>
                </a:lnTo>
                <a:lnTo>
                  <a:pt x="2638" y="42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E5EFF-212E-4EDF-B3E2-5D437136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57" y="2285495"/>
            <a:ext cx="1193469" cy="420582"/>
          </a:xfrm>
          <a:custGeom xmlns:a="http://schemas.openxmlformats.org/drawingml/2006/main">
            <a:pathLst>
              <a:path w="1193469" h="420582">
                <a:moveTo>
                  <a:pt x="0" y="250081"/>
                </a:moveTo>
                <a:lnTo>
                  <a:pt x="579263" y="0"/>
                </a:lnTo>
                <a:lnTo>
                  <a:pt x="1193469" y="170500"/>
                </a:lnTo>
                <a:lnTo>
                  <a:pt x="614206" y="420582"/>
                </a:lnTo>
                <a:lnTo>
                  <a:pt x="0" y="250081"/>
                </a:lnTo>
                <a:close/>
              </a:path>
            </a:pathLst>
          </a:custGeom>
          <a:solidFill xmlns:a="http://schemas.openxmlformats.org/drawingml/2006/main">
            <a:srgbClr val="B5D5FB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FFDDE-1B0F-4DBF-8068-8050E99A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57" y="2285495"/>
            <a:ext cx="1193469" cy="420582"/>
          </a:xfrm>
          <a:custGeom xmlns:a="http://schemas.openxmlformats.org/drawingml/2006/main">
            <a:pathLst>
              <a:path w="1193469" h="420582" fill="none">
                <a:moveTo>
                  <a:pt x="0" y="250081"/>
                </a:moveTo>
                <a:lnTo>
                  <a:pt x="579264" y="0"/>
                </a:lnTo>
                <a:lnTo>
                  <a:pt x="1193469" y="170500"/>
                </a:lnTo>
                <a:lnTo>
                  <a:pt x="614206" y="420582"/>
                </a:lnTo>
                <a:lnTo>
                  <a:pt x="0" y="2500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6D194-D276-4006-9648-AE6A1F9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866" y="2404443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2" y="1398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20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E7046-82F4-4C8A-9FB1-8B0D7FDE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867" y="2404443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2DE93-5B10-47FC-A5C8-1C78C341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988" y="2370749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5" y="10639"/>
                </a:cubicBezTo>
                <a:cubicBezTo>
                  <a:pt x="48413" y="17141"/>
                  <a:pt x="38453" y="23545"/>
                  <a:pt x="25470" y="24943"/>
                </a:cubicBezTo>
                <a:cubicBezTo>
                  <a:pt x="12488" y="26342"/>
                  <a:pt x="1397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20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44576-F9F0-425A-9CD5-F4183368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988" y="2370749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965AE-C61C-4ED8-8280-0142A6C8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934" y="2475312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1" y="1398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20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F88E59-752E-469D-9746-CBF4CD0A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934" y="2475312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5BE7E-8808-4ADF-83D9-15663F14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778" y="2364621"/>
            <a:ext cx="62225" cy="128394"/>
          </a:xfrm>
          <a:custGeom xmlns:a="http://schemas.openxmlformats.org/drawingml/2006/main">
            <a:pathLst>
              <a:path w="62225" h="128394">
                <a:moveTo>
                  <a:pt x="3312" y="1087"/>
                </a:moveTo>
                <a:lnTo>
                  <a:pt x="3256" y="991"/>
                </a:lnTo>
                <a:lnTo>
                  <a:pt x="3194" y="901"/>
                </a:lnTo>
                <a:lnTo>
                  <a:pt x="3127" y="815"/>
                </a:lnTo>
                <a:lnTo>
                  <a:pt x="3055" y="735"/>
                </a:lnTo>
                <a:lnTo>
                  <a:pt x="2979" y="660"/>
                </a:lnTo>
                <a:lnTo>
                  <a:pt x="2898" y="591"/>
                </a:lnTo>
                <a:lnTo>
                  <a:pt x="2813" y="527"/>
                </a:lnTo>
                <a:lnTo>
                  <a:pt x="2725" y="469"/>
                </a:lnTo>
                <a:lnTo>
                  <a:pt x="2633" y="417"/>
                </a:lnTo>
                <a:lnTo>
                  <a:pt x="2539" y="371"/>
                </a:lnTo>
                <a:lnTo>
                  <a:pt x="2442" y="332"/>
                </a:lnTo>
                <a:lnTo>
                  <a:pt x="2342" y="298"/>
                </a:lnTo>
                <a:lnTo>
                  <a:pt x="2240" y="271"/>
                </a:lnTo>
                <a:lnTo>
                  <a:pt x="2137" y="251"/>
                </a:lnTo>
                <a:lnTo>
                  <a:pt x="2033" y="237"/>
                </a:lnTo>
                <a:lnTo>
                  <a:pt x="1927" y="230"/>
                </a:lnTo>
                <a:lnTo>
                  <a:pt x="1821" y="229"/>
                </a:lnTo>
                <a:lnTo>
                  <a:pt x="1714" y="236"/>
                </a:lnTo>
                <a:lnTo>
                  <a:pt x="1607" y="250"/>
                </a:lnTo>
                <a:lnTo>
                  <a:pt x="1501" y="271"/>
                </a:lnTo>
                <a:lnTo>
                  <a:pt x="1395" y="299"/>
                </a:lnTo>
                <a:lnTo>
                  <a:pt x="1290" y="335"/>
                </a:lnTo>
                <a:lnTo>
                  <a:pt x="1186" y="379"/>
                </a:lnTo>
                <a:lnTo>
                  <a:pt x="1085" y="429"/>
                </a:lnTo>
                <a:lnTo>
                  <a:pt x="990" y="485"/>
                </a:lnTo>
                <a:lnTo>
                  <a:pt x="899" y="547"/>
                </a:lnTo>
                <a:lnTo>
                  <a:pt x="814" y="614"/>
                </a:lnTo>
                <a:lnTo>
                  <a:pt x="733" y="686"/>
                </a:lnTo>
                <a:lnTo>
                  <a:pt x="659" y="763"/>
                </a:lnTo>
                <a:lnTo>
                  <a:pt x="590" y="844"/>
                </a:lnTo>
                <a:lnTo>
                  <a:pt x="526" y="929"/>
                </a:lnTo>
                <a:lnTo>
                  <a:pt x="468" y="1017"/>
                </a:lnTo>
                <a:lnTo>
                  <a:pt x="416" y="1109"/>
                </a:lnTo>
                <a:lnTo>
                  <a:pt x="371" y="1204"/>
                </a:lnTo>
                <a:lnTo>
                  <a:pt x="331" y="1301"/>
                </a:lnTo>
                <a:lnTo>
                  <a:pt x="298" y="1401"/>
                </a:lnTo>
                <a:lnTo>
                  <a:pt x="271" y="1503"/>
                </a:lnTo>
                <a:lnTo>
                  <a:pt x="250" y="1606"/>
                </a:lnTo>
                <a:lnTo>
                  <a:pt x="236" y="1711"/>
                </a:lnTo>
                <a:lnTo>
                  <a:pt x="229" y="1817"/>
                </a:lnTo>
                <a:lnTo>
                  <a:pt x="229" y="1923"/>
                </a:lnTo>
                <a:lnTo>
                  <a:pt x="236" y="2030"/>
                </a:lnTo>
                <a:lnTo>
                  <a:pt x="249" y="2137"/>
                </a:lnTo>
                <a:lnTo>
                  <a:pt x="270" y="2244"/>
                </a:lnTo>
                <a:lnTo>
                  <a:pt x="299" y="2350"/>
                </a:lnTo>
                <a:lnTo>
                  <a:pt x="335" y="2455"/>
                </a:lnTo>
                <a:lnTo>
                  <a:pt x="378" y="2559"/>
                </a:lnTo>
                <a:lnTo>
                  <a:pt x="54613" y="121045"/>
                </a:lnTo>
                <a:lnTo>
                  <a:pt x="46459" y="115667"/>
                </a:lnTo>
                <a:lnTo>
                  <a:pt x="46363" y="115609"/>
                </a:lnTo>
                <a:lnTo>
                  <a:pt x="46264" y="115557"/>
                </a:lnTo>
                <a:lnTo>
                  <a:pt x="46164" y="115513"/>
                </a:lnTo>
                <a:lnTo>
                  <a:pt x="46062" y="115476"/>
                </a:lnTo>
                <a:lnTo>
                  <a:pt x="45958" y="115446"/>
                </a:lnTo>
                <a:lnTo>
                  <a:pt x="45854" y="115423"/>
                </a:lnTo>
                <a:lnTo>
                  <a:pt x="45748" y="115407"/>
                </a:lnTo>
                <a:lnTo>
                  <a:pt x="45643" y="115398"/>
                </a:lnTo>
                <a:lnTo>
                  <a:pt x="45537" y="115396"/>
                </a:lnTo>
                <a:lnTo>
                  <a:pt x="45432" y="115401"/>
                </a:lnTo>
                <a:lnTo>
                  <a:pt x="45328" y="115412"/>
                </a:lnTo>
                <a:lnTo>
                  <a:pt x="45224" y="115430"/>
                </a:lnTo>
                <a:lnTo>
                  <a:pt x="45122" y="115455"/>
                </a:lnTo>
                <a:lnTo>
                  <a:pt x="45022" y="115486"/>
                </a:lnTo>
                <a:lnTo>
                  <a:pt x="44923" y="115523"/>
                </a:lnTo>
                <a:lnTo>
                  <a:pt x="44827" y="115567"/>
                </a:lnTo>
                <a:lnTo>
                  <a:pt x="44734" y="115617"/>
                </a:lnTo>
                <a:lnTo>
                  <a:pt x="44643" y="115673"/>
                </a:lnTo>
                <a:lnTo>
                  <a:pt x="44556" y="115735"/>
                </a:lnTo>
                <a:lnTo>
                  <a:pt x="44473" y="115804"/>
                </a:lnTo>
                <a:lnTo>
                  <a:pt x="44394" y="115878"/>
                </a:lnTo>
                <a:lnTo>
                  <a:pt x="44319" y="115958"/>
                </a:lnTo>
                <a:lnTo>
                  <a:pt x="44249" y="116044"/>
                </a:lnTo>
                <a:lnTo>
                  <a:pt x="44184" y="116136"/>
                </a:lnTo>
                <a:lnTo>
                  <a:pt x="44125" y="116233"/>
                </a:lnTo>
                <a:lnTo>
                  <a:pt x="44074" y="116331"/>
                </a:lnTo>
                <a:lnTo>
                  <a:pt x="44030" y="116432"/>
                </a:lnTo>
                <a:lnTo>
                  <a:pt x="43993" y="116534"/>
                </a:lnTo>
                <a:lnTo>
                  <a:pt x="43963" y="116637"/>
                </a:lnTo>
                <a:lnTo>
                  <a:pt x="43940" y="116742"/>
                </a:lnTo>
                <a:lnTo>
                  <a:pt x="43924" y="116847"/>
                </a:lnTo>
                <a:lnTo>
                  <a:pt x="43915" y="116953"/>
                </a:lnTo>
                <a:lnTo>
                  <a:pt x="43913" y="117059"/>
                </a:lnTo>
                <a:lnTo>
                  <a:pt x="43918" y="117164"/>
                </a:lnTo>
                <a:lnTo>
                  <a:pt x="43929" y="117269"/>
                </a:lnTo>
                <a:lnTo>
                  <a:pt x="43947" y="117373"/>
                </a:lnTo>
                <a:lnTo>
                  <a:pt x="43971" y="117475"/>
                </a:lnTo>
                <a:lnTo>
                  <a:pt x="44002" y="117575"/>
                </a:lnTo>
                <a:lnTo>
                  <a:pt x="44040" y="117674"/>
                </a:lnTo>
                <a:lnTo>
                  <a:pt x="44083" y="117770"/>
                </a:lnTo>
                <a:lnTo>
                  <a:pt x="44133" y="117864"/>
                </a:lnTo>
                <a:lnTo>
                  <a:pt x="44189" y="117954"/>
                </a:lnTo>
                <a:lnTo>
                  <a:pt x="44252" y="118041"/>
                </a:lnTo>
                <a:lnTo>
                  <a:pt x="44320" y="118125"/>
                </a:lnTo>
                <a:lnTo>
                  <a:pt x="44394" y="118204"/>
                </a:lnTo>
                <a:lnTo>
                  <a:pt x="44474" y="118279"/>
                </a:lnTo>
                <a:lnTo>
                  <a:pt x="44560" y="118349"/>
                </a:lnTo>
                <a:lnTo>
                  <a:pt x="44652" y="118414"/>
                </a:lnTo>
                <a:lnTo>
                  <a:pt x="59783" y="128394"/>
                </a:lnTo>
                <a:lnTo>
                  <a:pt x="62109" y="110399"/>
                </a:lnTo>
                <a:lnTo>
                  <a:pt x="62119" y="110286"/>
                </a:lnTo>
                <a:lnTo>
                  <a:pt x="62122" y="110175"/>
                </a:lnTo>
                <a:lnTo>
                  <a:pt x="62118" y="110066"/>
                </a:lnTo>
                <a:lnTo>
                  <a:pt x="62107" y="109958"/>
                </a:lnTo>
                <a:lnTo>
                  <a:pt x="62088" y="109851"/>
                </a:lnTo>
                <a:lnTo>
                  <a:pt x="62063" y="109747"/>
                </a:lnTo>
                <a:lnTo>
                  <a:pt x="62031" y="109646"/>
                </a:lnTo>
                <a:lnTo>
                  <a:pt x="61993" y="109547"/>
                </a:lnTo>
                <a:lnTo>
                  <a:pt x="61949" y="109451"/>
                </a:lnTo>
                <a:lnTo>
                  <a:pt x="61898" y="109358"/>
                </a:lnTo>
                <a:lnTo>
                  <a:pt x="61842" y="109269"/>
                </a:lnTo>
                <a:lnTo>
                  <a:pt x="61781" y="109184"/>
                </a:lnTo>
                <a:lnTo>
                  <a:pt x="61714" y="109102"/>
                </a:lnTo>
                <a:lnTo>
                  <a:pt x="61642" y="109025"/>
                </a:lnTo>
                <a:lnTo>
                  <a:pt x="61566" y="108953"/>
                </a:lnTo>
                <a:lnTo>
                  <a:pt x="61484" y="108886"/>
                </a:lnTo>
                <a:lnTo>
                  <a:pt x="61398" y="108824"/>
                </a:lnTo>
                <a:lnTo>
                  <a:pt x="61308" y="108767"/>
                </a:lnTo>
                <a:lnTo>
                  <a:pt x="61214" y="108716"/>
                </a:lnTo>
                <a:lnTo>
                  <a:pt x="61116" y="108671"/>
                </a:lnTo>
                <a:lnTo>
                  <a:pt x="61015" y="108632"/>
                </a:lnTo>
                <a:lnTo>
                  <a:pt x="60910" y="108600"/>
                </a:lnTo>
                <a:lnTo>
                  <a:pt x="60802" y="108575"/>
                </a:lnTo>
                <a:lnTo>
                  <a:pt x="60691" y="108557"/>
                </a:lnTo>
                <a:lnTo>
                  <a:pt x="60579" y="108546"/>
                </a:lnTo>
                <a:lnTo>
                  <a:pt x="60468" y="108543"/>
                </a:lnTo>
                <a:lnTo>
                  <a:pt x="60359" y="108547"/>
                </a:lnTo>
                <a:lnTo>
                  <a:pt x="60251" y="108559"/>
                </a:lnTo>
                <a:lnTo>
                  <a:pt x="60145" y="108577"/>
                </a:lnTo>
                <a:lnTo>
                  <a:pt x="60041" y="108603"/>
                </a:lnTo>
                <a:lnTo>
                  <a:pt x="59939" y="108635"/>
                </a:lnTo>
                <a:lnTo>
                  <a:pt x="59841" y="108673"/>
                </a:lnTo>
                <a:lnTo>
                  <a:pt x="59745" y="108717"/>
                </a:lnTo>
                <a:lnTo>
                  <a:pt x="59652" y="108767"/>
                </a:lnTo>
                <a:lnTo>
                  <a:pt x="59563" y="108823"/>
                </a:lnTo>
                <a:lnTo>
                  <a:pt x="59478" y="108885"/>
                </a:lnTo>
                <a:lnTo>
                  <a:pt x="59397" y="108952"/>
                </a:lnTo>
                <a:lnTo>
                  <a:pt x="59320" y="109024"/>
                </a:lnTo>
                <a:lnTo>
                  <a:pt x="59248" y="109101"/>
                </a:lnTo>
                <a:lnTo>
                  <a:pt x="59181" y="109182"/>
                </a:lnTo>
                <a:lnTo>
                  <a:pt x="59119" y="109268"/>
                </a:lnTo>
                <a:lnTo>
                  <a:pt x="59062" y="109358"/>
                </a:lnTo>
                <a:lnTo>
                  <a:pt x="59011" y="109452"/>
                </a:lnTo>
                <a:lnTo>
                  <a:pt x="58967" y="109550"/>
                </a:lnTo>
                <a:lnTo>
                  <a:pt x="58928" y="109652"/>
                </a:lnTo>
                <a:lnTo>
                  <a:pt x="58896" y="109757"/>
                </a:lnTo>
                <a:lnTo>
                  <a:pt x="58871" y="109865"/>
                </a:lnTo>
                <a:lnTo>
                  <a:pt x="58852" y="109976"/>
                </a:lnTo>
                <a:lnTo>
                  <a:pt x="57599" y="119676"/>
                </a:lnTo>
                <a:lnTo>
                  <a:pt x="3362" y="1188"/>
                </a:lnTo>
                <a:lnTo>
                  <a:pt x="3312" y="108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98150-9AF3-4466-AB20-A0E28F5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022" y="2262747"/>
            <a:ext cx="29904" cy="110453"/>
          </a:xfrm>
          <a:custGeom xmlns:a="http://schemas.openxmlformats.org/drawingml/2006/main">
            <a:pathLst>
              <a:path w="29904" h="110453">
                <a:moveTo>
                  <a:pt x="3372" y="1362"/>
                </a:moveTo>
                <a:lnTo>
                  <a:pt x="3339" y="1255"/>
                </a:lnTo>
                <a:lnTo>
                  <a:pt x="3300" y="1153"/>
                </a:lnTo>
                <a:lnTo>
                  <a:pt x="3255" y="1054"/>
                </a:lnTo>
                <a:lnTo>
                  <a:pt x="3204" y="959"/>
                </a:lnTo>
                <a:lnTo>
                  <a:pt x="3147" y="868"/>
                </a:lnTo>
                <a:lnTo>
                  <a:pt x="3085" y="782"/>
                </a:lnTo>
                <a:lnTo>
                  <a:pt x="3017" y="700"/>
                </a:lnTo>
                <a:lnTo>
                  <a:pt x="2945" y="624"/>
                </a:lnTo>
                <a:lnTo>
                  <a:pt x="2868" y="552"/>
                </a:lnTo>
                <a:lnTo>
                  <a:pt x="2786" y="485"/>
                </a:lnTo>
                <a:lnTo>
                  <a:pt x="2701" y="424"/>
                </a:lnTo>
                <a:lnTo>
                  <a:pt x="2612" y="368"/>
                </a:lnTo>
                <a:lnTo>
                  <a:pt x="2519" y="318"/>
                </a:lnTo>
                <a:lnTo>
                  <a:pt x="2424" y="273"/>
                </a:lnTo>
                <a:lnTo>
                  <a:pt x="2325" y="235"/>
                </a:lnTo>
                <a:lnTo>
                  <a:pt x="2224" y="204"/>
                </a:lnTo>
                <a:lnTo>
                  <a:pt x="2121" y="179"/>
                </a:lnTo>
                <a:lnTo>
                  <a:pt x="2016" y="160"/>
                </a:lnTo>
                <a:lnTo>
                  <a:pt x="1909" y="149"/>
                </a:lnTo>
                <a:lnTo>
                  <a:pt x="1800" y="144"/>
                </a:lnTo>
                <a:lnTo>
                  <a:pt x="1691" y="147"/>
                </a:lnTo>
                <a:lnTo>
                  <a:pt x="1580" y="157"/>
                </a:lnTo>
                <a:lnTo>
                  <a:pt x="1469" y="175"/>
                </a:lnTo>
                <a:lnTo>
                  <a:pt x="1360" y="201"/>
                </a:lnTo>
                <a:lnTo>
                  <a:pt x="1253" y="233"/>
                </a:lnTo>
                <a:lnTo>
                  <a:pt x="1151" y="272"/>
                </a:lnTo>
                <a:lnTo>
                  <a:pt x="1052" y="317"/>
                </a:lnTo>
                <a:lnTo>
                  <a:pt x="958" y="369"/>
                </a:lnTo>
                <a:lnTo>
                  <a:pt x="867" y="426"/>
                </a:lnTo>
                <a:lnTo>
                  <a:pt x="781" y="488"/>
                </a:lnTo>
                <a:lnTo>
                  <a:pt x="699" y="556"/>
                </a:lnTo>
                <a:lnTo>
                  <a:pt x="623" y="628"/>
                </a:lnTo>
                <a:lnTo>
                  <a:pt x="551" y="705"/>
                </a:lnTo>
                <a:lnTo>
                  <a:pt x="484" y="787"/>
                </a:lnTo>
                <a:lnTo>
                  <a:pt x="423" y="872"/>
                </a:lnTo>
                <a:lnTo>
                  <a:pt x="367" y="961"/>
                </a:lnTo>
                <a:lnTo>
                  <a:pt x="317" y="1054"/>
                </a:lnTo>
                <a:lnTo>
                  <a:pt x="273" y="1150"/>
                </a:lnTo>
                <a:lnTo>
                  <a:pt x="235" y="1248"/>
                </a:lnTo>
                <a:lnTo>
                  <a:pt x="203" y="1350"/>
                </a:lnTo>
                <a:lnTo>
                  <a:pt x="178" y="1453"/>
                </a:lnTo>
                <a:lnTo>
                  <a:pt x="160" y="1559"/>
                </a:lnTo>
                <a:lnTo>
                  <a:pt x="148" y="1666"/>
                </a:lnTo>
                <a:lnTo>
                  <a:pt x="144" y="1775"/>
                </a:lnTo>
                <a:lnTo>
                  <a:pt x="146" y="1884"/>
                </a:lnTo>
                <a:lnTo>
                  <a:pt x="157" y="1995"/>
                </a:lnTo>
                <a:lnTo>
                  <a:pt x="175" y="2106"/>
                </a:lnTo>
                <a:lnTo>
                  <a:pt x="19810" y="102099"/>
                </a:lnTo>
                <a:lnTo>
                  <a:pt x="13135" y="94962"/>
                </a:lnTo>
                <a:lnTo>
                  <a:pt x="13055" y="94883"/>
                </a:lnTo>
                <a:lnTo>
                  <a:pt x="12972" y="94810"/>
                </a:lnTo>
                <a:lnTo>
                  <a:pt x="12884" y="94743"/>
                </a:lnTo>
                <a:lnTo>
                  <a:pt x="12793" y="94684"/>
                </a:lnTo>
                <a:lnTo>
                  <a:pt x="12700" y="94630"/>
                </a:lnTo>
                <a:lnTo>
                  <a:pt x="12604" y="94584"/>
                </a:lnTo>
                <a:lnTo>
                  <a:pt x="12505" y="94544"/>
                </a:lnTo>
                <a:lnTo>
                  <a:pt x="12404" y="94510"/>
                </a:lnTo>
                <a:lnTo>
                  <a:pt x="12302" y="94484"/>
                </a:lnTo>
                <a:lnTo>
                  <a:pt x="12199" y="94463"/>
                </a:lnTo>
                <a:lnTo>
                  <a:pt x="12095" y="94450"/>
                </a:lnTo>
                <a:lnTo>
                  <a:pt x="11990" y="94443"/>
                </a:lnTo>
                <a:lnTo>
                  <a:pt x="11885" y="94443"/>
                </a:lnTo>
                <a:lnTo>
                  <a:pt x="11780" y="94450"/>
                </a:lnTo>
                <a:lnTo>
                  <a:pt x="11675" y="94463"/>
                </a:lnTo>
                <a:lnTo>
                  <a:pt x="11572" y="94483"/>
                </a:lnTo>
                <a:lnTo>
                  <a:pt x="11469" y="94510"/>
                </a:lnTo>
                <a:lnTo>
                  <a:pt x="11369" y="94543"/>
                </a:lnTo>
                <a:lnTo>
                  <a:pt x="11269" y="94584"/>
                </a:lnTo>
                <a:lnTo>
                  <a:pt x="11173" y="94631"/>
                </a:lnTo>
                <a:lnTo>
                  <a:pt x="11078" y="94685"/>
                </a:lnTo>
                <a:lnTo>
                  <a:pt x="10987" y="94745"/>
                </a:lnTo>
                <a:lnTo>
                  <a:pt x="10899" y="94813"/>
                </a:lnTo>
                <a:lnTo>
                  <a:pt x="10814" y="94887"/>
                </a:lnTo>
                <a:lnTo>
                  <a:pt x="10735" y="94966"/>
                </a:lnTo>
                <a:lnTo>
                  <a:pt x="10662" y="95050"/>
                </a:lnTo>
                <a:lnTo>
                  <a:pt x="10595" y="95138"/>
                </a:lnTo>
                <a:lnTo>
                  <a:pt x="10536" y="95229"/>
                </a:lnTo>
                <a:lnTo>
                  <a:pt x="10482" y="95322"/>
                </a:lnTo>
                <a:lnTo>
                  <a:pt x="10436" y="95419"/>
                </a:lnTo>
                <a:lnTo>
                  <a:pt x="10396" y="95517"/>
                </a:lnTo>
                <a:lnTo>
                  <a:pt x="10363" y="95618"/>
                </a:lnTo>
                <a:lnTo>
                  <a:pt x="10336" y="95720"/>
                </a:lnTo>
                <a:lnTo>
                  <a:pt x="10316" y="95824"/>
                </a:lnTo>
                <a:lnTo>
                  <a:pt x="10302" y="95928"/>
                </a:lnTo>
                <a:lnTo>
                  <a:pt x="10295" y="96033"/>
                </a:lnTo>
                <a:lnTo>
                  <a:pt x="10295" y="96138"/>
                </a:lnTo>
                <a:lnTo>
                  <a:pt x="10302" y="96244"/>
                </a:lnTo>
                <a:lnTo>
                  <a:pt x="10315" y="96348"/>
                </a:lnTo>
                <a:lnTo>
                  <a:pt x="10335" y="96452"/>
                </a:lnTo>
                <a:lnTo>
                  <a:pt x="10362" y="96555"/>
                </a:lnTo>
                <a:lnTo>
                  <a:pt x="10395" y="96656"/>
                </a:lnTo>
                <a:lnTo>
                  <a:pt x="10435" y="96755"/>
                </a:lnTo>
                <a:lnTo>
                  <a:pt x="10482" y="96852"/>
                </a:lnTo>
                <a:lnTo>
                  <a:pt x="10536" y="96946"/>
                </a:lnTo>
                <a:lnTo>
                  <a:pt x="10597" y="97038"/>
                </a:lnTo>
                <a:lnTo>
                  <a:pt x="10664" y="97126"/>
                </a:lnTo>
                <a:lnTo>
                  <a:pt x="10738" y="97211"/>
                </a:lnTo>
                <a:lnTo>
                  <a:pt x="23125" y="110453"/>
                </a:lnTo>
                <a:lnTo>
                  <a:pt x="29581" y="93500"/>
                </a:lnTo>
                <a:lnTo>
                  <a:pt x="29617" y="93393"/>
                </a:lnTo>
                <a:lnTo>
                  <a:pt x="29646" y="93286"/>
                </a:lnTo>
                <a:lnTo>
                  <a:pt x="29668" y="93178"/>
                </a:lnTo>
                <a:lnTo>
                  <a:pt x="29682" y="93070"/>
                </a:lnTo>
                <a:lnTo>
                  <a:pt x="29688" y="92962"/>
                </a:lnTo>
                <a:lnTo>
                  <a:pt x="29688" y="92855"/>
                </a:lnTo>
                <a:lnTo>
                  <a:pt x="29681" y="92749"/>
                </a:lnTo>
                <a:lnTo>
                  <a:pt x="29667" y="92644"/>
                </a:lnTo>
                <a:lnTo>
                  <a:pt x="29646" y="92540"/>
                </a:lnTo>
                <a:lnTo>
                  <a:pt x="29619" y="92438"/>
                </a:lnTo>
                <a:lnTo>
                  <a:pt x="29585" y="92339"/>
                </a:lnTo>
                <a:lnTo>
                  <a:pt x="29545" y="92241"/>
                </a:lnTo>
                <a:lnTo>
                  <a:pt x="29499" y="92147"/>
                </a:lnTo>
                <a:lnTo>
                  <a:pt x="29447" y="92055"/>
                </a:lnTo>
                <a:lnTo>
                  <a:pt x="29390" y="91967"/>
                </a:lnTo>
                <a:lnTo>
                  <a:pt x="29326" y="91882"/>
                </a:lnTo>
                <a:lnTo>
                  <a:pt x="29257" y="91802"/>
                </a:lnTo>
                <a:lnTo>
                  <a:pt x="29183" y="91726"/>
                </a:lnTo>
                <a:lnTo>
                  <a:pt x="29104" y="91654"/>
                </a:lnTo>
                <a:lnTo>
                  <a:pt x="29019" y="91587"/>
                </a:lnTo>
                <a:lnTo>
                  <a:pt x="28929" y="91526"/>
                </a:lnTo>
                <a:lnTo>
                  <a:pt x="28835" y="91470"/>
                </a:lnTo>
                <a:lnTo>
                  <a:pt x="28736" y="91420"/>
                </a:lnTo>
                <a:lnTo>
                  <a:pt x="28632" y="91377"/>
                </a:lnTo>
                <a:lnTo>
                  <a:pt x="28526" y="91340"/>
                </a:lnTo>
                <a:lnTo>
                  <a:pt x="28419" y="91311"/>
                </a:lnTo>
                <a:lnTo>
                  <a:pt x="28311" y="91290"/>
                </a:lnTo>
                <a:lnTo>
                  <a:pt x="28203" y="91276"/>
                </a:lnTo>
                <a:lnTo>
                  <a:pt x="28096" y="91269"/>
                </a:lnTo>
                <a:lnTo>
                  <a:pt x="27989" y="91269"/>
                </a:lnTo>
                <a:lnTo>
                  <a:pt x="27883" y="91277"/>
                </a:lnTo>
                <a:lnTo>
                  <a:pt x="27778" y="91291"/>
                </a:lnTo>
                <a:lnTo>
                  <a:pt x="27675" y="91312"/>
                </a:lnTo>
                <a:lnTo>
                  <a:pt x="27573" y="91339"/>
                </a:lnTo>
                <a:lnTo>
                  <a:pt x="27473" y="91373"/>
                </a:lnTo>
                <a:lnTo>
                  <a:pt x="27376" y="91412"/>
                </a:lnTo>
                <a:lnTo>
                  <a:pt x="27282" y="91458"/>
                </a:lnTo>
                <a:lnTo>
                  <a:pt x="27190" y="91510"/>
                </a:lnTo>
                <a:lnTo>
                  <a:pt x="27102" y="91568"/>
                </a:lnTo>
                <a:lnTo>
                  <a:pt x="27018" y="91632"/>
                </a:lnTo>
                <a:lnTo>
                  <a:pt x="26937" y="91701"/>
                </a:lnTo>
                <a:lnTo>
                  <a:pt x="26861" y="91775"/>
                </a:lnTo>
                <a:lnTo>
                  <a:pt x="26790" y="91855"/>
                </a:lnTo>
                <a:lnTo>
                  <a:pt x="26723" y="91940"/>
                </a:lnTo>
                <a:lnTo>
                  <a:pt x="26662" y="92030"/>
                </a:lnTo>
                <a:lnTo>
                  <a:pt x="26606" y="92124"/>
                </a:lnTo>
                <a:lnTo>
                  <a:pt x="26557" y="92223"/>
                </a:lnTo>
                <a:lnTo>
                  <a:pt x="26513" y="92327"/>
                </a:lnTo>
                <a:lnTo>
                  <a:pt x="23033" y="101465"/>
                </a:lnTo>
                <a:lnTo>
                  <a:pt x="3397" y="1471"/>
                </a:lnTo>
                <a:lnTo>
                  <a:pt x="3372" y="136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3E2F5-C668-4657-855A-7C67B8D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510" y="2338405"/>
            <a:ext cx="21085" cy="70698"/>
          </a:xfrm>
          <a:custGeom xmlns:a="http://schemas.openxmlformats.org/drawingml/2006/main">
            <a:pathLst>
              <a:path w="21085" h="70698">
                <a:moveTo>
                  <a:pt x="3368" y="1380"/>
                </a:moveTo>
                <a:lnTo>
                  <a:pt x="3337" y="1273"/>
                </a:lnTo>
                <a:lnTo>
                  <a:pt x="3300" y="1170"/>
                </a:lnTo>
                <a:lnTo>
                  <a:pt x="3257" y="1070"/>
                </a:lnTo>
                <a:lnTo>
                  <a:pt x="3208" y="975"/>
                </a:lnTo>
                <a:lnTo>
                  <a:pt x="3152" y="883"/>
                </a:lnTo>
                <a:lnTo>
                  <a:pt x="3092" y="795"/>
                </a:lnTo>
                <a:lnTo>
                  <a:pt x="3026" y="713"/>
                </a:lnTo>
                <a:lnTo>
                  <a:pt x="2955" y="634"/>
                </a:lnTo>
                <a:lnTo>
                  <a:pt x="2879" y="561"/>
                </a:lnTo>
                <a:lnTo>
                  <a:pt x="2799" y="493"/>
                </a:lnTo>
                <a:lnTo>
                  <a:pt x="2715" y="430"/>
                </a:lnTo>
                <a:lnTo>
                  <a:pt x="2627" y="372"/>
                </a:lnTo>
                <a:lnTo>
                  <a:pt x="2536" y="320"/>
                </a:lnTo>
                <a:lnTo>
                  <a:pt x="2441" y="275"/>
                </a:lnTo>
                <a:lnTo>
                  <a:pt x="2343" y="235"/>
                </a:lnTo>
                <a:lnTo>
                  <a:pt x="2243" y="201"/>
                </a:lnTo>
                <a:lnTo>
                  <a:pt x="2140" y="174"/>
                </a:lnTo>
                <a:lnTo>
                  <a:pt x="2035" y="154"/>
                </a:lnTo>
                <a:lnTo>
                  <a:pt x="1928" y="140"/>
                </a:lnTo>
                <a:lnTo>
                  <a:pt x="1820" y="134"/>
                </a:lnTo>
                <a:lnTo>
                  <a:pt x="1710" y="134"/>
                </a:lnTo>
                <a:lnTo>
                  <a:pt x="1600" y="143"/>
                </a:lnTo>
                <a:lnTo>
                  <a:pt x="1488" y="159"/>
                </a:lnTo>
                <a:lnTo>
                  <a:pt x="1378" y="182"/>
                </a:lnTo>
                <a:lnTo>
                  <a:pt x="1271" y="212"/>
                </a:lnTo>
                <a:lnTo>
                  <a:pt x="1168" y="249"/>
                </a:lnTo>
                <a:lnTo>
                  <a:pt x="1069" y="293"/>
                </a:lnTo>
                <a:lnTo>
                  <a:pt x="973" y="342"/>
                </a:lnTo>
                <a:lnTo>
                  <a:pt x="881" y="398"/>
                </a:lnTo>
                <a:lnTo>
                  <a:pt x="794" y="458"/>
                </a:lnTo>
                <a:lnTo>
                  <a:pt x="711" y="524"/>
                </a:lnTo>
                <a:lnTo>
                  <a:pt x="633" y="596"/>
                </a:lnTo>
                <a:lnTo>
                  <a:pt x="560" y="671"/>
                </a:lnTo>
                <a:lnTo>
                  <a:pt x="492" y="751"/>
                </a:lnTo>
                <a:lnTo>
                  <a:pt x="429" y="836"/>
                </a:lnTo>
                <a:lnTo>
                  <a:pt x="372" y="924"/>
                </a:lnTo>
                <a:lnTo>
                  <a:pt x="320" y="1016"/>
                </a:lnTo>
                <a:lnTo>
                  <a:pt x="274" y="1110"/>
                </a:lnTo>
                <a:lnTo>
                  <a:pt x="234" y="1208"/>
                </a:lnTo>
                <a:lnTo>
                  <a:pt x="201" y="1309"/>
                </a:lnTo>
                <a:lnTo>
                  <a:pt x="174" y="1412"/>
                </a:lnTo>
                <a:lnTo>
                  <a:pt x="153" y="1517"/>
                </a:lnTo>
                <a:lnTo>
                  <a:pt x="140" y="1624"/>
                </a:lnTo>
                <a:lnTo>
                  <a:pt x="133" y="1733"/>
                </a:lnTo>
                <a:lnTo>
                  <a:pt x="134" y="1843"/>
                </a:lnTo>
                <a:lnTo>
                  <a:pt x="142" y="1953"/>
                </a:lnTo>
                <a:lnTo>
                  <a:pt x="158" y="2065"/>
                </a:lnTo>
                <a:lnTo>
                  <a:pt x="10817" y="62283"/>
                </a:lnTo>
                <a:lnTo>
                  <a:pt x="4275" y="55022"/>
                </a:lnTo>
                <a:lnTo>
                  <a:pt x="4197" y="54941"/>
                </a:lnTo>
                <a:lnTo>
                  <a:pt x="4115" y="54867"/>
                </a:lnTo>
                <a:lnTo>
                  <a:pt x="4029" y="54799"/>
                </a:lnTo>
                <a:lnTo>
                  <a:pt x="3940" y="54737"/>
                </a:lnTo>
                <a:lnTo>
                  <a:pt x="3847" y="54682"/>
                </a:lnTo>
                <a:lnTo>
                  <a:pt x="3752" y="54633"/>
                </a:lnTo>
                <a:lnTo>
                  <a:pt x="3654" y="54592"/>
                </a:lnTo>
                <a:lnTo>
                  <a:pt x="3554" y="54556"/>
                </a:lnTo>
                <a:lnTo>
                  <a:pt x="3452" y="54528"/>
                </a:lnTo>
                <a:lnTo>
                  <a:pt x="3349" y="54506"/>
                </a:lnTo>
                <a:lnTo>
                  <a:pt x="3245" y="54490"/>
                </a:lnTo>
                <a:lnTo>
                  <a:pt x="3141" y="54481"/>
                </a:lnTo>
                <a:lnTo>
                  <a:pt x="3036" y="54479"/>
                </a:lnTo>
                <a:lnTo>
                  <a:pt x="2931" y="54484"/>
                </a:lnTo>
                <a:lnTo>
                  <a:pt x="2826" y="54495"/>
                </a:lnTo>
                <a:lnTo>
                  <a:pt x="2722" y="54514"/>
                </a:lnTo>
                <a:lnTo>
                  <a:pt x="2619" y="54538"/>
                </a:lnTo>
                <a:lnTo>
                  <a:pt x="2518" y="54570"/>
                </a:lnTo>
                <a:lnTo>
                  <a:pt x="2418" y="54608"/>
                </a:lnTo>
                <a:lnTo>
                  <a:pt x="2320" y="54654"/>
                </a:lnTo>
                <a:lnTo>
                  <a:pt x="2225" y="54706"/>
                </a:lnTo>
                <a:lnTo>
                  <a:pt x="2132" y="54765"/>
                </a:lnTo>
                <a:lnTo>
                  <a:pt x="2043" y="54830"/>
                </a:lnTo>
                <a:lnTo>
                  <a:pt x="1957" y="54903"/>
                </a:lnTo>
                <a:lnTo>
                  <a:pt x="1876" y="54981"/>
                </a:lnTo>
                <a:lnTo>
                  <a:pt x="1801" y="55063"/>
                </a:lnTo>
                <a:lnTo>
                  <a:pt x="1733" y="55150"/>
                </a:lnTo>
                <a:lnTo>
                  <a:pt x="1672" y="55239"/>
                </a:lnTo>
                <a:lnTo>
                  <a:pt x="1617" y="55332"/>
                </a:lnTo>
                <a:lnTo>
                  <a:pt x="1569" y="55428"/>
                </a:lnTo>
                <a:lnTo>
                  <a:pt x="1527" y="55526"/>
                </a:lnTo>
                <a:lnTo>
                  <a:pt x="1492" y="55626"/>
                </a:lnTo>
                <a:lnTo>
                  <a:pt x="1463" y="55727"/>
                </a:lnTo>
                <a:lnTo>
                  <a:pt x="1441" y="55830"/>
                </a:lnTo>
                <a:lnTo>
                  <a:pt x="1426" y="55935"/>
                </a:lnTo>
                <a:lnTo>
                  <a:pt x="1417" y="56039"/>
                </a:lnTo>
                <a:lnTo>
                  <a:pt x="1415" y="56145"/>
                </a:lnTo>
                <a:lnTo>
                  <a:pt x="1419" y="56250"/>
                </a:lnTo>
                <a:lnTo>
                  <a:pt x="1431" y="56355"/>
                </a:lnTo>
                <a:lnTo>
                  <a:pt x="1449" y="56459"/>
                </a:lnTo>
                <a:lnTo>
                  <a:pt x="1474" y="56562"/>
                </a:lnTo>
                <a:lnTo>
                  <a:pt x="1505" y="56664"/>
                </a:lnTo>
                <a:lnTo>
                  <a:pt x="1544" y="56764"/>
                </a:lnTo>
                <a:lnTo>
                  <a:pt x="1589" y="56861"/>
                </a:lnTo>
                <a:lnTo>
                  <a:pt x="1641" y="56957"/>
                </a:lnTo>
                <a:lnTo>
                  <a:pt x="1699" y="57050"/>
                </a:lnTo>
                <a:lnTo>
                  <a:pt x="1765" y="57139"/>
                </a:lnTo>
                <a:lnTo>
                  <a:pt x="1838" y="57225"/>
                </a:lnTo>
                <a:lnTo>
                  <a:pt x="13974" y="70698"/>
                </a:lnTo>
                <a:lnTo>
                  <a:pt x="20747" y="53868"/>
                </a:lnTo>
                <a:lnTo>
                  <a:pt x="20785" y="53762"/>
                </a:lnTo>
                <a:lnTo>
                  <a:pt x="20816" y="53655"/>
                </a:lnTo>
                <a:lnTo>
                  <a:pt x="20839" y="53548"/>
                </a:lnTo>
                <a:lnTo>
                  <a:pt x="20855" y="53441"/>
                </a:lnTo>
                <a:lnTo>
                  <a:pt x="20864" y="53333"/>
                </a:lnTo>
                <a:lnTo>
                  <a:pt x="20866" y="53226"/>
                </a:lnTo>
                <a:lnTo>
                  <a:pt x="20861" y="53120"/>
                </a:lnTo>
                <a:lnTo>
                  <a:pt x="20848" y="53014"/>
                </a:lnTo>
                <a:lnTo>
                  <a:pt x="20830" y="52910"/>
                </a:lnTo>
                <a:lnTo>
                  <a:pt x="20804" y="52808"/>
                </a:lnTo>
                <a:lnTo>
                  <a:pt x="20773" y="52707"/>
                </a:lnTo>
                <a:lnTo>
                  <a:pt x="20735" y="52609"/>
                </a:lnTo>
                <a:lnTo>
                  <a:pt x="20691" y="52514"/>
                </a:lnTo>
                <a:lnTo>
                  <a:pt x="20640" y="52421"/>
                </a:lnTo>
                <a:lnTo>
                  <a:pt x="20584" y="52332"/>
                </a:lnTo>
                <a:lnTo>
                  <a:pt x="20523" y="52246"/>
                </a:lnTo>
                <a:lnTo>
                  <a:pt x="20455" y="52165"/>
                </a:lnTo>
                <a:lnTo>
                  <a:pt x="20382" y="52087"/>
                </a:lnTo>
                <a:lnTo>
                  <a:pt x="20304" y="52014"/>
                </a:lnTo>
                <a:lnTo>
                  <a:pt x="20221" y="51946"/>
                </a:lnTo>
                <a:lnTo>
                  <a:pt x="20132" y="51883"/>
                </a:lnTo>
                <a:lnTo>
                  <a:pt x="20039" y="51825"/>
                </a:lnTo>
                <a:lnTo>
                  <a:pt x="19941" y="51774"/>
                </a:lnTo>
                <a:lnTo>
                  <a:pt x="19838" y="51728"/>
                </a:lnTo>
                <a:lnTo>
                  <a:pt x="19732" y="51689"/>
                </a:lnTo>
                <a:lnTo>
                  <a:pt x="19626" y="51658"/>
                </a:lnTo>
                <a:lnTo>
                  <a:pt x="19518" y="51635"/>
                </a:lnTo>
                <a:lnTo>
                  <a:pt x="19411" y="51619"/>
                </a:lnTo>
                <a:lnTo>
                  <a:pt x="19304" y="51610"/>
                </a:lnTo>
                <a:lnTo>
                  <a:pt x="19197" y="51608"/>
                </a:lnTo>
                <a:lnTo>
                  <a:pt x="19091" y="51614"/>
                </a:lnTo>
                <a:lnTo>
                  <a:pt x="18985" y="51626"/>
                </a:lnTo>
                <a:lnTo>
                  <a:pt x="18882" y="51645"/>
                </a:lnTo>
                <a:lnTo>
                  <a:pt x="18779" y="51670"/>
                </a:lnTo>
                <a:lnTo>
                  <a:pt x="18679" y="51702"/>
                </a:lnTo>
                <a:lnTo>
                  <a:pt x="18581" y="51740"/>
                </a:lnTo>
                <a:lnTo>
                  <a:pt x="18486" y="51784"/>
                </a:lnTo>
                <a:lnTo>
                  <a:pt x="18393" y="51834"/>
                </a:lnTo>
                <a:lnTo>
                  <a:pt x="18304" y="51891"/>
                </a:lnTo>
                <a:lnTo>
                  <a:pt x="18219" y="51953"/>
                </a:lnTo>
                <a:lnTo>
                  <a:pt x="18137" y="52020"/>
                </a:lnTo>
                <a:lnTo>
                  <a:pt x="18060" y="52093"/>
                </a:lnTo>
                <a:lnTo>
                  <a:pt x="17987" y="52171"/>
                </a:lnTo>
                <a:lnTo>
                  <a:pt x="17918" y="52255"/>
                </a:lnTo>
                <a:lnTo>
                  <a:pt x="17855" y="52344"/>
                </a:lnTo>
                <a:lnTo>
                  <a:pt x="17798" y="52437"/>
                </a:lnTo>
                <a:lnTo>
                  <a:pt x="17746" y="52535"/>
                </a:lnTo>
                <a:lnTo>
                  <a:pt x="17701" y="52638"/>
                </a:lnTo>
                <a:lnTo>
                  <a:pt x="14050" y="61710"/>
                </a:lnTo>
                <a:lnTo>
                  <a:pt x="3391" y="1491"/>
                </a:lnTo>
                <a:lnTo>
                  <a:pt x="3368" y="138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F0B21-2BCA-4FEB-8282-C36C1C4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893" y="2450157"/>
            <a:ext cx="100999" cy="125641"/>
          </a:xfrm>
          <a:custGeom xmlns:a="http://schemas.openxmlformats.org/drawingml/2006/main">
            <a:pathLst>
              <a:path w="100999" h="125641">
                <a:moveTo>
                  <a:pt x="100431" y="2880"/>
                </a:moveTo>
                <a:lnTo>
                  <a:pt x="100498" y="2790"/>
                </a:lnTo>
                <a:lnTo>
                  <a:pt x="100559" y="2697"/>
                </a:lnTo>
                <a:lnTo>
                  <a:pt x="100612" y="2601"/>
                </a:lnTo>
                <a:lnTo>
                  <a:pt x="100658" y="2502"/>
                </a:lnTo>
                <a:lnTo>
                  <a:pt x="100698" y="2402"/>
                </a:lnTo>
                <a:lnTo>
                  <a:pt x="100730" y="2300"/>
                </a:lnTo>
                <a:lnTo>
                  <a:pt x="100756" y="2197"/>
                </a:lnTo>
                <a:lnTo>
                  <a:pt x="100775" y="2092"/>
                </a:lnTo>
                <a:lnTo>
                  <a:pt x="100787" y="1987"/>
                </a:lnTo>
                <a:lnTo>
                  <a:pt x="100792" y="1882"/>
                </a:lnTo>
                <a:lnTo>
                  <a:pt x="100791" y="1777"/>
                </a:lnTo>
                <a:lnTo>
                  <a:pt x="100783" y="1672"/>
                </a:lnTo>
                <a:lnTo>
                  <a:pt x="100768" y="1567"/>
                </a:lnTo>
                <a:lnTo>
                  <a:pt x="100746" y="1464"/>
                </a:lnTo>
                <a:lnTo>
                  <a:pt x="100718" y="1363"/>
                </a:lnTo>
                <a:lnTo>
                  <a:pt x="100684" y="1263"/>
                </a:lnTo>
                <a:lnTo>
                  <a:pt x="100643" y="1165"/>
                </a:lnTo>
                <a:lnTo>
                  <a:pt x="100596" y="1070"/>
                </a:lnTo>
                <a:lnTo>
                  <a:pt x="100542" y="977"/>
                </a:lnTo>
                <a:lnTo>
                  <a:pt x="100482" y="888"/>
                </a:lnTo>
                <a:lnTo>
                  <a:pt x="100415" y="802"/>
                </a:lnTo>
                <a:lnTo>
                  <a:pt x="100342" y="720"/>
                </a:lnTo>
                <a:lnTo>
                  <a:pt x="100263" y="642"/>
                </a:lnTo>
                <a:lnTo>
                  <a:pt x="100178" y="568"/>
                </a:lnTo>
                <a:lnTo>
                  <a:pt x="100088" y="501"/>
                </a:lnTo>
                <a:lnTo>
                  <a:pt x="99995" y="440"/>
                </a:lnTo>
                <a:lnTo>
                  <a:pt x="99899" y="387"/>
                </a:lnTo>
                <a:lnTo>
                  <a:pt x="99801" y="341"/>
                </a:lnTo>
                <a:lnTo>
                  <a:pt x="99701" y="301"/>
                </a:lnTo>
                <a:lnTo>
                  <a:pt x="99599" y="269"/>
                </a:lnTo>
                <a:lnTo>
                  <a:pt x="99495" y="243"/>
                </a:lnTo>
                <a:lnTo>
                  <a:pt x="99391" y="224"/>
                </a:lnTo>
                <a:lnTo>
                  <a:pt x="99286" y="212"/>
                </a:lnTo>
                <a:lnTo>
                  <a:pt x="99181" y="207"/>
                </a:lnTo>
                <a:lnTo>
                  <a:pt x="99076" y="208"/>
                </a:lnTo>
                <a:lnTo>
                  <a:pt x="98971" y="216"/>
                </a:lnTo>
                <a:lnTo>
                  <a:pt x="98867" y="231"/>
                </a:lnTo>
                <a:lnTo>
                  <a:pt x="98764" y="253"/>
                </a:lnTo>
                <a:lnTo>
                  <a:pt x="98663" y="281"/>
                </a:lnTo>
                <a:lnTo>
                  <a:pt x="98563" y="315"/>
                </a:lnTo>
                <a:lnTo>
                  <a:pt x="98465" y="356"/>
                </a:lnTo>
                <a:lnTo>
                  <a:pt x="98370" y="404"/>
                </a:lnTo>
                <a:lnTo>
                  <a:pt x="98278" y="457"/>
                </a:lnTo>
                <a:lnTo>
                  <a:pt x="98188" y="518"/>
                </a:lnTo>
                <a:lnTo>
                  <a:pt x="98102" y="584"/>
                </a:lnTo>
                <a:lnTo>
                  <a:pt x="98021" y="657"/>
                </a:lnTo>
                <a:lnTo>
                  <a:pt x="97943" y="737"/>
                </a:lnTo>
                <a:lnTo>
                  <a:pt x="97869" y="822"/>
                </a:lnTo>
                <a:lnTo>
                  <a:pt x="4240" y="117719"/>
                </a:lnTo>
                <a:lnTo>
                  <a:pt x="5385" y="108006"/>
                </a:lnTo>
                <a:lnTo>
                  <a:pt x="5394" y="107894"/>
                </a:lnTo>
                <a:lnTo>
                  <a:pt x="5396" y="107783"/>
                </a:lnTo>
                <a:lnTo>
                  <a:pt x="5391" y="107673"/>
                </a:lnTo>
                <a:lnTo>
                  <a:pt x="5378" y="107565"/>
                </a:lnTo>
                <a:lnTo>
                  <a:pt x="5358" y="107459"/>
                </a:lnTo>
                <a:lnTo>
                  <a:pt x="5332" y="107356"/>
                </a:lnTo>
                <a:lnTo>
                  <a:pt x="5299" y="107254"/>
                </a:lnTo>
                <a:lnTo>
                  <a:pt x="5259" y="107156"/>
                </a:lnTo>
                <a:lnTo>
                  <a:pt x="5214" y="107060"/>
                </a:lnTo>
                <a:lnTo>
                  <a:pt x="5163" y="106968"/>
                </a:lnTo>
                <a:lnTo>
                  <a:pt x="5106" y="106880"/>
                </a:lnTo>
                <a:lnTo>
                  <a:pt x="5043" y="106795"/>
                </a:lnTo>
                <a:lnTo>
                  <a:pt x="4976" y="106715"/>
                </a:lnTo>
                <a:lnTo>
                  <a:pt x="4903" y="106639"/>
                </a:lnTo>
                <a:lnTo>
                  <a:pt x="4826" y="106567"/>
                </a:lnTo>
                <a:lnTo>
                  <a:pt x="4743" y="106501"/>
                </a:lnTo>
                <a:lnTo>
                  <a:pt x="4657" y="106440"/>
                </a:lnTo>
                <a:lnTo>
                  <a:pt x="4566" y="106384"/>
                </a:lnTo>
                <a:lnTo>
                  <a:pt x="4472" y="106334"/>
                </a:lnTo>
                <a:lnTo>
                  <a:pt x="4373" y="106290"/>
                </a:lnTo>
                <a:lnTo>
                  <a:pt x="4272" y="106253"/>
                </a:lnTo>
                <a:lnTo>
                  <a:pt x="4166" y="106222"/>
                </a:lnTo>
                <a:lnTo>
                  <a:pt x="4058" y="106198"/>
                </a:lnTo>
                <a:lnTo>
                  <a:pt x="3947" y="106181"/>
                </a:lnTo>
                <a:lnTo>
                  <a:pt x="3835" y="106171"/>
                </a:lnTo>
                <a:lnTo>
                  <a:pt x="3724" y="106169"/>
                </a:lnTo>
                <a:lnTo>
                  <a:pt x="3614" y="106175"/>
                </a:lnTo>
                <a:lnTo>
                  <a:pt x="3507" y="106188"/>
                </a:lnTo>
                <a:lnTo>
                  <a:pt x="3401" y="106207"/>
                </a:lnTo>
                <a:lnTo>
                  <a:pt x="3297" y="106234"/>
                </a:lnTo>
                <a:lnTo>
                  <a:pt x="3196" y="106267"/>
                </a:lnTo>
                <a:lnTo>
                  <a:pt x="3098" y="106306"/>
                </a:lnTo>
                <a:lnTo>
                  <a:pt x="3002" y="106352"/>
                </a:lnTo>
                <a:lnTo>
                  <a:pt x="2910" y="106403"/>
                </a:lnTo>
                <a:lnTo>
                  <a:pt x="2822" y="106460"/>
                </a:lnTo>
                <a:lnTo>
                  <a:pt x="2737" y="106523"/>
                </a:lnTo>
                <a:lnTo>
                  <a:pt x="2657" y="106590"/>
                </a:lnTo>
                <a:lnTo>
                  <a:pt x="2581" y="106663"/>
                </a:lnTo>
                <a:lnTo>
                  <a:pt x="2510" y="106741"/>
                </a:lnTo>
                <a:lnTo>
                  <a:pt x="2443" y="106823"/>
                </a:lnTo>
                <a:lnTo>
                  <a:pt x="2382" y="106910"/>
                </a:lnTo>
                <a:lnTo>
                  <a:pt x="2327" y="107000"/>
                </a:lnTo>
                <a:lnTo>
                  <a:pt x="2277" y="107095"/>
                </a:lnTo>
                <a:lnTo>
                  <a:pt x="2233" y="107194"/>
                </a:lnTo>
                <a:lnTo>
                  <a:pt x="2195" y="107296"/>
                </a:lnTo>
                <a:lnTo>
                  <a:pt x="2165" y="107401"/>
                </a:lnTo>
                <a:lnTo>
                  <a:pt x="2140" y="107510"/>
                </a:lnTo>
                <a:lnTo>
                  <a:pt x="2123" y="107621"/>
                </a:lnTo>
                <a:lnTo>
                  <a:pt x="0" y="125641"/>
                </a:lnTo>
                <a:lnTo>
                  <a:pt x="17104" y="119656"/>
                </a:lnTo>
                <a:lnTo>
                  <a:pt x="17208" y="119616"/>
                </a:lnTo>
                <a:lnTo>
                  <a:pt x="17309" y="119569"/>
                </a:lnTo>
                <a:lnTo>
                  <a:pt x="17405" y="119516"/>
                </a:lnTo>
                <a:lnTo>
                  <a:pt x="17496" y="119457"/>
                </a:lnTo>
                <a:lnTo>
                  <a:pt x="17583" y="119393"/>
                </a:lnTo>
                <a:lnTo>
                  <a:pt x="17664" y="119323"/>
                </a:lnTo>
                <a:lnTo>
                  <a:pt x="17741" y="119249"/>
                </a:lnTo>
                <a:lnTo>
                  <a:pt x="17812" y="119171"/>
                </a:lnTo>
                <a:lnTo>
                  <a:pt x="17878" y="119088"/>
                </a:lnTo>
                <a:lnTo>
                  <a:pt x="17938" y="119002"/>
                </a:lnTo>
                <a:lnTo>
                  <a:pt x="17992" y="118912"/>
                </a:lnTo>
                <a:lnTo>
                  <a:pt x="18041" y="118818"/>
                </a:lnTo>
                <a:lnTo>
                  <a:pt x="18083" y="118722"/>
                </a:lnTo>
                <a:lnTo>
                  <a:pt x="18120" y="118623"/>
                </a:lnTo>
                <a:lnTo>
                  <a:pt x="18150" y="118522"/>
                </a:lnTo>
                <a:lnTo>
                  <a:pt x="18174" y="118419"/>
                </a:lnTo>
                <a:lnTo>
                  <a:pt x="18191" y="118315"/>
                </a:lnTo>
                <a:lnTo>
                  <a:pt x="18201" y="118209"/>
                </a:lnTo>
                <a:lnTo>
                  <a:pt x="18204" y="118102"/>
                </a:lnTo>
                <a:lnTo>
                  <a:pt x="18200" y="117994"/>
                </a:lnTo>
                <a:lnTo>
                  <a:pt x="18189" y="117886"/>
                </a:lnTo>
                <a:lnTo>
                  <a:pt x="18171" y="117777"/>
                </a:lnTo>
                <a:lnTo>
                  <a:pt x="18145" y="117669"/>
                </a:lnTo>
                <a:lnTo>
                  <a:pt x="18111" y="117562"/>
                </a:lnTo>
                <a:lnTo>
                  <a:pt x="18071" y="117457"/>
                </a:lnTo>
                <a:lnTo>
                  <a:pt x="18024" y="117356"/>
                </a:lnTo>
                <a:lnTo>
                  <a:pt x="17971" y="117260"/>
                </a:lnTo>
                <a:lnTo>
                  <a:pt x="17912" y="117168"/>
                </a:lnTo>
                <a:lnTo>
                  <a:pt x="17848" y="117082"/>
                </a:lnTo>
                <a:lnTo>
                  <a:pt x="17779" y="117000"/>
                </a:lnTo>
                <a:lnTo>
                  <a:pt x="17705" y="116923"/>
                </a:lnTo>
                <a:lnTo>
                  <a:pt x="17627" y="116852"/>
                </a:lnTo>
                <a:lnTo>
                  <a:pt x="17544" y="116786"/>
                </a:lnTo>
                <a:lnTo>
                  <a:pt x="17458" y="116726"/>
                </a:lnTo>
                <a:lnTo>
                  <a:pt x="17368" y="116671"/>
                </a:lnTo>
                <a:lnTo>
                  <a:pt x="17275" y="116623"/>
                </a:lnTo>
                <a:lnTo>
                  <a:pt x="17179" y="116580"/>
                </a:lnTo>
                <a:lnTo>
                  <a:pt x="17080" y="116544"/>
                </a:lnTo>
                <a:lnTo>
                  <a:pt x="16979" y="116513"/>
                </a:lnTo>
                <a:lnTo>
                  <a:pt x="16876" y="116490"/>
                </a:lnTo>
                <a:lnTo>
                  <a:pt x="16772" y="116473"/>
                </a:lnTo>
                <a:lnTo>
                  <a:pt x="16666" y="116462"/>
                </a:lnTo>
                <a:lnTo>
                  <a:pt x="16559" y="116459"/>
                </a:lnTo>
                <a:lnTo>
                  <a:pt x="16452" y="116463"/>
                </a:lnTo>
                <a:lnTo>
                  <a:pt x="16344" y="116474"/>
                </a:lnTo>
                <a:lnTo>
                  <a:pt x="16235" y="116492"/>
                </a:lnTo>
                <a:lnTo>
                  <a:pt x="16128" y="116518"/>
                </a:lnTo>
                <a:lnTo>
                  <a:pt x="16020" y="116552"/>
                </a:lnTo>
                <a:lnTo>
                  <a:pt x="6801" y="119777"/>
                </a:lnTo>
                <a:lnTo>
                  <a:pt x="100431" y="288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E4A16-8720-4EED-A5DF-0C093A8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595" y="2450185"/>
            <a:ext cx="39739" cy="123316"/>
          </a:xfrm>
          <a:custGeom xmlns:a="http://schemas.openxmlformats.org/drawingml/2006/main">
            <a:pathLst>
              <a:path w="39739" h="123316">
                <a:moveTo>
                  <a:pt x="3374" y="1292"/>
                </a:moveTo>
                <a:lnTo>
                  <a:pt x="3335" y="1188"/>
                </a:lnTo>
                <a:lnTo>
                  <a:pt x="3289" y="1088"/>
                </a:lnTo>
                <a:lnTo>
                  <a:pt x="3238" y="992"/>
                </a:lnTo>
                <a:lnTo>
                  <a:pt x="3180" y="901"/>
                </a:lnTo>
                <a:lnTo>
                  <a:pt x="3117" y="814"/>
                </a:lnTo>
                <a:lnTo>
                  <a:pt x="3049" y="732"/>
                </a:lnTo>
                <a:lnTo>
                  <a:pt x="2977" y="655"/>
                </a:lnTo>
                <a:lnTo>
                  <a:pt x="2899" y="583"/>
                </a:lnTo>
                <a:lnTo>
                  <a:pt x="2818" y="517"/>
                </a:lnTo>
                <a:lnTo>
                  <a:pt x="2732" y="455"/>
                </a:lnTo>
                <a:lnTo>
                  <a:pt x="2643" y="400"/>
                </a:lnTo>
                <a:lnTo>
                  <a:pt x="2550" y="350"/>
                </a:lnTo>
                <a:lnTo>
                  <a:pt x="2455" y="306"/>
                </a:lnTo>
                <a:lnTo>
                  <a:pt x="2357" y="268"/>
                </a:lnTo>
                <a:lnTo>
                  <a:pt x="2256" y="237"/>
                </a:lnTo>
                <a:lnTo>
                  <a:pt x="2153" y="212"/>
                </a:lnTo>
                <a:lnTo>
                  <a:pt x="2048" y="194"/>
                </a:lnTo>
                <a:lnTo>
                  <a:pt x="1942" y="182"/>
                </a:lnTo>
                <a:lnTo>
                  <a:pt x="1834" y="178"/>
                </a:lnTo>
                <a:lnTo>
                  <a:pt x="1726" y="181"/>
                </a:lnTo>
                <a:lnTo>
                  <a:pt x="1616" y="191"/>
                </a:lnTo>
                <a:lnTo>
                  <a:pt x="1507" y="209"/>
                </a:lnTo>
                <a:lnTo>
                  <a:pt x="1397" y="234"/>
                </a:lnTo>
                <a:lnTo>
                  <a:pt x="1289" y="267"/>
                </a:lnTo>
                <a:lnTo>
                  <a:pt x="1186" y="306"/>
                </a:lnTo>
                <a:lnTo>
                  <a:pt x="1086" y="352"/>
                </a:lnTo>
                <a:lnTo>
                  <a:pt x="990" y="403"/>
                </a:lnTo>
                <a:lnTo>
                  <a:pt x="899" y="461"/>
                </a:lnTo>
                <a:lnTo>
                  <a:pt x="813" y="524"/>
                </a:lnTo>
                <a:lnTo>
                  <a:pt x="731" y="592"/>
                </a:lnTo>
                <a:lnTo>
                  <a:pt x="654" y="665"/>
                </a:lnTo>
                <a:lnTo>
                  <a:pt x="582" y="742"/>
                </a:lnTo>
                <a:lnTo>
                  <a:pt x="516" y="824"/>
                </a:lnTo>
                <a:lnTo>
                  <a:pt x="454" y="909"/>
                </a:lnTo>
                <a:lnTo>
                  <a:pt x="399" y="999"/>
                </a:lnTo>
                <a:lnTo>
                  <a:pt x="349" y="1091"/>
                </a:lnTo>
                <a:lnTo>
                  <a:pt x="306" y="1187"/>
                </a:lnTo>
                <a:lnTo>
                  <a:pt x="268" y="1286"/>
                </a:lnTo>
                <a:lnTo>
                  <a:pt x="237" y="1387"/>
                </a:lnTo>
                <a:lnTo>
                  <a:pt x="212" y="1490"/>
                </a:lnTo>
                <a:lnTo>
                  <a:pt x="194" y="1595"/>
                </a:lnTo>
                <a:lnTo>
                  <a:pt x="182" y="1701"/>
                </a:lnTo>
                <a:lnTo>
                  <a:pt x="178" y="1809"/>
                </a:lnTo>
                <a:lnTo>
                  <a:pt x="181" y="1918"/>
                </a:lnTo>
                <a:lnTo>
                  <a:pt x="191" y="2027"/>
                </a:lnTo>
                <a:lnTo>
                  <a:pt x="208" y="2137"/>
                </a:lnTo>
                <a:lnTo>
                  <a:pt x="234" y="2246"/>
                </a:lnTo>
                <a:lnTo>
                  <a:pt x="30292" y="115200"/>
                </a:lnTo>
                <a:lnTo>
                  <a:pt x="23159" y="108522"/>
                </a:lnTo>
                <a:lnTo>
                  <a:pt x="23075" y="108448"/>
                </a:lnTo>
                <a:lnTo>
                  <a:pt x="22986" y="108380"/>
                </a:lnTo>
                <a:lnTo>
                  <a:pt x="22895" y="108320"/>
                </a:lnTo>
                <a:lnTo>
                  <a:pt x="22800" y="108266"/>
                </a:lnTo>
                <a:lnTo>
                  <a:pt x="22703" y="108219"/>
                </a:lnTo>
                <a:lnTo>
                  <a:pt x="22604" y="108179"/>
                </a:lnTo>
                <a:lnTo>
                  <a:pt x="22503" y="108146"/>
                </a:lnTo>
                <a:lnTo>
                  <a:pt x="22401" y="108119"/>
                </a:lnTo>
                <a:lnTo>
                  <a:pt x="22297" y="108099"/>
                </a:lnTo>
                <a:lnTo>
                  <a:pt x="22192" y="108086"/>
                </a:lnTo>
                <a:lnTo>
                  <a:pt x="22087" y="108079"/>
                </a:lnTo>
                <a:lnTo>
                  <a:pt x="21982" y="108080"/>
                </a:lnTo>
                <a:lnTo>
                  <a:pt x="21878" y="108087"/>
                </a:lnTo>
                <a:lnTo>
                  <a:pt x="21773" y="108100"/>
                </a:lnTo>
                <a:lnTo>
                  <a:pt x="21670" y="108120"/>
                </a:lnTo>
                <a:lnTo>
                  <a:pt x="21568" y="108147"/>
                </a:lnTo>
                <a:lnTo>
                  <a:pt x="21468" y="108181"/>
                </a:lnTo>
                <a:lnTo>
                  <a:pt x="21369" y="108221"/>
                </a:lnTo>
                <a:lnTo>
                  <a:pt x="21273" y="108268"/>
                </a:lnTo>
                <a:lnTo>
                  <a:pt x="21179" y="108321"/>
                </a:lnTo>
                <a:lnTo>
                  <a:pt x="21089" y="108381"/>
                </a:lnTo>
                <a:lnTo>
                  <a:pt x="21002" y="108447"/>
                </a:lnTo>
                <a:lnTo>
                  <a:pt x="20918" y="108521"/>
                </a:lnTo>
                <a:lnTo>
                  <a:pt x="20839" y="108600"/>
                </a:lnTo>
                <a:lnTo>
                  <a:pt x="20765" y="108685"/>
                </a:lnTo>
                <a:lnTo>
                  <a:pt x="20697" y="108774"/>
                </a:lnTo>
                <a:lnTo>
                  <a:pt x="20637" y="108865"/>
                </a:lnTo>
                <a:lnTo>
                  <a:pt x="20583" y="108960"/>
                </a:lnTo>
                <a:lnTo>
                  <a:pt x="20536" y="109057"/>
                </a:lnTo>
                <a:lnTo>
                  <a:pt x="20496" y="109156"/>
                </a:lnTo>
                <a:lnTo>
                  <a:pt x="20463" y="109257"/>
                </a:lnTo>
                <a:lnTo>
                  <a:pt x="20436" y="109360"/>
                </a:lnTo>
                <a:lnTo>
                  <a:pt x="20416" y="109464"/>
                </a:lnTo>
                <a:lnTo>
                  <a:pt x="20403" y="109568"/>
                </a:lnTo>
                <a:lnTo>
                  <a:pt x="20397" y="109673"/>
                </a:lnTo>
                <a:lnTo>
                  <a:pt x="20397" y="109779"/>
                </a:lnTo>
                <a:lnTo>
                  <a:pt x="20404" y="109884"/>
                </a:lnTo>
                <a:lnTo>
                  <a:pt x="20417" y="109988"/>
                </a:lnTo>
                <a:lnTo>
                  <a:pt x="20438" y="110092"/>
                </a:lnTo>
                <a:lnTo>
                  <a:pt x="20464" y="110194"/>
                </a:lnTo>
                <a:lnTo>
                  <a:pt x="20498" y="110294"/>
                </a:lnTo>
                <a:lnTo>
                  <a:pt x="20538" y="110393"/>
                </a:lnTo>
                <a:lnTo>
                  <a:pt x="20585" y="110489"/>
                </a:lnTo>
                <a:lnTo>
                  <a:pt x="20638" y="110583"/>
                </a:lnTo>
                <a:lnTo>
                  <a:pt x="20698" y="110674"/>
                </a:lnTo>
                <a:lnTo>
                  <a:pt x="20764" y="110761"/>
                </a:lnTo>
                <a:lnTo>
                  <a:pt x="20837" y="110845"/>
                </a:lnTo>
                <a:lnTo>
                  <a:pt x="20917" y="110925"/>
                </a:lnTo>
                <a:lnTo>
                  <a:pt x="34152" y="123316"/>
                </a:lnTo>
                <a:lnTo>
                  <a:pt x="39472" y="105971"/>
                </a:lnTo>
                <a:lnTo>
                  <a:pt x="39502" y="105862"/>
                </a:lnTo>
                <a:lnTo>
                  <a:pt x="39524" y="105753"/>
                </a:lnTo>
                <a:lnTo>
                  <a:pt x="39538" y="105644"/>
                </a:lnTo>
                <a:lnTo>
                  <a:pt x="39545" y="105536"/>
                </a:lnTo>
                <a:lnTo>
                  <a:pt x="39544" y="105428"/>
                </a:lnTo>
                <a:lnTo>
                  <a:pt x="39537" y="105321"/>
                </a:lnTo>
                <a:lnTo>
                  <a:pt x="39523" y="105216"/>
                </a:lnTo>
                <a:lnTo>
                  <a:pt x="39502" y="105112"/>
                </a:lnTo>
                <a:lnTo>
                  <a:pt x="39474" y="105010"/>
                </a:lnTo>
                <a:lnTo>
                  <a:pt x="39440" y="104910"/>
                </a:lnTo>
                <a:lnTo>
                  <a:pt x="39400" y="104812"/>
                </a:lnTo>
                <a:lnTo>
                  <a:pt x="39354" y="104718"/>
                </a:lnTo>
                <a:lnTo>
                  <a:pt x="39302" y="104627"/>
                </a:lnTo>
                <a:lnTo>
                  <a:pt x="39244" y="104539"/>
                </a:lnTo>
                <a:lnTo>
                  <a:pt x="39180" y="104455"/>
                </a:lnTo>
                <a:lnTo>
                  <a:pt x="39112" y="104374"/>
                </a:lnTo>
                <a:lnTo>
                  <a:pt x="39037" y="104299"/>
                </a:lnTo>
                <a:lnTo>
                  <a:pt x="38958" y="104228"/>
                </a:lnTo>
                <a:lnTo>
                  <a:pt x="38874" y="104161"/>
                </a:lnTo>
                <a:lnTo>
                  <a:pt x="38785" y="104101"/>
                </a:lnTo>
                <a:lnTo>
                  <a:pt x="38692" y="104045"/>
                </a:lnTo>
                <a:lnTo>
                  <a:pt x="38594" y="103996"/>
                </a:lnTo>
                <a:lnTo>
                  <a:pt x="38492" y="103953"/>
                </a:lnTo>
                <a:lnTo>
                  <a:pt x="38385" y="103916"/>
                </a:lnTo>
                <a:lnTo>
                  <a:pt x="38277" y="103887"/>
                </a:lnTo>
                <a:lnTo>
                  <a:pt x="38168" y="103865"/>
                </a:lnTo>
                <a:lnTo>
                  <a:pt x="38059" y="103851"/>
                </a:lnTo>
                <a:lnTo>
                  <a:pt x="37951" y="103844"/>
                </a:lnTo>
                <a:lnTo>
                  <a:pt x="37843" y="103844"/>
                </a:lnTo>
                <a:lnTo>
                  <a:pt x="37737" y="103852"/>
                </a:lnTo>
                <a:lnTo>
                  <a:pt x="37631" y="103866"/>
                </a:lnTo>
                <a:lnTo>
                  <a:pt x="37527" y="103887"/>
                </a:lnTo>
                <a:lnTo>
                  <a:pt x="37425" y="103914"/>
                </a:lnTo>
                <a:lnTo>
                  <a:pt x="37326" y="103948"/>
                </a:lnTo>
                <a:lnTo>
                  <a:pt x="37229" y="103989"/>
                </a:lnTo>
                <a:lnTo>
                  <a:pt x="37134" y="104035"/>
                </a:lnTo>
                <a:lnTo>
                  <a:pt x="37043" y="104087"/>
                </a:lnTo>
                <a:lnTo>
                  <a:pt x="36955" y="104145"/>
                </a:lnTo>
                <a:lnTo>
                  <a:pt x="36871" y="104209"/>
                </a:lnTo>
                <a:lnTo>
                  <a:pt x="36791" y="104277"/>
                </a:lnTo>
                <a:lnTo>
                  <a:pt x="36716" y="104352"/>
                </a:lnTo>
                <a:lnTo>
                  <a:pt x="36645" y="104431"/>
                </a:lnTo>
                <a:lnTo>
                  <a:pt x="36578" y="104515"/>
                </a:lnTo>
                <a:lnTo>
                  <a:pt x="36518" y="104604"/>
                </a:lnTo>
                <a:lnTo>
                  <a:pt x="36462" y="104698"/>
                </a:lnTo>
                <a:lnTo>
                  <a:pt x="36413" y="104796"/>
                </a:lnTo>
                <a:lnTo>
                  <a:pt x="36370" y="104898"/>
                </a:lnTo>
                <a:lnTo>
                  <a:pt x="36333" y="105005"/>
                </a:lnTo>
                <a:lnTo>
                  <a:pt x="33465" y="114354"/>
                </a:lnTo>
                <a:lnTo>
                  <a:pt x="3407" y="1399"/>
                </a:lnTo>
                <a:lnTo>
                  <a:pt x="3374" y="129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DD4F9-924B-4F6B-921A-EEFD9A1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290" y="2378660"/>
            <a:ext cx="168899" cy="34665"/>
          </a:xfrm>
          <a:custGeom xmlns:a="http://schemas.openxmlformats.org/drawingml/2006/main">
            <a:pathLst>
              <a:path w="168899" h="34665">
                <a:moveTo>
                  <a:pt x="153008" y="16881"/>
                </a:moveTo>
                <a:lnTo>
                  <a:pt x="152925" y="16957"/>
                </a:lnTo>
                <a:lnTo>
                  <a:pt x="152849" y="17038"/>
                </a:lnTo>
                <a:lnTo>
                  <a:pt x="152779" y="17122"/>
                </a:lnTo>
                <a:lnTo>
                  <a:pt x="152715" y="17210"/>
                </a:lnTo>
                <a:lnTo>
                  <a:pt x="152658" y="17302"/>
                </a:lnTo>
                <a:lnTo>
                  <a:pt x="152607" y="17396"/>
                </a:lnTo>
                <a:lnTo>
                  <a:pt x="152563" y="17493"/>
                </a:lnTo>
                <a:lnTo>
                  <a:pt x="152525" y="17592"/>
                </a:lnTo>
                <a:lnTo>
                  <a:pt x="152494" y="17693"/>
                </a:lnTo>
                <a:lnTo>
                  <a:pt x="152469" y="17795"/>
                </a:lnTo>
                <a:lnTo>
                  <a:pt x="152451" y="17899"/>
                </a:lnTo>
                <a:lnTo>
                  <a:pt x="152440" y="18004"/>
                </a:lnTo>
                <a:lnTo>
                  <a:pt x="152435" y="18109"/>
                </a:lnTo>
                <a:lnTo>
                  <a:pt x="152437" y="18214"/>
                </a:lnTo>
                <a:lnTo>
                  <a:pt x="152446" y="18319"/>
                </a:lnTo>
                <a:lnTo>
                  <a:pt x="152461" y="18424"/>
                </a:lnTo>
                <a:lnTo>
                  <a:pt x="152483" y="18527"/>
                </a:lnTo>
                <a:lnTo>
                  <a:pt x="152512" y="18630"/>
                </a:lnTo>
                <a:lnTo>
                  <a:pt x="152548" y="18731"/>
                </a:lnTo>
                <a:lnTo>
                  <a:pt x="152591" y="18830"/>
                </a:lnTo>
                <a:lnTo>
                  <a:pt x="152640" y="18927"/>
                </a:lnTo>
                <a:lnTo>
                  <a:pt x="152697" y="19021"/>
                </a:lnTo>
                <a:lnTo>
                  <a:pt x="152760" y="19112"/>
                </a:lnTo>
                <a:lnTo>
                  <a:pt x="152830" y="19200"/>
                </a:lnTo>
                <a:lnTo>
                  <a:pt x="152906" y="19283"/>
                </a:lnTo>
                <a:lnTo>
                  <a:pt x="152987" y="19359"/>
                </a:lnTo>
                <a:lnTo>
                  <a:pt x="153071" y="19430"/>
                </a:lnTo>
                <a:lnTo>
                  <a:pt x="153159" y="19494"/>
                </a:lnTo>
                <a:lnTo>
                  <a:pt x="153250" y="19551"/>
                </a:lnTo>
                <a:lnTo>
                  <a:pt x="153345" y="19602"/>
                </a:lnTo>
                <a:lnTo>
                  <a:pt x="153441" y="19646"/>
                </a:lnTo>
                <a:lnTo>
                  <a:pt x="153540" y="19684"/>
                </a:lnTo>
                <a:lnTo>
                  <a:pt x="153641" y="19715"/>
                </a:lnTo>
                <a:lnTo>
                  <a:pt x="153743" y="19740"/>
                </a:lnTo>
                <a:lnTo>
                  <a:pt x="153847" y="19758"/>
                </a:lnTo>
                <a:lnTo>
                  <a:pt x="153952" y="19769"/>
                </a:lnTo>
                <a:lnTo>
                  <a:pt x="154056" y="19774"/>
                </a:lnTo>
                <a:lnTo>
                  <a:pt x="154162" y="19772"/>
                </a:lnTo>
                <a:lnTo>
                  <a:pt x="154266" y="19763"/>
                </a:lnTo>
                <a:lnTo>
                  <a:pt x="154371" y="19748"/>
                </a:lnTo>
                <a:lnTo>
                  <a:pt x="154474" y="19725"/>
                </a:lnTo>
                <a:lnTo>
                  <a:pt x="154577" y="19696"/>
                </a:lnTo>
                <a:lnTo>
                  <a:pt x="154677" y="19661"/>
                </a:lnTo>
                <a:lnTo>
                  <a:pt x="154776" y="19618"/>
                </a:lnTo>
                <a:lnTo>
                  <a:pt x="154873" y="19568"/>
                </a:lnTo>
                <a:lnTo>
                  <a:pt x="154967" y="19512"/>
                </a:lnTo>
                <a:lnTo>
                  <a:pt x="155058" y="19448"/>
                </a:lnTo>
                <a:lnTo>
                  <a:pt x="155146" y="19378"/>
                </a:lnTo>
                <a:lnTo>
                  <a:pt x="168899" y="7566"/>
                </a:lnTo>
                <a:lnTo>
                  <a:pt x="152273" y="360"/>
                </a:lnTo>
                <a:lnTo>
                  <a:pt x="152168" y="319"/>
                </a:lnTo>
                <a:lnTo>
                  <a:pt x="152062" y="286"/>
                </a:lnTo>
                <a:lnTo>
                  <a:pt x="151955" y="260"/>
                </a:lnTo>
                <a:lnTo>
                  <a:pt x="151848" y="241"/>
                </a:lnTo>
                <a:lnTo>
                  <a:pt x="151741" y="229"/>
                </a:lnTo>
                <a:lnTo>
                  <a:pt x="151634" y="225"/>
                </a:lnTo>
                <a:lnTo>
                  <a:pt x="151528" y="228"/>
                </a:lnTo>
                <a:lnTo>
                  <a:pt x="151422" y="237"/>
                </a:lnTo>
                <a:lnTo>
                  <a:pt x="151318" y="253"/>
                </a:lnTo>
                <a:lnTo>
                  <a:pt x="151215" y="276"/>
                </a:lnTo>
                <a:lnTo>
                  <a:pt x="151114" y="305"/>
                </a:lnTo>
                <a:lnTo>
                  <a:pt x="151015" y="341"/>
                </a:lnTo>
                <a:lnTo>
                  <a:pt x="150919" y="383"/>
                </a:lnTo>
                <a:lnTo>
                  <a:pt x="150825" y="431"/>
                </a:lnTo>
                <a:lnTo>
                  <a:pt x="150735" y="484"/>
                </a:lnTo>
                <a:lnTo>
                  <a:pt x="150648" y="544"/>
                </a:lnTo>
                <a:lnTo>
                  <a:pt x="150564" y="610"/>
                </a:lnTo>
                <a:lnTo>
                  <a:pt x="150485" y="681"/>
                </a:lnTo>
                <a:lnTo>
                  <a:pt x="150410" y="757"/>
                </a:lnTo>
                <a:lnTo>
                  <a:pt x="150340" y="839"/>
                </a:lnTo>
                <a:lnTo>
                  <a:pt x="150275" y="926"/>
                </a:lnTo>
                <a:lnTo>
                  <a:pt x="150215" y="1018"/>
                </a:lnTo>
                <a:lnTo>
                  <a:pt x="150161" y="1115"/>
                </a:lnTo>
                <a:lnTo>
                  <a:pt x="150113" y="1217"/>
                </a:lnTo>
                <a:lnTo>
                  <a:pt x="150071" y="1321"/>
                </a:lnTo>
                <a:lnTo>
                  <a:pt x="150038" y="1427"/>
                </a:lnTo>
                <a:lnTo>
                  <a:pt x="150012" y="1534"/>
                </a:lnTo>
                <a:lnTo>
                  <a:pt x="149993" y="1641"/>
                </a:lnTo>
                <a:lnTo>
                  <a:pt x="149982" y="1748"/>
                </a:lnTo>
                <a:lnTo>
                  <a:pt x="149978" y="1855"/>
                </a:lnTo>
                <a:lnTo>
                  <a:pt x="149980" y="1962"/>
                </a:lnTo>
                <a:lnTo>
                  <a:pt x="149990" y="2068"/>
                </a:lnTo>
                <a:lnTo>
                  <a:pt x="150006" y="2172"/>
                </a:lnTo>
                <a:lnTo>
                  <a:pt x="150029" y="2275"/>
                </a:lnTo>
                <a:lnTo>
                  <a:pt x="150058" y="2376"/>
                </a:lnTo>
                <a:lnTo>
                  <a:pt x="150093" y="2475"/>
                </a:lnTo>
                <a:lnTo>
                  <a:pt x="150135" y="2572"/>
                </a:lnTo>
                <a:lnTo>
                  <a:pt x="150183" y="2665"/>
                </a:lnTo>
                <a:lnTo>
                  <a:pt x="150237" y="2756"/>
                </a:lnTo>
                <a:lnTo>
                  <a:pt x="150296" y="2843"/>
                </a:lnTo>
                <a:lnTo>
                  <a:pt x="150362" y="2927"/>
                </a:lnTo>
                <a:lnTo>
                  <a:pt x="150433" y="3006"/>
                </a:lnTo>
                <a:lnTo>
                  <a:pt x="150509" y="3081"/>
                </a:lnTo>
                <a:lnTo>
                  <a:pt x="150591" y="3151"/>
                </a:lnTo>
                <a:lnTo>
                  <a:pt x="150677" y="3217"/>
                </a:lnTo>
                <a:lnTo>
                  <a:pt x="150769" y="3277"/>
                </a:lnTo>
                <a:lnTo>
                  <a:pt x="150866" y="3331"/>
                </a:lnTo>
                <a:lnTo>
                  <a:pt x="150968" y="3379"/>
                </a:lnTo>
                <a:lnTo>
                  <a:pt x="159930" y="7263"/>
                </a:lnTo>
                <a:lnTo>
                  <a:pt x="1513" y="31277"/>
                </a:lnTo>
                <a:lnTo>
                  <a:pt x="1403" y="31297"/>
                </a:lnTo>
                <a:lnTo>
                  <a:pt x="1295" y="31325"/>
                </a:lnTo>
                <a:lnTo>
                  <a:pt x="1191" y="31359"/>
                </a:lnTo>
                <a:lnTo>
                  <a:pt x="1090" y="31400"/>
                </a:lnTo>
                <a:lnTo>
                  <a:pt x="993" y="31447"/>
                </a:lnTo>
                <a:lnTo>
                  <a:pt x="900" y="31500"/>
                </a:lnTo>
                <a:lnTo>
                  <a:pt x="812" y="31559"/>
                </a:lnTo>
                <a:lnTo>
                  <a:pt x="727" y="31623"/>
                </a:lnTo>
                <a:lnTo>
                  <a:pt x="647" y="31692"/>
                </a:lnTo>
                <a:lnTo>
                  <a:pt x="572" y="31766"/>
                </a:lnTo>
                <a:lnTo>
                  <a:pt x="502" y="31844"/>
                </a:lnTo>
                <a:lnTo>
                  <a:pt x="437" y="31927"/>
                </a:lnTo>
                <a:lnTo>
                  <a:pt x="378" y="32014"/>
                </a:lnTo>
                <a:lnTo>
                  <a:pt x="324" y="32104"/>
                </a:lnTo>
                <a:lnTo>
                  <a:pt x="275" y="32198"/>
                </a:lnTo>
                <a:lnTo>
                  <a:pt x="233" y="32295"/>
                </a:lnTo>
                <a:lnTo>
                  <a:pt x="197" y="32394"/>
                </a:lnTo>
                <a:lnTo>
                  <a:pt x="167" y="32497"/>
                </a:lnTo>
                <a:lnTo>
                  <a:pt x="144" y="32601"/>
                </a:lnTo>
                <a:lnTo>
                  <a:pt x="128" y="32708"/>
                </a:lnTo>
                <a:lnTo>
                  <a:pt x="119" y="32816"/>
                </a:lnTo>
                <a:lnTo>
                  <a:pt x="117" y="32926"/>
                </a:lnTo>
                <a:lnTo>
                  <a:pt x="122" y="33037"/>
                </a:lnTo>
                <a:lnTo>
                  <a:pt x="136" y="33149"/>
                </a:lnTo>
                <a:lnTo>
                  <a:pt x="156" y="33260"/>
                </a:lnTo>
                <a:lnTo>
                  <a:pt x="184" y="33367"/>
                </a:lnTo>
                <a:lnTo>
                  <a:pt x="218" y="33472"/>
                </a:lnTo>
                <a:lnTo>
                  <a:pt x="259" y="33572"/>
                </a:lnTo>
                <a:lnTo>
                  <a:pt x="306" y="33669"/>
                </a:lnTo>
                <a:lnTo>
                  <a:pt x="359" y="33762"/>
                </a:lnTo>
                <a:lnTo>
                  <a:pt x="417" y="33851"/>
                </a:lnTo>
                <a:lnTo>
                  <a:pt x="481" y="33936"/>
                </a:lnTo>
                <a:lnTo>
                  <a:pt x="550" y="34016"/>
                </a:lnTo>
                <a:lnTo>
                  <a:pt x="624" y="34091"/>
                </a:lnTo>
                <a:lnTo>
                  <a:pt x="702" y="34161"/>
                </a:lnTo>
                <a:lnTo>
                  <a:pt x="785" y="34227"/>
                </a:lnTo>
                <a:lnTo>
                  <a:pt x="871" y="34286"/>
                </a:lnTo>
                <a:lnTo>
                  <a:pt x="961" y="34340"/>
                </a:lnTo>
                <a:lnTo>
                  <a:pt x="1055" y="34389"/>
                </a:lnTo>
                <a:lnTo>
                  <a:pt x="1151" y="34431"/>
                </a:lnTo>
                <a:lnTo>
                  <a:pt x="1251" y="34467"/>
                </a:lnTo>
                <a:lnTo>
                  <a:pt x="1353" y="34497"/>
                </a:lnTo>
                <a:lnTo>
                  <a:pt x="1458" y="34520"/>
                </a:lnTo>
                <a:lnTo>
                  <a:pt x="1564" y="34536"/>
                </a:lnTo>
                <a:lnTo>
                  <a:pt x="1672" y="34545"/>
                </a:lnTo>
                <a:lnTo>
                  <a:pt x="1782" y="34547"/>
                </a:lnTo>
                <a:lnTo>
                  <a:pt x="1893" y="34542"/>
                </a:lnTo>
                <a:lnTo>
                  <a:pt x="2004" y="34529"/>
                </a:lnTo>
                <a:lnTo>
                  <a:pt x="160421" y="10515"/>
                </a:lnTo>
                <a:lnTo>
                  <a:pt x="153008" y="1688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2E296-D8FC-42F0-A5DB-4B97A4E7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177" y="2328553"/>
            <a:ext cx="31629" cy="148259"/>
          </a:xfrm>
          <a:custGeom xmlns:a="http://schemas.openxmlformats.org/drawingml/2006/main">
            <a:pathLst>
              <a:path w="31629" h="148259">
                <a:moveTo>
                  <a:pt x="3363" y="1404"/>
                </a:moveTo>
                <a:lnTo>
                  <a:pt x="3335" y="1296"/>
                </a:lnTo>
                <a:lnTo>
                  <a:pt x="3300" y="1192"/>
                </a:lnTo>
                <a:lnTo>
                  <a:pt x="3260" y="1091"/>
                </a:lnTo>
                <a:lnTo>
                  <a:pt x="3212" y="994"/>
                </a:lnTo>
                <a:lnTo>
                  <a:pt x="3159" y="901"/>
                </a:lnTo>
                <a:lnTo>
                  <a:pt x="3101" y="812"/>
                </a:lnTo>
                <a:lnTo>
                  <a:pt x="3037" y="728"/>
                </a:lnTo>
                <a:lnTo>
                  <a:pt x="2968" y="648"/>
                </a:lnTo>
                <a:lnTo>
                  <a:pt x="2894" y="573"/>
                </a:lnTo>
                <a:lnTo>
                  <a:pt x="2816" y="503"/>
                </a:lnTo>
                <a:lnTo>
                  <a:pt x="2733" y="438"/>
                </a:lnTo>
                <a:lnTo>
                  <a:pt x="2646" y="378"/>
                </a:lnTo>
                <a:lnTo>
                  <a:pt x="2556" y="324"/>
                </a:lnTo>
                <a:lnTo>
                  <a:pt x="2463" y="276"/>
                </a:lnTo>
                <a:lnTo>
                  <a:pt x="2366" y="234"/>
                </a:lnTo>
                <a:lnTo>
                  <a:pt x="2266" y="198"/>
                </a:lnTo>
                <a:lnTo>
                  <a:pt x="2164" y="168"/>
                </a:lnTo>
                <a:lnTo>
                  <a:pt x="2060" y="145"/>
                </a:lnTo>
                <a:lnTo>
                  <a:pt x="1953" y="129"/>
                </a:lnTo>
                <a:lnTo>
                  <a:pt x="1845" y="120"/>
                </a:lnTo>
                <a:lnTo>
                  <a:pt x="1735" y="118"/>
                </a:lnTo>
                <a:lnTo>
                  <a:pt x="1624" y="124"/>
                </a:lnTo>
                <a:lnTo>
                  <a:pt x="1513" y="137"/>
                </a:lnTo>
                <a:lnTo>
                  <a:pt x="1402" y="158"/>
                </a:lnTo>
                <a:lnTo>
                  <a:pt x="1295" y="186"/>
                </a:lnTo>
                <a:lnTo>
                  <a:pt x="1190" y="220"/>
                </a:lnTo>
                <a:lnTo>
                  <a:pt x="1090" y="261"/>
                </a:lnTo>
                <a:lnTo>
                  <a:pt x="993" y="308"/>
                </a:lnTo>
                <a:lnTo>
                  <a:pt x="900" y="362"/>
                </a:lnTo>
                <a:lnTo>
                  <a:pt x="811" y="420"/>
                </a:lnTo>
                <a:lnTo>
                  <a:pt x="727" y="484"/>
                </a:lnTo>
                <a:lnTo>
                  <a:pt x="647" y="554"/>
                </a:lnTo>
                <a:lnTo>
                  <a:pt x="572" y="628"/>
                </a:lnTo>
                <a:lnTo>
                  <a:pt x="502" y="706"/>
                </a:lnTo>
                <a:lnTo>
                  <a:pt x="437" y="789"/>
                </a:lnTo>
                <a:lnTo>
                  <a:pt x="378" y="876"/>
                </a:lnTo>
                <a:lnTo>
                  <a:pt x="324" y="966"/>
                </a:lnTo>
                <a:lnTo>
                  <a:pt x="276" y="1060"/>
                </a:lnTo>
                <a:lnTo>
                  <a:pt x="234" y="1157"/>
                </a:lnTo>
                <a:lnTo>
                  <a:pt x="198" y="1257"/>
                </a:lnTo>
                <a:lnTo>
                  <a:pt x="168" y="1359"/>
                </a:lnTo>
                <a:lnTo>
                  <a:pt x="145" y="1464"/>
                </a:lnTo>
                <a:lnTo>
                  <a:pt x="129" y="1570"/>
                </a:lnTo>
                <a:lnTo>
                  <a:pt x="120" y="1679"/>
                </a:lnTo>
                <a:lnTo>
                  <a:pt x="118" y="1788"/>
                </a:lnTo>
                <a:lnTo>
                  <a:pt x="124" y="1899"/>
                </a:lnTo>
                <a:lnTo>
                  <a:pt x="137" y="2011"/>
                </a:lnTo>
                <a:lnTo>
                  <a:pt x="21143" y="139772"/>
                </a:lnTo>
                <a:lnTo>
                  <a:pt x="14777" y="132356"/>
                </a:lnTo>
                <a:lnTo>
                  <a:pt x="14701" y="132273"/>
                </a:lnTo>
                <a:lnTo>
                  <a:pt x="14620" y="132196"/>
                </a:lnTo>
                <a:lnTo>
                  <a:pt x="14536" y="132126"/>
                </a:lnTo>
                <a:lnTo>
                  <a:pt x="14448" y="132062"/>
                </a:lnTo>
                <a:lnTo>
                  <a:pt x="14357" y="132005"/>
                </a:lnTo>
                <a:lnTo>
                  <a:pt x="14263" y="131954"/>
                </a:lnTo>
                <a:lnTo>
                  <a:pt x="14166" y="131910"/>
                </a:lnTo>
                <a:lnTo>
                  <a:pt x="14067" y="131873"/>
                </a:lnTo>
                <a:lnTo>
                  <a:pt x="13966" y="131841"/>
                </a:lnTo>
                <a:lnTo>
                  <a:pt x="13864" y="131817"/>
                </a:lnTo>
                <a:lnTo>
                  <a:pt x="13760" y="131799"/>
                </a:lnTo>
                <a:lnTo>
                  <a:pt x="13656" y="131788"/>
                </a:lnTo>
                <a:lnTo>
                  <a:pt x="13551" y="131783"/>
                </a:lnTo>
                <a:lnTo>
                  <a:pt x="13446" y="131785"/>
                </a:lnTo>
                <a:lnTo>
                  <a:pt x="13341" y="131794"/>
                </a:lnTo>
                <a:lnTo>
                  <a:pt x="13236" y="131810"/>
                </a:lnTo>
                <a:lnTo>
                  <a:pt x="13133" y="131832"/>
                </a:lnTo>
                <a:lnTo>
                  <a:pt x="13031" y="131861"/>
                </a:lnTo>
                <a:lnTo>
                  <a:pt x="12930" y="131897"/>
                </a:lnTo>
                <a:lnTo>
                  <a:pt x="12831" y="131940"/>
                </a:lnTo>
                <a:lnTo>
                  <a:pt x="12734" y="131990"/>
                </a:lnTo>
                <a:lnTo>
                  <a:pt x="12640" y="132047"/>
                </a:lnTo>
                <a:lnTo>
                  <a:pt x="12549" y="132110"/>
                </a:lnTo>
                <a:lnTo>
                  <a:pt x="12462" y="132181"/>
                </a:lnTo>
                <a:lnTo>
                  <a:pt x="12379" y="132257"/>
                </a:lnTo>
                <a:lnTo>
                  <a:pt x="12302" y="132338"/>
                </a:lnTo>
                <a:lnTo>
                  <a:pt x="12232" y="132422"/>
                </a:lnTo>
                <a:lnTo>
                  <a:pt x="12169" y="132510"/>
                </a:lnTo>
                <a:lnTo>
                  <a:pt x="12112" y="132602"/>
                </a:lnTo>
                <a:lnTo>
                  <a:pt x="12061" y="132696"/>
                </a:lnTo>
                <a:lnTo>
                  <a:pt x="12017" y="132793"/>
                </a:lnTo>
                <a:lnTo>
                  <a:pt x="11980" y="132892"/>
                </a:lnTo>
                <a:lnTo>
                  <a:pt x="11948" y="132993"/>
                </a:lnTo>
                <a:lnTo>
                  <a:pt x="11924" y="133096"/>
                </a:lnTo>
                <a:lnTo>
                  <a:pt x="11906" y="133199"/>
                </a:lnTo>
                <a:lnTo>
                  <a:pt x="11895" y="133304"/>
                </a:lnTo>
                <a:lnTo>
                  <a:pt x="11890" y="133409"/>
                </a:lnTo>
                <a:lnTo>
                  <a:pt x="11892" y="133514"/>
                </a:lnTo>
                <a:lnTo>
                  <a:pt x="11901" y="133620"/>
                </a:lnTo>
                <a:lnTo>
                  <a:pt x="11917" y="133724"/>
                </a:lnTo>
                <a:lnTo>
                  <a:pt x="11939" y="133828"/>
                </a:lnTo>
                <a:lnTo>
                  <a:pt x="11968" y="133930"/>
                </a:lnTo>
                <a:lnTo>
                  <a:pt x="12004" y="134031"/>
                </a:lnTo>
                <a:lnTo>
                  <a:pt x="12047" y="134130"/>
                </a:lnTo>
                <a:lnTo>
                  <a:pt x="12097" y="134227"/>
                </a:lnTo>
                <a:lnTo>
                  <a:pt x="12153" y="134321"/>
                </a:lnTo>
                <a:lnTo>
                  <a:pt x="12217" y="134412"/>
                </a:lnTo>
                <a:lnTo>
                  <a:pt x="12287" y="134500"/>
                </a:lnTo>
                <a:lnTo>
                  <a:pt x="24099" y="148259"/>
                </a:lnTo>
                <a:lnTo>
                  <a:pt x="31271" y="131596"/>
                </a:lnTo>
                <a:lnTo>
                  <a:pt x="31312" y="131491"/>
                </a:lnTo>
                <a:lnTo>
                  <a:pt x="31345" y="131385"/>
                </a:lnTo>
                <a:lnTo>
                  <a:pt x="31371" y="131279"/>
                </a:lnTo>
                <a:lnTo>
                  <a:pt x="31390" y="131171"/>
                </a:lnTo>
                <a:lnTo>
                  <a:pt x="31401" y="131064"/>
                </a:lnTo>
                <a:lnTo>
                  <a:pt x="31405" y="130957"/>
                </a:lnTo>
                <a:lnTo>
                  <a:pt x="31402" y="130851"/>
                </a:lnTo>
                <a:lnTo>
                  <a:pt x="31393" y="130745"/>
                </a:lnTo>
                <a:lnTo>
                  <a:pt x="31376" y="130641"/>
                </a:lnTo>
                <a:lnTo>
                  <a:pt x="31354" y="130538"/>
                </a:lnTo>
                <a:lnTo>
                  <a:pt x="31324" y="130437"/>
                </a:lnTo>
                <a:lnTo>
                  <a:pt x="31289" y="130338"/>
                </a:lnTo>
                <a:lnTo>
                  <a:pt x="31247" y="130241"/>
                </a:lnTo>
                <a:lnTo>
                  <a:pt x="31199" y="130147"/>
                </a:lnTo>
                <a:lnTo>
                  <a:pt x="31145" y="130057"/>
                </a:lnTo>
                <a:lnTo>
                  <a:pt x="31085" y="129970"/>
                </a:lnTo>
                <a:lnTo>
                  <a:pt x="31020" y="129886"/>
                </a:lnTo>
                <a:lnTo>
                  <a:pt x="30949" y="129807"/>
                </a:lnTo>
                <a:lnTo>
                  <a:pt x="30872" y="129732"/>
                </a:lnTo>
                <a:lnTo>
                  <a:pt x="30791" y="129662"/>
                </a:lnTo>
                <a:lnTo>
                  <a:pt x="30704" y="129597"/>
                </a:lnTo>
                <a:lnTo>
                  <a:pt x="30612" y="129537"/>
                </a:lnTo>
                <a:lnTo>
                  <a:pt x="30515" y="129483"/>
                </a:lnTo>
                <a:lnTo>
                  <a:pt x="30413" y="129435"/>
                </a:lnTo>
                <a:lnTo>
                  <a:pt x="30308" y="129394"/>
                </a:lnTo>
                <a:lnTo>
                  <a:pt x="30203" y="129360"/>
                </a:lnTo>
                <a:lnTo>
                  <a:pt x="30096" y="129334"/>
                </a:lnTo>
                <a:lnTo>
                  <a:pt x="29989" y="129316"/>
                </a:lnTo>
                <a:lnTo>
                  <a:pt x="29882" y="129304"/>
                </a:lnTo>
                <a:lnTo>
                  <a:pt x="29775" y="129300"/>
                </a:lnTo>
                <a:lnTo>
                  <a:pt x="29669" y="129303"/>
                </a:lnTo>
                <a:lnTo>
                  <a:pt x="29563" y="129313"/>
                </a:lnTo>
                <a:lnTo>
                  <a:pt x="29459" y="129329"/>
                </a:lnTo>
                <a:lnTo>
                  <a:pt x="29356" y="129352"/>
                </a:lnTo>
                <a:lnTo>
                  <a:pt x="29255" y="129381"/>
                </a:lnTo>
                <a:lnTo>
                  <a:pt x="29156" y="129417"/>
                </a:lnTo>
                <a:lnTo>
                  <a:pt x="29060" y="129459"/>
                </a:lnTo>
                <a:lnTo>
                  <a:pt x="28966" y="129507"/>
                </a:lnTo>
                <a:lnTo>
                  <a:pt x="28876" y="129561"/>
                </a:lnTo>
                <a:lnTo>
                  <a:pt x="28789" y="129621"/>
                </a:lnTo>
                <a:lnTo>
                  <a:pt x="28706" y="129686"/>
                </a:lnTo>
                <a:lnTo>
                  <a:pt x="28626" y="129757"/>
                </a:lnTo>
                <a:lnTo>
                  <a:pt x="28552" y="129834"/>
                </a:lnTo>
                <a:lnTo>
                  <a:pt x="28482" y="129916"/>
                </a:lnTo>
                <a:lnTo>
                  <a:pt x="28417" y="130003"/>
                </a:lnTo>
                <a:lnTo>
                  <a:pt x="28357" y="130095"/>
                </a:lnTo>
                <a:lnTo>
                  <a:pt x="28303" y="130192"/>
                </a:lnTo>
                <a:lnTo>
                  <a:pt x="28255" y="130294"/>
                </a:lnTo>
                <a:lnTo>
                  <a:pt x="24389" y="139276"/>
                </a:lnTo>
                <a:lnTo>
                  <a:pt x="3383" y="1515"/>
                </a:lnTo>
                <a:lnTo>
                  <a:pt x="3363" y="14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71DFD-3B6C-4F4E-BDB7-772F9636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783" y="2364644"/>
            <a:ext cx="122071" cy="151595"/>
          </a:xfrm>
          <a:custGeom xmlns:a="http://schemas.openxmlformats.org/drawingml/2006/main">
            <a:pathLst>
              <a:path w="122071" h="151595">
                <a:moveTo>
                  <a:pt x="121503" y="2881"/>
                </a:moveTo>
                <a:lnTo>
                  <a:pt x="121571" y="2791"/>
                </a:lnTo>
                <a:lnTo>
                  <a:pt x="121631" y="2698"/>
                </a:lnTo>
                <a:lnTo>
                  <a:pt x="121684" y="2602"/>
                </a:lnTo>
                <a:lnTo>
                  <a:pt x="121731" y="2504"/>
                </a:lnTo>
                <a:lnTo>
                  <a:pt x="121770" y="2403"/>
                </a:lnTo>
                <a:lnTo>
                  <a:pt x="121803" y="2301"/>
                </a:lnTo>
                <a:lnTo>
                  <a:pt x="121829" y="2198"/>
                </a:lnTo>
                <a:lnTo>
                  <a:pt x="121848" y="2094"/>
                </a:lnTo>
                <a:lnTo>
                  <a:pt x="121860" y="1989"/>
                </a:lnTo>
                <a:lnTo>
                  <a:pt x="121865" y="1883"/>
                </a:lnTo>
                <a:lnTo>
                  <a:pt x="121864" y="1778"/>
                </a:lnTo>
                <a:lnTo>
                  <a:pt x="121856" y="1673"/>
                </a:lnTo>
                <a:lnTo>
                  <a:pt x="121841" y="1569"/>
                </a:lnTo>
                <a:lnTo>
                  <a:pt x="121820" y="1466"/>
                </a:lnTo>
                <a:lnTo>
                  <a:pt x="121792" y="1364"/>
                </a:lnTo>
                <a:lnTo>
                  <a:pt x="121758" y="1264"/>
                </a:lnTo>
                <a:lnTo>
                  <a:pt x="121717" y="1166"/>
                </a:lnTo>
                <a:lnTo>
                  <a:pt x="121670" y="1071"/>
                </a:lnTo>
                <a:lnTo>
                  <a:pt x="121616" y="978"/>
                </a:lnTo>
                <a:lnTo>
                  <a:pt x="121556" y="889"/>
                </a:lnTo>
                <a:lnTo>
                  <a:pt x="121490" y="803"/>
                </a:lnTo>
                <a:lnTo>
                  <a:pt x="121417" y="721"/>
                </a:lnTo>
                <a:lnTo>
                  <a:pt x="121338" y="643"/>
                </a:lnTo>
                <a:lnTo>
                  <a:pt x="121253" y="569"/>
                </a:lnTo>
                <a:lnTo>
                  <a:pt x="121163" y="502"/>
                </a:lnTo>
                <a:lnTo>
                  <a:pt x="121070" y="441"/>
                </a:lnTo>
                <a:lnTo>
                  <a:pt x="120974" y="388"/>
                </a:lnTo>
                <a:lnTo>
                  <a:pt x="120876" y="341"/>
                </a:lnTo>
                <a:lnTo>
                  <a:pt x="120776" y="301"/>
                </a:lnTo>
                <a:lnTo>
                  <a:pt x="120674" y="269"/>
                </a:lnTo>
                <a:lnTo>
                  <a:pt x="120571" y="243"/>
                </a:lnTo>
                <a:lnTo>
                  <a:pt x="120467" y="224"/>
                </a:lnTo>
                <a:lnTo>
                  <a:pt x="120362" y="212"/>
                </a:lnTo>
                <a:lnTo>
                  <a:pt x="120257" y="206"/>
                </a:lnTo>
                <a:lnTo>
                  <a:pt x="120152" y="208"/>
                </a:lnTo>
                <a:lnTo>
                  <a:pt x="120047" y="216"/>
                </a:lnTo>
                <a:lnTo>
                  <a:pt x="119943" y="231"/>
                </a:lnTo>
                <a:lnTo>
                  <a:pt x="119840" y="252"/>
                </a:lnTo>
                <a:lnTo>
                  <a:pt x="119738" y="280"/>
                </a:lnTo>
                <a:lnTo>
                  <a:pt x="119639" y="314"/>
                </a:lnTo>
                <a:lnTo>
                  <a:pt x="119541" y="355"/>
                </a:lnTo>
                <a:lnTo>
                  <a:pt x="119446" y="402"/>
                </a:lnTo>
                <a:lnTo>
                  <a:pt x="119353" y="456"/>
                </a:lnTo>
                <a:lnTo>
                  <a:pt x="119264" y="516"/>
                </a:lnTo>
                <a:lnTo>
                  <a:pt x="119178" y="583"/>
                </a:lnTo>
                <a:lnTo>
                  <a:pt x="119096" y="656"/>
                </a:lnTo>
                <a:lnTo>
                  <a:pt x="119018" y="735"/>
                </a:lnTo>
                <a:lnTo>
                  <a:pt x="118944" y="820"/>
                </a:lnTo>
                <a:lnTo>
                  <a:pt x="4249" y="143678"/>
                </a:lnTo>
                <a:lnTo>
                  <a:pt x="5405" y="133966"/>
                </a:lnTo>
                <a:lnTo>
                  <a:pt x="5414" y="133854"/>
                </a:lnTo>
                <a:lnTo>
                  <a:pt x="5416" y="133743"/>
                </a:lnTo>
                <a:lnTo>
                  <a:pt x="5411" y="133633"/>
                </a:lnTo>
                <a:lnTo>
                  <a:pt x="5398" y="133525"/>
                </a:lnTo>
                <a:lnTo>
                  <a:pt x="5379" y="133419"/>
                </a:lnTo>
                <a:lnTo>
                  <a:pt x="5352" y="133315"/>
                </a:lnTo>
                <a:lnTo>
                  <a:pt x="5319" y="133214"/>
                </a:lnTo>
                <a:lnTo>
                  <a:pt x="5280" y="133115"/>
                </a:lnTo>
                <a:lnTo>
                  <a:pt x="5235" y="133020"/>
                </a:lnTo>
                <a:lnTo>
                  <a:pt x="5184" y="132928"/>
                </a:lnTo>
                <a:lnTo>
                  <a:pt x="5127" y="132839"/>
                </a:lnTo>
                <a:lnTo>
                  <a:pt x="5064" y="132755"/>
                </a:lnTo>
                <a:lnTo>
                  <a:pt x="4997" y="132674"/>
                </a:lnTo>
                <a:lnTo>
                  <a:pt x="4924" y="132598"/>
                </a:lnTo>
                <a:lnTo>
                  <a:pt x="4847" y="132526"/>
                </a:lnTo>
                <a:lnTo>
                  <a:pt x="4765" y="132460"/>
                </a:lnTo>
                <a:lnTo>
                  <a:pt x="4679" y="132399"/>
                </a:lnTo>
                <a:lnTo>
                  <a:pt x="4588" y="132343"/>
                </a:lnTo>
                <a:lnTo>
                  <a:pt x="4493" y="132293"/>
                </a:lnTo>
                <a:lnTo>
                  <a:pt x="4395" y="132249"/>
                </a:lnTo>
                <a:lnTo>
                  <a:pt x="4293" y="132211"/>
                </a:lnTo>
                <a:lnTo>
                  <a:pt x="4188" y="132180"/>
                </a:lnTo>
                <a:lnTo>
                  <a:pt x="4080" y="132156"/>
                </a:lnTo>
                <a:lnTo>
                  <a:pt x="3969" y="132139"/>
                </a:lnTo>
                <a:lnTo>
                  <a:pt x="3857" y="132129"/>
                </a:lnTo>
                <a:lnTo>
                  <a:pt x="3746" y="132127"/>
                </a:lnTo>
                <a:lnTo>
                  <a:pt x="3636" y="132133"/>
                </a:lnTo>
                <a:lnTo>
                  <a:pt x="3529" y="132145"/>
                </a:lnTo>
                <a:lnTo>
                  <a:pt x="3423" y="132165"/>
                </a:lnTo>
                <a:lnTo>
                  <a:pt x="3319" y="132191"/>
                </a:lnTo>
                <a:lnTo>
                  <a:pt x="3218" y="132224"/>
                </a:lnTo>
                <a:lnTo>
                  <a:pt x="3119" y="132263"/>
                </a:lnTo>
                <a:lnTo>
                  <a:pt x="3024" y="132309"/>
                </a:lnTo>
                <a:lnTo>
                  <a:pt x="2932" y="132360"/>
                </a:lnTo>
                <a:lnTo>
                  <a:pt x="2844" y="132417"/>
                </a:lnTo>
                <a:lnTo>
                  <a:pt x="2759" y="132479"/>
                </a:lnTo>
                <a:lnTo>
                  <a:pt x="2679" y="132547"/>
                </a:lnTo>
                <a:lnTo>
                  <a:pt x="2603" y="132620"/>
                </a:lnTo>
                <a:lnTo>
                  <a:pt x="2531" y="132697"/>
                </a:lnTo>
                <a:lnTo>
                  <a:pt x="2465" y="132779"/>
                </a:lnTo>
                <a:lnTo>
                  <a:pt x="2404" y="132866"/>
                </a:lnTo>
                <a:lnTo>
                  <a:pt x="2348" y="132957"/>
                </a:lnTo>
                <a:lnTo>
                  <a:pt x="2298" y="133051"/>
                </a:lnTo>
                <a:lnTo>
                  <a:pt x="2254" y="133150"/>
                </a:lnTo>
                <a:lnTo>
                  <a:pt x="2216" y="133252"/>
                </a:lnTo>
                <a:lnTo>
                  <a:pt x="2185" y="133357"/>
                </a:lnTo>
                <a:lnTo>
                  <a:pt x="2161" y="133466"/>
                </a:lnTo>
                <a:lnTo>
                  <a:pt x="2144" y="133577"/>
                </a:lnTo>
                <a:lnTo>
                  <a:pt x="0" y="151595"/>
                </a:lnTo>
                <a:lnTo>
                  <a:pt x="17110" y="145630"/>
                </a:lnTo>
                <a:lnTo>
                  <a:pt x="17215" y="145589"/>
                </a:lnTo>
                <a:lnTo>
                  <a:pt x="17315" y="145542"/>
                </a:lnTo>
                <a:lnTo>
                  <a:pt x="17411" y="145489"/>
                </a:lnTo>
                <a:lnTo>
                  <a:pt x="17503" y="145431"/>
                </a:lnTo>
                <a:lnTo>
                  <a:pt x="17589" y="145367"/>
                </a:lnTo>
                <a:lnTo>
                  <a:pt x="17671" y="145297"/>
                </a:lnTo>
                <a:lnTo>
                  <a:pt x="17747" y="145223"/>
                </a:lnTo>
                <a:lnTo>
                  <a:pt x="17819" y="145145"/>
                </a:lnTo>
                <a:lnTo>
                  <a:pt x="17884" y="145062"/>
                </a:lnTo>
                <a:lnTo>
                  <a:pt x="17945" y="144976"/>
                </a:lnTo>
                <a:lnTo>
                  <a:pt x="17999" y="144886"/>
                </a:lnTo>
                <a:lnTo>
                  <a:pt x="18048" y="144793"/>
                </a:lnTo>
                <a:lnTo>
                  <a:pt x="18091" y="144697"/>
                </a:lnTo>
                <a:lnTo>
                  <a:pt x="18127" y="144598"/>
                </a:lnTo>
                <a:lnTo>
                  <a:pt x="18157" y="144497"/>
                </a:lnTo>
                <a:lnTo>
                  <a:pt x="18181" y="144394"/>
                </a:lnTo>
                <a:lnTo>
                  <a:pt x="18198" y="144289"/>
                </a:lnTo>
                <a:lnTo>
                  <a:pt x="18208" y="144183"/>
                </a:lnTo>
                <a:lnTo>
                  <a:pt x="18212" y="144076"/>
                </a:lnTo>
                <a:lnTo>
                  <a:pt x="18208" y="143968"/>
                </a:lnTo>
                <a:lnTo>
                  <a:pt x="18197" y="143860"/>
                </a:lnTo>
                <a:lnTo>
                  <a:pt x="18179" y="143752"/>
                </a:lnTo>
                <a:lnTo>
                  <a:pt x="18154" y="143644"/>
                </a:lnTo>
                <a:lnTo>
                  <a:pt x="18120" y="143536"/>
                </a:lnTo>
                <a:lnTo>
                  <a:pt x="18080" y="143431"/>
                </a:lnTo>
                <a:lnTo>
                  <a:pt x="18033" y="143330"/>
                </a:lnTo>
                <a:lnTo>
                  <a:pt x="17980" y="143234"/>
                </a:lnTo>
                <a:lnTo>
                  <a:pt x="17921" y="143143"/>
                </a:lnTo>
                <a:lnTo>
                  <a:pt x="17857" y="143056"/>
                </a:lnTo>
                <a:lnTo>
                  <a:pt x="17788" y="142974"/>
                </a:lnTo>
                <a:lnTo>
                  <a:pt x="17714" y="142898"/>
                </a:lnTo>
                <a:lnTo>
                  <a:pt x="17636" y="142826"/>
                </a:lnTo>
                <a:lnTo>
                  <a:pt x="17554" y="142760"/>
                </a:lnTo>
                <a:lnTo>
                  <a:pt x="17467" y="142700"/>
                </a:lnTo>
                <a:lnTo>
                  <a:pt x="17378" y="142645"/>
                </a:lnTo>
                <a:lnTo>
                  <a:pt x="17284" y="142596"/>
                </a:lnTo>
                <a:lnTo>
                  <a:pt x="17189" y="142554"/>
                </a:lnTo>
                <a:lnTo>
                  <a:pt x="17090" y="142517"/>
                </a:lnTo>
                <a:lnTo>
                  <a:pt x="16989" y="142487"/>
                </a:lnTo>
                <a:lnTo>
                  <a:pt x="16886" y="142463"/>
                </a:lnTo>
                <a:lnTo>
                  <a:pt x="16782" y="142446"/>
                </a:lnTo>
                <a:lnTo>
                  <a:pt x="16676" y="142435"/>
                </a:lnTo>
                <a:lnTo>
                  <a:pt x="16569" y="142432"/>
                </a:lnTo>
                <a:lnTo>
                  <a:pt x="16461" y="142435"/>
                </a:lnTo>
                <a:lnTo>
                  <a:pt x="16353" y="142446"/>
                </a:lnTo>
                <a:lnTo>
                  <a:pt x="16245" y="142465"/>
                </a:lnTo>
                <a:lnTo>
                  <a:pt x="16137" y="142490"/>
                </a:lnTo>
                <a:lnTo>
                  <a:pt x="16030" y="142524"/>
                </a:lnTo>
                <a:lnTo>
                  <a:pt x="6808" y="145739"/>
                </a:lnTo>
                <a:lnTo>
                  <a:pt x="121503" y="288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01632-E66D-4A69-9950-3AE1130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55" y="2174150"/>
            <a:ext cx="1002152" cy="352233"/>
          </a:xfrm>
          <a:custGeom xmlns:a="http://schemas.openxmlformats.org/drawingml/2006/main">
            <a:pathLst>
              <a:path w="1002152" h="352233">
                <a:moveTo>
                  <a:pt x="0" y="207393"/>
                </a:moveTo>
                <a:lnTo>
                  <a:pt x="480384" y="0"/>
                </a:lnTo>
                <a:lnTo>
                  <a:pt x="1002152" y="144840"/>
                </a:lnTo>
                <a:lnTo>
                  <a:pt x="521766" y="352233"/>
                </a:lnTo>
                <a:lnTo>
                  <a:pt x="0" y="207393"/>
                </a:lnTo>
                <a:close/>
              </a:path>
            </a:pathLst>
          </a:custGeom>
          <a:solidFill xmlns:a="http://schemas.openxmlformats.org/drawingml/2006/main">
            <a:srgbClr val="D5FDA9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29D87-93A8-4CA0-B683-CB48C671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55" y="2174150"/>
            <a:ext cx="1002152" cy="352233"/>
          </a:xfrm>
          <a:custGeom xmlns:a="http://schemas.openxmlformats.org/drawingml/2006/main">
            <a:pathLst>
              <a:path w="1002152" h="352233" fill="none">
                <a:moveTo>
                  <a:pt x="0" y="207393"/>
                </a:moveTo>
                <a:lnTo>
                  <a:pt x="480385" y="0"/>
                </a:lnTo>
                <a:lnTo>
                  <a:pt x="1002152" y="144840"/>
                </a:lnTo>
                <a:lnTo>
                  <a:pt x="521767" y="352233"/>
                </a:lnTo>
                <a:lnTo>
                  <a:pt x="0" y="207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04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6B5D3-59B4-4788-88C3-120B192A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815" y="2193600"/>
            <a:ext cx="51919" cy="113746"/>
          </a:xfrm>
          <a:custGeom xmlns:a="http://schemas.openxmlformats.org/drawingml/2006/main">
            <a:pathLst>
              <a:path w="51919" h="113746">
                <a:moveTo>
                  <a:pt x="3279" y="1030"/>
                </a:moveTo>
                <a:lnTo>
                  <a:pt x="3220" y="938"/>
                </a:lnTo>
                <a:lnTo>
                  <a:pt x="3155" y="850"/>
                </a:lnTo>
                <a:lnTo>
                  <a:pt x="3086" y="767"/>
                </a:lnTo>
                <a:lnTo>
                  <a:pt x="3012" y="690"/>
                </a:lnTo>
                <a:lnTo>
                  <a:pt x="2933" y="618"/>
                </a:lnTo>
                <a:lnTo>
                  <a:pt x="2851" y="552"/>
                </a:lnTo>
                <a:lnTo>
                  <a:pt x="2764" y="492"/>
                </a:lnTo>
                <a:lnTo>
                  <a:pt x="2674" y="437"/>
                </a:lnTo>
                <a:lnTo>
                  <a:pt x="2581" y="388"/>
                </a:lnTo>
                <a:lnTo>
                  <a:pt x="2485" y="345"/>
                </a:lnTo>
                <a:lnTo>
                  <a:pt x="2387" y="309"/>
                </a:lnTo>
                <a:lnTo>
                  <a:pt x="2286" y="278"/>
                </a:lnTo>
                <a:lnTo>
                  <a:pt x="2183" y="255"/>
                </a:lnTo>
                <a:lnTo>
                  <a:pt x="2079" y="237"/>
                </a:lnTo>
                <a:lnTo>
                  <a:pt x="1974" y="227"/>
                </a:lnTo>
                <a:lnTo>
                  <a:pt x="1868" y="223"/>
                </a:lnTo>
                <a:lnTo>
                  <a:pt x="1761" y="227"/>
                </a:lnTo>
                <a:lnTo>
                  <a:pt x="1654" y="237"/>
                </a:lnTo>
                <a:lnTo>
                  <a:pt x="1546" y="255"/>
                </a:lnTo>
                <a:lnTo>
                  <a:pt x="1440" y="280"/>
                </a:lnTo>
                <a:lnTo>
                  <a:pt x="1334" y="312"/>
                </a:lnTo>
                <a:lnTo>
                  <a:pt x="1229" y="353"/>
                </a:lnTo>
                <a:lnTo>
                  <a:pt x="1126" y="400"/>
                </a:lnTo>
                <a:lnTo>
                  <a:pt x="1029" y="453"/>
                </a:lnTo>
                <a:lnTo>
                  <a:pt x="936" y="512"/>
                </a:lnTo>
                <a:lnTo>
                  <a:pt x="849" y="576"/>
                </a:lnTo>
                <a:lnTo>
                  <a:pt x="767" y="646"/>
                </a:lnTo>
                <a:lnTo>
                  <a:pt x="689" y="720"/>
                </a:lnTo>
                <a:lnTo>
                  <a:pt x="618" y="799"/>
                </a:lnTo>
                <a:lnTo>
                  <a:pt x="552" y="881"/>
                </a:lnTo>
                <a:lnTo>
                  <a:pt x="491" y="968"/>
                </a:lnTo>
                <a:lnTo>
                  <a:pt x="436" y="1058"/>
                </a:lnTo>
                <a:lnTo>
                  <a:pt x="388" y="1151"/>
                </a:lnTo>
                <a:lnTo>
                  <a:pt x="345" y="1248"/>
                </a:lnTo>
                <a:lnTo>
                  <a:pt x="308" y="1346"/>
                </a:lnTo>
                <a:lnTo>
                  <a:pt x="278" y="1447"/>
                </a:lnTo>
                <a:lnTo>
                  <a:pt x="254" y="1550"/>
                </a:lnTo>
                <a:lnTo>
                  <a:pt x="237" y="1654"/>
                </a:lnTo>
                <a:lnTo>
                  <a:pt x="227" y="1760"/>
                </a:lnTo>
                <a:lnTo>
                  <a:pt x="223" y="1866"/>
                </a:lnTo>
                <a:lnTo>
                  <a:pt x="226" y="1973"/>
                </a:lnTo>
                <a:lnTo>
                  <a:pt x="237" y="2081"/>
                </a:lnTo>
                <a:lnTo>
                  <a:pt x="254" y="2188"/>
                </a:lnTo>
                <a:lnTo>
                  <a:pt x="279" y="2295"/>
                </a:lnTo>
                <a:lnTo>
                  <a:pt x="312" y="2401"/>
                </a:lnTo>
                <a:lnTo>
                  <a:pt x="352" y="2506"/>
                </a:lnTo>
                <a:lnTo>
                  <a:pt x="43949" y="106239"/>
                </a:lnTo>
                <a:lnTo>
                  <a:pt x="35967" y="100606"/>
                </a:lnTo>
                <a:lnTo>
                  <a:pt x="35873" y="100545"/>
                </a:lnTo>
                <a:lnTo>
                  <a:pt x="35776" y="100490"/>
                </a:lnTo>
                <a:lnTo>
                  <a:pt x="35677" y="100443"/>
                </a:lnTo>
                <a:lnTo>
                  <a:pt x="35576" y="100403"/>
                </a:lnTo>
                <a:lnTo>
                  <a:pt x="35474" y="100369"/>
                </a:lnTo>
                <a:lnTo>
                  <a:pt x="35370" y="100343"/>
                </a:lnTo>
                <a:lnTo>
                  <a:pt x="35265" y="100324"/>
                </a:lnTo>
                <a:lnTo>
                  <a:pt x="35160" y="100312"/>
                </a:lnTo>
                <a:lnTo>
                  <a:pt x="35055" y="100306"/>
                </a:lnTo>
                <a:lnTo>
                  <a:pt x="34950" y="100308"/>
                </a:lnTo>
                <a:lnTo>
                  <a:pt x="34845" y="100316"/>
                </a:lnTo>
                <a:lnTo>
                  <a:pt x="34741" y="100330"/>
                </a:lnTo>
                <a:lnTo>
                  <a:pt x="34638" y="100352"/>
                </a:lnTo>
                <a:lnTo>
                  <a:pt x="34536" y="100380"/>
                </a:lnTo>
                <a:lnTo>
                  <a:pt x="34437" y="100414"/>
                </a:lnTo>
                <a:lnTo>
                  <a:pt x="34339" y="100454"/>
                </a:lnTo>
                <a:lnTo>
                  <a:pt x="34244" y="100502"/>
                </a:lnTo>
                <a:lnTo>
                  <a:pt x="34152" y="100555"/>
                </a:lnTo>
                <a:lnTo>
                  <a:pt x="34063" y="100614"/>
                </a:lnTo>
                <a:lnTo>
                  <a:pt x="33978" y="100680"/>
                </a:lnTo>
                <a:lnTo>
                  <a:pt x="33896" y="100752"/>
                </a:lnTo>
                <a:lnTo>
                  <a:pt x="33819" y="100830"/>
                </a:lnTo>
                <a:lnTo>
                  <a:pt x="33746" y="100914"/>
                </a:lnTo>
                <a:lnTo>
                  <a:pt x="33678" y="101004"/>
                </a:lnTo>
                <a:lnTo>
                  <a:pt x="33617" y="101098"/>
                </a:lnTo>
                <a:lnTo>
                  <a:pt x="33562" y="101195"/>
                </a:lnTo>
                <a:lnTo>
                  <a:pt x="33515" y="101294"/>
                </a:lnTo>
                <a:lnTo>
                  <a:pt x="33475" y="101395"/>
                </a:lnTo>
                <a:lnTo>
                  <a:pt x="33442" y="101497"/>
                </a:lnTo>
                <a:lnTo>
                  <a:pt x="33416" y="101601"/>
                </a:lnTo>
                <a:lnTo>
                  <a:pt x="33397" y="101706"/>
                </a:lnTo>
                <a:lnTo>
                  <a:pt x="33385" y="101811"/>
                </a:lnTo>
                <a:lnTo>
                  <a:pt x="33379" y="101917"/>
                </a:lnTo>
                <a:lnTo>
                  <a:pt x="33381" y="102022"/>
                </a:lnTo>
                <a:lnTo>
                  <a:pt x="33389" y="102127"/>
                </a:lnTo>
                <a:lnTo>
                  <a:pt x="33403" y="102232"/>
                </a:lnTo>
                <a:lnTo>
                  <a:pt x="33425" y="102335"/>
                </a:lnTo>
                <a:lnTo>
                  <a:pt x="33452" y="102436"/>
                </a:lnTo>
                <a:lnTo>
                  <a:pt x="33486" y="102536"/>
                </a:lnTo>
                <a:lnTo>
                  <a:pt x="33527" y="102634"/>
                </a:lnTo>
                <a:lnTo>
                  <a:pt x="33574" y="102729"/>
                </a:lnTo>
                <a:lnTo>
                  <a:pt x="33627" y="102821"/>
                </a:lnTo>
                <a:lnTo>
                  <a:pt x="33687" y="102910"/>
                </a:lnTo>
                <a:lnTo>
                  <a:pt x="33752" y="102995"/>
                </a:lnTo>
                <a:lnTo>
                  <a:pt x="33824" y="103077"/>
                </a:lnTo>
                <a:lnTo>
                  <a:pt x="33902" y="103154"/>
                </a:lnTo>
                <a:lnTo>
                  <a:pt x="33986" y="103227"/>
                </a:lnTo>
                <a:lnTo>
                  <a:pt x="34075" y="103295"/>
                </a:lnTo>
                <a:lnTo>
                  <a:pt x="46698" y="112202"/>
                </a:lnTo>
                <a:lnTo>
                  <a:pt x="46698" y="112203"/>
                </a:lnTo>
                <a:lnTo>
                  <a:pt x="46702" y="112205"/>
                </a:lnTo>
                <a:lnTo>
                  <a:pt x="48885" y="113746"/>
                </a:lnTo>
                <a:lnTo>
                  <a:pt x="49310" y="111114"/>
                </a:lnTo>
                <a:lnTo>
                  <a:pt x="49312" y="111101"/>
                </a:lnTo>
                <a:lnTo>
                  <a:pt x="49312" y="111100"/>
                </a:lnTo>
                <a:lnTo>
                  <a:pt x="51775" y="95833"/>
                </a:lnTo>
                <a:lnTo>
                  <a:pt x="51789" y="95721"/>
                </a:lnTo>
                <a:lnTo>
                  <a:pt x="51796" y="95610"/>
                </a:lnTo>
                <a:lnTo>
                  <a:pt x="51795" y="95501"/>
                </a:lnTo>
                <a:lnTo>
                  <a:pt x="51786" y="95392"/>
                </a:lnTo>
                <a:lnTo>
                  <a:pt x="51771" y="95285"/>
                </a:lnTo>
                <a:lnTo>
                  <a:pt x="51749" y="95181"/>
                </a:lnTo>
                <a:lnTo>
                  <a:pt x="51721" y="95078"/>
                </a:lnTo>
                <a:lnTo>
                  <a:pt x="51686" y="94978"/>
                </a:lnTo>
                <a:lnTo>
                  <a:pt x="51644" y="94881"/>
                </a:lnTo>
                <a:lnTo>
                  <a:pt x="51597" y="94786"/>
                </a:lnTo>
                <a:lnTo>
                  <a:pt x="51544" y="94696"/>
                </a:lnTo>
                <a:lnTo>
                  <a:pt x="51485" y="94608"/>
                </a:lnTo>
                <a:lnTo>
                  <a:pt x="51421" y="94525"/>
                </a:lnTo>
                <a:lnTo>
                  <a:pt x="51352" y="94446"/>
                </a:lnTo>
                <a:lnTo>
                  <a:pt x="51277" y="94371"/>
                </a:lnTo>
                <a:lnTo>
                  <a:pt x="51198" y="94301"/>
                </a:lnTo>
                <a:lnTo>
                  <a:pt x="51114" y="94236"/>
                </a:lnTo>
                <a:lnTo>
                  <a:pt x="51026" y="94177"/>
                </a:lnTo>
                <a:lnTo>
                  <a:pt x="50934" y="94123"/>
                </a:lnTo>
                <a:lnTo>
                  <a:pt x="50837" y="94075"/>
                </a:lnTo>
                <a:lnTo>
                  <a:pt x="50737" y="94033"/>
                </a:lnTo>
                <a:lnTo>
                  <a:pt x="50634" y="93998"/>
                </a:lnTo>
                <a:lnTo>
                  <a:pt x="50526" y="93969"/>
                </a:lnTo>
                <a:lnTo>
                  <a:pt x="50416" y="93947"/>
                </a:lnTo>
                <a:lnTo>
                  <a:pt x="50304" y="93933"/>
                </a:lnTo>
                <a:lnTo>
                  <a:pt x="50194" y="93926"/>
                </a:lnTo>
                <a:lnTo>
                  <a:pt x="50084" y="93927"/>
                </a:lnTo>
                <a:lnTo>
                  <a:pt x="49976" y="93935"/>
                </a:lnTo>
                <a:lnTo>
                  <a:pt x="49869" y="93951"/>
                </a:lnTo>
                <a:lnTo>
                  <a:pt x="49764" y="93973"/>
                </a:lnTo>
                <a:lnTo>
                  <a:pt x="49662" y="94001"/>
                </a:lnTo>
                <a:lnTo>
                  <a:pt x="49562" y="94037"/>
                </a:lnTo>
                <a:lnTo>
                  <a:pt x="49465" y="94078"/>
                </a:lnTo>
                <a:lnTo>
                  <a:pt x="49371" y="94125"/>
                </a:lnTo>
                <a:lnTo>
                  <a:pt x="49280" y="94178"/>
                </a:lnTo>
                <a:lnTo>
                  <a:pt x="49193" y="94237"/>
                </a:lnTo>
                <a:lnTo>
                  <a:pt x="49110" y="94302"/>
                </a:lnTo>
                <a:lnTo>
                  <a:pt x="49031" y="94371"/>
                </a:lnTo>
                <a:lnTo>
                  <a:pt x="48956" y="94446"/>
                </a:lnTo>
                <a:lnTo>
                  <a:pt x="48886" y="94525"/>
                </a:lnTo>
                <a:lnTo>
                  <a:pt x="48822" y="94609"/>
                </a:lnTo>
                <a:lnTo>
                  <a:pt x="48762" y="94697"/>
                </a:lnTo>
                <a:lnTo>
                  <a:pt x="48709" y="94790"/>
                </a:lnTo>
                <a:lnTo>
                  <a:pt x="48661" y="94886"/>
                </a:lnTo>
                <a:lnTo>
                  <a:pt x="48619" y="94987"/>
                </a:lnTo>
                <a:lnTo>
                  <a:pt x="48584" y="95091"/>
                </a:lnTo>
                <a:lnTo>
                  <a:pt x="48555" y="95198"/>
                </a:lnTo>
                <a:lnTo>
                  <a:pt x="48533" y="95308"/>
                </a:lnTo>
                <a:lnTo>
                  <a:pt x="46976" y="104963"/>
                </a:lnTo>
                <a:lnTo>
                  <a:pt x="3379" y="1230"/>
                </a:lnTo>
                <a:lnTo>
                  <a:pt x="3332" y="1128"/>
                </a:lnTo>
                <a:lnTo>
                  <a:pt x="3279" y="103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8D4AD-4D86-4A3B-97E3-E266C88B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738" y="2200394"/>
            <a:ext cx="20165" cy="115791"/>
          </a:xfrm>
          <a:custGeom xmlns:a="http://schemas.openxmlformats.org/drawingml/2006/main">
            <a:pathLst>
              <a:path w="20165" h="115791">
                <a:moveTo>
                  <a:pt x="10901" y="1526"/>
                </a:moveTo>
                <a:lnTo>
                  <a:pt x="10889" y="1415"/>
                </a:lnTo>
                <a:lnTo>
                  <a:pt x="10869" y="1307"/>
                </a:lnTo>
                <a:lnTo>
                  <a:pt x="10843" y="1202"/>
                </a:lnTo>
                <a:lnTo>
                  <a:pt x="10810" y="1099"/>
                </a:lnTo>
                <a:lnTo>
                  <a:pt x="10771" y="999"/>
                </a:lnTo>
                <a:lnTo>
                  <a:pt x="10726" y="903"/>
                </a:lnTo>
                <a:lnTo>
                  <a:pt x="10674" y="810"/>
                </a:lnTo>
                <a:lnTo>
                  <a:pt x="10617" y="721"/>
                </a:lnTo>
                <a:lnTo>
                  <a:pt x="10555" y="636"/>
                </a:lnTo>
                <a:lnTo>
                  <a:pt x="10487" y="556"/>
                </a:lnTo>
                <a:lnTo>
                  <a:pt x="10415" y="480"/>
                </a:lnTo>
                <a:lnTo>
                  <a:pt x="10337" y="408"/>
                </a:lnTo>
                <a:lnTo>
                  <a:pt x="10256" y="342"/>
                </a:lnTo>
                <a:lnTo>
                  <a:pt x="10170" y="281"/>
                </a:lnTo>
                <a:lnTo>
                  <a:pt x="10080" y="225"/>
                </a:lnTo>
                <a:lnTo>
                  <a:pt x="9987" y="175"/>
                </a:lnTo>
                <a:lnTo>
                  <a:pt x="9890" y="131"/>
                </a:lnTo>
                <a:lnTo>
                  <a:pt x="9790" y="94"/>
                </a:lnTo>
                <a:lnTo>
                  <a:pt x="9687" y="63"/>
                </a:lnTo>
                <a:lnTo>
                  <a:pt x="9581" y="38"/>
                </a:lnTo>
                <a:lnTo>
                  <a:pt x="9472" y="21"/>
                </a:lnTo>
                <a:lnTo>
                  <a:pt x="9362" y="10"/>
                </a:lnTo>
                <a:lnTo>
                  <a:pt x="9249" y="8"/>
                </a:lnTo>
                <a:lnTo>
                  <a:pt x="9137" y="12"/>
                </a:lnTo>
                <a:lnTo>
                  <a:pt x="9027" y="24"/>
                </a:lnTo>
                <a:lnTo>
                  <a:pt x="8919" y="44"/>
                </a:lnTo>
                <a:lnTo>
                  <a:pt x="8814" y="70"/>
                </a:lnTo>
                <a:lnTo>
                  <a:pt x="8711" y="103"/>
                </a:lnTo>
                <a:lnTo>
                  <a:pt x="8612" y="142"/>
                </a:lnTo>
                <a:lnTo>
                  <a:pt x="8516" y="188"/>
                </a:lnTo>
                <a:lnTo>
                  <a:pt x="8423" y="239"/>
                </a:lnTo>
                <a:lnTo>
                  <a:pt x="8334" y="296"/>
                </a:lnTo>
                <a:lnTo>
                  <a:pt x="8249" y="359"/>
                </a:lnTo>
                <a:lnTo>
                  <a:pt x="8169" y="426"/>
                </a:lnTo>
                <a:lnTo>
                  <a:pt x="8093" y="499"/>
                </a:lnTo>
                <a:lnTo>
                  <a:pt x="8022" y="576"/>
                </a:lnTo>
                <a:lnTo>
                  <a:pt x="7955" y="658"/>
                </a:lnTo>
                <a:lnTo>
                  <a:pt x="7894" y="744"/>
                </a:lnTo>
                <a:lnTo>
                  <a:pt x="7839" y="834"/>
                </a:lnTo>
                <a:lnTo>
                  <a:pt x="7789" y="928"/>
                </a:lnTo>
                <a:lnTo>
                  <a:pt x="7745" y="1025"/>
                </a:lnTo>
                <a:lnTo>
                  <a:pt x="7708" y="1125"/>
                </a:lnTo>
                <a:lnTo>
                  <a:pt x="7677" y="1228"/>
                </a:lnTo>
                <a:lnTo>
                  <a:pt x="7652" y="1334"/>
                </a:lnTo>
                <a:lnTo>
                  <a:pt x="7635" y="1443"/>
                </a:lnTo>
                <a:lnTo>
                  <a:pt x="7624" y="1553"/>
                </a:lnTo>
                <a:lnTo>
                  <a:pt x="7621" y="1666"/>
                </a:lnTo>
                <a:lnTo>
                  <a:pt x="8501" y="106969"/>
                </a:lnTo>
                <a:lnTo>
                  <a:pt x="3256" y="98718"/>
                </a:lnTo>
                <a:lnTo>
                  <a:pt x="3193" y="98626"/>
                </a:lnTo>
                <a:lnTo>
                  <a:pt x="3124" y="98538"/>
                </a:lnTo>
                <a:lnTo>
                  <a:pt x="3051" y="98457"/>
                </a:lnTo>
                <a:lnTo>
                  <a:pt x="2973" y="98381"/>
                </a:lnTo>
                <a:lnTo>
                  <a:pt x="2891" y="98312"/>
                </a:lnTo>
                <a:lnTo>
                  <a:pt x="2805" y="98248"/>
                </a:lnTo>
                <a:lnTo>
                  <a:pt x="2715" y="98190"/>
                </a:lnTo>
                <a:lnTo>
                  <a:pt x="2623" y="98139"/>
                </a:lnTo>
                <a:lnTo>
                  <a:pt x="2527" y="98094"/>
                </a:lnTo>
                <a:lnTo>
                  <a:pt x="2429" y="98055"/>
                </a:lnTo>
                <a:lnTo>
                  <a:pt x="2329" y="98022"/>
                </a:lnTo>
                <a:lnTo>
                  <a:pt x="2228" y="97996"/>
                </a:lnTo>
                <a:lnTo>
                  <a:pt x="2124" y="97977"/>
                </a:lnTo>
                <a:lnTo>
                  <a:pt x="2020" y="97964"/>
                </a:lnTo>
                <a:lnTo>
                  <a:pt x="1915" y="97958"/>
                </a:lnTo>
                <a:lnTo>
                  <a:pt x="1809" y="97958"/>
                </a:lnTo>
                <a:lnTo>
                  <a:pt x="1704" y="97966"/>
                </a:lnTo>
                <a:lnTo>
                  <a:pt x="1598" y="97980"/>
                </a:lnTo>
                <a:lnTo>
                  <a:pt x="1493" y="98001"/>
                </a:lnTo>
                <a:lnTo>
                  <a:pt x="1389" y="98029"/>
                </a:lnTo>
                <a:lnTo>
                  <a:pt x="1287" y="98065"/>
                </a:lnTo>
                <a:lnTo>
                  <a:pt x="1186" y="98107"/>
                </a:lnTo>
                <a:lnTo>
                  <a:pt x="1087" y="98157"/>
                </a:lnTo>
                <a:lnTo>
                  <a:pt x="990" y="98215"/>
                </a:lnTo>
                <a:lnTo>
                  <a:pt x="897" y="98278"/>
                </a:lnTo>
                <a:lnTo>
                  <a:pt x="810" y="98347"/>
                </a:lnTo>
                <a:lnTo>
                  <a:pt x="729" y="98421"/>
                </a:lnTo>
                <a:lnTo>
                  <a:pt x="653" y="98499"/>
                </a:lnTo>
                <a:lnTo>
                  <a:pt x="584" y="98581"/>
                </a:lnTo>
                <a:lnTo>
                  <a:pt x="520" y="98667"/>
                </a:lnTo>
                <a:lnTo>
                  <a:pt x="463" y="98757"/>
                </a:lnTo>
                <a:lnTo>
                  <a:pt x="411" y="98850"/>
                </a:lnTo>
                <a:lnTo>
                  <a:pt x="366" y="98945"/>
                </a:lnTo>
                <a:lnTo>
                  <a:pt x="327" y="99043"/>
                </a:lnTo>
                <a:lnTo>
                  <a:pt x="295" y="99143"/>
                </a:lnTo>
                <a:lnTo>
                  <a:pt x="269" y="99245"/>
                </a:lnTo>
                <a:lnTo>
                  <a:pt x="249" y="99349"/>
                </a:lnTo>
                <a:lnTo>
                  <a:pt x="237" y="99453"/>
                </a:lnTo>
                <a:lnTo>
                  <a:pt x="230" y="99558"/>
                </a:lnTo>
                <a:lnTo>
                  <a:pt x="231" y="99664"/>
                </a:lnTo>
                <a:lnTo>
                  <a:pt x="238" y="99770"/>
                </a:lnTo>
                <a:lnTo>
                  <a:pt x="252" y="99876"/>
                </a:lnTo>
                <a:lnTo>
                  <a:pt x="274" y="99981"/>
                </a:lnTo>
                <a:lnTo>
                  <a:pt x="302" y="100085"/>
                </a:lnTo>
                <a:lnTo>
                  <a:pt x="337" y="100187"/>
                </a:lnTo>
                <a:lnTo>
                  <a:pt x="380" y="100289"/>
                </a:lnTo>
                <a:lnTo>
                  <a:pt x="429" y="100388"/>
                </a:lnTo>
                <a:lnTo>
                  <a:pt x="487" y="100485"/>
                </a:lnTo>
                <a:lnTo>
                  <a:pt x="10216" y="115791"/>
                </a:lnTo>
                <a:lnTo>
                  <a:pt x="19690" y="100324"/>
                </a:lnTo>
                <a:lnTo>
                  <a:pt x="19746" y="100226"/>
                </a:lnTo>
                <a:lnTo>
                  <a:pt x="19794" y="100126"/>
                </a:lnTo>
                <a:lnTo>
                  <a:pt x="19835" y="100024"/>
                </a:lnTo>
                <a:lnTo>
                  <a:pt x="19868" y="99921"/>
                </a:lnTo>
                <a:lnTo>
                  <a:pt x="19895" y="99816"/>
                </a:lnTo>
                <a:lnTo>
                  <a:pt x="19914" y="99711"/>
                </a:lnTo>
                <a:lnTo>
                  <a:pt x="19927" y="99605"/>
                </a:lnTo>
                <a:lnTo>
                  <a:pt x="19932" y="99499"/>
                </a:lnTo>
                <a:lnTo>
                  <a:pt x="19931" y="99393"/>
                </a:lnTo>
                <a:lnTo>
                  <a:pt x="19923" y="99288"/>
                </a:lnTo>
                <a:lnTo>
                  <a:pt x="19909" y="99184"/>
                </a:lnTo>
                <a:lnTo>
                  <a:pt x="19887" y="99081"/>
                </a:lnTo>
                <a:lnTo>
                  <a:pt x="19860" y="98980"/>
                </a:lnTo>
                <a:lnTo>
                  <a:pt x="19825" y="98880"/>
                </a:lnTo>
                <a:lnTo>
                  <a:pt x="19785" y="98783"/>
                </a:lnTo>
                <a:lnTo>
                  <a:pt x="19738" y="98688"/>
                </a:lnTo>
                <a:lnTo>
                  <a:pt x="19685" y="98596"/>
                </a:lnTo>
                <a:lnTo>
                  <a:pt x="19626" y="98507"/>
                </a:lnTo>
                <a:lnTo>
                  <a:pt x="19561" y="98422"/>
                </a:lnTo>
                <a:lnTo>
                  <a:pt x="19490" y="98341"/>
                </a:lnTo>
                <a:lnTo>
                  <a:pt x="19414" y="98264"/>
                </a:lnTo>
                <a:lnTo>
                  <a:pt x="19331" y="98192"/>
                </a:lnTo>
                <a:lnTo>
                  <a:pt x="19243" y="98124"/>
                </a:lnTo>
                <a:lnTo>
                  <a:pt x="19149" y="98062"/>
                </a:lnTo>
                <a:lnTo>
                  <a:pt x="19051" y="98007"/>
                </a:lnTo>
                <a:lnTo>
                  <a:pt x="18951" y="97958"/>
                </a:lnTo>
                <a:lnTo>
                  <a:pt x="18850" y="97917"/>
                </a:lnTo>
                <a:lnTo>
                  <a:pt x="18746" y="97884"/>
                </a:lnTo>
                <a:lnTo>
                  <a:pt x="18642" y="97857"/>
                </a:lnTo>
                <a:lnTo>
                  <a:pt x="18537" y="97838"/>
                </a:lnTo>
                <a:lnTo>
                  <a:pt x="18431" y="97825"/>
                </a:lnTo>
                <a:lnTo>
                  <a:pt x="18326" y="97820"/>
                </a:lnTo>
                <a:lnTo>
                  <a:pt x="18220" y="97821"/>
                </a:lnTo>
                <a:lnTo>
                  <a:pt x="18115" y="97829"/>
                </a:lnTo>
                <a:lnTo>
                  <a:pt x="18011" y="97844"/>
                </a:lnTo>
                <a:lnTo>
                  <a:pt x="17908" y="97865"/>
                </a:lnTo>
                <a:lnTo>
                  <a:pt x="17807" y="97893"/>
                </a:lnTo>
                <a:lnTo>
                  <a:pt x="17707" y="97927"/>
                </a:lnTo>
                <a:lnTo>
                  <a:pt x="17610" y="97967"/>
                </a:lnTo>
                <a:lnTo>
                  <a:pt x="17515" y="98014"/>
                </a:lnTo>
                <a:lnTo>
                  <a:pt x="17424" y="98067"/>
                </a:lnTo>
                <a:lnTo>
                  <a:pt x="17335" y="98126"/>
                </a:lnTo>
                <a:lnTo>
                  <a:pt x="17250" y="98191"/>
                </a:lnTo>
                <a:lnTo>
                  <a:pt x="17169" y="98262"/>
                </a:lnTo>
                <a:lnTo>
                  <a:pt x="17092" y="98339"/>
                </a:lnTo>
                <a:lnTo>
                  <a:pt x="17020" y="98422"/>
                </a:lnTo>
                <a:lnTo>
                  <a:pt x="16953" y="98510"/>
                </a:lnTo>
                <a:lnTo>
                  <a:pt x="16891" y="98604"/>
                </a:lnTo>
                <a:lnTo>
                  <a:pt x="11785" y="106941"/>
                </a:lnTo>
                <a:lnTo>
                  <a:pt x="10905" y="1638"/>
                </a:lnTo>
                <a:lnTo>
                  <a:pt x="10901" y="152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64489-1123-4050-ABF2-53C8D01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999" y="2200228"/>
            <a:ext cx="135179" cy="142342"/>
          </a:xfrm>
          <a:custGeom xmlns:a="http://schemas.openxmlformats.org/drawingml/2006/main">
            <a:pathLst>
              <a:path w="135179" h="142342">
                <a:moveTo>
                  <a:pt x="134554" y="2951"/>
                </a:moveTo>
                <a:lnTo>
                  <a:pt x="134629" y="2867"/>
                </a:lnTo>
                <a:lnTo>
                  <a:pt x="134697" y="2779"/>
                </a:lnTo>
                <a:lnTo>
                  <a:pt x="134758" y="2688"/>
                </a:lnTo>
                <a:lnTo>
                  <a:pt x="134812" y="2593"/>
                </a:lnTo>
                <a:lnTo>
                  <a:pt x="134860" y="2497"/>
                </a:lnTo>
                <a:lnTo>
                  <a:pt x="134901" y="2398"/>
                </a:lnTo>
                <a:lnTo>
                  <a:pt x="134935" y="2297"/>
                </a:lnTo>
                <a:lnTo>
                  <a:pt x="134963" y="2194"/>
                </a:lnTo>
                <a:lnTo>
                  <a:pt x="134983" y="2091"/>
                </a:lnTo>
                <a:lnTo>
                  <a:pt x="134997" y="1986"/>
                </a:lnTo>
                <a:lnTo>
                  <a:pt x="135005" y="1881"/>
                </a:lnTo>
                <a:lnTo>
                  <a:pt x="135006" y="1776"/>
                </a:lnTo>
                <a:lnTo>
                  <a:pt x="135000" y="1671"/>
                </a:lnTo>
                <a:lnTo>
                  <a:pt x="134987" y="1566"/>
                </a:lnTo>
                <a:lnTo>
                  <a:pt x="134968" y="1463"/>
                </a:lnTo>
                <a:lnTo>
                  <a:pt x="134942" y="1360"/>
                </a:lnTo>
                <a:lnTo>
                  <a:pt x="134909" y="1259"/>
                </a:lnTo>
                <a:lnTo>
                  <a:pt x="134870" y="1160"/>
                </a:lnTo>
                <a:lnTo>
                  <a:pt x="134824" y="1064"/>
                </a:lnTo>
                <a:lnTo>
                  <a:pt x="134771" y="970"/>
                </a:lnTo>
                <a:lnTo>
                  <a:pt x="134712" y="878"/>
                </a:lnTo>
                <a:lnTo>
                  <a:pt x="134647" y="790"/>
                </a:lnTo>
                <a:lnTo>
                  <a:pt x="134574" y="706"/>
                </a:lnTo>
                <a:lnTo>
                  <a:pt x="134496" y="626"/>
                </a:lnTo>
                <a:lnTo>
                  <a:pt x="134411" y="551"/>
                </a:lnTo>
                <a:lnTo>
                  <a:pt x="134324" y="483"/>
                </a:lnTo>
                <a:lnTo>
                  <a:pt x="134233" y="422"/>
                </a:lnTo>
                <a:lnTo>
                  <a:pt x="134139" y="367"/>
                </a:lnTo>
                <a:lnTo>
                  <a:pt x="134042" y="319"/>
                </a:lnTo>
                <a:lnTo>
                  <a:pt x="133943" y="279"/>
                </a:lnTo>
                <a:lnTo>
                  <a:pt x="133842" y="244"/>
                </a:lnTo>
                <a:lnTo>
                  <a:pt x="133740" y="217"/>
                </a:lnTo>
                <a:lnTo>
                  <a:pt x="133637" y="196"/>
                </a:lnTo>
                <a:lnTo>
                  <a:pt x="133532" y="182"/>
                </a:lnTo>
                <a:lnTo>
                  <a:pt x="133427" y="175"/>
                </a:lnTo>
                <a:lnTo>
                  <a:pt x="133322" y="174"/>
                </a:lnTo>
                <a:lnTo>
                  <a:pt x="133218" y="180"/>
                </a:lnTo>
                <a:lnTo>
                  <a:pt x="133113" y="193"/>
                </a:lnTo>
                <a:lnTo>
                  <a:pt x="133010" y="212"/>
                </a:lnTo>
                <a:lnTo>
                  <a:pt x="132907" y="238"/>
                </a:lnTo>
                <a:lnTo>
                  <a:pt x="132807" y="271"/>
                </a:lnTo>
                <a:lnTo>
                  <a:pt x="132708" y="310"/>
                </a:lnTo>
                <a:lnTo>
                  <a:pt x="132611" y="356"/>
                </a:lnTo>
                <a:lnTo>
                  <a:pt x="132517" y="408"/>
                </a:lnTo>
                <a:lnTo>
                  <a:pt x="132426" y="468"/>
                </a:lnTo>
                <a:lnTo>
                  <a:pt x="132338" y="533"/>
                </a:lnTo>
                <a:lnTo>
                  <a:pt x="132254" y="606"/>
                </a:lnTo>
                <a:lnTo>
                  <a:pt x="132174" y="685"/>
                </a:lnTo>
                <a:lnTo>
                  <a:pt x="4888" y="134804"/>
                </a:lnTo>
                <a:lnTo>
                  <a:pt x="6842" y="125222"/>
                </a:lnTo>
                <a:lnTo>
                  <a:pt x="6861" y="125111"/>
                </a:lnTo>
                <a:lnTo>
                  <a:pt x="6872" y="125000"/>
                </a:lnTo>
                <a:lnTo>
                  <a:pt x="6876" y="124890"/>
                </a:lnTo>
                <a:lnTo>
                  <a:pt x="6872" y="124782"/>
                </a:lnTo>
                <a:lnTo>
                  <a:pt x="6861" y="124674"/>
                </a:lnTo>
                <a:lnTo>
                  <a:pt x="6843" y="124569"/>
                </a:lnTo>
                <a:lnTo>
                  <a:pt x="6819" y="124465"/>
                </a:lnTo>
                <a:lnTo>
                  <a:pt x="6788" y="124364"/>
                </a:lnTo>
                <a:lnTo>
                  <a:pt x="6751" y="124265"/>
                </a:lnTo>
                <a:lnTo>
                  <a:pt x="6708" y="124169"/>
                </a:lnTo>
                <a:lnTo>
                  <a:pt x="6658" y="124076"/>
                </a:lnTo>
                <a:lnTo>
                  <a:pt x="6603" y="123986"/>
                </a:lnTo>
                <a:lnTo>
                  <a:pt x="6542" y="123900"/>
                </a:lnTo>
                <a:lnTo>
                  <a:pt x="6476" y="123818"/>
                </a:lnTo>
                <a:lnTo>
                  <a:pt x="6405" y="123741"/>
                </a:lnTo>
                <a:lnTo>
                  <a:pt x="6329" y="123667"/>
                </a:lnTo>
                <a:lnTo>
                  <a:pt x="6248" y="123599"/>
                </a:lnTo>
                <a:lnTo>
                  <a:pt x="6162" y="123536"/>
                </a:lnTo>
                <a:lnTo>
                  <a:pt x="6072" y="123478"/>
                </a:lnTo>
                <a:lnTo>
                  <a:pt x="5978" y="123426"/>
                </a:lnTo>
                <a:lnTo>
                  <a:pt x="5880" y="123381"/>
                </a:lnTo>
                <a:lnTo>
                  <a:pt x="5777" y="123341"/>
                </a:lnTo>
                <a:lnTo>
                  <a:pt x="5672" y="123308"/>
                </a:lnTo>
                <a:lnTo>
                  <a:pt x="5562" y="123282"/>
                </a:lnTo>
                <a:lnTo>
                  <a:pt x="5451" y="123263"/>
                </a:lnTo>
                <a:lnTo>
                  <a:pt x="5341" y="123252"/>
                </a:lnTo>
                <a:lnTo>
                  <a:pt x="5231" y="123248"/>
                </a:lnTo>
                <a:lnTo>
                  <a:pt x="5123" y="123252"/>
                </a:lnTo>
                <a:lnTo>
                  <a:pt x="5016" y="123262"/>
                </a:lnTo>
                <a:lnTo>
                  <a:pt x="4910" y="123280"/>
                </a:lnTo>
                <a:lnTo>
                  <a:pt x="4807" y="123304"/>
                </a:lnTo>
                <a:lnTo>
                  <a:pt x="4705" y="123335"/>
                </a:lnTo>
                <a:lnTo>
                  <a:pt x="4606" y="123373"/>
                </a:lnTo>
                <a:lnTo>
                  <a:pt x="4511" y="123416"/>
                </a:lnTo>
                <a:lnTo>
                  <a:pt x="4418" y="123466"/>
                </a:lnTo>
                <a:lnTo>
                  <a:pt x="4328" y="123521"/>
                </a:lnTo>
                <a:lnTo>
                  <a:pt x="4243" y="123581"/>
                </a:lnTo>
                <a:lnTo>
                  <a:pt x="4161" y="123648"/>
                </a:lnTo>
                <a:lnTo>
                  <a:pt x="4083" y="123719"/>
                </a:lnTo>
                <a:lnTo>
                  <a:pt x="4010" y="123795"/>
                </a:lnTo>
                <a:lnTo>
                  <a:pt x="3942" y="123877"/>
                </a:lnTo>
                <a:lnTo>
                  <a:pt x="3879" y="123962"/>
                </a:lnTo>
                <a:lnTo>
                  <a:pt x="3821" y="124053"/>
                </a:lnTo>
                <a:lnTo>
                  <a:pt x="3770" y="124147"/>
                </a:lnTo>
                <a:lnTo>
                  <a:pt x="3724" y="124246"/>
                </a:lnTo>
                <a:lnTo>
                  <a:pt x="3684" y="124348"/>
                </a:lnTo>
                <a:lnTo>
                  <a:pt x="3651" y="124454"/>
                </a:lnTo>
                <a:lnTo>
                  <a:pt x="3625" y="124564"/>
                </a:lnTo>
                <a:lnTo>
                  <a:pt x="0" y="142342"/>
                </a:lnTo>
                <a:lnTo>
                  <a:pt x="17544" y="137815"/>
                </a:lnTo>
                <a:lnTo>
                  <a:pt x="17652" y="137783"/>
                </a:lnTo>
                <a:lnTo>
                  <a:pt x="17756" y="137745"/>
                </a:lnTo>
                <a:lnTo>
                  <a:pt x="17856" y="137700"/>
                </a:lnTo>
                <a:lnTo>
                  <a:pt x="17952" y="137649"/>
                </a:lnTo>
                <a:lnTo>
                  <a:pt x="18043" y="137592"/>
                </a:lnTo>
                <a:lnTo>
                  <a:pt x="18130" y="137530"/>
                </a:lnTo>
                <a:lnTo>
                  <a:pt x="18213" y="137463"/>
                </a:lnTo>
                <a:lnTo>
                  <a:pt x="18290" y="137390"/>
                </a:lnTo>
                <a:lnTo>
                  <a:pt x="18363" y="137313"/>
                </a:lnTo>
                <a:lnTo>
                  <a:pt x="18430" y="137232"/>
                </a:lnTo>
                <a:lnTo>
                  <a:pt x="18492" y="137147"/>
                </a:lnTo>
                <a:lnTo>
                  <a:pt x="18548" y="137058"/>
                </a:lnTo>
                <a:lnTo>
                  <a:pt x="18598" y="136966"/>
                </a:lnTo>
                <a:lnTo>
                  <a:pt x="18643" y="136871"/>
                </a:lnTo>
                <a:lnTo>
                  <a:pt x="18681" y="136773"/>
                </a:lnTo>
                <a:lnTo>
                  <a:pt x="18714" y="136672"/>
                </a:lnTo>
                <a:lnTo>
                  <a:pt x="18739" y="136569"/>
                </a:lnTo>
                <a:lnTo>
                  <a:pt x="18758" y="136464"/>
                </a:lnTo>
                <a:lnTo>
                  <a:pt x="18771" y="136358"/>
                </a:lnTo>
                <a:lnTo>
                  <a:pt x="18776" y="136250"/>
                </a:lnTo>
                <a:lnTo>
                  <a:pt x="18774" y="136141"/>
                </a:lnTo>
                <a:lnTo>
                  <a:pt x="18765" y="136032"/>
                </a:lnTo>
                <a:lnTo>
                  <a:pt x="18748" y="135922"/>
                </a:lnTo>
                <a:lnTo>
                  <a:pt x="18724" y="135812"/>
                </a:lnTo>
                <a:lnTo>
                  <a:pt x="18692" y="135704"/>
                </a:lnTo>
                <a:lnTo>
                  <a:pt x="18654" y="135600"/>
                </a:lnTo>
                <a:lnTo>
                  <a:pt x="18609" y="135500"/>
                </a:lnTo>
                <a:lnTo>
                  <a:pt x="18558" y="135403"/>
                </a:lnTo>
                <a:lnTo>
                  <a:pt x="18502" y="135312"/>
                </a:lnTo>
                <a:lnTo>
                  <a:pt x="18440" y="135225"/>
                </a:lnTo>
                <a:lnTo>
                  <a:pt x="18372" y="135142"/>
                </a:lnTo>
                <a:lnTo>
                  <a:pt x="18300" y="135064"/>
                </a:lnTo>
                <a:lnTo>
                  <a:pt x="18224" y="134992"/>
                </a:lnTo>
                <a:lnTo>
                  <a:pt x="18143" y="134925"/>
                </a:lnTo>
                <a:lnTo>
                  <a:pt x="18057" y="134863"/>
                </a:lnTo>
                <a:lnTo>
                  <a:pt x="17969" y="134806"/>
                </a:lnTo>
                <a:lnTo>
                  <a:pt x="17877" y="134756"/>
                </a:lnTo>
                <a:lnTo>
                  <a:pt x="17781" y="134711"/>
                </a:lnTo>
                <a:lnTo>
                  <a:pt x="17683" y="134673"/>
                </a:lnTo>
                <a:lnTo>
                  <a:pt x="17583" y="134640"/>
                </a:lnTo>
                <a:lnTo>
                  <a:pt x="17480" y="134615"/>
                </a:lnTo>
                <a:lnTo>
                  <a:pt x="17376" y="134596"/>
                </a:lnTo>
                <a:lnTo>
                  <a:pt x="17269" y="134583"/>
                </a:lnTo>
                <a:lnTo>
                  <a:pt x="17162" y="134578"/>
                </a:lnTo>
                <a:lnTo>
                  <a:pt x="17053" y="134580"/>
                </a:lnTo>
                <a:lnTo>
                  <a:pt x="16944" y="134589"/>
                </a:lnTo>
                <a:lnTo>
                  <a:pt x="16835" y="134606"/>
                </a:lnTo>
                <a:lnTo>
                  <a:pt x="16725" y="134630"/>
                </a:lnTo>
                <a:lnTo>
                  <a:pt x="7268" y="137070"/>
                </a:lnTo>
                <a:lnTo>
                  <a:pt x="134554" y="295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AE7C9-4E8C-44CB-B411-835054A3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012" y="2164055"/>
            <a:ext cx="28405" cy="87067"/>
          </a:xfrm>
          <a:custGeom xmlns:a="http://schemas.openxmlformats.org/drawingml/2006/main">
            <a:pathLst>
              <a:path w="28405" h="87067">
                <a:moveTo>
                  <a:pt x="3375" y="1317"/>
                </a:moveTo>
                <a:lnTo>
                  <a:pt x="3338" y="1212"/>
                </a:lnTo>
                <a:lnTo>
                  <a:pt x="3295" y="1111"/>
                </a:lnTo>
                <a:lnTo>
                  <a:pt x="3245" y="1014"/>
                </a:lnTo>
                <a:lnTo>
                  <a:pt x="3190" y="921"/>
                </a:lnTo>
                <a:lnTo>
                  <a:pt x="3129" y="833"/>
                </a:lnTo>
                <a:lnTo>
                  <a:pt x="3063" y="750"/>
                </a:lnTo>
                <a:lnTo>
                  <a:pt x="2992" y="671"/>
                </a:lnTo>
                <a:lnTo>
                  <a:pt x="2917" y="598"/>
                </a:lnTo>
                <a:lnTo>
                  <a:pt x="2837" y="529"/>
                </a:lnTo>
                <a:lnTo>
                  <a:pt x="2752" y="466"/>
                </a:lnTo>
                <a:lnTo>
                  <a:pt x="2664" y="408"/>
                </a:lnTo>
                <a:lnTo>
                  <a:pt x="2573" y="356"/>
                </a:lnTo>
                <a:lnTo>
                  <a:pt x="2478" y="310"/>
                </a:lnTo>
                <a:lnTo>
                  <a:pt x="2381" y="270"/>
                </a:lnTo>
                <a:lnTo>
                  <a:pt x="2281" y="237"/>
                </a:lnTo>
                <a:lnTo>
                  <a:pt x="2179" y="209"/>
                </a:lnTo>
                <a:lnTo>
                  <a:pt x="2074" y="189"/>
                </a:lnTo>
                <a:lnTo>
                  <a:pt x="1968" y="175"/>
                </a:lnTo>
                <a:lnTo>
                  <a:pt x="1861" y="168"/>
                </a:lnTo>
                <a:lnTo>
                  <a:pt x="1752" y="168"/>
                </a:lnTo>
                <a:lnTo>
                  <a:pt x="1642" y="176"/>
                </a:lnTo>
                <a:lnTo>
                  <a:pt x="1532" y="191"/>
                </a:lnTo>
                <a:lnTo>
                  <a:pt x="1422" y="213"/>
                </a:lnTo>
                <a:lnTo>
                  <a:pt x="1314" y="244"/>
                </a:lnTo>
                <a:lnTo>
                  <a:pt x="1209" y="281"/>
                </a:lnTo>
                <a:lnTo>
                  <a:pt x="1109" y="324"/>
                </a:lnTo>
                <a:lnTo>
                  <a:pt x="1012" y="373"/>
                </a:lnTo>
                <a:lnTo>
                  <a:pt x="920" y="429"/>
                </a:lnTo>
                <a:lnTo>
                  <a:pt x="832" y="490"/>
                </a:lnTo>
                <a:lnTo>
                  <a:pt x="748" y="556"/>
                </a:lnTo>
                <a:lnTo>
                  <a:pt x="670" y="627"/>
                </a:lnTo>
                <a:lnTo>
                  <a:pt x="596" y="703"/>
                </a:lnTo>
                <a:lnTo>
                  <a:pt x="528" y="783"/>
                </a:lnTo>
                <a:lnTo>
                  <a:pt x="465" y="867"/>
                </a:lnTo>
                <a:lnTo>
                  <a:pt x="407" y="955"/>
                </a:lnTo>
                <a:lnTo>
                  <a:pt x="356" y="1047"/>
                </a:lnTo>
                <a:lnTo>
                  <a:pt x="310" y="1141"/>
                </a:lnTo>
                <a:lnTo>
                  <a:pt x="270" y="1239"/>
                </a:lnTo>
                <a:lnTo>
                  <a:pt x="236" y="1339"/>
                </a:lnTo>
                <a:lnTo>
                  <a:pt x="209" y="1441"/>
                </a:lnTo>
                <a:lnTo>
                  <a:pt x="188" y="1546"/>
                </a:lnTo>
                <a:lnTo>
                  <a:pt x="174" y="1652"/>
                </a:lnTo>
                <a:lnTo>
                  <a:pt x="167" y="1760"/>
                </a:lnTo>
                <a:lnTo>
                  <a:pt x="168" y="1869"/>
                </a:lnTo>
                <a:lnTo>
                  <a:pt x="175" y="1978"/>
                </a:lnTo>
                <a:lnTo>
                  <a:pt x="190" y="2088"/>
                </a:lnTo>
                <a:lnTo>
                  <a:pt x="213" y="2199"/>
                </a:lnTo>
                <a:lnTo>
                  <a:pt x="18728" y="78864"/>
                </a:lnTo>
                <a:lnTo>
                  <a:pt x="11751" y="72022"/>
                </a:lnTo>
                <a:lnTo>
                  <a:pt x="11668" y="71946"/>
                </a:lnTo>
                <a:lnTo>
                  <a:pt x="11581" y="71877"/>
                </a:lnTo>
                <a:lnTo>
                  <a:pt x="11491" y="71814"/>
                </a:lnTo>
                <a:lnTo>
                  <a:pt x="11398" y="71758"/>
                </a:lnTo>
                <a:lnTo>
                  <a:pt x="11302" y="71709"/>
                </a:lnTo>
                <a:lnTo>
                  <a:pt x="11204" y="71666"/>
                </a:lnTo>
                <a:lnTo>
                  <a:pt x="11104" y="71631"/>
                </a:lnTo>
                <a:lnTo>
                  <a:pt x="11002" y="71602"/>
                </a:lnTo>
                <a:lnTo>
                  <a:pt x="10899" y="71579"/>
                </a:lnTo>
                <a:lnTo>
                  <a:pt x="10795" y="71564"/>
                </a:lnTo>
                <a:lnTo>
                  <a:pt x="10690" y="71555"/>
                </a:lnTo>
                <a:lnTo>
                  <a:pt x="10585" y="71552"/>
                </a:lnTo>
                <a:lnTo>
                  <a:pt x="10480" y="71557"/>
                </a:lnTo>
                <a:lnTo>
                  <a:pt x="10375" y="71568"/>
                </a:lnTo>
                <a:lnTo>
                  <a:pt x="10272" y="71586"/>
                </a:lnTo>
                <a:lnTo>
                  <a:pt x="10169" y="71610"/>
                </a:lnTo>
                <a:lnTo>
                  <a:pt x="10068" y="71642"/>
                </a:lnTo>
                <a:lnTo>
                  <a:pt x="9968" y="71679"/>
                </a:lnTo>
                <a:lnTo>
                  <a:pt x="9871" y="71724"/>
                </a:lnTo>
                <a:lnTo>
                  <a:pt x="9777" y="71775"/>
                </a:lnTo>
                <a:lnTo>
                  <a:pt x="9685" y="71833"/>
                </a:lnTo>
                <a:lnTo>
                  <a:pt x="9596" y="71897"/>
                </a:lnTo>
                <a:lnTo>
                  <a:pt x="9511" y="71968"/>
                </a:lnTo>
                <a:lnTo>
                  <a:pt x="9429" y="72046"/>
                </a:lnTo>
                <a:lnTo>
                  <a:pt x="9353" y="72129"/>
                </a:lnTo>
                <a:lnTo>
                  <a:pt x="9284" y="72216"/>
                </a:lnTo>
                <a:lnTo>
                  <a:pt x="9221" y="72306"/>
                </a:lnTo>
                <a:lnTo>
                  <a:pt x="9166" y="72400"/>
                </a:lnTo>
                <a:lnTo>
                  <a:pt x="9116" y="72496"/>
                </a:lnTo>
                <a:lnTo>
                  <a:pt x="9074" y="72594"/>
                </a:lnTo>
                <a:lnTo>
                  <a:pt x="9038" y="72694"/>
                </a:lnTo>
                <a:lnTo>
                  <a:pt x="9009" y="72796"/>
                </a:lnTo>
                <a:lnTo>
                  <a:pt x="8987" y="72900"/>
                </a:lnTo>
                <a:lnTo>
                  <a:pt x="8971" y="73004"/>
                </a:lnTo>
                <a:lnTo>
                  <a:pt x="8963" y="73109"/>
                </a:lnTo>
                <a:lnTo>
                  <a:pt x="8960" y="73214"/>
                </a:lnTo>
                <a:lnTo>
                  <a:pt x="8965" y="73319"/>
                </a:lnTo>
                <a:lnTo>
                  <a:pt x="8976" y="73424"/>
                </a:lnTo>
                <a:lnTo>
                  <a:pt x="8994" y="73528"/>
                </a:lnTo>
                <a:lnTo>
                  <a:pt x="9018" y="73631"/>
                </a:lnTo>
                <a:lnTo>
                  <a:pt x="9049" y="73732"/>
                </a:lnTo>
                <a:lnTo>
                  <a:pt x="9087" y="73832"/>
                </a:lnTo>
                <a:lnTo>
                  <a:pt x="9132" y="73929"/>
                </a:lnTo>
                <a:lnTo>
                  <a:pt x="9183" y="74024"/>
                </a:lnTo>
                <a:lnTo>
                  <a:pt x="9240" y="74116"/>
                </a:lnTo>
                <a:lnTo>
                  <a:pt x="9305" y="74205"/>
                </a:lnTo>
                <a:lnTo>
                  <a:pt x="9376" y="74290"/>
                </a:lnTo>
                <a:lnTo>
                  <a:pt x="9454" y="74372"/>
                </a:lnTo>
                <a:lnTo>
                  <a:pt x="22398" y="87067"/>
                </a:lnTo>
                <a:lnTo>
                  <a:pt x="28119" y="69850"/>
                </a:lnTo>
                <a:lnTo>
                  <a:pt x="28151" y="69742"/>
                </a:lnTo>
                <a:lnTo>
                  <a:pt x="28175" y="69633"/>
                </a:lnTo>
                <a:lnTo>
                  <a:pt x="28192" y="69525"/>
                </a:lnTo>
                <a:lnTo>
                  <a:pt x="28201" y="69417"/>
                </a:lnTo>
                <a:lnTo>
                  <a:pt x="28204" y="69309"/>
                </a:lnTo>
                <a:lnTo>
                  <a:pt x="28199" y="69202"/>
                </a:lnTo>
                <a:lnTo>
                  <a:pt x="28187" y="69096"/>
                </a:lnTo>
                <a:lnTo>
                  <a:pt x="28168" y="68991"/>
                </a:lnTo>
                <a:lnTo>
                  <a:pt x="28143" y="68889"/>
                </a:lnTo>
                <a:lnTo>
                  <a:pt x="28111" y="68788"/>
                </a:lnTo>
                <a:lnTo>
                  <a:pt x="28074" y="68690"/>
                </a:lnTo>
                <a:lnTo>
                  <a:pt x="28030" y="68594"/>
                </a:lnTo>
                <a:lnTo>
                  <a:pt x="27980" y="68502"/>
                </a:lnTo>
                <a:lnTo>
                  <a:pt x="27924" y="68413"/>
                </a:lnTo>
                <a:lnTo>
                  <a:pt x="27862" y="68327"/>
                </a:lnTo>
                <a:lnTo>
                  <a:pt x="27795" y="68245"/>
                </a:lnTo>
                <a:lnTo>
                  <a:pt x="27723" y="68168"/>
                </a:lnTo>
                <a:lnTo>
                  <a:pt x="27645" y="68095"/>
                </a:lnTo>
                <a:lnTo>
                  <a:pt x="27563" y="68027"/>
                </a:lnTo>
                <a:lnTo>
                  <a:pt x="27475" y="67964"/>
                </a:lnTo>
                <a:lnTo>
                  <a:pt x="27383" y="67907"/>
                </a:lnTo>
                <a:lnTo>
                  <a:pt x="27286" y="67855"/>
                </a:lnTo>
                <a:lnTo>
                  <a:pt x="27185" y="67809"/>
                </a:lnTo>
                <a:lnTo>
                  <a:pt x="27079" y="67770"/>
                </a:lnTo>
                <a:lnTo>
                  <a:pt x="26972" y="67738"/>
                </a:lnTo>
                <a:lnTo>
                  <a:pt x="26863" y="67714"/>
                </a:lnTo>
                <a:lnTo>
                  <a:pt x="26755" y="67697"/>
                </a:lnTo>
                <a:lnTo>
                  <a:pt x="26647" y="67688"/>
                </a:lnTo>
                <a:lnTo>
                  <a:pt x="26539" y="67686"/>
                </a:lnTo>
                <a:lnTo>
                  <a:pt x="26432" y="67691"/>
                </a:lnTo>
                <a:lnTo>
                  <a:pt x="26327" y="67703"/>
                </a:lnTo>
                <a:lnTo>
                  <a:pt x="26223" y="67721"/>
                </a:lnTo>
                <a:lnTo>
                  <a:pt x="26120" y="67746"/>
                </a:lnTo>
                <a:lnTo>
                  <a:pt x="26020" y="67778"/>
                </a:lnTo>
                <a:lnTo>
                  <a:pt x="25922" y="67816"/>
                </a:lnTo>
                <a:lnTo>
                  <a:pt x="25826" y="67860"/>
                </a:lnTo>
                <a:lnTo>
                  <a:pt x="25734" y="67910"/>
                </a:lnTo>
                <a:lnTo>
                  <a:pt x="25645" y="67966"/>
                </a:lnTo>
                <a:lnTo>
                  <a:pt x="25559" y="68028"/>
                </a:lnTo>
                <a:lnTo>
                  <a:pt x="25478" y="68095"/>
                </a:lnTo>
                <a:lnTo>
                  <a:pt x="25400" y="68167"/>
                </a:lnTo>
                <a:lnTo>
                  <a:pt x="25327" y="68245"/>
                </a:lnTo>
                <a:lnTo>
                  <a:pt x="25259" y="68327"/>
                </a:lnTo>
                <a:lnTo>
                  <a:pt x="25197" y="68415"/>
                </a:lnTo>
                <a:lnTo>
                  <a:pt x="25139" y="68507"/>
                </a:lnTo>
                <a:lnTo>
                  <a:pt x="25088" y="68604"/>
                </a:lnTo>
                <a:lnTo>
                  <a:pt x="25042" y="68706"/>
                </a:lnTo>
                <a:lnTo>
                  <a:pt x="25003" y="68811"/>
                </a:lnTo>
                <a:lnTo>
                  <a:pt x="21919" y="78091"/>
                </a:lnTo>
                <a:lnTo>
                  <a:pt x="3405" y="1425"/>
                </a:lnTo>
                <a:lnTo>
                  <a:pt x="3375" y="131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10A46-530B-4629-86F9-B99F0D7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51" y="2246263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3" y="17140"/>
                  <a:pt x="38453" y="23545"/>
                  <a:pt x="25470" y="24943"/>
                </a:cubicBezTo>
                <a:cubicBezTo>
                  <a:pt x="12488" y="26342"/>
                  <a:pt x="1397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DDC52-FDE9-4EE1-89A4-1A0D1A6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51" y="2246264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04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B0BD7-CC82-4B84-9ACE-9A6C540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23" y="2258164"/>
            <a:ext cx="173585" cy="61289"/>
          </a:xfrm>
          <a:custGeom xmlns:a="http://schemas.openxmlformats.org/drawingml/2006/main">
            <a:pathLst>
              <a:path w="173585" h="61289">
                <a:moveTo>
                  <a:pt x="159353" y="16424"/>
                </a:moveTo>
                <a:lnTo>
                  <a:pt x="159283" y="16513"/>
                </a:lnTo>
                <a:lnTo>
                  <a:pt x="159220" y="16604"/>
                </a:lnTo>
                <a:lnTo>
                  <a:pt x="159164" y="16699"/>
                </a:lnTo>
                <a:lnTo>
                  <a:pt x="159115" y="16796"/>
                </a:lnTo>
                <a:lnTo>
                  <a:pt x="159072" y="16895"/>
                </a:lnTo>
                <a:lnTo>
                  <a:pt x="159037" y="16996"/>
                </a:lnTo>
                <a:lnTo>
                  <a:pt x="159008" y="17099"/>
                </a:lnTo>
                <a:lnTo>
                  <a:pt x="158987" y="17203"/>
                </a:lnTo>
                <a:lnTo>
                  <a:pt x="158972" y="17307"/>
                </a:lnTo>
                <a:lnTo>
                  <a:pt x="158964" y="17412"/>
                </a:lnTo>
                <a:lnTo>
                  <a:pt x="158962" y="17518"/>
                </a:lnTo>
                <a:lnTo>
                  <a:pt x="158967" y="17623"/>
                </a:lnTo>
                <a:lnTo>
                  <a:pt x="158979" y="17727"/>
                </a:lnTo>
                <a:lnTo>
                  <a:pt x="158998" y="17831"/>
                </a:lnTo>
                <a:lnTo>
                  <a:pt x="159023" y="17933"/>
                </a:lnTo>
                <a:lnTo>
                  <a:pt x="159054" y="18034"/>
                </a:lnTo>
                <a:lnTo>
                  <a:pt x="159093" y="18133"/>
                </a:lnTo>
                <a:lnTo>
                  <a:pt x="159137" y="18230"/>
                </a:lnTo>
                <a:lnTo>
                  <a:pt x="159188" y="18324"/>
                </a:lnTo>
                <a:lnTo>
                  <a:pt x="159246" y="18415"/>
                </a:lnTo>
                <a:lnTo>
                  <a:pt x="159310" y="18503"/>
                </a:lnTo>
                <a:lnTo>
                  <a:pt x="159381" y="18587"/>
                </a:lnTo>
                <a:lnTo>
                  <a:pt x="159458" y="18667"/>
                </a:lnTo>
                <a:lnTo>
                  <a:pt x="159541" y="18743"/>
                </a:lnTo>
                <a:lnTo>
                  <a:pt x="159629" y="18813"/>
                </a:lnTo>
                <a:lnTo>
                  <a:pt x="159720" y="18876"/>
                </a:lnTo>
                <a:lnTo>
                  <a:pt x="159815" y="18932"/>
                </a:lnTo>
                <a:lnTo>
                  <a:pt x="159912" y="18981"/>
                </a:lnTo>
                <a:lnTo>
                  <a:pt x="160011" y="19023"/>
                </a:lnTo>
                <a:lnTo>
                  <a:pt x="160112" y="19059"/>
                </a:lnTo>
                <a:lnTo>
                  <a:pt x="160214" y="19087"/>
                </a:lnTo>
                <a:lnTo>
                  <a:pt x="160318" y="19109"/>
                </a:lnTo>
                <a:lnTo>
                  <a:pt x="160422" y="19124"/>
                </a:lnTo>
                <a:lnTo>
                  <a:pt x="160527" y="19132"/>
                </a:lnTo>
                <a:lnTo>
                  <a:pt x="160632" y="19134"/>
                </a:lnTo>
                <a:lnTo>
                  <a:pt x="160737" y="19128"/>
                </a:lnTo>
                <a:lnTo>
                  <a:pt x="160842" y="19116"/>
                </a:lnTo>
                <a:lnTo>
                  <a:pt x="160945" y="19098"/>
                </a:lnTo>
                <a:lnTo>
                  <a:pt x="161047" y="19073"/>
                </a:lnTo>
                <a:lnTo>
                  <a:pt x="161148" y="19041"/>
                </a:lnTo>
                <a:lnTo>
                  <a:pt x="161247" y="19003"/>
                </a:lnTo>
                <a:lnTo>
                  <a:pt x="161343" y="18958"/>
                </a:lnTo>
                <a:lnTo>
                  <a:pt x="161437" y="18907"/>
                </a:lnTo>
                <a:lnTo>
                  <a:pt x="161528" y="18849"/>
                </a:lnTo>
                <a:lnTo>
                  <a:pt x="161616" y="18785"/>
                </a:lnTo>
                <a:lnTo>
                  <a:pt x="161700" y="18714"/>
                </a:lnTo>
                <a:lnTo>
                  <a:pt x="161780" y="18637"/>
                </a:lnTo>
                <a:lnTo>
                  <a:pt x="161856" y="18554"/>
                </a:lnTo>
                <a:lnTo>
                  <a:pt x="173585" y="4725"/>
                </a:lnTo>
                <a:lnTo>
                  <a:pt x="156034" y="225"/>
                </a:lnTo>
                <a:lnTo>
                  <a:pt x="155924" y="201"/>
                </a:lnTo>
                <a:lnTo>
                  <a:pt x="155814" y="184"/>
                </a:lnTo>
                <a:lnTo>
                  <a:pt x="155705" y="175"/>
                </a:lnTo>
                <a:lnTo>
                  <a:pt x="155596" y="174"/>
                </a:lnTo>
                <a:lnTo>
                  <a:pt x="155489" y="179"/>
                </a:lnTo>
                <a:lnTo>
                  <a:pt x="155382" y="192"/>
                </a:lnTo>
                <a:lnTo>
                  <a:pt x="155278" y="211"/>
                </a:lnTo>
                <a:lnTo>
                  <a:pt x="155175" y="237"/>
                </a:lnTo>
                <a:lnTo>
                  <a:pt x="155075" y="269"/>
                </a:lnTo>
                <a:lnTo>
                  <a:pt x="154977" y="308"/>
                </a:lnTo>
                <a:lnTo>
                  <a:pt x="154882" y="353"/>
                </a:lnTo>
                <a:lnTo>
                  <a:pt x="154790" y="403"/>
                </a:lnTo>
                <a:lnTo>
                  <a:pt x="154701" y="460"/>
                </a:lnTo>
                <a:lnTo>
                  <a:pt x="154616" y="522"/>
                </a:lnTo>
                <a:lnTo>
                  <a:pt x="154535" y="589"/>
                </a:lnTo>
                <a:lnTo>
                  <a:pt x="154458" y="662"/>
                </a:lnTo>
                <a:lnTo>
                  <a:pt x="154386" y="740"/>
                </a:lnTo>
                <a:lnTo>
                  <a:pt x="154319" y="822"/>
                </a:lnTo>
                <a:lnTo>
                  <a:pt x="154257" y="910"/>
                </a:lnTo>
                <a:lnTo>
                  <a:pt x="154201" y="1001"/>
                </a:lnTo>
                <a:lnTo>
                  <a:pt x="154150" y="1098"/>
                </a:lnTo>
                <a:lnTo>
                  <a:pt x="154106" y="1198"/>
                </a:lnTo>
                <a:lnTo>
                  <a:pt x="154068" y="1302"/>
                </a:lnTo>
                <a:lnTo>
                  <a:pt x="154036" y="1410"/>
                </a:lnTo>
                <a:lnTo>
                  <a:pt x="154012" y="1520"/>
                </a:lnTo>
                <a:lnTo>
                  <a:pt x="153995" y="1630"/>
                </a:lnTo>
                <a:lnTo>
                  <a:pt x="153986" y="1740"/>
                </a:lnTo>
                <a:lnTo>
                  <a:pt x="153985" y="1848"/>
                </a:lnTo>
                <a:lnTo>
                  <a:pt x="153990" y="1956"/>
                </a:lnTo>
                <a:lnTo>
                  <a:pt x="154003" y="2062"/>
                </a:lnTo>
                <a:lnTo>
                  <a:pt x="154022" y="2167"/>
                </a:lnTo>
                <a:lnTo>
                  <a:pt x="154048" y="2270"/>
                </a:lnTo>
                <a:lnTo>
                  <a:pt x="154080" y="2371"/>
                </a:lnTo>
                <a:lnTo>
                  <a:pt x="154118" y="2469"/>
                </a:lnTo>
                <a:lnTo>
                  <a:pt x="154163" y="2564"/>
                </a:lnTo>
                <a:lnTo>
                  <a:pt x="154214" y="2656"/>
                </a:lnTo>
                <a:lnTo>
                  <a:pt x="154270" y="2745"/>
                </a:lnTo>
                <a:lnTo>
                  <a:pt x="154332" y="2830"/>
                </a:lnTo>
                <a:lnTo>
                  <a:pt x="154399" y="2911"/>
                </a:lnTo>
                <a:lnTo>
                  <a:pt x="154472" y="2988"/>
                </a:lnTo>
                <a:lnTo>
                  <a:pt x="154550" y="3060"/>
                </a:lnTo>
                <a:lnTo>
                  <a:pt x="154632" y="3127"/>
                </a:lnTo>
                <a:lnTo>
                  <a:pt x="154719" y="3189"/>
                </a:lnTo>
                <a:lnTo>
                  <a:pt x="154811" y="3246"/>
                </a:lnTo>
                <a:lnTo>
                  <a:pt x="154907" y="3297"/>
                </a:lnTo>
                <a:lnTo>
                  <a:pt x="155007" y="3341"/>
                </a:lnTo>
                <a:lnTo>
                  <a:pt x="155111" y="3380"/>
                </a:lnTo>
                <a:lnTo>
                  <a:pt x="155220" y="3411"/>
                </a:lnTo>
                <a:lnTo>
                  <a:pt x="164679" y="5837"/>
                </a:lnTo>
                <a:lnTo>
                  <a:pt x="1341" y="57879"/>
                </a:lnTo>
                <a:lnTo>
                  <a:pt x="1236" y="57917"/>
                </a:lnTo>
                <a:lnTo>
                  <a:pt x="1134" y="57961"/>
                </a:lnTo>
                <a:lnTo>
                  <a:pt x="1036" y="58012"/>
                </a:lnTo>
                <a:lnTo>
                  <a:pt x="944" y="58068"/>
                </a:lnTo>
                <a:lnTo>
                  <a:pt x="855" y="58130"/>
                </a:lnTo>
                <a:lnTo>
                  <a:pt x="772" y="58197"/>
                </a:lnTo>
                <a:lnTo>
                  <a:pt x="693" y="58268"/>
                </a:lnTo>
                <a:lnTo>
                  <a:pt x="620" y="58345"/>
                </a:lnTo>
                <a:lnTo>
                  <a:pt x="552" y="58426"/>
                </a:lnTo>
                <a:lnTo>
                  <a:pt x="489" y="58510"/>
                </a:lnTo>
                <a:lnTo>
                  <a:pt x="432" y="58599"/>
                </a:lnTo>
                <a:lnTo>
                  <a:pt x="381" y="58691"/>
                </a:lnTo>
                <a:lnTo>
                  <a:pt x="336" y="58786"/>
                </a:lnTo>
                <a:lnTo>
                  <a:pt x="297" y="58883"/>
                </a:lnTo>
                <a:lnTo>
                  <a:pt x="264" y="58984"/>
                </a:lnTo>
                <a:lnTo>
                  <a:pt x="237" y="59086"/>
                </a:lnTo>
                <a:lnTo>
                  <a:pt x="217" y="59190"/>
                </a:lnTo>
                <a:lnTo>
                  <a:pt x="204" y="59296"/>
                </a:lnTo>
                <a:lnTo>
                  <a:pt x="198" y="59403"/>
                </a:lnTo>
                <a:lnTo>
                  <a:pt x="198" y="59510"/>
                </a:lnTo>
                <a:lnTo>
                  <a:pt x="206" y="59619"/>
                </a:lnTo>
                <a:lnTo>
                  <a:pt x="221" y="59728"/>
                </a:lnTo>
                <a:lnTo>
                  <a:pt x="244" y="59836"/>
                </a:lnTo>
                <a:lnTo>
                  <a:pt x="275" y="59945"/>
                </a:lnTo>
                <a:lnTo>
                  <a:pt x="312" y="60051"/>
                </a:lnTo>
                <a:lnTo>
                  <a:pt x="356" y="60153"/>
                </a:lnTo>
                <a:lnTo>
                  <a:pt x="407" y="60251"/>
                </a:lnTo>
                <a:lnTo>
                  <a:pt x="463" y="60344"/>
                </a:lnTo>
                <a:lnTo>
                  <a:pt x="524" y="60432"/>
                </a:lnTo>
                <a:lnTo>
                  <a:pt x="591" y="60516"/>
                </a:lnTo>
                <a:lnTo>
                  <a:pt x="663" y="60594"/>
                </a:lnTo>
                <a:lnTo>
                  <a:pt x="739" y="60668"/>
                </a:lnTo>
                <a:lnTo>
                  <a:pt x="820" y="60736"/>
                </a:lnTo>
                <a:lnTo>
                  <a:pt x="905" y="60799"/>
                </a:lnTo>
                <a:lnTo>
                  <a:pt x="993" y="60856"/>
                </a:lnTo>
                <a:lnTo>
                  <a:pt x="1085" y="60907"/>
                </a:lnTo>
                <a:lnTo>
                  <a:pt x="1179" y="60952"/>
                </a:lnTo>
                <a:lnTo>
                  <a:pt x="1277" y="60992"/>
                </a:lnTo>
                <a:lnTo>
                  <a:pt x="1377" y="61025"/>
                </a:lnTo>
                <a:lnTo>
                  <a:pt x="1479" y="61051"/>
                </a:lnTo>
                <a:lnTo>
                  <a:pt x="1583" y="61071"/>
                </a:lnTo>
                <a:lnTo>
                  <a:pt x="1689" y="61084"/>
                </a:lnTo>
                <a:lnTo>
                  <a:pt x="1796" y="61091"/>
                </a:lnTo>
                <a:lnTo>
                  <a:pt x="1903" y="61090"/>
                </a:lnTo>
                <a:lnTo>
                  <a:pt x="2012" y="61082"/>
                </a:lnTo>
                <a:lnTo>
                  <a:pt x="2120" y="61067"/>
                </a:lnTo>
                <a:lnTo>
                  <a:pt x="2229" y="61044"/>
                </a:lnTo>
                <a:lnTo>
                  <a:pt x="2337" y="61013"/>
                </a:lnTo>
                <a:lnTo>
                  <a:pt x="165674" y="8971"/>
                </a:lnTo>
                <a:lnTo>
                  <a:pt x="159353" y="1642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2B58F-D74C-4DA2-9A6A-EDEAB182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362" y="2262669"/>
            <a:ext cx="113838" cy="51989"/>
          </a:xfrm>
          <a:custGeom xmlns:a="http://schemas.openxmlformats.org/drawingml/2006/main">
            <a:pathLst>
              <a:path w="113838" h="51989">
                <a:moveTo>
                  <a:pt x="2395" y="311"/>
                </a:moveTo>
                <a:lnTo>
                  <a:pt x="2289" y="279"/>
                </a:lnTo>
                <a:lnTo>
                  <a:pt x="2182" y="254"/>
                </a:lnTo>
                <a:lnTo>
                  <a:pt x="2075" y="236"/>
                </a:lnTo>
                <a:lnTo>
                  <a:pt x="1968" y="226"/>
                </a:lnTo>
                <a:lnTo>
                  <a:pt x="1861" y="223"/>
                </a:lnTo>
                <a:lnTo>
                  <a:pt x="1755" y="227"/>
                </a:lnTo>
                <a:lnTo>
                  <a:pt x="1649" y="237"/>
                </a:lnTo>
                <a:lnTo>
                  <a:pt x="1545" y="255"/>
                </a:lnTo>
                <a:lnTo>
                  <a:pt x="1443" y="279"/>
                </a:lnTo>
                <a:lnTo>
                  <a:pt x="1342" y="309"/>
                </a:lnTo>
                <a:lnTo>
                  <a:pt x="1244" y="346"/>
                </a:lnTo>
                <a:lnTo>
                  <a:pt x="1148" y="388"/>
                </a:lnTo>
                <a:lnTo>
                  <a:pt x="1055" y="437"/>
                </a:lnTo>
                <a:lnTo>
                  <a:pt x="965" y="492"/>
                </a:lnTo>
                <a:lnTo>
                  <a:pt x="878" y="553"/>
                </a:lnTo>
                <a:lnTo>
                  <a:pt x="796" y="619"/>
                </a:lnTo>
                <a:lnTo>
                  <a:pt x="717" y="691"/>
                </a:lnTo>
                <a:lnTo>
                  <a:pt x="643" y="768"/>
                </a:lnTo>
                <a:lnTo>
                  <a:pt x="574" y="851"/>
                </a:lnTo>
                <a:lnTo>
                  <a:pt x="510" y="939"/>
                </a:lnTo>
                <a:lnTo>
                  <a:pt x="451" y="1031"/>
                </a:lnTo>
                <a:lnTo>
                  <a:pt x="398" y="1129"/>
                </a:lnTo>
                <a:lnTo>
                  <a:pt x="351" y="1231"/>
                </a:lnTo>
                <a:lnTo>
                  <a:pt x="311" y="1337"/>
                </a:lnTo>
                <a:lnTo>
                  <a:pt x="279" y="1443"/>
                </a:lnTo>
                <a:lnTo>
                  <a:pt x="254" y="1550"/>
                </a:lnTo>
                <a:lnTo>
                  <a:pt x="236" y="1657"/>
                </a:lnTo>
                <a:lnTo>
                  <a:pt x="226" y="1765"/>
                </a:lnTo>
                <a:lnTo>
                  <a:pt x="223" y="1872"/>
                </a:lnTo>
                <a:lnTo>
                  <a:pt x="226" y="1978"/>
                </a:lnTo>
                <a:lnTo>
                  <a:pt x="237" y="2084"/>
                </a:lnTo>
                <a:lnTo>
                  <a:pt x="254" y="2188"/>
                </a:lnTo>
                <a:lnTo>
                  <a:pt x="278" y="2291"/>
                </a:lnTo>
                <a:lnTo>
                  <a:pt x="309" y="2392"/>
                </a:lnTo>
                <a:lnTo>
                  <a:pt x="345" y="2490"/>
                </a:lnTo>
                <a:lnTo>
                  <a:pt x="388" y="2586"/>
                </a:lnTo>
                <a:lnTo>
                  <a:pt x="437" y="2679"/>
                </a:lnTo>
                <a:lnTo>
                  <a:pt x="492" y="2770"/>
                </a:lnTo>
                <a:lnTo>
                  <a:pt x="552" y="2856"/>
                </a:lnTo>
                <a:lnTo>
                  <a:pt x="618" y="2939"/>
                </a:lnTo>
                <a:lnTo>
                  <a:pt x="690" y="3017"/>
                </a:lnTo>
                <a:lnTo>
                  <a:pt x="767" y="3092"/>
                </a:lnTo>
                <a:lnTo>
                  <a:pt x="850" y="3161"/>
                </a:lnTo>
                <a:lnTo>
                  <a:pt x="937" y="3225"/>
                </a:lnTo>
                <a:lnTo>
                  <a:pt x="1030" y="3284"/>
                </a:lnTo>
                <a:lnTo>
                  <a:pt x="1127" y="3337"/>
                </a:lnTo>
                <a:lnTo>
                  <a:pt x="1229" y="3384"/>
                </a:lnTo>
                <a:lnTo>
                  <a:pt x="105067" y="47027"/>
                </a:lnTo>
                <a:lnTo>
                  <a:pt x="95429" y="48597"/>
                </a:lnTo>
                <a:lnTo>
                  <a:pt x="95319" y="48619"/>
                </a:lnTo>
                <a:lnTo>
                  <a:pt x="95211" y="48648"/>
                </a:lnTo>
                <a:lnTo>
                  <a:pt x="95108" y="48683"/>
                </a:lnTo>
                <a:lnTo>
                  <a:pt x="95008" y="48725"/>
                </a:lnTo>
                <a:lnTo>
                  <a:pt x="94911" y="48774"/>
                </a:lnTo>
                <a:lnTo>
                  <a:pt x="94819" y="48828"/>
                </a:lnTo>
                <a:lnTo>
                  <a:pt x="94731" y="48887"/>
                </a:lnTo>
                <a:lnTo>
                  <a:pt x="94647" y="48952"/>
                </a:lnTo>
                <a:lnTo>
                  <a:pt x="94568" y="49022"/>
                </a:lnTo>
                <a:lnTo>
                  <a:pt x="94493" y="49097"/>
                </a:lnTo>
                <a:lnTo>
                  <a:pt x="94424" y="49176"/>
                </a:lnTo>
                <a:lnTo>
                  <a:pt x="94360" y="49259"/>
                </a:lnTo>
                <a:lnTo>
                  <a:pt x="94301" y="49347"/>
                </a:lnTo>
                <a:lnTo>
                  <a:pt x="94248" y="49438"/>
                </a:lnTo>
                <a:lnTo>
                  <a:pt x="94201" y="49532"/>
                </a:lnTo>
                <a:lnTo>
                  <a:pt x="94160" y="49629"/>
                </a:lnTo>
                <a:lnTo>
                  <a:pt x="94125" y="49729"/>
                </a:lnTo>
                <a:lnTo>
                  <a:pt x="94096" y="49832"/>
                </a:lnTo>
                <a:lnTo>
                  <a:pt x="94075" y="49937"/>
                </a:lnTo>
                <a:lnTo>
                  <a:pt x="94059" y="50044"/>
                </a:lnTo>
                <a:lnTo>
                  <a:pt x="94051" y="50152"/>
                </a:lnTo>
                <a:lnTo>
                  <a:pt x="94051" y="50262"/>
                </a:lnTo>
                <a:lnTo>
                  <a:pt x="94057" y="50373"/>
                </a:lnTo>
                <a:lnTo>
                  <a:pt x="94072" y="50484"/>
                </a:lnTo>
                <a:lnTo>
                  <a:pt x="94094" y="50595"/>
                </a:lnTo>
                <a:lnTo>
                  <a:pt x="94122" y="50702"/>
                </a:lnTo>
                <a:lnTo>
                  <a:pt x="94158" y="50806"/>
                </a:lnTo>
                <a:lnTo>
                  <a:pt x="94200" y="50906"/>
                </a:lnTo>
                <a:lnTo>
                  <a:pt x="94248" y="51003"/>
                </a:lnTo>
                <a:lnTo>
                  <a:pt x="94302" y="51095"/>
                </a:lnTo>
                <a:lnTo>
                  <a:pt x="94362" y="51184"/>
                </a:lnTo>
                <a:lnTo>
                  <a:pt x="94426" y="51268"/>
                </a:lnTo>
                <a:lnTo>
                  <a:pt x="94496" y="51347"/>
                </a:lnTo>
                <a:lnTo>
                  <a:pt x="94571" y="51421"/>
                </a:lnTo>
                <a:lnTo>
                  <a:pt x="94650" y="51491"/>
                </a:lnTo>
                <a:lnTo>
                  <a:pt x="94733" y="51555"/>
                </a:lnTo>
                <a:lnTo>
                  <a:pt x="94820" y="51614"/>
                </a:lnTo>
                <a:lnTo>
                  <a:pt x="94911" y="51667"/>
                </a:lnTo>
                <a:lnTo>
                  <a:pt x="95005" y="51714"/>
                </a:lnTo>
                <a:lnTo>
                  <a:pt x="95102" y="51755"/>
                </a:lnTo>
                <a:lnTo>
                  <a:pt x="95202" y="51790"/>
                </a:lnTo>
                <a:lnTo>
                  <a:pt x="95305" y="51819"/>
                </a:lnTo>
                <a:lnTo>
                  <a:pt x="95409" y="51841"/>
                </a:lnTo>
                <a:lnTo>
                  <a:pt x="95516" y="51856"/>
                </a:lnTo>
                <a:lnTo>
                  <a:pt x="95624" y="51864"/>
                </a:lnTo>
                <a:lnTo>
                  <a:pt x="95734" y="51865"/>
                </a:lnTo>
                <a:lnTo>
                  <a:pt x="95845" y="51858"/>
                </a:lnTo>
                <a:lnTo>
                  <a:pt x="95956" y="51844"/>
                </a:lnTo>
                <a:lnTo>
                  <a:pt x="113838" y="48930"/>
                </a:lnTo>
                <a:lnTo>
                  <a:pt x="103387" y="34108"/>
                </a:lnTo>
                <a:lnTo>
                  <a:pt x="103319" y="34018"/>
                </a:lnTo>
                <a:lnTo>
                  <a:pt x="103247" y="33934"/>
                </a:lnTo>
                <a:lnTo>
                  <a:pt x="103169" y="33856"/>
                </a:lnTo>
                <a:lnTo>
                  <a:pt x="103088" y="33785"/>
                </a:lnTo>
                <a:lnTo>
                  <a:pt x="103002" y="33719"/>
                </a:lnTo>
                <a:lnTo>
                  <a:pt x="102913" y="33660"/>
                </a:lnTo>
                <a:lnTo>
                  <a:pt x="102821" y="33606"/>
                </a:lnTo>
                <a:lnTo>
                  <a:pt x="102726" y="33559"/>
                </a:lnTo>
                <a:lnTo>
                  <a:pt x="102629" y="33519"/>
                </a:lnTo>
                <a:lnTo>
                  <a:pt x="102529" y="33485"/>
                </a:lnTo>
                <a:lnTo>
                  <a:pt x="102428" y="33457"/>
                </a:lnTo>
                <a:lnTo>
                  <a:pt x="102325" y="33436"/>
                </a:lnTo>
                <a:lnTo>
                  <a:pt x="102221" y="33421"/>
                </a:lnTo>
                <a:lnTo>
                  <a:pt x="102116" y="33413"/>
                </a:lnTo>
                <a:lnTo>
                  <a:pt x="102011" y="33412"/>
                </a:lnTo>
                <a:lnTo>
                  <a:pt x="101905" y="33418"/>
                </a:lnTo>
                <a:lnTo>
                  <a:pt x="101800" y="33430"/>
                </a:lnTo>
                <a:lnTo>
                  <a:pt x="101696" y="33450"/>
                </a:lnTo>
                <a:lnTo>
                  <a:pt x="101592" y="33476"/>
                </a:lnTo>
                <a:lnTo>
                  <a:pt x="101489" y="33509"/>
                </a:lnTo>
                <a:lnTo>
                  <a:pt x="101388" y="33549"/>
                </a:lnTo>
                <a:lnTo>
                  <a:pt x="101290" y="33597"/>
                </a:lnTo>
                <a:lnTo>
                  <a:pt x="101193" y="33651"/>
                </a:lnTo>
                <a:lnTo>
                  <a:pt x="101099" y="33713"/>
                </a:lnTo>
                <a:lnTo>
                  <a:pt x="101009" y="33781"/>
                </a:lnTo>
                <a:lnTo>
                  <a:pt x="100926" y="33854"/>
                </a:lnTo>
                <a:lnTo>
                  <a:pt x="100848" y="33932"/>
                </a:lnTo>
                <a:lnTo>
                  <a:pt x="100776" y="34013"/>
                </a:lnTo>
                <a:lnTo>
                  <a:pt x="100711" y="34099"/>
                </a:lnTo>
                <a:lnTo>
                  <a:pt x="100651" y="34188"/>
                </a:lnTo>
                <a:lnTo>
                  <a:pt x="100598" y="34280"/>
                </a:lnTo>
                <a:lnTo>
                  <a:pt x="100551" y="34375"/>
                </a:lnTo>
                <a:lnTo>
                  <a:pt x="100511" y="34473"/>
                </a:lnTo>
                <a:lnTo>
                  <a:pt x="100477" y="34573"/>
                </a:lnTo>
                <a:lnTo>
                  <a:pt x="100449" y="34674"/>
                </a:lnTo>
                <a:lnTo>
                  <a:pt x="100428" y="34778"/>
                </a:lnTo>
                <a:lnTo>
                  <a:pt x="100413" y="34882"/>
                </a:lnTo>
                <a:lnTo>
                  <a:pt x="100405" y="34987"/>
                </a:lnTo>
                <a:lnTo>
                  <a:pt x="100404" y="35092"/>
                </a:lnTo>
                <a:lnTo>
                  <a:pt x="100410" y="35198"/>
                </a:lnTo>
                <a:lnTo>
                  <a:pt x="100422" y="35303"/>
                </a:lnTo>
                <a:lnTo>
                  <a:pt x="100441" y="35408"/>
                </a:lnTo>
                <a:lnTo>
                  <a:pt x="100467" y="35512"/>
                </a:lnTo>
                <a:lnTo>
                  <a:pt x="100501" y="35614"/>
                </a:lnTo>
                <a:lnTo>
                  <a:pt x="100541" y="35715"/>
                </a:lnTo>
                <a:lnTo>
                  <a:pt x="100588" y="35814"/>
                </a:lnTo>
                <a:lnTo>
                  <a:pt x="100643" y="35911"/>
                </a:lnTo>
                <a:lnTo>
                  <a:pt x="100704" y="36005"/>
                </a:lnTo>
                <a:lnTo>
                  <a:pt x="106337" y="43994"/>
                </a:lnTo>
                <a:lnTo>
                  <a:pt x="2500" y="351"/>
                </a:lnTo>
                <a:lnTo>
                  <a:pt x="2395" y="31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B69E4-50CF-4052-B8B0-209CA73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935" y="2256253"/>
            <a:ext cx="22764" cy="171449"/>
          </a:xfrm>
          <a:custGeom xmlns:a="http://schemas.openxmlformats.org/drawingml/2006/main">
            <a:pathLst>
              <a:path w="22764" h="171449">
                <a:moveTo>
                  <a:pt x="3328" y="1476"/>
                </a:moveTo>
                <a:lnTo>
                  <a:pt x="3309" y="1366"/>
                </a:lnTo>
                <a:lnTo>
                  <a:pt x="3283" y="1259"/>
                </a:lnTo>
                <a:lnTo>
                  <a:pt x="3250" y="1156"/>
                </a:lnTo>
                <a:lnTo>
                  <a:pt x="3211" y="1055"/>
                </a:lnTo>
                <a:lnTo>
                  <a:pt x="3166" y="958"/>
                </a:lnTo>
                <a:lnTo>
                  <a:pt x="3114" y="865"/>
                </a:lnTo>
                <a:lnTo>
                  <a:pt x="3057" y="776"/>
                </a:lnTo>
                <a:lnTo>
                  <a:pt x="2995" y="691"/>
                </a:lnTo>
                <a:lnTo>
                  <a:pt x="2927" y="610"/>
                </a:lnTo>
                <a:lnTo>
                  <a:pt x="2854" y="534"/>
                </a:lnTo>
                <a:lnTo>
                  <a:pt x="2777" y="462"/>
                </a:lnTo>
                <a:lnTo>
                  <a:pt x="2696" y="396"/>
                </a:lnTo>
                <a:lnTo>
                  <a:pt x="2610" y="335"/>
                </a:lnTo>
                <a:lnTo>
                  <a:pt x="2521" y="279"/>
                </a:lnTo>
                <a:lnTo>
                  <a:pt x="2427" y="230"/>
                </a:lnTo>
                <a:lnTo>
                  <a:pt x="2331" y="186"/>
                </a:lnTo>
                <a:lnTo>
                  <a:pt x="2231" y="148"/>
                </a:lnTo>
                <a:lnTo>
                  <a:pt x="2129" y="117"/>
                </a:lnTo>
                <a:lnTo>
                  <a:pt x="2024" y="92"/>
                </a:lnTo>
                <a:lnTo>
                  <a:pt x="1917" y="75"/>
                </a:lnTo>
                <a:lnTo>
                  <a:pt x="1808" y="64"/>
                </a:lnTo>
                <a:lnTo>
                  <a:pt x="1697" y="61"/>
                </a:lnTo>
                <a:lnTo>
                  <a:pt x="1585" y="65"/>
                </a:lnTo>
                <a:lnTo>
                  <a:pt x="1473" y="77"/>
                </a:lnTo>
                <a:lnTo>
                  <a:pt x="1364" y="96"/>
                </a:lnTo>
                <a:lnTo>
                  <a:pt x="1257" y="122"/>
                </a:lnTo>
                <a:lnTo>
                  <a:pt x="1154" y="155"/>
                </a:lnTo>
                <a:lnTo>
                  <a:pt x="1053" y="194"/>
                </a:lnTo>
                <a:lnTo>
                  <a:pt x="957" y="240"/>
                </a:lnTo>
                <a:lnTo>
                  <a:pt x="863" y="291"/>
                </a:lnTo>
                <a:lnTo>
                  <a:pt x="774" y="348"/>
                </a:lnTo>
                <a:lnTo>
                  <a:pt x="689" y="411"/>
                </a:lnTo>
                <a:lnTo>
                  <a:pt x="609" y="479"/>
                </a:lnTo>
                <a:lnTo>
                  <a:pt x="532" y="551"/>
                </a:lnTo>
                <a:lnTo>
                  <a:pt x="461" y="629"/>
                </a:lnTo>
                <a:lnTo>
                  <a:pt x="395" y="710"/>
                </a:lnTo>
                <a:lnTo>
                  <a:pt x="334" y="796"/>
                </a:lnTo>
                <a:lnTo>
                  <a:pt x="279" y="886"/>
                </a:lnTo>
                <a:lnTo>
                  <a:pt x="229" y="979"/>
                </a:lnTo>
                <a:lnTo>
                  <a:pt x="185" y="1076"/>
                </a:lnTo>
                <a:lnTo>
                  <a:pt x="148" y="1175"/>
                </a:lnTo>
                <a:lnTo>
                  <a:pt x="116" y="1278"/>
                </a:lnTo>
                <a:lnTo>
                  <a:pt x="92" y="1383"/>
                </a:lnTo>
                <a:lnTo>
                  <a:pt x="74" y="1490"/>
                </a:lnTo>
                <a:lnTo>
                  <a:pt x="63" y="1599"/>
                </a:lnTo>
                <a:lnTo>
                  <a:pt x="60" y="1710"/>
                </a:lnTo>
                <a:lnTo>
                  <a:pt x="64" y="1823"/>
                </a:lnTo>
                <a:lnTo>
                  <a:pt x="11593" y="162753"/>
                </a:lnTo>
                <a:lnTo>
                  <a:pt x="5838" y="154852"/>
                </a:lnTo>
                <a:lnTo>
                  <a:pt x="5769" y="154763"/>
                </a:lnTo>
                <a:lnTo>
                  <a:pt x="5695" y="154680"/>
                </a:lnTo>
                <a:lnTo>
                  <a:pt x="5617" y="154604"/>
                </a:lnTo>
                <a:lnTo>
                  <a:pt x="5534" y="154533"/>
                </a:lnTo>
                <a:lnTo>
                  <a:pt x="5448" y="154469"/>
                </a:lnTo>
                <a:lnTo>
                  <a:pt x="5358" y="154411"/>
                </a:lnTo>
                <a:lnTo>
                  <a:pt x="5265" y="154359"/>
                </a:lnTo>
                <a:lnTo>
                  <a:pt x="5169" y="154313"/>
                </a:lnTo>
                <a:lnTo>
                  <a:pt x="5071" y="154274"/>
                </a:lnTo>
                <a:lnTo>
                  <a:pt x="4971" y="154242"/>
                </a:lnTo>
                <a:lnTo>
                  <a:pt x="4869" y="154216"/>
                </a:lnTo>
                <a:lnTo>
                  <a:pt x="4766" y="154196"/>
                </a:lnTo>
                <a:lnTo>
                  <a:pt x="4662" y="154183"/>
                </a:lnTo>
                <a:lnTo>
                  <a:pt x="4557" y="154177"/>
                </a:lnTo>
                <a:lnTo>
                  <a:pt x="4452" y="154177"/>
                </a:lnTo>
                <a:lnTo>
                  <a:pt x="4346" y="154184"/>
                </a:lnTo>
                <a:lnTo>
                  <a:pt x="4241" y="154199"/>
                </a:lnTo>
                <a:lnTo>
                  <a:pt x="4137" y="154219"/>
                </a:lnTo>
                <a:lnTo>
                  <a:pt x="4034" y="154247"/>
                </a:lnTo>
                <a:lnTo>
                  <a:pt x="3932" y="154282"/>
                </a:lnTo>
                <a:lnTo>
                  <a:pt x="3832" y="154324"/>
                </a:lnTo>
                <a:lnTo>
                  <a:pt x="3734" y="154373"/>
                </a:lnTo>
                <a:lnTo>
                  <a:pt x="3638" y="154429"/>
                </a:lnTo>
                <a:lnTo>
                  <a:pt x="3545" y="154492"/>
                </a:lnTo>
                <a:lnTo>
                  <a:pt x="3456" y="154562"/>
                </a:lnTo>
                <a:lnTo>
                  <a:pt x="3373" y="154636"/>
                </a:lnTo>
                <a:lnTo>
                  <a:pt x="3297" y="154715"/>
                </a:lnTo>
                <a:lnTo>
                  <a:pt x="3226" y="154797"/>
                </a:lnTo>
                <a:lnTo>
                  <a:pt x="3162" y="154884"/>
                </a:lnTo>
                <a:lnTo>
                  <a:pt x="3104" y="154974"/>
                </a:lnTo>
                <a:lnTo>
                  <a:pt x="3052" y="155067"/>
                </a:lnTo>
                <a:lnTo>
                  <a:pt x="3007" y="155163"/>
                </a:lnTo>
                <a:lnTo>
                  <a:pt x="2968" y="155261"/>
                </a:lnTo>
                <a:lnTo>
                  <a:pt x="2935" y="155361"/>
                </a:lnTo>
                <a:lnTo>
                  <a:pt x="2909" y="155463"/>
                </a:lnTo>
                <a:lnTo>
                  <a:pt x="2890" y="155567"/>
                </a:lnTo>
                <a:lnTo>
                  <a:pt x="2877" y="155671"/>
                </a:lnTo>
                <a:lnTo>
                  <a:pt x="2871" y="155776"/>
                </a:lnTo>
                <a:lnTo>
                  <a:pt x="2871" y="155882"/>
                </a:lnTo>
                <a:lnTo>
                  <a:pt x="2878" y="155987"/>
                </a:lnTo>
                <a:lnTo>
                  <a:pt x="2892" y="156092"/>
                </a:lnTo>
                <a:lnTo>
                  <a:pt x="2913" y="156197"/>
                </a:lnTo>
                <a:lnTo>
                  <a:pt x="2941" y="156300"/>
                </a:lnTo>
                <a:lnTo>
                  <a:pt x="2976" y="156402"/>
                </a:lnTo>
                <a:lnTo>
                  <a:pt x="3018" y="156503"/>
                </a:lnTo>
                <a:lnTo>
                  <a:pt x="3067" y="156601"/>
                </a:lnTo>
                <a:lnTo>
                  <a:pt x="3123" y="156697"/>
                </a:lnTo>
                <a:lnTo>
                  <a:pt x="3186" y="156790"/>
                </a:lnTo>
                <a:lnTo>
                  <a:pt x="13862" y="171449"/>
                </a:lnTo>
                <a:lnTo>
                  <a:pt x="22340" y="155413"/>
                </a:lnTo>
                <a:lnTo>
                  <a:pt x="22389" y="155312"/>
                </a:lnTo>
                <a:lnTo>
                  <a:pt x="22431" y="155209"/>
                </a:lnTo>
                <a:lnTo>
                  <a:pt x="22465" y="155105"/>
                </a:lnTo>
                <a:lnTo>
                  <a:pt x="22492" y="155000"/>
                </a:lnTo>
                <a:lnTo>
                  <a:pt x="22512" y="154894"/>
                </a:lnTo>
                <a:lnTo>
                  <a:pt x="22525" y="154787"/>
                </a:lnTo>
                <a:lnTo>
                  <a:pt x="22531" y="154681"/>
                </a:lnTo>
                <a:lnTo>
                  <a:pt x="22530" y="154575"/>
                </a:lnTo>
                <a:lnTo>
                  <a:pt x="22522" y="154469"/>
                </a:lnTo>
                <a:lnTo>
                  <a:pt x="22507" y="154365"/>
                </a:lnTo>
                <a:lnTo>
                  <a:pt x="22486" y="154262"/>
                </a:lnTo>
                <a:lnTo>
                  <a:pt x="22458" y="154160"/>
                </a:lnTo>
                <a:lnTo>
                  <a:pt x="22424" y="154061"/>
                </a:lnTo>
                <a:lnTo>
                  <a:pt x="22384" y="153964"/>
                </a:lnTo>
                <a:lnTo>
                  <a:pt x="22337" y="153869"/>
                </a:lnTo>
                <a:lnTo>
                  <a:pt x="22285" y="153777"/>
                </a:lnTo>
                <a:lnTo>
                  <a:pt x="22226" y="153689"/>
                </a:lnTo>
                <a:lnTo>
                  <a:pt x="22162" y="153604"/>
                </a:lnTo>
                <a:lnTo>
                  <a:pt x="22092" y="153524"/>
                </a:lnTo>
                <a:lnTo>
                  <a:pt x="22016" y="153447"/>
                </a:lnTo>
                <a:lnTo>
                  <a:pt x="21934" y="153375"/>
                </a:lnTo>
                <a:lnTo>
                  <a:pt x="21847" y="153308"/>
                </a:lnTo>
                <a:lnTo>
                  <a:pt x="21755" y="153247"/>
                </a:lnTo>
                <a:lnTo>
                  <a:pt x="21657" y="153191"/>
                </a:lnTo>
                <a:lnTo>
                  <a:pt x="21556" y="153141"/>
                </a:lnTo>
                <a:lnTo>
                  <a:pt x="21453" y="153099"/>
                </a:lnTo>
                <a:lnTo>
                  <a:pt x="21349" y="153065"/>
                </a:lnTo>
                <a:lnTo>
                  <a:pt x="21244" y="153038"/>
                </a:lnTo>
                <a:lnTo>
                  <a:pt x="21138" y="153018"/>
                </a:lnTo>
                <a:lnTo>
                  <a:pt x="21032" y="153005"/>
                </a:lnTo>
                <a:lnTo>
                  <a:pt x="20926" y="153000"/>
                </a:lnTo>
                <a:lnTo>
                  <a:pt x="20820" y="153001"/>
                </a:lnTo>
                <a:lnTo>
                  <a:pt x="20715" y="153009"/>
                </a:lnTo>
                <a:lnTo>
                  <a:pt x="20611" y="153023"/>
                </a:lnTo>
                <a:lnTo>
                  <a:pt x="20508" y="153044"/>
                </a:lnTo>
                <a:lnTo>
                  <a:pt x="20406" y="153072"/>
                </a:lnTo>
                <a:lnTo>
                  <a:pt x="20307" y="153106"/>
                </a:lnTo>
                <a:lnTo>
                  <a:pt x="20210" y="153147"/>
                </a:lnTo>
                <a:lnTo>
                  <a:pt x="20115" y="153193"/>
                </a:lnTo>
                <a:lnTo>
                  <a:pt x="20024" y="153246"/>
                </a:lnTo>
                <a:lnTo>
                  <a:pt x="19936" y="153305"/>
                </a:lnTo>
                <a:lnTo>
                  <a:pt x="19851" y="153369"/>
                </a:lnTo>
                <a:lnTo>
                  <a:pt x="19770" y="153439"/>
                </a:lnTo>
                <a:lnTo>
                  <a:pt x="19694" y="153516"/>
                </a:lnTo>
                <a:lnTo>
                  <a:pt x="19622" y="153597"/>
                </a:lnTo>
                <a:lnTo>
                  <a:pt x="19556" y="153684"/>
                </a:lnTo>
                <a:lnTo>
                  <a:pt x="19494" y="153777"/>
                </a:lnTo>
                <a:lnTo>
                  <a:pt x="19438" y="153874"/>
                </a:lnTo>
                <a:lnTo>
                  <a:pt x="14869" y="162518"/>
                </a:lnTo>
                <a:lnTo>
                  <a:pt x="3340" y="1588"/>
                </a:lnTo>
                <a:lnTo>
                  <a:pt x="3328" y="147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82C49-3A99-4013-A79D-696A04F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382" y="2062853"/>
            <a:ext cx="728391" cy="255690"/>
          </a:xfrm>
          <a:custGeom xmlns:a="http://schemas.openxmlformats.org/drawingml/2006/main">
            <a:pathLst>
              <a:path w="728391" h="255690">
                <a:moveTo>
                  <a:pt x="0" y="149834"/>
                </a:moveTo>
                <a:lnTo>
                  <a:pt x="347062" y="0"/>
                </a:lnTo>
                <a:lnTo>
                  <a:pt x="728391" y="105855"/>
                </a:lnTo>
                <a:lnTo>
                  <a:pt x="381330" y="255690"/>
                </a:lnTo>
                <a:lnTo>
                  <a:pt x="0" y="149834"/>
                </a:lnTo>
                <a:close/>
              </a:path>
            </a:pathLst>
          </a:custGeom>
          <a:solidFill xmlns:a="http://schemas.openxmlformats.org/drawingml/2006/main">
            <a:srgbClr val="FFADD6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71C40-3385-42BD-8F1B-7F1C1F7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382" y="2062854"/>
            <a:ext cx="728391" cy="255689"/>
          </a:xfrm>
          <a:custGeom xmlns:a="http://schemas.openxmlformats.org/drawingml/2006/main">
            <a:pathLst>
              <a:path w="728391" h="255689" fill="none">
                <a:moveTo>
                  <a:pt x="0" y="149834"/>
                </a:moveTo>
                <a:lnTo>
                  <a:pt x="347062" y="0"/>
                </a:lnTo>
                <a:lnTo>
                  <a:pt x="728391" y="105855"/>
                </a:lnTo>
                <a:lnTo>
                  <a:pt x="381330" y="255689"/>
                </a:lnTo>
                <a:lnTo>
                  <a:pt x="0" y="1498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D62D9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4FA9B-8BD6-4DD5-A628-C4DF96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463" y="2177527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2" y="1399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FF80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43D13-286E-4725-BBC7-0D1728D9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462" y="2177527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D62D9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30313-95CD-4A2C-B41A-6165E009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143" y="2141623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FF80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37EB2-DB26-4DA7-9413-3AB6F893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144" y="2141623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D62D9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20A02-6A95-4D07-9810-752C2C36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753" y="2233530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1" y="1398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FF80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22DE9-D37D-4D1A-B7E8-AD93D29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753" y="2233530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D62D9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6F91F-AC00-4CED-8DCE-A851B531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192" y="2151180"/>
            <a:ext cx="144472" cy="39104"/>
          </a:xfrm>
          <a:custGeom xmlns:a="http://schemas.openxmlformats.org/drawingml/2006/main">
            <a:pathLst>
              <a:path w="144472" h="39104">
                <a:moveTo>
                  <a:pt x="129191" y="16750"/>
                </a:moveTo>
                <a:lnTo>
                  <a:pt x="129113" y="16832"/>
                </a:lnTo>
                <a:lnTo>
                  <a:pt x="129042" y="16917"/>
                </a:lnTo>
                <a:lnTo>
                  <a:pt x="128977" y="17005"/>
                </a:lnTo>
                <a:lnTo>
                  <a:pt x="128919" y="17097"/>
                </a:lnTo>
                <a:lnTo>
                  <a:pt x="128868" y="17192"/>
                </a:lnTo>
                <a:lnTo>
                  <a:pt x="128823" y="17289"/>
                </a:lnTo>
                <a:lnTo>
                  <a:pt x="128785" y="17389"/>
                </a:lnTo>
                <a:lnTo>
                  <a:pt x="128754" y="17490"/>
                </a:lnTo>
                <a:lnTo>
                  <a:pt x="128729" y="17593"/>
                </a:lnTo>
                <a:lnTo>
                  <a:pt x="128711" y="17697"/>
                </a:lnTo>
                <a:lnTo>
                  <a:pt x="128699" y="17801"/>
                </a:lnTo>
                <a:lnTo>
                  <a:pt x="128694" y="17906"/>
                </a:lnTo>
                <a:lnTo>
                  <a:pt x="128696" y="18011"/>
                </a:lnTo>
                <a:lnTo>
                  <a:pt x="128705" y="18116"/>
                </a:lnTo>
                <a:lnTo>
                  <a:pt x="128720" y="18221"/>
                </a:lnTo>
                <a:lnTo>
                  <a:pt x="128742" y="18324"/>
                </a:lnTo>
                <a:lnTo>
                  <a:pt x="128770" y="18426"/>
                </a:lnTo>
                <a:lnTo>
                  <a:pt x="128806" y="18527"/>
                </a:lnTo>
                <a:lnTo>
                  <a:pt x="128848" y="18625"/>
                </a:lnTo>
                <a:lnTo>
                  <a:pt x="128896" y="18721"/>
                </a:lnTo>
                <a:lnTo>
                  <a:pt x="128952" y="18815"/>
                </a:lnTo>
                <a:lnTo>
                  <a:pt x="129014" y="18905"/>
                </a:lnTo>
                <a:lnTo>
                  <a:pt x="129083" y="18992"/>
                </a:lnTo>
                <a:lnTo>
                  <a:pt x="129158" y="19076"/>
                </a:lnTo>
                <a:lnTo>
                  <a:pt x="129239" y="19154"/>
                </a:lnTo>
                <a:lnTo>
                  <a:pt x="129324" y="19225"/>
                </a:lnTo>
                <a:lnTo>
                  <a:pt x="129413" y="19290"/>
                </a:lnTo>
                <a:lnTo>
                  <a:pt x="129505" y="19348"/>
                </a:lnTo>
                <a:lnTo>
                  <a:pt x="129599" y="19400"/>
                </a:lnTo>
                <a:lnTo>
                  <a:pt x="129697" y="19445"/>
                </a:lnTo>
                <a:lnTo>
                  <a:pt x="129796" y="19483"/>
                </a:lnTo>
                <a:lnTo>
                  <a:pt x="129897" y="19514"/>
                </a:lnTo>
                <a:lnTo>
                  <a:pt x="130000" y="19539"/>
                </a:lnTo>
                <a:lnTo>
                  <a:pt x="130103" y="19557"/>
                </a:lnTo>
                <a:lnTo>
                  <a:pt x="130208" y="19569"/>
                </a:lnTo>
                <a:lnTo>
                  <a:pt x="130313" y="19574"/>
                </a:lnTo>
                <a:lnTo>
                  <a:pt x="130418" y="19572"/>
                </a:lnTo>
                <a:lnTo>
                  <a:pt x="130523" y="19563"/>
                </a:lnTo>
                <a:lnTo>
                  <a:pt x="130627" y="19548"/>
                </a:lnTo>
                <a:lnTo>
                  <a:pt x="130730" y="19526"/>
                </a:lnTo>
                <a:lnTo>
                  <a:pt x="130832" y="19498"/>
                </a:lnTo>
                <a:lnTo>
                  <a:pt x="130932" y="19462"/>
                </a:lnTo>
                <a:lnTo>
                  <a:pt x="131031" y="19420"/>
                </a:lnTo>
                <a:lnTo>
                  <a:pt x="131127" y="19371"/>
                </a:lnTo>
                <a:lnTo>
                  <a:pt x="131220" y="19316"/>
                </a:lnTo>
                <a:lnTo>
                  <a:pt x="131310" y="19254"/>
                </a:lnTo>
                <a:lnTo>
                  <a:pt x="131397" y="19185"/>
                </a:lnTo>
                <a:lnTo>
                  <a:pt x="131481" y="19109"/>
                </a:lnTo>
                <a:lnTo>
                  <a:pt x="144472" y="6462"/>
                </a:lnTo>
                <a:lnTo>
                  <a:pt x="127429" y="308"/>
                </a:lnTo>
                <a:lnTo>
                  <a:pt x="127322" y="273"/>
                </a:lnTo>
                <a:lnTo>
                  <a:pt x="127214" y="246"/>
                </a:lnTo>
                <a:lnTo>
                  <a:pt x="127106" y="227"/>
                </a:lnTo>
                <a:lnTo>
                  <a:pt x="126998" y="215"/>
                </a:lnTo>
                <a:lnTo>
                  <a:pt x="126891" y="210"/>
                </a:lnTo>
                <a:lnTo>
                  <a:pt x="126784" y="212"/>
                </a:lnTo>
                <a:lnTo>
                  <a:pt x="126678" y="222"/>
                </a:lnTo>
                <a:lnTo>
                  <a:pt x="126573" y="238"/>
                </a:lnTo>
                <a:lnTo>
                  <a:pt x="126470" y="260"/>
                </a:lnTo>
                <a:lnTo>
                  <a:pt x="126369" y="289"/>
                </a:lnTo>
                <a:lnTo>
                  <a:pt x="126270" y="325"/>
                </a:lnTo>
                <a:lnTo>
                  <a:pt x="126174" y="367"/>
                </a:lnTo>
                <a:lnTo>
                  <a:pt x="126080" y="414"/>
                </a:lnTo>
                <a:lnTo>
                  <a:pt x="125990" y="468"/>
                </a:lnTo>
                <a:lnTo>
                  <a:pt x="125903" y="528"/>
                </a:lnTo>
                <a:lnTo>
                  <a:pt x="125820" y="593"/>
                </a:lnTo>
                <a:lnTo>
                  <a:pt x="125741" y="663"/>
                </a:lnTo>
                <a:lnTo>
                  <a:pt x="125666" y="739"/>
                </a:lnTo>
                <a:lnTo>
                  <a:pt x="125596" y="820"/>
                </a:lnTo>
                <a:lnTo>
                  <a:pt x="125531" y="906"/>
                </a:lnTo>
                <a:lnTo>
                  <a:pt x="125471" y="997"/>
                </a:lnTo>
                <a:lnTo>
                  <a:pt x="125417" y="1092"/>
                </a:lnTo>
                <a:lnTo>
                  <a:pt x="125369" y="1193"/>
                </a:lnTo>
                <a:lnTo>
                  <a:pt x="125328" y="1297"/>
                </a:lnTo>
                <a:lnTo>
                  <a:pt x="125293" y="1404"/>
                </a:lnTo>
                <a:lnTo>
                  <a:pt x="125266" y="1512"/>
                </a:lnTo>
                <a:lnTo>
                  <a:pt x="125247" y="1620"/>
                </a:lnTo>
                <a:lnTo>
                  <a:pt x="125235" y="1728"/>
                </a:lnTo>
                <a:lnTo>
                  <a:pt x="125230" y="1836"/>
                </a:lnTo>
                <a:lnTo>
                  <a:pt x="125232" y="1943"/>
                </a:lnTo>
                <a:lnTo>
                  <a:pt x="125242" y="2049"/>
                </a:lnTo>
                <a:lnTo>
                  <a:pt x="125258" y="2154"/>
                </a:lnTo>
                <a:lnTo>
                  <a:pt x="125280" y="2257"/>
                </a:lnTo>
                <a:lnTo>
                  <a:pt x="125309" y="2359"/>
                </a:lnTo>
                <a:lnTo>
                  <a:pt x="125345" y="2458"/>
                </a:lnTo>
                <a:lnTo>
                  <a:pt x="125386" y="2554"/>
                </a:lnTo>
                <a:lnTo>
                  <a:pt x="125434" y="2648"/>
                </a:lnTo>
                <a:lnTo>
                  <a:pt x="125488" y="2739"/>
                </a:lnTo>
                <a:lnTo>
                  <a:pt x="125547" y="2826"/>
                </a:lnTo>
                <a:lnTo>
                  <a:pt x="125612" y="2909"/>
                </a:lnTo>
                <a:lnTo>
                  <a:pt x="125682" y="2988"/>
                </a:lnTo>
                <a:lnTo>
                  <a:pt x="125758" y="3063"/>
                </a:lnTo>
                <a:lnTo>
                  <a:pt x="125839" y="3133"/>
                </a:lnTo>
                <a:lnTo>
                  <a:pt x="125925" y="3198"/>
                </a:lnTo>
                <a:lnTo>
                  <a:pt x="126016" y="3258"/>
                </a:lnTo>
                <a:lnTo>
                  <a:pt x="126111" y="3312"/>
                </a:lnTo>
                <a:lnTo>
                  <a:pt x="126211" y="3360"/>
                </a:lnTo>
                <a:lnTo>
                  <a:pt x="126316" y="3402"/>
                </a:lnTo>
                <a:lnTo>
                  <a:pt x="135501" y="6719"/>
                </a:lnTo>
                <a:lnTo>
                  <a:pt x="1450" y="35697"/>
                </a:lnTo>
                <a:lnTo>
                  <a:pt x="1341" y="35724"/>
                </a:lnTo>
                <a:lnTo>
                  <a:pt x="1235" y="35759"/>
                </a:lnTo>
                <a:lnTo>
                  <a:pt x="1134" y="35800"/>
                </a:lnTo>
                <a:lnTo>
                  <a:pt x="1036" y="35847"/>
                </a:lnTo>
                <a:lnTo>
                  <a:pt x="942" y="35900"/>
                </a:lnTo>
                <a:lnTo>
                  <a:pt x="853" y="35958"/>
                </a:lnTo>
                <a:lnTo>
                  <a:pt x="768" y="36022"/>
                </a:lnTo>
                <a:lnTo>
                  <a:pt x="687" y="36092"/>
                </a:lnTo>
                <a:lnTo>
                  <a:pt x="612" y="36165"/>
                </a:lnTo>
                <a:lnTo>
                  <a:pt x="541" y="36244"/>
                </a:lnTo>
                <a:lnTo>
                  <a:pt x="476" y="36327"/>
                </a:lnTo>
                <a:lnTo>
                  <a:pt x="417" y="36413"/>
                </a:lnTo>
                <a:lnTo>
                  <a:pt x="362" y="36503"/>
                </a:lnTo>
                <a:lnTo>
                  <a:pt x="314" y="36597"/>
                </a:lnTo>
                <a:lnTo>
                  <a:pt x="272" y="36693"/>
                </a:lnTo>
                <a:lnTo>
                  <a:pt x="236" y="36793"/>
                </a:lnTo>
                <a:lnTo>
                  <a:pt x="206" y="36894"/>
                </a:lnTo>
                <a:lnTo>
                  <a:pt x="183" y="36998"/>
                </a:lnTo>
                <a:lnTo>
                  <a:pt x="166" y="37104"/>
                </a:lnTo>
                <a:lnTo>
                  <a:pt x="156" y="37212"/>
                </a:lnTo>
                <a:lnTo>
                  <a:pt x="154" y="37320"/>
                </a:lnTo>
                <a:lnTo>
                  <a:pt x="159" y="37430"/>
                </a:lnTo>
                <a:lnTo>
                  <a:pt x="171" y="37541"/>
                </a:lnTo>
                <a:lnTo>
                  <a:pt x="191" y="37651"/>
                </a:lnTo>
                <a:lnTo>
                  <a:pt x="219" y="37761"/>
                </a:lnTo>
                <a:lnTo>
                  <a:pt x="253" y="37866"/>
                </a:lnTo>
                <a:lnTo>
                  <a:pt x="294" y="37968"/>
                </a:lnTo>
                <a:lnTo>
                  <a:pt x="341" y="38066"/>
                </a:lnTo>
                <a:lnTo>
                  <a:pt x="393" y="38160"/>
                </a:lnTo>
                <a:lnTo>
                  <a:pt x="452" y="38250"/>
                </a:lnTo>
                <a:lnTo>
                  <a:pt x="516" y="38335"/>
                </a:lnTo>
                <a:lnTo>
                  <a:pt x="585" y="38415"/>
                </a:lnTo>
                <a:lnTo>
                  <a:pt x="659" y="38491"/>
                </a:lnTo>
                <a:lnTo>
                  <a:pt x="737" y="38561"/>
                </a:lnTo>
                <a:lnTo>
                  <a:pt x="820" y="38627"/>
                </a:lnTo>
                <a:lnTo>
                  <a:pt x="906" y="38686"/>
                </a:lnTo>
                <a:lnTo>
                  <a:pt x="996" y="38741"/>
                </a:lnTo>
                <a:lnTo>
                  <a:pt x="1090" y="38789"/>
                </a:lnTo>
                <a:lnTo>
                  <a:pt x="1186" y="38831"/>
                </a:lnTo>
                <a:lnTo>
                  <a:pt x="1285" y="38868"/>
                </a:lnTo>
                <a:lnTo>
                  <a:pt x="1387" y="38897"/>
                </a:lnTo>
                <a:lnTo>
                  <a:pt x="1491" y="38921"/>
                </a:lnTo>
                <a:lnTo>
                  <a:pt x="1596" y="38937"/>
                </a:lnTo>
                <a:lnTo>
                  <a:pt x="1704" y="38947"/>
                </a:lnTo>
                <a:lnTo>
                  <a:pt x="1812" y="38949"/>
                </a:lnTo>
                <a:lnTo>
                  <a:pt x="1922" y="38944"/>
                </a:lnTo>
                <a:lnTo>
                  <a:pt x="2032" y="38932"/>
                </a:lnTo>
                <a:lnTo>
                  <a:pt x="2143" y="38912"/>
                </a:lnTo>
                <a:lnTo>
                  <a:pt x="136194" y="9934"/>
                </a:lnTo>
                <a:lnTo>
                  <a:pt x="129191" y="1675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397EB-7A59-4274-B076-4C245475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297" y="2571835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3" y="17140"/>
                  <a:pt x="38453" y="23545"/>
                  <a:pt x="25470" y="24943"/>
                </a:cubicBezTo>
                <a:cubicBezTo>
                  <a:pt x="12488" y="26342"/>
                  <a:pt x="1396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20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B951B-E585-4F0B-8058-53F58EE5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298" y="2571835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53DDF-5B33-4B96-9628-23E1BC48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26" y="2169871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5" y="4137"/>
                  <a:pt x="47714" y="10638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FF80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DCB68-7E6D-4283-BA77-D1D9B04A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525" y="2169871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D62D9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C7878-3F54-4C82-9EDD-7B505FC2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826" y="2574134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1" y="1398"/>
                </a:cubicBezTo>
                <a:cubicBezTo>
                  <a:pt x="35925" y="0"/>
                  <a:pt x="47015" y="4137"/>
                  <a:pt x="47713" y="10639"/>
                </a:cubicBezTo>
                <a:cubicBezTo>
                  <a:pt x="48412" y="17140"/>
                  <a:pt x="38452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20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2C032-E403-45DE-9ECF-B370AA01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825" y="2574134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4D48C-DDFE-420F-917D-5BD8449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462" y="2021041"/>
            <a:ext cx="26463" cy="121682"/>
          </a:xfrm>
          <a:custGeom xmlns:a="http://schemas.openxmlformats.org/drawingml/2006/main">
            <a:pathLst>
              <a:path w="26463" h="121682">
                <a:moveTo>
                  <a:pt x="26336" y="1987"/>
                </a:moveTo>
                <a:lnTo>
                  <a:pt x="26348" y="1875"/>
                </a:lnTo>
                <a:lnTo>
                  <a:pt x="26352" y="1764"/>
                </a:lnTo>
                <a:lnTo>
                  <a:pt x="26349" y="1654"/>
                </a:lnTo>
                <a:lnTo>
                  <a:pt x="26339" y="1546"/>
                </a:lnTo>
                <a:lnTo>
                  <a:pt x="26322" y="1439"/>
                </a:lnTo>
                <a:lnTo>
                  <a:pt x="26298" y="1335"/>
                </a:lnTo>
                <a:lnTo>
                  <a:pt x="26267" y="1233"/>
                </a:lnTo>
                <a:lnTo>
                  <a:pt x="26230" y="1134"/>
                </a:lnTo>
                <a:lnTo>
                  <a:pt x="26187" y="1037"/>
                </a:lnTo>
                <a:lnTo>
                  <a:pt x="26138" y="944"/>
                </a:lnTo>
                <a:lnTo>
                  <a:pt x="26083" y="854"/>
                </a:lnTo>
                <a:lnTo>
                  <a:pt x="26023" y="768"/>
                </a:lnTo>
                <a:lnTo>
                  <a:pt x="25957" y="686"/>
                </a:lnTo>
                <a:lnTo>
                  <a:pt x="25886" y="608"/>
                </a:lnTo>
                <a:lnTo>
                  <a:pt x="25810" y="535"/>
                </a:lnTo>
                <a:lnTo>
                  <a:pt x="25730" y="467"/>
                </a:lnTo>
                <a:lnTo>
                  <a:pt x="25645" y="403"/>
                </a:lnTo>
                <a:lnTo>
                  <a:pt x="25556" y="346"/>
                </a:lnTo>
                <a:lnTo>
                  <a:pt x="25462" y="294"/>
                </a:lnTo>
                <a:lnTo>
                  <a:pt x="25365" y="247"/>
                </a:lnTo>
                <a:lnTo>
                  <a:pt x="25264" y="207"/>
                </a:lnTo>
                <a:lnTo>
                  <a:pt x="25160" y="174"/>
                </a:lnTo>
                <a:lnTo>
                  <a:pt x="25052" y="147"/>
                </a:lnTo>
                <a:lnTo>
                  <a:pt x="24941" y="128"/>
                </a:lnTo>
                <a:lnTo>
                  <a:pt x="24829" y="116"/>
                </a:lnTo>
                <a:lnTo>
                  <a:pt x="24718" y="111"/>
                </a:lnTo>
                <a:lnTo>
                  <a:pt x="24609" y="114"/>
                </a:lnTo>
                <a:lnTo>
                  <a:pt x="24501" y="124"/>
                </a:lnTo>
                <a:lnTo>
                  <a:pt x="24394" y="142"/>
                </a:lnTo>
                <a:lnTo>
                  <a:pt x="24290" y="166"/>
                </a:lnTo>
                <a:lnTo>
                  <a:pt x="24188" y="196"/>
                </a:lnTo>
                <a:lnTo>
                  <a:pt x="24089" y="233"/>
                </a:lnTo>
                <a:lnTo>
                  <a:pt x="23993" y="277"/>
                </a:lnTo>
                <a:lnTo>
                  <a:pt x="23900" y="326"/>
                </a:lnTo>
                <a:lnTo>
                  <a:pt x="23810" y="381"/>
                </a:lnTo>
                <a:lnTo>
                  <a:pt x="23724" y="441"/>
                </a:lnTo>
                <a:lnTo>
                  <a:pt x="23642" y="507"/>
                </a:lnTo>
                <a:lnTo>
                  <a:pt x="23564" y="578"/>
                </a:lnTo>
                <a:lnTo>
                  <a:pt x="23491" y="654"/>
                </a:lnTo>
                <a:lnTo>
                  <a:pt x="23423" y="735"/>
                </a:lnTo>
                <a:lnTo>
                  <a:pt x="23360" y="820"/>
                </a:lnTo>
                <a:lnTo>
                  <a:pt x="23302" y="909"/>
                </a:lnTo>
                <a:lnTo>
                  <a:pt x="23250" y="1003"/>
                </a:lnTo>
                <a:lnTo>
                  <a:pt x="23204" y="1100"/>
                </a:lnTo>
                <a:lnTo>
                  <a:pt x="23164" y="1201"/>
                </a:lnTo>
                <a:lnTo>
                  <a:pt x="23131" y="1306"/>
                </a:lnTo>
                <a:lnTo>
                  <a:pt x="23104" y="1414"/>
                </a:lnTo>
                <a:lnTo>
                  <a:pt x="23085" y="1525"/>
                </a:lnTo>
                <a:lnTo>
                  <a:pt x="7330" y="112703"/>
                </a:lnTo>
                <a:lnTo>
                  <a:pt x="3369" y="103762"/>
                </a:lnTo>
                <a:lnTo>
                  <a:pt x="3320" y="103661"/>
                </a:lnTo>
                <a:lnTo>
                  <a:pt x="3265" y="103564"/>
                </a:lnTo>
                <a:lnTo>
                  <a:pt x="3205" y="103473"/>
                </a:lnTo>
                <a:lnTo>
                  <a:pt x="3139" y="103386"/>
                </a:lnTo>
                <a:lnTo>
                  <a:pt x="3068" y="103305"/>
                </a:lnTo>
                <a:lnTo>
                  <a:pt x="2992" y="103230"/>
                </a:lnTo>
                <a:lnTo>
                  <a:pt x="2912" y="103159"/>
                </a:lnTo>
                <a:lnTo>
                  <a:pt x="2828" y="103095"/>
                </a:lnTo>
                <a:lnTo>
                  <a:pt x="2741" y="103036"/>
                </a:lnTo>
                <a:lnTo>
                  <a:pt x="2650" y="102983"/>
                </a:lnTo>
                <a:lnTo>
                  <a:pt x="2556" y="102936"/>
                </a:lnTo>
                <a:lnTo>
                  <a:pt x="2459" y="102895"/>
                </a:lnTo>
                <a:lnTo>
                  <a:pt x="2360" y="102860"/>
                </a:lnTo>
                <a:lnTo>
                  <a:pt x="2258" y="102832"/>
                </a:lnTo>
                <a:lnTo>
                  <a:pt x="2155" y="102810"/>
                </a:lnTo>
                <a:lnTo>
                  <a:pt x="2051" y="102794"/>
                </a:lnTo>
                <a:lnTo>
                  <a:pt x="1945" y="102786"/>
                </a:lnTo>
                <a:lnTo>
                  <a:pt x="1839" y="102784"/>
                </a:lnTo>
                <a:lnTo>
                  <a:pt x="1732" y="102790"/>
                </a:lnTo>
                <a:lnTo>
                  <a:pt x="1625" y="102802"/>
                </a:lnTo>
                <a:lnTo>
                  <a:pt x="1518" y="102822"/>
                </a:lnTo>
                <a:lnTo>
                  <a:pt x="1412" y="102849"/>
                </a:lnTo>
                <a:lnTo>
                  <a:pt x="1307" y="102884"/>
                </a:lnTo>
                <a:lnTo>
                  <a:pt x="1202" y="102926"/>
                </a:lnTo>
                <a:lnTo>
                  <a:pt x="1101" y="102975"/>
                </a:lnTo>
                <a:lnTo>
                  <a:pt x="1005" y="103030"/>
                </a:lnTo>
                <a:lnTo>
                  <a:pt x="914" y="103091"/>
                </a:lnTo>
                <a:lnTo>
                  <a:pt x="827" y="103157"/>
                </a:lnTo>
                <a:lnTo>
                  <a:pt x="746" y="103228"/>
                </a:lnTo>
                <a:lnTo>
                  <a:pt x="671" y="103304"/>
                </a:lnTo>
                <a:lnTo>
                  <a:pt x="600" y="103384"/>
                </a:lnTo>
                <a:lnTo>
                  <a:pt x="536" y="103468"/>
                </a:lnTo>
                <a:lnTo>
                  <a:pt x="477" y="103555"/>
                </a:lnTo>
                <a:lnTo>
                  <a:pt x="424" y="103647"/>
                </a:lnTo>
                <a:lnTo>
                  <a:pt x="377" y="103741"/>
                </a:lnTo>
                <a:lnTo>
                  <a:pt x="336" y="103838"/>
                </a:lnTo>
                <a:lnTo>
                  <a:pt x="302" y="103937"/>
                </a:lnTo>
                <a:lnTo>
                  <a:pt x="273" y="104038"/>
                </a:lnTo>
                <a:lnTo>
                  <a:pt x="252" y="104142"/>
                </a:lnTo>
                <a:lnTo>
                  <a:pt x="236" y="104246"/>
                </a:lnTo>
                <a:lnTo>
                  <a:pt x="228" y="104352"/>
                </a:lnTo>
                <a:lnTo>
                  <a:pt x="226" y="104459"/>
                </a:lnTo>
                <a:lnTo>
                  <a:pt x="232" y="104566"/>
                </a:lnTo>
                <a:lnTo>
                  <a:pt x="244" y="104673"/>
                </a:lnTo>
                <a:lnTo>
                  <a:pt x="264" y="104780"/>
                </a:lnTo>
                <a:lnTo>
                  <a:pt x="291" y="104886"/>
                </a:lnTo>
                <a:lnTo>
                  <a:pt x="325" y="104992"/>
                </a:lnTo>
                <a:lnTo>
                  <a:pt x="368" y="105096"/>
                </a:lnTo>
                <a:lnTo>
                  <a:pt x="7715" y="121682"/>
                </a:lnTo>
                <a:lnTo>
                  <a:pt x="19381" y="107799"/>
                </a:lnTo>
                <a:lnTo>
                  <a:pt x="19450" y="107710"/>
                </a:lnTo>
                <a:lnTo>
                  <a:pt x="19513" y="107618"/>
                </a:lnTo>
                <a:lnTo>
                  <a:pt x="19568" y="107524"/>
                </a:lnTo>
                <a:lnTo>
                  <a:pt x="19617" y="107427"/>
                </a:lnTo>
                <a:lnTo>
                  <a:pt x="19659" y="107327"/>
                </a:lnTo>
                <a:lnTo>
                  <a:pt x="19694" y="107226"/>
                </a:lnTo>
                <a:lnTo>
                  <a:pt x="19722" y="107123"/>
                </a:lnTo>
                <a:lnTo>
                  <a:pt x="19743" y="107019"/>
                </a:lnTo>
                <a:lnTo>
                  <a:pt x="19757" y="106915"/>
                </a:lnTo>
                <a:lnTo>
                  <a:pt x="19765" y="106809"/>
                </a:lnTo>
                <a:lnTo>
                  <a:pt x="19766" y="106704"/>
                </a:lnTo>
                <a:lnTo>
                  <a:pt x="19761" y="106599"/>
                </a:lnTo>
                <a:lnTo>
                  <a:pt x="19748" y="106495"/>
                </a:lnTo>
                <a:lnTo>
                  <a:pt x="19729" y="106391"/>
                </a:lnTo>
                <a:lnTo>
                  <a:pt x="19704" y="106289"/>
                </a:lnTo>
                <a:lnTo>
                  <a:pt x="19672" y="106188"/>
                </a:lnTo>
                <a:lnTo>
                  <a:pt x="19633" y="106089"/>
                </a:lnTo>
                <a:lnTo>
                  <a:pt x="19588" y="105993"/>
                </a:lnTo>
                <a:lnTo>
                  <a:pt x="19536" y="105899"/>
                </a:lnTo>
                <a:lnTo>
                  <a:pt x="19478" y="105808"/>
                </a:lnTo>
                <a:lnTo>
                  <a:pt x="19414" y="105721"/>
                </a:lnTo>
                <a:lnTo>
                  <a:pt x="19343" y="105637"/>
                </a:lnTo>
                <a:lnTo>
                  <a:pt x="19265" y="105557"/>
                </a:lnTo>
                <a:lnTo>
                  <a:pt x="19182" y="105482"/>
                </a:lnTo>
                <a:lnTo>
                  <a:pt x="19093" y="105412"/>
                </a:lnTo>
                <a:lnTo>
                  <a:pt x="19002" y="105350"/>
                </a:lnTo>
                <a:lnTo>
                  <a:pt x="18907" y="105294"/>
                </a:lnTo>
                <a:lnTo>
                  <a:pt x="18810" y="105245"/>
                </a:lnTo>
                <a:lnTo>
                  <a:pt x="18711" y="105203"/>
                </a:lnTo>
                <a:lnTo>
                  <a:pt x="18610" y="105168"/>
                </a:lnTo>
                <a:lnTo>
                  <a:pt x="18507" y="105140"/>
                </a:lnTo>
                <a:lnTo>
                  <a:pt x="18404" y="105119"/>
                </a:lnTo>
                <a:lnTo>
                  <a:pt x="18299" y="105105"/>
                </a:lnTo>
                <a:lnTo>
                  <a:pt x="18194" y="105097"/>
                </a:lnTo>
                <a:lnTo>
                  <a:pt x="18089" y="105096"/>
                </a:lnTo>
                <a:lnTo>
                  <a:pt x="17984" y="105102"/>
                </a:lnTo>
                <a:lnTo>
                  <a:pt x="17880" y="105114"/>
                </a:lnTo>
                <a:lnTo>
                  <a:pt x="17776" y="105133"/>
                </a:lnTo>
                <a:lnTo>
                  <a:pt x="17674" y="105158"/>
                </a:lnTo>
                <a:lnTo>
                  <a:pt x="17573" y="105191"/>
                </a:lnTo>
                <a:lnTo>
                  <a:pt x="17475" y="105229"/>
                </a:lnTo>
                <a:lnTo>
                  <a:pt x="17379" y="105275"/>
                </a:lnTo>
                <a:lnTo>
                  <a:pt x="17285" y="105326"/>
                </a:lnTo>
                <a:lnTo>
                  <a:pt x="17194" y="105384"/>
                </a:lnTo>
                <a:lnTo>
                  <a:pt x="17107" y="105449"/>
                </a:lnTo>
                <a:lnTo>
                  <a:pt x="17023" y="105520"/>
                </a:lnTo>
                <a:lnTo>
                  <a:pt x="16943" y="105597"/>
                </a:lnTo>
                <a:lnTo>
                  <a:pt x="16868" y="105681"/>
                </a:lnTo>
                <a:lnTo>
                  <a:pt x="10581" y="113164"/>
                </a:lnTo>
                <a:lnTo>
                  <a:pt x="26336" y="198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AB62A-B113-4CC6-A1E2-58EBEEAD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662" y="2032444"/>
            <a:ext cx="106133" cy="146417"/>
          </a:xfrm>
          <a:custGeom xmlns:a="http://schemas.openxmlformats.org/drawingml/2006/main">
            <a:pathLst>
              <a:path w="106133" h="146417">
                <a:moveTo>
                  <a:pt x="105602" y="2827"/>
                </a:moveTo>
                <a:lnTo>
                  <a:pt x="105665" y="2734"/>
                </a:lnTo>
                <a:lnTo>
                  <a:pt x="105720" y="2638"/>
                </a:lnTo>
                <a:lnTo>
                  <a:pt x="105769" y="2539"/>
                </a:lnTo>
                <a:lnTo>
                  <a:pt x="105810" y="2439"/>
                </a:lnTo>
                <a:lnTo>
                  <a:pt x="105844" y="2336"/>
                </a:lnTo>
                <a:lnTo>
                  <a:pt x="105871" y="2233"/>
                </a:lnTo>
                <a:lnTo>
                  <a:pt x="105892" y="2128"/>
                </a:lnTo>
                <a:lnTo>
                  <a:pt x="105905" y="2023"/>
                </a:lnTo>
                <a:lnTo>
                  <a:pt x="105912" y="1918"/>
                </a:lnTo>
                <a:lnTo>
                  <a:pt x="105912" y="1812"/>
                </a:lnTo>
                <a:lnTo>
                  <a:pt x="105905" y="1707"/>
                </a:lnTo>
                <a:lnTo>
                  <a:pt x="105892" y="1603"/>
                </a:lnTo>
                <a:lnTo>
                  <a:pt x="105872" y="1500"/>
                </a:lnTo>
                <a:lnTo>
                  <a:pt x="105845" y="1398"/>
                </a:lnTo>
                <a:lnTo>
                  <a:pt x="105812" y="1298"/>
                </a:lnTo>
                <a:lnTo>
                  <a:pt x="105772" y="1200"/>
                </a:lnTo>
                <a:lnTo>
                  <a:pt x="105727" y="1104"/>
                </a:lnTo>
                <a:lnTo>
                  <a:pt x="105674" y="1011"/>
                </a:lnTo>
                <a:lnTo>
                  <a:pt x="105616" y="922"/>
                </a:lnTo>
                <a:lnTo>
                  <a:pt x="105551" y="835"/>
                </a:lnTo>
                <a:lnTo>
                  <a:pt x="105481" y="753"/>
                </a:lnTo>
                <a:lnTo>
                  <a:pt x="105404" y="675"/>
                </a:lnTo>
                <a:lnTo>
                  <a:pt x="105321" y="601"/>
                </a:lnTo>
                <a:lnTo>
                  <a:pt x="105232" y="532"/>
                </a:lnTo>
                <a:lnTo>
                  <a:pt x="105138" y="469"/>
                </a:lnTo>
                <a:lnTo>
                  <a:pt x="105042" y="413"/>
                </a:lnTo>
                <a:lnTo>
                  <a:pt x="104944" y="365"/>
                </a:lnTo>
                <a:lnTo>
                  <a:pt x="104844" y="323"/>
                </a:lnTo>
                <a:lnTo>
                  <a:pt x="104742" y="289"/>
                </a:lnTo>
                <a:lnTo>
                  <a:pt x="104638" y="262"/>
                </a:lnTo>
                <a:lnTo>
                  <a:pt x="104534" y="241"/>
                </a:lnTo>
                <a:lnTo>
                  <a:pt x="104429" y="228"/>
                </a:lnTo>
                <a:lnTo>
                  <a:pt x="104324" y="221"/>
                </a:lnTo>
                <a:lnTo>
                  <a:pt x="104218" y="221"/>
                </a:lnTo>
                <a:lnTo>
                  <a:pt x="104113" y="228"/>
                </a:lnTo>
                <a:lnTo>
                  <a:pt x="104009" y="241"/>
                </a:lnTo>
                <a:lnTo>
                  <a:pt x="103906" y="261"/>
                </a:lnTo>
                <a:lnTo>
                  <a:pt x="103804" y="288"/>
                </a:lnTo>
                <a:lnTo>
                  <a:pt x="103704" y="321"/>
                </a:lnTo>
                <a:lnTo>
                  <a:pt x="103606" y="361"/>
                </a:lnTo>
                <a:lnTo>
                  <a:pt x="103511" y="407"/>
                </a:lnTo>
                <a:lnTo>
                  <a:pt x="103418" y="459"/>
                </a:lnTo>
                <a:lnTo>
                  <a:pt x="103329" y="517"/>
                </a:lnTo>
                <a:lnTo>
                  <a:pt x="103242" y="582"/>
                </a:lnTo>
                <a:lnTo>
                  <a:pt x="103160" y="653"/>
                </a:lnTo>
                <a:lnTo>
                  <a:pt x="103082" y="730"/>
                </a:lnTo>
                <a:lnTo>
                  <a:pt x="103008" y="813"/>
                </a:lnTo>
                <a:lnTo>
                  <a:pt x="102939" y="902"/>
                </a:lnTo>
                <a:lnTo>
                  <a:pt x="3883" y="138289"/>
                </a:lnTo>
                <a:lnTo>
                  <a:pt x="4535" y="128532"/>
                </a:lnTo>
                <a:lnTo>
                  <a:pt x="4539" y="128419"/>
                </a:lnTo>
                <a:lnTo>
                  <a:pt x="4535" y="128308"/>
                </a:lnTo>
                <a:lnTo>
                  <a:pt x="4524" y="128199"/>
                </a:lnTo>
                <a:lnTo>
                  <a:pt x="4506" y="128092"/>
                </a:lnTo>
                <a:lnTo>
                  <a:pt x="4481" y="127987"/>
                </a:lnTo>
                <a:lnTo>
                  <a:pt x="4449" y="127884"/>
                </a:lnTo>
                <a:lnTo>
                  <a:pt x="4411" y="127785"/>
                </a:lnTo>
                <a:lnTo>
                  <a:pt x="4367" y="127689"/>
                </a:lnTo>
                <a:lnTo>
                  <a:pt x="4316" y="127596"/>
                </a:lnTo>
                <a:lnTo>
                  <a:pt x="4261" y="127506"/>
                </a:lnTo>
                <a:lnTo>
                  <a:pt x="4199" y="127421"/>
                </a:lnTo>
                <a:lnTo>
                  <a:pt x="4133" y="127339"/>
                </a:lnTo>
                <a:lnTo>
                  <a:pt x="4061" y="127262"/>
                </a:lnTo>
                <a:lnTo>
                  <a:pt x="3985" y="127190"/>
                </a:lnTo>
                <a:lnTo>
                  <a:pt x="3904" y="127123"/>
                </a:lnTo>
                <a:lnTo>
                  <a:pt x="3818" y="127061"/>
                </a:lnTo>
                <a:lnTo>
                  <a:pt x="3729" y="127004"/>
                </a:lnTo>
                <a:lnTo>
                  <a:pt x="3635" y="126953"/>
                </a:lnTo>
                <a:lnTo>
                  <a:pt x="3538" y="126908"/>
                </a:lnTo>
                <a:lnTo>
                  <a:pt x="3438" y="126869"/>
                </a:lnTo>
                <a:lnTo>
                  <a:pt x="3334" y="126837"/>
                </a:lnTo>
                <a:lnTo>
                  <a:pt x="3228" y="126811"/>
                </a:lnTo>
                <a:lnTo>
                  <a:pt x="3118" y="126792"/>
                </a:lnTo>
                <a:lnTo>
                  <a:pt x="3006" y="126781"/>
                </a:lnTo>
                <a:lnTo>
                  <a:pt x="2894" y="126777"/>
                </a:lnTo>
                <a:lnTo>
                  <a:pt x="2783" y="126781"/>
                </a:lnTo>
                <a:lnTo>
                  <a:pt x="2674" y="126792"/>
                </a:lnTo>
                <a:lnTo>
                  <a:pt x="2567" y="126810"/>
                </a:lnTo>
                <a:lnTo>
                  <a:pt x="2462" y="126836"/>
                </a:lnTo>
                <a:lnTo>
                  <a:pt x="2360" y="126867"/>
                </a:lnTo>
                <a:lnTo>
                  <a:pt x="2261" y="126905"/>
                </a:lnTo>
                <a:lnTo>
                  <a:pt x="2164" y="126950"/>
                </a:lnTo>
                <a:lnTo>
                  <a:pt x="2072" y="127000"/>
                </a:lnTo>
                <a:lnTo>
                  <a:pt x="1982" y="127056"/>
                </a:lnTo>
                <a:lnTo>
                  <a:pt x="1897" y="127117"/>
                </a:lnTo>
                <a:lnTo>
                  <a:pt x="1816" y="127184"/>
                </a:lnTo>
                <a:lnTo>
                  <a:pt x="1739" y="127256"/>
                </a:lnTo>
                <a:lnTo>
                  <a:pt x="1667" y="127332"/>
                </a:lnTo>
                <a:lnTo>
                  <a:pt x="1599" y="127413"/>
                </a:lnTo>
                <a:lnTo>
                  <a:pt x="1537" y="127499"/>
                </a:lnTo>
                <a:lnTo>
                  <a:pt x="1481" y="127588"/>
                </a:lnTo>
                <a:lnTo>
                  <a:pt x="1430" y="127682"/>
                </a:lnTo>
                <a:lnTo>
                  <a:pt x="1385" y="127779"/>
                </a:lnTo>
                <a:lnTo>
                  <a:pt x="1346" y="127880"/>
                </a:lnTo>
                <a:lnTo>
                  <a:pt x="1314" y="127984"/>
                </a:lnTo>
                <a:lnTo>
                  <a:pt x="1288" y="128090"/>
                </a:lnTo>
                <a:lnTo>
                  <a:pt x="1269" y="128200"/>
                </a:lnTo>
                <a:lnTo>
                  <a:pt x="1258" y="128312"/>
                </a:lnTo>
                <a:lnTo>
                  <a:pt x="49" y="146417"/>
                </a:lnTo>
                <a:lnTo>
                  <a:pt x="16827" y="139572"/>
                </a:lnTo>
                <a:lnTo>
                  <a:pt x="16930" y="139526"/>
                </a:lnTo>
                <a:lnTo>
                  <a:pt x="17028" y="139474"/>
                </a:lnTo>
                <a:lnTo>
                  <a:pt x="17121" y="139416"/>
                </a:lnTo>
                <a:lnTo>
                  <a:pt x="17209" y="139353"/>
                </a:lnTo>
                <a:lnTo>
                  <a:pt x="17292" y="139285"/>
                </a:lnTo>
                <a:lnTo>
                  <a:pt x="17370" y="139211"/>
                </a:lnTo>
                <a:lnTo>
                  <a:pt x="17443" y="139133"/>
                </a:lnTo>
                <a:lnTo>
                  <a:pt x="17510" y="139051"/>
                </a:lnTo>
                <a:lnTo>
                  <a:pt x="17572" y="138965"/>
                </a:lnTo>
                <a:lnTo>
                  <a:pt x="17627" y="138876"/>
                </a:lnTo>
                <a:lnTo>
                  <a:pt x="17677" y="138783"/>
                </a:lnTo>
                <a:lnTo>
                  <a:pt x="17721" y="138688"/>
                </a:lnTo>
                <a:lnTo>
                  <a:pt x="17759" y="138590"/>
                </a:lnTo>
                <a:lnTo>
                  <a:pt x="17790" y="138489"/>
                </a:lnTo>
                <a:lnTo>
                  <a:pt x="17815" y="138387"/>
                </a:lnTo>
                <a:lnTo>
                  <a:pt x="17833" y="138283"/>
                </a:lnTo>
                <a:lnTo>
                  <a:pt x="17845" y="138177"/>
                </a:lnTo>
                <a:lnTo>
                  <a:pt x="17850" y="138071"/>
                </a:lnTo>
                <a:lnTo>
                  <a:pt x="17848" y="137964"/>
                </a:lnTo>
                <a:lnTo>
                  <a:pt x="17839" y="137856"/>
                </a:lnTo>
                <a:lnTo>
                  <a:pt x="17822" y="137749"/>
                </a:lnTo>
                <a:lnTo>
                  <a:pt x="17799" y="137641"/>
                </a:lnTo>
                <a:lnTo>
                  <a:pt x="17767" y="137535"/>
                </a:lnTo>
                <a:lnTo>
                  <a:pt x="17728" y="137429"/>
                </a:lnTo>
                <a:lnTo>
                  <a:pt x="17682" y="137326"/>
                </a:lnTo>
                <a:lnTo>
                  <a:pt x="17631" y="137228"/>
                </a:lnTo>
                <a:lnTo>
                  <a:pt x="17573" y="137135"/>
                </a:lnTo>
                <a:lnTo>
                  <a:pt x="17510" y="137046"/>
                </a:lnTo>
                <a:lnTo>
                  <a:pt x="17441" y="136963"/>
                </a:lnTo>
                <a:lnTo>
                  <a:pt x="17368" y="136885"/>
                </a:lnTo>
                <a:lnTo>
                  <a:pt x="17290" y="136812"/>
                </a:lnTo>
                <a:lnTo>
                  <a:pt x="17208" y="136745"/>
                </a:lnTo>
                <a:lnTo>
                  <a:pt x="17123" y="136683"/>
                </a:lnTo>
                <a:lnTo>
                  <a:pt x="17033" y="136628"/>
                </a:lnTo>
                <a:lnTo>
                  <a:pt x="16941" y="136578"/>
                </a:lnTo>
                <a:lnTo>
                  <a:pt x="16845" y="136534"/>
                </a:lnTo>
                <a:lnTo>
                  <a:pt x="16747" y="136496"/>
                </a:lnTo>
                <a:lnTo>
                  <a:pt x="16647" y="136465"/>
                </a:lnTo>
                <a:lnTo>
                  <a:pt x="16545" y="136440"/>
                </a:lnTo>
                <a:lnTo>
                  <a:pt x="16441" y="136421"/>
                </a:lnTo>
                <a:lnTo>
                  <a:pt x="16335" y="136409"/>
                </a:lnTo>
                <a:lnTo>
                  <a:pt x="16229" y="136405"/>
                </a:lnTo>
                <a:lnTo>
                  <a:pt x="16122" y="136407"/>
                </a:lnTo>
                <a:lnTo>
                  <a:pt x="16015" y="136416"/>
                </a:lnTo>
                <a:lnTo>
                  <a:pt x="15908" y="136432"/>
                </a:lnTo>
                <a:lnTo>
                  <a:pt x="15800" y="136456"/>
                </a:lnTo>
                <a:lnTo>
                  <a:pt x="15694" y="136487"/>
                </a:lnTo>
                <a:lnTo>
                  <a:pt x="15588" y="136526"/>
                </a:lnTo>
                <a:lnTo>
                  <a:pt x="6546" y="140215"/>
                </a:lnTo>
                <a:lnTo>
                  <a:pt x="105602" y="282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49BBC-6560-48E8-88D8-FBA91CFD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650" y="2011054"/>
            <a:ext cx="100574" cy="161032"/>
          </a:xfrm>
          <a:custGeom xmlns:a="http://schemas.openxmlformats.org/drawingml/2006/main">
            <a:pathLst>
              <a:path w="100574" h="161032">
                <a:moveTo>
                  <a:pt x="3207" y="917"/>
                </a:moveTo>
                <a:lnTo>
                  <a:pt x="3139" y="829"/>
                </a:lnTo>
                <a:lnTo>
                  <a:pt x="3067" y="746"/>
                </a:lnTo>
                <a:lnTo>
                  <a:pt x="2990" y="670"/>
                </a:lnTo>
                <a:lnTo>
                  <a:pt x="2908" y="599"/>
                </a:lnTo>
                <a:lnTo>
                  <a:pt x="2823" y="534"/>
                </a:lnTo>
                <a:lnTo>
                  <a:pt x="2734" y="475"/>
                </a:lnTo>
                <a:lnTo>
                  <a:pt x="2642" y="423"/>
                </a:lnTo>
                <a:lnTo>
                  <a:pt x="2548" y="377"/>
                </a:lnTo>
                <a:lnTo>
                  <a:pt x="2450" y="336"/>
                </a:lnTo>
                <a:lnTo>
                  <a:pt x="2351" y="303"/>
                </a:lnTo>
                <a:lnTo>
                  <a:pt x="2249" y="275"/>
                </a:lnTo>
                <a:lnTo>
                  <a:pt x="2146" y="254"/>
                </a:lnTo>
                <a:lnTo>
                  <a:pt x="2042" y="240"/>
                </a:lnTo>
                <a:lnTo>
                  <a:pt x="1937" y="233"/>
                </a:lnTo>
                <a:lnTo>
                  <a:pt x="1832" y="232"/>
                </a:lnTo>
                <a:lnTo>
                  <a:pt x="1726" y="238"/>
                </a:lnTo>
                <a:lnTo>
                  <a:pt x="1620" y="251"/>
                </a:lnTo>
                <a:lnTo>
                  <a:pt x="1515" y="271"/>
                </a:lnTo>
                <a:lnTo>
                  <a:pt x="1411" y="298"/>
                </a:lnTo>
                <a:lnTo>
                  <a:pt x="1308" y="332"/>
                </a:lnTo>
                <a:lnTo>
                  <a:pt x="1206" y="373"/>
                </a:lnTo>
                <a:lnTo>
                  <a:pt x="1106" y="422"/>
                </a:lnTo>
                <a:lnTo>
                  <a:pt x="1009" y="478"/>
                </a:lnTo>
                <a:lnTo>
                  <a:pt x="915" y="540"/>
                </a:lnTo>
                <a:lnTo>
                  <a:pt x="827" y="608"/>
                </a:lnTo>
                <a:lnTo>
                  <a:pt x="745" y="681"/>
                </a:lnTo>
                <a:lnTo>
                  <a:pt x="669" y="758"/>
                </a:lnTo>
                <a:lnTo>
                  <a:pt x="598" y="840"/>
                </a:lnTo>
                <a:lnTo>
                  <a:pt x="533" y="925"/>
                </a:lnTo>
                <a:lnTo>
                  <a:pt x="475" y="1014"/>
                </a:lnTo>
                <a:lnTo>
                  <a:pt x="422" y="1106"/>
                </a:lnTo>
                <a:lnTo>
                  <a:pt x="376" y="1201"/>
                </a:lnTo>
                <a:lnTo>
                  <a:pt x="336" y="1299"/>
                </a:lnTo>
                <a:lnTo>
                  <a:pt x="302" y="1399"/>
                </a:lnTo>
                <a:lnTo>
                  <a:pt x="275" y="1500"/>
                </a:lnTo>
                <a:lnTo>
                  <a:pt x="254" y="1603"/>
                </a:lnTo>
                <a:lnTo>
                  <a:pt x="240" y="1708"/>
                </a:lnTo>
                <a:lnTo>
                  <a:pt x="233" y="1813"/>
                </a:lnTo>
                <a:lnTo>
                  <a:pt x="232" y="1918"/>
                </a:lnTo>
                <a:lnTo>
                  <a:pt x="238" y="2024"/>
                </a:lnTo>
                <a:lnTo>
                  <a:pt x="251" y="2130"/>
                </a:lnTo>
                <a:lnTo>
                  <a:pt x="271" y="2235"/>
                </a:lnTo>
                <a:lnTo>
                  <a:pt x="298" y="2340"/>
                </a:lnTo>
                <a:lnTo>
                  <a:pt x="332" y="2443"/>
                </a:lnTo>
                <a:lnTo>
                  <a:pt x="373" y="2545"/>
                </a:lnTo>
                <a:lnTo>
                  <a:pt x="422" y="2644"/>
                </a:lnTo>
                <a:lnTo>
                  <a:pt x="478" y="2742"/>
                </a:lnTo>
                <a:lnTo>
                  <a:pt x="94289" y="154386"/>
                </a:lnTo>
                <a:lnTo>
                  <a:pt x="85529" y="150066"/>
                </a:lnTo>
                <a:lnTo>
                  <a:pt x="85426" y="150020"/>
                </a:lnTo>
                <a:lnTo>
                  <a:pt x="85322" y="149981"/>
                </a:lnTo>
                <a:lnTo>
                  <a:pt x="85217" y="149950"/>
                </a:lnTo>
                <a:lnTo>
                  <a:pt x="85111" y="149926"/>
                </a:lnTo>
                <a:lnTo>
                  <a:pt x="85005" y="149909"/>
                </a:lnTo>
                <a:lnTo>
                  <a:pt x="84898" y="149899"/>
                </a:lnTo>
                <a:lnTo>
                  <a:pt x="84792" y="149897"/>
                </a:lnTo>
                <a:lnTo>
                  <a:pt x="84686" y="149901"/>
                </a:lnTo>
                <a:lnTo>
                  <a:pt x="84581" y="149912"/>
                </a:lnTo>
                <a:lnTo>
                  <a:pt x="84477" y="149930"/>
                </a:lnTo>
                <a:lnTo>
                  <a:pt x="84375" y="149954"/>
                </a:lnTo>
                <a:lnTo>
                  <a:pt x="84275" y="149985"/>
                </a:lnTo>
                <a:lnTo>
                  <a:pt x="84176" y="150022"/>
                </a:lnTo>
                <a:lnTo>
                  <a:pt x="84080" y="150065"/>
                </a:lnTo>
                <a:lnTo>
                  <a:pt x="83987" y="150114"/>
                </a:lnTo>
                <a:lnTo>
                  <a:pt x="83898" y="150170"/>
                </a:lnTo>
                <a:lnTo>
                  <a:pt x="83811" y="150231"/>
                </a:lnTo>
                <a:lnTo>
                  <a:pt x="83728" y="150298"/>
                </a:lnTo>
                <a:lnTo>
                  <a:pt x="83650" y="150371"/>
                </a:lnTo>
                <a:lnTo>
                  <a:pt x="83576" y="150449"/>
                </a:lnTo>
                <a:lnTo>
                  <a:pt x="83507" y="150533"/>
                </a:lnTo>
                <a:lnTo>
                  <a:pt x="83442" y="150622"/>
                </a:lnTo>
                <a:lnTo>
                  <a:pt x="83384" y="150716"/>
                </a:lnTo>
                <a:lnTo>
                  <a:pt x="83331" y="150815"/>
                </a:lnTo>
                <a:lnTo>
                  <a:pt x="83284" y="150918"/>
                </a:lnTo>
                <a:lnTo>
                  <a:pt x="83246" y="151022"/>
                </a:lnTo>
                <a:lnTo>
                  <a:pt x="83214" y="151127"/>
                </a:lnTo>
                <a:lnTo>
                  <a:pt x="83190" y="151233"/>
                </a:lnTo>
                <a:lnTo>
                  <a:pt x="83174" y="151340"/>
                </a:lnTo>
                <a:lnTo>
                  <a:pt x="83164" y="151446"/>
                </a:lnTo>
                <a:lnTo>
                  <a:pt x="83161" y="151553"/>
                </a:lnTo>
                <a:lnTo>
                  <a:pt x="83166" y="151659"/>
                </a:lnTo>
                <a:lnTo>
                  <a:pt x="83177" y="151764"/>
                </a:lnTo>
                <a:lnTo>
                  <a:pt x="83194" y="151868"/>
                </a:lnTo>
                <a:lnTo>
                  <a:pt x="83218" y="151970"/>
                </a:lnTo>
                <a:lnTo>
                  <a:pt x="83249" y="152071"/>
                </a:lnTo>
                <a:lnTo>
                  <a:pt x="83286" y="152170"/>
                </a:lnTo>
                <a:lnTo>
                  <a:pt x="83329" y="152266"/>
                </a:lnTo>
                <a:lnTo>
                  <a:pt x="83379" y="152359"/>
                </a:lnTo>
                <a:lnTo>
                  <a:pt x="83434" y="152449"/>
                </a:lnTo>
                <a:lnTo>
                  <a:pt x="83495" y="152535"/>
                </a:lnTo>
                <a:lnTo>
                  <a:pt x="83562" y="152618"/>
                </a:lnTo>
                <a:lnTo>
                  <a:pt x="83635" y="152697"/>
                </a:lnTo>
                <a:lnTo>
                  <a:pt x="83713" y="152771"/>
                </a:lnTo>
                <a:lnTo>
                  <a:pt x="83796" y="152840"/>
                </a:lnTo>
                <a:lnTo>
                  <a:pt x="83885" y="152905"/>
                </a:lnTo>
                <a:lnTo>
                  <a:pt x="83979" y="152964"/>
                </a:lnTo>
                <a:lnTo>
                  <a:pt x="84079" y="153017"/>
                </a:lnTo>
                <a:lnTo>
                  <a:pt x="100332" y="161032"/>
                </a:lnTo>
                <a:lnTo>
                  <a:pt x="100342" y="158398"/>
                </a:lnTo>
                <a:lnTo>
                  <a:pt x="100342" y="158352"/>
                </a:lnTo>
                <a:lnTo>
                  <a:pt x="100342" y="158349"/>
                </a:lnTo>
                <a:lnTo>
                  <a:pt x="100402" y="142886"/>
                </a:lnTo>
                <a:lnTo>
                  <a:pt x="100399" y="142774"/>
                </a:lnTo>
                <a:lnTo>
                  <a:pt x="100388" y="142663"/>
                </a:lnTo>
                <a:lnTo>
                  <a:pt x="100370" y="142555"/>
                </a:lnTo>
                <a:lnTo>
                  <a:pt x="100345" y="142449"/>
                </a:lnTo>
                <a:lnTo>
                  <a:pt x="100314" y="142346"/>
                </a:lnTo>
                <a:lnTo>
                  <a:pt x="100276" y="142246"/>
                </a:lnTo>
                <a:lnTo>
                  <a:pt x="100232" y="142149"/>
                </a:lnTo>
                <a:lnTo>
                  <a:pt x="100182" y="142056"/>
                </a:lnTo>
                <a:lnTo>
                  <a:pt x="100126" y="141966"/>
                </a:lnTo>
                <a:lnTo>
                  <a:pt x="100064" y="141880"/>
                </a:lnTo>
                <a:lnTo>
                  <a:pt x="99998" y="141799"/>
                </a:lnTo>
                <a:lnTo>
                  <a:pt x="99926" y="141722"/>
                </a:lnTo>
                <a:lnTo>
                  <a:pt x="99850" y="141650"/>
                </a:lnTo>
                <a:lnTo>
                  <a:pt x="99769" y="141582"/>
                </a:lnTo>
                <a:lnTo>
                  <a:pt x="99684" y="141520"/>
                </a:lnTo>
                <a:lnTo>
                  <a:pt x="99595" y="141463"/>
                </a:lnTo>
                <a:lnTo>
                  <a:pt x="99502" y="141412"/>
                </a:lnTo>
                <a:lnTo>
                  <a:pt x="99406" y="141367"/>
                </a:lnTo>
                <a:lnTo>
                  <a:pt x="99306" y="141328"/>
                </a:lnTo>
                <a:lnTo>
                  <a:pt x="99203" y="141296"/>
                </a:lnTo>
                <a:lnTo>
                  <a:pt x="99098" y="141270"/>
                </a:lnTo>
                <a:lnTo>
                  <a:pt x="98990" y="141251"/>
                </a:lnTo>
                <a:lnTo>
                  <a:pt x="98879" y="141240"/>
                </a:lnTo>
                <a:lnTo>
                  <a:pt x="98767" y="141236"/>
                </a:lnTo>
                <a:lnTo>
                  <a:pt x="98654" y="141239"/>
                </a:lnTo>
                <a:lnTo>
                  <a:pt x="98544" y="141250"/>
                </a:lnTo>
                <a:lnTo>
                  <a:pt x="98436" y="141268"/>
                </a:lnTo>
                <a:lnTo>
                  <a:pt x="98330" y="141293"/>
                </a:lnTo>
                <a:lnTo>
                  <a:pt x="98227" y="141324"/>
                </a:lnTo>
                <a:lnTo>
                  <a:pt x="98127" y="141362"/>
                </a:lnTo>
                <a:lnTo>
                  <a:pt x="98030" y="141407"/>
                </a:lnTo>
                <a:lnTo>
                  <a:pt x="97937" y="141457"/>
                </a:lnTo>
                <a:lnTo>
                  <a:pt x="97848" y="141513"/>
                </a:lnTo>
                <a:lnTo>
                  <a:pt x="97762" y="141574"/>
                </a:lnTo>
                <a:lnTo>
                  <a:pt x="97681" y="141641"/>
                </a:lnTo>
                <a:lnTo>
                  <a:pt x="97604" y="141713"/>
                </a:lnTo>
                <a:lnTo>
                  <a:pt x="97532" y="141789"/>
                </a:lnTo>
                <a:lnTo>
                  <a:pt x="97465" y="141870"/>
                </a:lnTo>
                <a:lnTo>
                  <a:pt x="97403" y="141955"/>
                </a:lnTo>
                <a:lnTo>
                  <a:pt x="97346" y="142044"/>
                </a:lnTo>
                <a:lnTo>
                  <a:pt x="97295" y="142137"/>
                </a:lnTo>
                <a:lnTo>
                  <a:pt x="97250" y="142234"/>
                </a:lnTo>
                <a:lnTo>
                  <a:pt x="97211" y="142334"/>
                </a:lnTo>
                <a:lnTo>
                  <a:pt x="97179" y="142437"/>
                </a:lnTo>
                <a:lnTo>
                  <a:pt x="97153" y="142542"/>
                </a:lnTo>
                <a:lnTo>
                  <a:pt x="97135" y="142650"/>
                </a:lnTo>
                <a:lnTo>
                  <a:pt x="97123" y="142761"/>
                </a:lnTo>
                <a:lnTo>
                  <a:pt x="97119" y="142873"/>
                </a:lnTo>
                <a:lnTo>
                  <a:pt x="97080" y="152653"/>
                </a:lnTo>
                <a:lnTo>
                  <a:pt x="3269" y="1010"/>
                </a:lnTo>
                <a:lnTo>
                  <a:pt x="3207" y="91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93CED-277D-4DC6-8942-14D75DD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87" y="1959125"/>
            <a:ext cx="428278" cy="156984"/>
          </a:xfrm>
          <a:custGeom xmlns:a="http://schemas.openxmlformats.org/drawingml/2006/main">
            <a:pathLst>
              <a:path w="428278" h="156984">
                <a:moveTo>
                  <a:pt x="0" y="92025"/>
                </a:moveTo>
                <a:lnTo>
                  <a:pt x="194268" y="0"/>
                </a:lnTo>
                <a:lnTo>
                  <a:pt x="428278" y="64960"/>
                </a:lnTo>
                <a:lnTo>
                  <a:pt x="234009" y="156984"/>
                </a:lnTo>
                <a:lnTo>
                  <a:pt x="0" y="92025"/>
                </a:lnTo>
                <a:close/>
              </a:path>
            </a:pathLst>
          </a:custGeom>
          <a:solidFill xmlns:a="http://schemas.openxmlformats.org/drawingml/2006/main">
            <a:srgbClr val="F5EEE2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ACAD3-6622-460D-A581-F2522930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87" y="1959125"/>
            <a:ext cx="428278" cy="156984"/>
          </a:xfrm>
          <a:custGeom xmlns:a="http://schemas.openxmlformats.org/drawingml/2006/main">
            <a:pathLst>
              <a:path w="428278" h="156984" fill="none">
                <a:moveTo>
                  <a:pt x="0" y="92024"/>
                </a:moveTo>
                <a:lnTo>
                  <a:pt x="194269" y="0"/>
                </a:lnTo>
                <a:lnTo>
                  <a:pt x="428278" y="64960"/>
                </a:lnTo>
                <a:lnTo>
                  <a:pt x="234009" y="156984"/>
                </a:lnTo>
                <a:lnTo>
                  <a:pt x="0" y="920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765A28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D9B9C-572C-4117-A6DD-6BF4C35F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274" y="2017589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2"/>
                  <a:pt x="9958" y="2797"/>
                  <a:pt x="22942" y="1399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B186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4D2F4-2905-4DD0-9F16-618D5D1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274" y="2017588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765A28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5955E-0910-4CB9-AE4F-86D070D8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111" y="2057136"/>
            <a:ext cx="61112" cy="178538"/>
          </a:xfrm>
          <a:custGeom xmlns:a="http://schemas.openxmlformats.org/drawingml/2006/main">
            <a:pathLst>
              <a:path w="61112" h="178538">
                <a:moveTo>
                  <a:pt x="60874" y="2215"/>
                </a:moveTo>
                <a:lnTo>
                  <a:pt x="60896" y="2106"/>
                </a:lnTo>
                <a:lnTo>
                  <a:pt x="60910" y="1998"/>
                </a:lnTo>
                <a:lnTo>
                  <a:pt x="60917" y="1889"/>
                </a:lnTo>
                <a:lnTo>
                  <a:pt x="60917" y="1781"/>
                </a:lnTo>
                <a:lnTo>
                  <a:pt x="60910" y="1674"/>
                </a:lnTo>
                <a:lnTo>
                  <a:pt x="60896" y="1569"/>
                </a:lnTo>
                <a:lnTo>
                  <a:pt x="60875" y="1465"/>
                </a:lnTo>
                <a:lnTo>
                  <a:pt x="60847" y="1363"/>
                </a:lnTo>
                <a:lnTo>
                  <a:pt x="60813" y="1263"/>
                </a:lnTo>
                <a:lnTo>
                  <a:pt x="60773" y="1165"/>
                </a:lnTo>
                <a:lnTo>
                  <a:pt x="60727" y="1071"/>
                </a:lnTo>
                <a:lnTo>
                  <a:pt x="60675" y="979"/>
                </a:lnTo>
                <a:lnTo>
                  <a:pt x="60617" y="891"/>
                </a:lnTo>
                <a:lnTo>
                  <a:pt x="60554" y="807"/>
                </a:lnTo>
                <a:lnTo>
                  <a:pt x="60485" y="727"/>
                </a:lnTo>
                <a:lnTo>
                  <a:pt x="60411" y="651"/>
                </a:lnTo>
                <a:lnTo>
                  <a:pt x="60332" y="580"/>
                </a:lnTo>
                <a:lnTo>
                  <a:pt x="60248" y="514"/>
                </a:lnTo>
                <a:lnTo>
                  <a:pt x="60159" y="453"/>
                </a:lnTo>
                <a:lnTo>
                  <a:pt x="60066" y="397"/>
                </a:lnTo>
                <a:lnTo>
                  <a:pt x="59968" y="348"/>
                </a:lnTo>
                <a:lnTo>
                  <a:pt x="59866" y="304"/>
                </a:lnTo>
                <a:lnTo>
                  <a:pt x="59759" y="268"/>
                </a:lnTo>
                <a:lnTo>
                  <a:pt x="59651" y="238"/>
                </a:lnTo>
                <a:lnTo>
                  <a:pt x="59542" y="216"/>
                </a:lnTo>
                <a:lnTo>
                  <a:pt x="59433" y="202"/>
                </a:lnTo>
                <a:lnTo>
                  <a:pt x="59325" y="195"/>
                </a:lnTo>
                <a:lnTo>
                  <a:pt x="59217" y="195"/>
                </a:lnTo>
                <a:lnTo>
                  <a:pt x="59111" y="202"/>
                </a:lnTo>
                <a:lnTo>
                  <a:pt x="59005" y="217"/>
                </a:lnTo>
                <a:lnTo>
                  <a:pt x="58902" y="238"/>
                </a:lnTo>
                <a:lnTo>
                  <a:pt x="58800" y="265"/>
                </a:lnTo>
                <a:lnTo>
                  <a:pt x="58700" y="299"/>
                </a:lnTo>
                <a:lnTo>
                  <a:pt x="58603" y="339"/>
                </a:lnTo>
                <a:lnTo>
                  <a:pt x="58508" y="385"/>
                </a:lnTo>
                <a:lnTo>
                  <a:pt x="58417" y="437"/>
                </a:lnTo>
                <a:lnTo>
                  <a:pt x="58329" y="495"/>
                </a:lnTo>
                <a:lnTo>
                  <a:pt x="58245" y="559"/>
                </a:lnTo>
                <a:lnTo>
                  <a:pt x="58165" y="627"/>
                </a:lnTo>
                <a:lnTo>
                  <a:pt x="58089" y="702"/>
                </a:lnTo>
                <a:lnTo>
                  <a:pt x="58018" y="781"/>
                </a:lnTo>
                <a:lnTo>
                  <a:pt x="57952" y="865"/>
                </a:lnTo>
                <a:lnTo>
                  <a:pt x="57891" y="954"/>
                </a:lnTo>
                <a:lnTo>
                  <a:pt x="57836" y="1048"/>
                </a:lnTo>
                <a:lnTo>
                  <a:pt x="57786" y="1146"/>
                </a:lnTo>
                <a:lnTo>
                  <a:pt x="57743" y="1248"/>
                </a:lnTo>
                <a:lnTo>
                  <a:pt x="57706" y="1354"/>
                </a:lnTo>
                <a:lnTo>
                  <a:pt x="5912" y="169609"/>
                </a:lnTo>
                <a:lnTo>
                  <a:pt x="3407" y="160157"/>
                </a:lnTo>
                <a:lnTo>
                  <a:pt x="3374" y="160049"/>
                </a:lnTo>
                <a:lnTo>
                  <a:pt x="3335" y="159945"/>
                </a:lnTo>
                <a:lnTo>
                  <a:pt x="3289" y="159845"/>
                </a:lnTo>
                <a:lnTo>
                  <a:pt x="3238" y="159749"/>
                </a:lnTo>
                <a:lnTo>
                  <a:pt x="3181" y="159658"/>
                </a:lnTo>
                <a:lnTo>
                  <a:pt x="3118" y="159571"/>
                </a:lnTo>
                <a:lnTo>
                  <a:pt x="3050" y="159489"/>
                </a:lnTo>
                <a:lnTo>
                  <a:pt x="2977" y="159412"/>
                </a:lnTo>
                <a:lnTo>
                  <a:pt x="2900" y="159340"/>
                </a:lnTo>
                <a:lnTo>
                  <a:pt x="2818" y="159273"/>
                </a:lnTo>
                <a:lnTo>
                  <a:pt x="2733" y="159212"/>
                </a:lnTo>
                <a:lnTo>
                  <a:pt x="2644" y="159156"/>
                </a:lnTo>
                <a:lnTo>
                  <a:pt x="2551" y="159107"/>
                </a:lnTo>
                <a:lnTo>
                  <a:pt x="2456" y="159063"/>
                </a:lnTo>
                <a:lnTo>
                  <a:pt x="2357" y="159025"/>
                </a:lnTo>
                <a:lnTo>
                  <a:pt x="2257" y="158993"/>
                </a:lnTo>
                <a:lnTo>
                  <a:pt x="2154" y="158968"/>
                </a:lnTo>
                <a:lnTo>
                  <a:pt x="2049" y="158950"/>
                </a:lnTo>
                <a:lnTo>
                  <a:pt x="1943" y="158938"/>
                </a:lnTo>
                <a:lnTo>
                  <a:pt x="1835" y="158934"/>
                </a:lnTo>
                <a:lnTo>
                  <a:pt x="1726" y="158937"/>
                </a:lnTo>
                <a:lnTo>
                  <a:pt x="1617" y="158946"/>
                </a:lnTo>
                <a:lnTo>
                  <a:pt x="1508" y="158964"/>
                </a:lnTo>
                <a:lnTo>
                  <a:pt x="1398" y="158989"/>
                </a:lnTo>
                <a:lnTo>
                  <a:pt x="1290" y="159022"/>
                </a:lnTo>
                <a:lnTo>
                  <a:pt x="1186" y="159061"/>
                </a:lnTo>
                <a:lnTo>
                  <a:pt x="1087" y="159107"/>
                </a:lnTo>
                <a:lnTo>
                  <a:pt x="991" y="159158"/>
                </a:lnTo>
                <a:lnTo>
                  <a:pt x="900" y="159216"/>
                </a:lnTo>
                <a:lnTo>
                  <a:pt x="813" y="159278"/>
                </a:lnTo>
                <a:lnTo>
                  <a:pt x="731" y="159346"/>
                </a:lnTo>
                <a:lnTo>
                  <a:pt x="655" y="159419"/>
                </a:lnTo>
                <a:lnTo>
                  <a:pt x="583" y="159497"/>
                </a:lnTo>
                <a:lnTo>
                  <a:pt x="516" y="159578"/>
                </a:lnTo>
                <a:lnTo>
                  <a:pt x="455" y="159664"/>
                </a:lnTo>
                <a:lnTo>
                  <a:pt x="399" y="159753"/>
                </a:lnTo>
                <a:lnTo>
                  <a:pt x="350" y="159846"/>
                </a:lnTo>
                <a:lnTo>
                  <a:pt x="306" y="159942"/>
                </a:lnTo>
                <a:lnTo>
                  <a:pt x="268" y="160040"/>
                </a:lnTo>
                <a:lnTo>
                  <a:pt x="237" y="160141"/>
                </a:lnTo>
                <a:lnTo>
                  <a:pt x="212" y="160244"/>
                </a:lnTo>
                <a:lnTo>
                  <a:pt x="193" y="160349"/>
                </a:lnTo>
                <a:lnTo>
                  <a:pt x="182" y="160455"/>
                </a:lnTo>
                <a:lnTo>
                  <a:pt x="177" y="160563"/>
                </a:lnTo>
                <a:lnTo>
                  <a:pt x="180" y="160672"/>
                </a:lnTo>
                <a:lnTo>
                  <a:pt x="190" y="160781"/>
                </a:lnTo>
                <a:lnTo>
                  <a:pt x="208" y="160891"/>
                </a:lnTo>
                <a:lnTo>
                  <a:pt x="233" y="161001"/>
                </a:lnTo>
                <a:lnTo>
                  <a:pt x="4195" y="175946"/>
                </a:lnTo>
                <a:lnTo>
                  <a:pt x="4195" y="175949"/>
                </a:lnTo>
                <a:lnTo>
                  <a:pt x="4208" y="175997"/>
                </a:lnTo>
                <a:lnTo>
                  <a:pt x="4882" y="178538"/>
                </a:lnTo>
                <a:lnTo>
                  <a:pt x="6895" y="176794"/>
                </a:lnTo>
                <a:lnTo>
                  <a:pt x="6905" y="176786"/>
                </a:lnTo>
                <a:lnTo>
                  <a:pt x="6905" y="176785"/>
                </a:lnTo>
                <a:lnTo>
                  <a:pt x="18584" y="166668"/>
                </a:lnTo>
                <a:lnTo>
                  <a:pt x="18667" y="166591"/>
                </a:lnTo>
                <a:lnTo>
                  <a:pt x="18743" y="166510"/>
                </a:lnTo>
                <a:lnTo>
                  <a:pt x="18812" y="166426"/>
                </a:lnTo>
                <a:lnTo>
                  <a:pt x="18876" y="166337"/>
                </a:lnTo>
                <a:lnTo>
                  <a:pt x="18933" y="166246"/>
                </a:lnTo>
                <a:lnTo>
                  <a:pt x="18983" y="166151"/>
                </a:lnTo>
                <a:lnTo>
                  <a:pt x="19027" y="166054"/>
                </a:lnTo>
                <a:lnTo>
                  <a:pt x="19064" y="165955"/>
                </a:lnTo>
                <a:lnTo>
                  <a:pt x="19095" y="165854"/>
                </a:lnTo>
                <a:lnTo>
                  <a:pt x="19119" y="165751"/>
                </a:lnTo>
                <a:lnTo>
                  <a:pt x="19136" y="165647"/>
                </a:lnTo>
                <a:lnTo>
                  <a:pt x="19147" y="165543"/>
                </a:lnTo>
                <a:lnTo>
                  <a:pt x="19151" y="165438"/>
                </a:lnTo>
                <a:lnTo>
                  <a:pt x="19149" y="165332"/>
                </a:lnTo>
                <a:lnTo>
                  <a:pt x="19140" y="165227"/>
                </a:lnTo>
                <a:lnTo>
                  <a:pt x="19124" y="165123"/>
                </a:lnTo>
                <a:lnTo>
                  <a:pt x="19101" y="165019"/>
                </a:lnTo>
                <a:lnTo>
                  <a:pt x="19072" y="164917"/>
                </a:lnTo>
                <a:lnTo>
                  <a:pt x="19036" y="164816"/>
                </a:lnTo>
                <a:lnTo>
                  <a:pt x="18993" y="164717"/>
                </a:lnTo>
                <a:lnTo>
                  <a:pt x="18943" y="164621"/>
                </a:lnTo>
                <a:lnTo>
                  <a:pt x="18886" y="164527"/>
                </a:lnTo>
                <a:lnTo>
                  <a:pt x="18822" y="164436"/>
                </a:lnTo>
                <a:lnTo>
                  <a:pt x="18752" y="164348"/>
                </a:lnTo>
                <a:lnTo>
                  <a:pt x="18675" y="164265"/>
                </a:lnTo>
                <a:lnTo>
                  <a:pt x="18595" y="164189"/>
                </a:lnTo>
                <a:lnTo>
                  <a:pt x="18510" y="164119"/>
                </a:lnTo>
                <a:lnTo>
                  <a:pt x="18422" y="164056"/>
                </a:lnTo>
                <a:lnTo>
                  <a:pt x="18330" y="163999"/>
                </a:lnTo>
                <a:lnTo>
                  <a:pt x="18236" y="163948"/>
                </a:lnTo>
                <a:lnTo>
                  <a:pt x="18139" y="163905"/>
                </a:lnTo>
                <a:lnTo>
                  <a:pt x="18040" y="163867"/>
                </a:lnTo>
                <a:lnTo>
                  <a:pt x="17939" y="163836"/>
                </a:lnTo>
                <a:lnTo>
                  <a:pt x="17837" y="163812"/>
                </a:lnTo>
                <a:lnTo>
                  <a:pt x="17733" y="163795"/>
                </a:lnTo>
                <a:lnTo>
                  <a:pt x="17629" y="163784"/>
                </a:lnTo>
                <a:lnTo>
                  <a:pt x="17524" y="163779"/>
                </a:lnTo>
                <a:lnTo>
                  <a:pt x="17418" y="163782"/>
                </a:lnTo>
                <a:lnTo>
                  <a:pt x="17314" y="163791"/>
                </a:lnTo>
                <a:lnTo>
                  <a:pt x="17209" y="163807"/>
                </a:lnTo>
                <a:lnTo>
                  <a:pt x="17106" y="163830"/>
                </a:lnTo>
                <a:lnTo>
                  <a:pt x="17004" y="163859"/>
                </a:lnTo>
                <a:lnTo>
                  <a:pt x="16903" y="163895"/>
                </a:lnTo>
                <a:lnTo>
                  <a:pt x="16804" y="163939"/>
                </a:lnTo>
                <a:lnTo>
                  <a:pt x="16708" y="163989"/>
                </a:lnTo>
                <a:lnTo>
                  <a:pt x="16614" y="164045"/>
                </a:lnTo>
                <a:lnTo>
                  <a:pt x="16523" y="164109"/>
                </a:lnTo>
                <a:lnTo>
                  <a:pt x="16436" y="164180"/>
                </a:lnTo>
                <a:lnTo>
                  <a:pt x="9050" y="170578"/>
                </a:lnTo>
                <a:lnTo>
                  <a:pt x="60845" y="2324"/>
                </a:lnTo>
                <a:lnTo>
                  <a:pt x="60874" y="221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B63B6-003F-4464-BB94-7CCFAE4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608" y="1998163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2"/>
                  <a:pt x="9958" y="2797"/>
                  <a:pt x="22942" y="1399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2" y="17141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B186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C15F7-2F8D-4021-9383-D9D0723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609" y="1998162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765A28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C04EE-48CE-4396-B9F8-B46FE348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143" y="2056842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6"/>
                  <a:pt x="47714" y="10639"/>
                </a:cubicBezTo>
                <a:cubicBezTo>
                  <a:pt x="48413" y="17140"/>
                  <a:pt x="38453" y="23544"/>
                  <a:pt x="25470" y="24943"/>
                </a:cubicBezTo>
                <a:cubicBezTo>
                  <a:pt x="12488" y="26342"/>
                  <a:pt x="1396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B186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4445A-DDB4-4FCF-9F94-91E36B50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144" y="2056842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765A28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794BC-2459-43CB-904C-43DA3391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414" y="2008418"/>
            <a:ext cx="63134" cy="22326"/>
          </a:xfrm>
          <a:custGeom xmlns:a="http://schemas.openxmlformats.org/drawingml/2006/main">
            <a:pathLst>
              <a:path w="63134" h="22326">
                <a:moveTo>
                  <a:pt x="48032" y="16703"/>
                </a:moveTo>
                <a:lnTo>
                  <a:pt x="47956" y="16786"/>
                </a:lnTo>
                <a:lnTo>
                  <a:pt x="47886" y="16872"/>
                </a:lnTo>
                <a:lnTo>
                  <a:pt x="47823" y="16962"/>
                </a:lnTo>
                <a:lnTo>
                  <a:pt x="47766" y="17054"/>
                </a:lnTo>
                <a:lnTo>
                  <a:pt x="47716" y="17150"/>
                </a:lnTo>
                <a:lnTo>
                  <a:pt x="47673" y="17248"/>
                </a:lnTo>
                <a:lnTo>
                  <a:pt x="47637" y="17348"/>
                </a:lnTo>
                <a:lnTo>
                  <a:pt x="47607" y="17450"/>
                </a:lnTo>
                <a:lnTo>
                  <a:pt x="47584" y="17553"/>
                </a:lnTo>
                <a:lnTo>
                  <a:pt x="47568" y="17657"/>
                </a:lnTo>
                <a:lnTo>
                  <a:pt x="47558" y="17762"/>
                </a:lnTo>
                <a:lnTo>
                  <a:pt x="47555" y="17867"/>
                </a:lnTo>
                <a:lnTo>
                  <a:pt x="47559" y="17973"/>
                </a:lnTo>
                <a:lnTo>
                  <a:pt x="47569" y="18077"/>
                </a:lnTo>
                <a:lnTo>
                  <a:pt x="47586" y="18181"/>
                </a:lnTo>
                <a:lnTo>
                  <a:pt x="47609" y="18284"/>
                </a:lnTo>
                <a:lnTo>
                  <a:pt x="47640" y="18386"/>
                </a:lnTo>
                <a:lnTo>
                  <a:pt x="47677" y="18486"/>
                </a:lnTo>
                <a:lnTo>
                  <a:pt x="47721" y="18584"/>
                </a:lnTo>
                <a:lnTo>
                  <a:pt x="47771" y="18679"/>
                </a:lnTo>
                <a:lnTo>
                  <a:pt x="47828" y="18772"/>
                </a:lnTo>
                <a:lnTo>
                  <a:pt x="47892" y="18861"/>
                </a:lnTo>
                <a:lnTo>
                  <a:pt x="47962" y="18947"/>
                </a:lnTo>
                <a:lnTo>
                  <a:pt x="48039" y="19029"/>
                </a:lnTo>
                <a:lnTo>
                  <a:pt x="48121" y="19106"/>
                </a:lnTo>
                <a:lnTo>
                  <a:pt x="48207" y="19176"/>
                </a:lnTo>
                <a:lnTo>
                  <a:pt x="48297" y="19239"/>
                </a:lnTo>
                <a:lnTo>
                  <a:pt x="48390" y="19295"/>
                </a:lnTo>
                <a:lnTo>
                  <a:pt x="48485" y="19345"/>
                </a:lnTo>
                <a:lnTo>
                  <a:pt x="48583" y="19389"/>
                </a:lnTo>
                <a:lnTo>
                  <a:pt x="48683" y="19425"/>
                </a:lnTo>
                <a:lnTo>
                  <a:pt x="48785" y="19455"/>
                </a:lnTo>
                <a:lnTo>
                  <a:pt x="48888" y="19478"/>
                </a:lnTo>
                <a:lnTo>
                  <a:pt x="48992" y="19494"/>
                </a:lnTo>
                <a:lnTo>
                  <a:pt x="49096" y="19504"/>
                </a:lnTo>
                <a:lnTo>
                  <a:pt x="49201" y="19507"/>
                </a:lnTo>
                <a:lnTo>
                  <a:pt x="49306" y="19503"/>
                </a:lnTo>
                <a:lnTo>
                  <a:pt x="49411" y="19493"/>
                </a:lnTo>
                <a:lnTo>
                  <a:pt x="49515" y="19476"/>
                </a:lnTo>
                <a:lnTo>
                  <a:pt x="49618" y="19452"/>
                </a:lnTo>
                <a:lnTo>
                  <a:pt x="49719" y="19422"/>
                </a:lnTo>
                <a:lnTo>
                  <a:pt x="49819" y="19385"/>
                </a:lnTo>
                <a:lnTo>
                  <a:pt x="49917" y="19341"/>
                </a:lnTo>
                <a:lnTo>
                  <a:pt x="50012" y="19291"/>
                </a:lnTo>
                <a:lnTo>
                  <a:pt x="50104" y="19233"/>
                </a:lnTo>
                <a:lnTo>
                  <a:pt x="50194" y="19170"/>
                </a:lnTo>
                <a:lnTo>
                  <a:pt x="50279" y="19099"/>
                </a:lnTo>
                <a:lnTo>
                  <a:pt x="50361" y="19022"/>
                </a:lnTo>
                <a:lnTo>
                  <a:pt x="63134" y="6154"/>
                </a:lnTo>
                <a:lnTo>
                  <a:pt x="45989" y="294"/>
                </a:lnTo>
                <a:lnTo>
                  <a:pt x="45881" y="261"/>
                </a:lnTo>
                <a:lnTo>
                  <a:pt x="45773" y="236"/>
                </a:lnTo>
                <a:lnTo>
                  <a:pt x="45665" y="218"/>
                </a:lnTo>
                <a:lnTo>
                  <a:pt x="45556" y="208"/>
                </a:lnTo>
                <a:lnTo>
                  <a:pt x="45449" y="205"/>
                </a:lnTo>
                <a:lnTo>
                  <a:pt x="45342" y="209"/>
                </a:lnTo>
                <a:lnTo>
                  <a:pt x="45236" y="220"/>
                </a:lnTo>
                <a:lnTo>
                  <a:pt x="45132" y="238"/>
                </a:lnTo>
                <a:lnTo>
                  <a:pt x="45029" y="262"/>
                </a:lnTo>
                <a:lnTo>
                  <a:pt x="44928" y="293"/>
                </a:lnTo>
                <a:lnTo>
                  <a:pt x="44830" y="330"/>
                </a:lnTo>
                <a:lnTo>
                  <a:pt x="44734" y="373"/>
                </a:lnTo>
                <a:lnTo>
                  <a:pt x="44642" y="423"/>
                </a:lnTo>
                <a:lnTo>
                  <a:pt x="44552" y="478"/>
                </a:lnTo>
                <a:lnTo>
                  <a:pt x="44466" y="539"/>
                </a:lnTo>
                <a:lnTo>
                  <a:pt x="44384" y="605"/>
                </a:lnTo>
                <a:lnTo>
                  <a:pt x="44306" y="677"/>
                </a:lnTo>
                <a:lnTo>
                  <a:pt x="44233" y="754"/>
                </a:lnTo>
                <a:lnTo>
                  <a:pt x="44164" y="836"/>
                </a:lnTo>
                <a:lnTo>
                  <a:pt x="44101" y="923"/>
                </a:lnTo>
                <a:lnTo>
                  <a:pt x="44043" y="1015"/>
                </a:lnTo>
                <a:lnTo>
                  <a:pt x="43990" y="1112"/>
                </a:lnTo>
                <a:lnTo>
                  <a:pt x="43944" y="1213"/>
                </a:lnTo>
                <a:lnTo>
                  <a:pt x="43904" y="1318"/>
                </a:lnTo>
                <a:lnTo>
                  <a:pt x="43872" y="1426"/>
                </a:lnTo>
                <a:lnTo>
                  <a:pt x="43846" y="1534"/>
                </a:lnTo>
                <a:lnTo>
                  <a:pt x="43829" y="1643"/>
                </a:lnTo>
                <a:lnTo>
                  <a:pt x="43819" y="1751"/>
                </a:lnTo>
                <a:lnTo>
                  <a:pt x="43816" y="1859"/>
                </a:lnTo>
                <a:lnTo>
                  <a:pt x="43820" y="1966"/>
                </a:lnTo>
                <a:lnTo>
                  <a:pt x="43831" y="2072"/>
                </a:lnTo>
                <a:lnTo>
                  <a:pt x="43849" y="2176"/>
                </a:lnTo>
                <a:lnTo>
                  <a:pt x="43873" y="2279"/>
                </a:lnTo>
                <a:lnTo>
                  <a:pt x="43904" y="2380"/>
                </a:lnTo>
                <a:lnTo>
                  <a:pt x="43941" y="2478"/>
                </a:lnTo>
                <a:lnTo>
                  <a:pt x="43984" y="2574"/>
                </a:lnTo>
                <a:lnTo>
                  <a:pt x="44034" y="2667"/>
                </a:lnTo>
                <a:lnTo>
                  <a:pt x="44089" y="2757"/>
                </a:lnTo>
                <a:lnTo>
                  <a:pt x="44149" y="2843"/>
                </a:lnTo>
                <a:lnTo>
                  <a:pt x="44216" y="2925"/>
                </a:lnTo>
                <a:lnTo>
                  <a:pt x="44288" y="3003"/>
                </a:lnTo>
                <a:lnTo>
                  <a:pt x="44364" y="3077"/>
                </a:lnTo>
                <a:lnTo>
                  <a:pt x="44447" y="3145"/>
                </a:lnTo>
                <a:lnTo>
                  <a:pt x="44533" y="3209"/>
                </a:lnTo>
                <a:lnTo>
                  <a:pt x="44625" y="3267"/>
                </a:lnTo>
                <a:lnTo>
                  <a:pt x="44722" y="3319"/>
                </a:lnTo>
                <a:lnTo>
                  <a:pt x="44823" y="3366"/>
                </a:lnTo>
                <a:lnTo>
                  <a:pt x="44928" y="3406"/>
                </a:lnTo>
                <a:lnTo>
                  <a:pt x="54170" y="6565"/>
                </a:lnTo>
                <a:lnTo>
                  <a:pt x="1431" y="18917"/>
                </a:lnTo>
                <a:lnTo>
                  <a:pt x="1322" y="18946"/>
                </a:lnTo>
                <a:lnTo>
                  <a:pt x="1217" y="18982"/>
                </a:lnTo>
                <a:lnTo>
                  <a:pt x="1116" y="19025"/>
                </a:lnTo>
                <a:lnTo>
                  <a:pt x="1019" y="19074"/>
                </a:lnTo>
                <a:lnTo>
                  <a:pt x="927" y="19128"/>
                </a:lnTo>
                <a:lnTo>
                  <a:pt x="838" y="19188"/>
                </a:lnTo>
                <a:lnTo>
                  <a:pt x="754" y="19254"/>
                </a:lnTo>
                <a:lnTo>
                  <a:pt x="675" y="19324"/>
                </a:lnTo>
                <a:lnTo>
                  <a:pt x="601" y="19400"/>
                </a:lnTo>
                <a:lnTo>
                  <a:pt x="532" y="19479"/>
                </a:lnTo>
                <a:lnTo>
                  <a:pt x="468" y="19563"/>
                </a:lnTo>
                <a:lnTo>
                  <a:pt x="410" y="19651"/>
                </a:lnTo>
                <a:lnTo>
                  <a:pt x="358" y="19742"/>
                </a:lnTo>
                <a:lnTo>
                  <a:pt x="311" y="19836"/>
                </a:lnTo>
                <a:lnTo>
                  <a:pt x="270" y="19933"/>
                </a:lnTo>
                <a:lnTo>
                  <a:pt x="236" y="20033"/>
                </a:lnTo>
                <a:lnTo>
                  <a:pt x="208" y="20135"/>
                </a:lnTo>
                <a:lnTo>
                  <a:pt x="186" y="20240"/>
                </a:lnTo>
                <a:lnTo>
                  <a:pt x="172" y="20346"/>
                </a:lnTo>
                <a:lnTo>
                  <a:pt x="164" y="20453"/>
                </a:lnTo>
                <a:lnTo>
                  <a:pt x="163" y="20562"/>
                </a:lnTo>
                <a:lnTo>
                  <a:pt x="170" y="20672"/>
                </a:lnTo>
                <a:lnTo>
                  <a:pt x="184" y="20782"/>
                </a:lnTo>
                <a:lnTo>
                  <a:pt x="206" y="20893"/>
                </a:lnTo>
                <a:lnTo>
                  <a:pt x="235" y="21001"/>
                </a:lnTo>
                <a:lnTo>
                  <a:pt x="271" y="21106"/>
                </a:lnTo>
                <a:lnTo>
                  <a:pt x="314" y="21208"/>
                </a:lnTo>
                <a:lnTo>
                  <a:pt x="363" y="21305"/>
                </a:lnTo>
                <a:lnTo>
                  <a:pt x="417" y="21398"/>
                </a:lnTo>
                <a:lnTo>
                  <a:pt x="477" y="21486"/>
                </a:lnTo>
                <a:lnTo>
                  <a:pt x="543" y="21570"/>
                </a:lnTo>
                <a:lnTo>
                  <a:pt x="613" y="21650"/>
                </a:lnTo>
                <a:lnTo>
                  <a:pt x="688" y="21724"/>
                </a:lnTo>
                <a:lnTo>
                  <a:pt x="768" y="21793"/>
                </a:lnTo>
                <a:lnTo>
                  <a:pt x="851" y="21857"/>
                </a:lnTo>
                <a:lnTo>
                  <a:pt x="939" y="21915"/>
                </a:lnTo>
                <a:lnTo>
                  <a:pt x="1030" y="21968"/>
                </a:lnTo>
                <a:lnTo>
                  <a:pt x="1124" y="22015"/>
                </a:lnTo>
                <a:lnTo>
                  <a:pt x="1221" y="22055"/>
                </a:lnTo>
                <a:lnTo>
                  <a:pt x="1321" y="22090"/>
                </a:lnTo>
                <a:lnTo>
                  <a:pt x="1423" y="22118"/>
                </a:lnTo>
                <a:lnTo>
                  <a:pt x="1527" y="22139"/>
                </a:lnTo>
                <a:lnTo>
                  <a:pt x="1633" y="22154"/>
                </a:lnTo>
                <a:lnTo>
                  <a:pt x="1740" y="22162"/>
                </a:lnTo>
                <a:lnTo>
                  <a:pt x="1849" y="22162"/>
                </a:lnTo>
                <a:lnTo>
                  <a:pt x="1959" y="22156"/>
                </a:lnTo>
                <a:lnTo>
                  <a:pt x="2069" y="22141"/>
                </a:lnTo>
                <a:lnTo>
                  <a:pt x="2179" y="22119"/>
                </a:lnTo>
                <a:lnTo>
                  <a:pt x="54917" y="9767"/>
                </a:lnTo>
                <a:lnTo>
                  <a:pt x="48032" y="1670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7911B-5D1C-4F73-9D7B-9B66067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058" y="2162396"/>
            <a:ext cx="79570" cy="28705"/>
          </a:xfrm>
          <a:custGeom xmlns:a="http://schemas.openxmlformats.org/drawingml/2006/main">
            <a:pathLst>
              <a:path w="79570" h="28705">
                <a:moveTo>
                  <a:pt x="2150" y="215"/>
                </a:moveTo>
                <a:lnTo>
                  <a:pt x="2040" y="196"/>
                </a:lnTo>
                <a:lnTo>
                  <a:pt x="1931" y="185"/>
                </a:lnTo>
                <a:lnTo>
                  <a:pt x="1823" y="181"/>
                </a:lnTo>
                <a:lnTo>
                  <a:pt x="1715" y="185"/>
                </a:lnTo>
                <a:lnTo>
                  <a:pt x="1609" y="196"/>
                </a:lnTo>
                <a:lnTo>
                  <a:pt x="1504" y="213"/>
                </a:lnTo>
                <a:lnTo>
                  <a:pt x="1401" y="237"/>
                </a:lnTo>
                <a:lnTo>
                  <a:pt x="1300" y="268"/>
                </a:lnTo>
                <a:lnTo>
                  <a:pt x="1201" y="305"/>
                </a:lnTo>
                <a:lnTo>
                  <a:pt x="1105" y="348"/>
                </a:lnTo>
                <a:lnTo>
                  <a:pt x="1012" y="397"/>
                </a:lnTo>
                <a:lnTo>
                  <a:pt x="923" y="452"/>
                </a:lnTo>
                <a:lnTo>
                  <a:pt x="837" y="512"/>
                </a:lnTo>
                <a:lnTo>
                  <a:pt x="755" y="578"/>
                </a:lnTo>
                <a:lnTo>
                  <a:pt x="677" y="649"/>
                </a:lnTo>
                <a:lnTo>
                  <a:pt x="603" y="726"/>
                </a:lnTo>
                <a:lnTo>
                  <a:pt x="535" y="807"/>
                </a:lnTo>
                <a:lnTo>
                  <a:pt x="471" y="893"/>
                </a:lnTo>
                <a:lnTo>
                  <a:pt x="413" y="984"/>
                </a:lnTo>
                <a:lnTo>
                  <a:pt x="361" y="1079"/>
                </a:lnTo>
                <a:lnTo>
                  <a:pt x="314" y="1179"/>
                </a:lnTo>
                <a:lnTo>
                  <a:pt x="274" y="1282"/>
                </a:lnTo>
                <a:lnTo>
                  <a:pt x="241" y="1390"/>
                </a:lnTo>
                <a:lnTo>
                  <a:pt x="214" y="1500"/>
                </a:lnTo>
                <a:lnTo>
                  <a:pt x="196" y="1609"/>
                </a:lnTo>
                <a:lnTo>
                  <a:pt x="185" y="1718"/>
                </a:lnTo>
                <a:lnTo>
                  <a:pt x="181" y="1827"/>
                </a:lnTo>
                <a:lnTo>
                  <a:pt x="185" y="1935"/>
                </a:lnTo>
                <a:lnTo>
                  <a:pt x="195" y="2041"/>
                </a:lnTo>
                <a:lnTo>
                  <a:pt x="213" y="2147"/>
                </a:lnTo>
                <a:lnTo>
                  <a:pt x="237" y="2250"/>
                </a:lnTo>
                <a:lnTo>
                  <a:pt x="267" y="2351"/>
                </a:lnTo>
                <a:lnTo>
                  <a:pt x="304" y="2450"/>
                </a:lnTo>
                <a:lnTo>
                  <a:pt x="347" y="2546"/>
                </a:lnTo>
                <a:lnTo>
                  <a:pt x="396" y="2639"/>
                </a:lnTo>
                <a:lnTo>
                  <a:pt x="451" y="2729"/>
                </a:lnTo>
                <a:lnTo>
                  <a:pt x="511" y="2815"/>
                </a:lnTo>
                <a:lnTo>
                  <a:pt x="577" y="2897"/>
                </a:lnTo>
                <a:lnTo>
                  <a:pt x="648" y="2975"/>
                </a:lnTo>
                <a:lnTo>
                  <a:pt x="725" y="3049"/>
                </a:lnTo>
                <a:lnTo>
                  <a:pt x="806" y="3118"/>
                </a:lnTo>
                <a:lnTo>
                  <a:pt x="892" y="3181"/>
                </a:lnTo>
                <a:lnTo>
                  <a:pt x="982" y="3239"/>
                </a:lnTo>
                <a:lnTo>
                  <a:pt x="1077" y="3292"/>
                </a:lnTo>
                <a:lnTo>
                  <a:pt x="1177" y="3338"/>
                </a:lnTo>
                <a:lnTo>
                  <a:pt x="1280" y="3378"/>
                </a:lnTo>
                <a:lnTo>
                  <a:pt x="1388" y="3412"/>
                </a:lnTo>
                <a:lnTo>
                  <a:pt x="70627" y="22497"/>
                </a:lnTo>
                <a:lnTo>
                  <a:pt x="61271" y="25294"/>
                </a:lnTo>
                <a:lnTo>
                  <a:pt x="61165" y="25330"/>
                </a:lnTo>
                <a:lnTo>
                  <a:pt x="61062" y="25372"/>
                </a:lnTo>
                <a:lnTo>
                  <a:pt x="60964" y="25421"/>
                </a:lnTo>
                <a:lnTo>
                  <a:pt x="60870" y="25475"/>
                </a:lnTo>
                <a:lnTo>
                  <a:pt x="60780" y="25536"/>
                </a:lnTo>
                <a:lnTo>
                  <a:pt x="60696" y="25601"/>
                </a:lnTo>
                <a:lnTo>
                  <a:pt x="60616" y="25672"/>
                </a:lnTo>
                <a:lnTo>
                  <a:pt x="60541" y="25747"/>
                </a:lnTo>
                <a:lnTo>
                  <a:pt x="60472" y="25826"/>
                </a:lnTo>
                <a:lnTo>
                  <a:pt x="60408" y="25910"/>
                </a:lnTo>
                <a:lnTo>
                  <a:pt x="60349" y="25997"/>
                </a:lnTo>
                <a:lnTo>
                  <a:pt x="60296" y="26088"/>
                </a:lnTo>
                <a:lnTo>
                  <a:pt x="60249" y="26182"/>
                </a:lnTo>
                <a:lnTo>
                  <a:pt x="60208" y="26279"/>
                </a:lnTo>
                <a:lnTo>
                  <a:pt x="60173" y="26379"/>
                </a:lnTo>
                <a:lnTo>
                  <a:pt x="60145" y="26481"/>
                </a:lnTo>
                <a:lnTo>
                  <a:pt x="60123" y="26584"/>
                </a:lnTo>
                <a:lnTo>
                  <a:pt x="60108" y="26690"/>
                </a:lnTo>
                <a:lnTo>
                  <a:pt x="60100" y="26797"/>
                </a:lnTo>
                <a:lnTo>
                  <a:pt x="60098" y="26905"/>
                </a:lnTo>
                <a:lnTo>
                  <a:pt x="60104" y="27013"/>
                </a:lnTo>
                <a:lnTo>
                  <a:pt x="60118" y="27122"/>
                </a:lnTo>
                <a:lnTo>
                  <a:pt x="60138" y="27231"/>
                </a:lnTo>
                <a:lnTo>
                  <a:pt x="60167" y="27340"/>
                </a:lnTo>
                <a:lnTo>
                  <a:pt x="60203" y="27447"/>
                </a:lnTo>
                <a:lnTo>
                  <a:pt x="60245" y="27550"/>
                </a:lnTo>
                <a:lnTo>
                  <a:pt x="60293" y="27648"/>
                </a:lnTo>
                <a:lnTo>
                  <a:pt x="60348" y="27742"/>
                </a:lnTo>
                <a:lnTo>
                  <a:pt x="60408" y="27832"/>
                </a:lnTo>
                <a:lnTo>
                  <a:pt x="60473" y="27917"/>
                </a:lnTo>
                <a:lnTo>
                  <a:pt x="60543" y="27997"/>
                </a:lnTo>
                <a:lnTo>
                  <a:pt x="60618" y="28071"/>
                </a:lnTo>
                <a:lnTo>
                  <a:pt x="60698" y="28141"/>
                </a:lnTo>
                <a:lnTo>
                  <a:pt x="60781" y="28205"/>
                </a:lnTo>
                <a:lnTo>
                  <a:pt x="60869" y="28264"/>
                </a:lnTo>
                <a:lnTo>
                  <a:pt x="60960" y="28317"/>
                </a:lnTo>
                <a:lnTo>
                  <a:pt x="61054" y="28364"/>
                </a:lnTo>
                <a:lnTo>
                  <a:pt x="61150" y="28405"/>
                </a:lnTo>
                <a:lnTo>
                  <a:pt x="61250" y="28440"/>
                </a:lnTo>
                <a:lnTo>
                  <a:pt x="61352" y="28468"/>
                </a:lnTo>
                <a:lnTo>
                  <a:pt x="61455" y="28490"/>
                </a:lnTo>
                <a:lnTo>
                  <a:pt x="61561" y="28505"/>
                </a:lnTo>
                <a:lnTo>
                  <a:pt x="61667" y="28513"/>
                </a:lnTo>
                <a:lnTo>
                  <a:pt x="61775" y="28514"/>
                </a:lnTo>
                <a:lnTo>
                  <a:pt x="61883" y="28508"/>
                </a:lnTo>
                <a:lnTo>
                  <a:pt x="61992" y="28495"/>
                </a:lnTo>
                <a:lnTo>
                  <a:pt x="62101" y="28474"/>
                </a:lnTo>
                <a:lnTo>
                  <a:pt x="62210" y="28446"/>
                </a:lnTo>
                <a:lnTo>
                  <a:pt x="79570" y="23256"/>
                </a:lnTo>
                <a:lnTo>
                  <a:pt x="67305" y="9901"/>
                </a:lnTo>
                <a:lnTo>
                  <a:pt x="67226" y="9821"/>
                </a:lnTo>
                <a:lnTo>
                  <a:pt x="67143" y="9747"/>
                </a:lnTo>
                <a:lnTo>
                  <a:pt x="67057" y="9680"/>
                </a:lnTo>
                <a:lnTo>
                  <a:pt x="66967" y="9619"/>
                </a:lnTo>
                <a:lnTo>
                  <a:pt x="66874" y="9565"/>
                </a:lnTo>
                <a:lnTo>
                  <a:pt x="66778" y="9518"/>
                </a:lnTo>
                <a:lnTo>
                  <a:pt x="66680" y="9477"/>
                </a:lnTo>
                <a:lnTo>
                  <a:pt x="66580" y="9442"/>
                </a:lnTo>
                <a:lnTo>
                  <a:pt x="66478" y="9415"/>
                </a:lnTo>
                <a:lnTo>
                  <a:pt x="66375" y="9394"/>
                </a:lnTo>
                <a:lnTo>
                  <a:pt x="66270" y="9379"/>
                </a:lnTo>
                <a:lnTo>
                  <a:pt x="66166" y="9371"/>
                </a:lnTo>
                <a:lnTo>
                  <a:pt x="66061" y="9370"/>
                </a:lnTo>
                <a:lnTo>
                  <a:pt x="65956" y="9376"/>
                </a:lnTo>
                <a:lnTo>
                  <a:pt x="65851" y="9388"/>
                </a:lnTo>
                <a:lnTo>
                  <a:pt x="65747" y="9408"/>
                </a:lnTo>
                <a:lnTo>
                  <a:pt x="65645" y="9433"/>
                </a:lnTo>
                <a:lnTo>
                  <a:pt x="65543" y="9466"/>
                </a:lnTo>
                <a:lnTo>
                  <a:pt x="65444" y="9505"/>
                </a:lnTo>
                <a:lnTo>
                  <a:pt x="65347" y="9551"/>
                </a:lnTo>
                <a:lnTo>
                  <a:pt x="65252" y="9604"/>
                </a:lnTo>
                <a:lnTo>
                  <a:pt x="65160" y="9664"/>
                </a:lnTo>
                <a:lnTo>
                  <a:pt x="65071" y="9731"/>
                </a:lnTo>
                <a:lnTo>
                  <a:pt x="64985" y="9804"/>
                </a:lnTo>
                <a:lnTo>
                  <a:pt x="64905" y="9883"/>
                </a:lnTo>
                <a:lnTo>
                  <a:pt x="64832" y="9966"/>
                </a:lnTo>
                <a:lnTo>
                  <a:pt x="64764" y="10053"/>
                </a:lnTo>
                <a:lnTo>
                  <a:pt x="64704" y="10143"/>
                </a:lnTo>
                <a:lnTo>
                  <a:pt x="64650" y="10237"/>
                </a:lnTo>
                <a:lnTo>
                  <a:pt x="64602" y="10333"/>
                </a:lnTo>
                <a:lnTo>
                  <a:pt x="64562" y="10431"/>
                </a:lnTo>
                <a:lnTo>
                  <a:pt x="64527" y="10531"/>
                </a:lnTo>
                <a:lnTo>
                  <a:pt x="64500" y="10633"/>
                </a:lnTo>
                <a:lnTo>
                  <a:pt x="64479" y="10737"/>
                </a:lnTo>
                <a:lnTo>
                  <a:pt x="64464" y="10841"/>
                </a:lnTo>
                <a:lnTo>
                  <a:pt x="64457" y="10946"/>
                </a:lnTo>
                <a:lnTo>
                  <a:pt x="64456" y="11051"/>
                </a:lnTo>
                <a:lnTo>
                  <a:pt x="64461" y="11156"/>
                </a:lnTo>
                <a:lnTo>
                  <a:pt x="64474" y="11261"/>
                </a:lnTo>
                <a:lnTo>
                  <a:pt x="64493" y="11365"/>
                </a:lnTo>
                <a:lnTo>
                  <a:pt x="64518" y="11468"/>
                </a:lnTo>
                <a:lnTo>
                  <a:pt x="64551" y="11569"/>
                </a:lnTo>
                <a:lnTo>
                  <a:pt x="64590" y="11669"/>
                </a:lnTo>
                <a:lnTo>
                  <a:pt x="64636" y="11766"/>
                </a:lnTo>
                <a:lnTo>
                  <a:pt x="64689" y="11861"/>
                </a:lnTo>
                <a:lnTo>
                  <a:pt x="64749" y="11953"/>
                </a:lnTo>
                <a:lnTo>
                  <a:pt x="64816" y="12042"/>
                </a:lnTo>
                <a:lnTo>
                  <a:pt x="64889" y="12128"/>
                </a:lnTo>
                <a:lnTo>
                  <a:pt x="71499" y="19326"/>
                </a:lnTo>
                <a:lnTo>
                  <a:pt x="2259" y="241"/>
                </a:lnTo>
                <a:lnTo>
                  <a:pt x="2150" y="21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EEBD0-002F-4F33-B03D-0E89FFA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071" y="2491643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3" y="17140"/>
                  <a:pt x="38453" y="23545"/>
                  <a:pt x="25470" y="24943"/>
                </a:cubicBezTo>
                <a:cubicBezTo>
                  <a:pt x="12488" y="26342"/>
                  <a:pt x="1396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20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A04F5-2A84-4A3B-82C9-3CAC19E9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071" y="2491643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9D4C1-4A97-447D-95B3-32D49B30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635" y="2341588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2" y="1398"/>
                </a:cubicBezTo>
                <a:cubicBezTo>
                  <a:pt x="35925" y="0"/>
                  <a:pt x="47015" y="4137"/>
                  <a:pt x="47714" y="10638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69062-83D1-4EFC-99DC-8E97F04B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634" y="2341588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04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D1BA9-186F-49F0-9717-B0E03BE5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944" y="2315200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3" y="17140"/>
                  <a:pt x="38453" y="23545"/>
                  <a:pt x="25470" y="24943"/>
                </a:cubicBezTo>
                <a:cubicBezTo>
                  <a:pt x="12488" y="26342"/>
                  <a:pt x="1396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5E9A1-B10C-46D8-8A78-B71DA9B2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945" y="2315200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04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6A955-E8D5-440B-87C1-6EB424B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946" y="2514868"/>
            <a:ext cx="48412" cy="26342"/>
          </a:xfrm>
          <a:custGeom xmlns:a="http://schemas.openxmlformats.org/drawingml/2006/main">
            <a:pathLst>
              <a:path w="48412" h="26342">
                <a:moveTo>
                  <a:pt x="698" y="15703"/>
                </a:moveTo>
                <a:cubicBezTo>
                  <a:pt x="0" y="9201"/>
                  <a:pt x="9958" y="2797"/>
                  <a:pt x="22941" y="1398"/>
                </a:cubicBezTo>
                <a:cubicBezTo>
                  <a:pt x="35925" y="0"/>
                  <a:pt x="47015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solidFill xmlns:a="http://schemas.openxmlformats.org/drawingml/2006/main">
            <a:srgbClr val="2081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05792-7FD7-4654-854A-6E0040B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945" y="2514868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63771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4077C-EF6F-48AA-A598-A12447A4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440" y="2426808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6" y="0"/>
                  <a:pt x="47016" y="4137"/>
                  <a:pt x="47715" y="10639"/>
                </a:cubicBezTo>
                <a:cubicBezTo>
                  <a:pt x="48413" y="17140"/>
                  <a:pt x="38454" y="23545"/>
                  <a:pt x="25470" y="24943"/>
                </a:cubicBezTo>
                <a:cubicBezTo>
                  <a:pt x="12488" y="26342"/>
                  <a:pt x="1397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2EFDA-91F2-4D5A-AF82-90BF8AD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440" y="2426808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04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F662E-0BFF-4624-9193-A2DF22EA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070" y="2305283"/>
            <a:ext cx="48413" cy="26342"/>
          </a:xfrm>
          <a:custGeom xmlns:a="http://schemas.openxmlformats.org/drawingml/2006/main">
            <a:pathLst>
              <a:path w="48413" h="26342">
                <a:moveTo>
                  <a:pt x="699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3" y="17140"/>
                  <a:pt x="38453" y="23545"/>
                  <a:pt x="25470" y="24943"/>
                </a:cubicBezTo>
                <a:cubicBezTo>
                  <a:pt x="12488" y="26342"/>
                  <a:pt x="1396" y="22205"/>
                  <a:pt x="699" y="15703"/>
                </a:cubicBez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0AA05-D99E-401B-A83A-30D304B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070" y="2305283"/>
            <a:ext cx="48412" cy="26342"/>
          </a:xfrm>
          <a:custGeom xmlns:a="http://schemas.openxmlformats.org/drawingml/2006/main">
            <a:pathLst>
              <a:path w="48412" h="26342" fill="none">
                <a:moveTo>
                  <a:pt x="698" y="15703"/>
                </a:moveTo>
                <a:cubicBezTo>
                  <a:pt x="0" y="9201"/>
                  <a:pt x="9959" y="2797"/>
                  <a:pt x="22942" y="1398"/>
                </a:cubicBezTo>
                <a:cubicBezTo>
                  <a:pt x="35925" y="0"/>
                  <a:pt x="47016" y="4137"/>
                  <a:pt x="47714" y="10639"/>
                </a:cubicBezTo>
                <a:cubicBezTo>
                  <a:pt x="48412" y="17140"/>
                  <a:pt x="38453" y="23545"/>
                  <a:pt x="25470" y="24943"/>
                </a:cubicBezTo>
                <a:cubicBezTo>
                  <a:pt x="12487" y="26342"/>
                  <a:pt x="1396" y="22205"/>
                  <a:pt x="698" y="1570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86" cap="flat">
            <a:solidFill>
              <a:srgbClr val="004000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6ED55-A022-42E1-B032-16773442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782" y="2035725"/>
            <a:ext cx="60716" cy="30729"/>
          </a:xfrm>
          <a:custGeom xmlns:a="http://schemas.openxmlformats.org/drawingml/2006/main">
            <a:pathLst>
              <a:path w="60716" h="30729">
                <a:moveTo>
                  <a:pt x="2431" y="327"/>
                </a:moveTo>
                <a:lnTo>
                  <a:pt x="2326" y="292"/>
                </a:lnTo>
                <a:lnTo>
                  <a:pt x="2220" y="265"/>
                </a:lnTo>
                <a:lnTo>
                  <a:pt x="2113" y="245"/>
                </a:lnTo>
                <a:lnTo>
                  <a:pt x="2006" y="233"/>
                </a:lnTo>
                <a:lnTo>
                  <a:pt x="1899" y="227"/>
                </a:lnTo>
                <a:lnTo>
                  <a:pt x="1793" y="229"/>
                </a:lnTo>
                <a:lnTo>
                  <a:pt x="1687" y="237"/>
                </a:lnTo>
                <a:lnTo>
                  <a:pt x="1583" y="252"/>
                </a:lnTo>
                <a:lnTo>
                  <a:pt x="1480" y="274"/>
                </a:lnTo>
                <a:lnTo>
                  <a:pt x="1379" y="302"/>
                </a:lnTo>
                <a:lnTo>
                  <a:pt x="1279" y="337"/>
                </a:lnTo>
                <a:lnTo>
                  <a:pt x="1183" y="378"/>
                </a:lnTo>
                <a:lnTo>
                  <a:pt x="1089" y="425"/>
                </a:lnTo>
                <a:lnTo>
                  <a:pt x="998" y="478"/>
                </a:lnTo>
                <a:lnTo>
                  <a:pt x="910" y="537"/>
                </a:lnTo>
                <a:lnTo>
                  <a:pt x="826" y="602"/>
                </a:lnTo>
                <a:lnTo>
                  <a:pt x="746" y="672"/>
                </a:lnTo>
                <a:lnTo>
                  <a:pt x="670" y="747"/>
                </a:lnTo>
                <a:lnTo>
                  <a:pt x="599" y="829"/>
                </a:lnTo>
                <a:lnTo>
                  <a:pt x="533" y="915"/>
                </a:lnTo>
                <a:lnTo>
                  <a:pt x="473" y="1006"/>
                </a:lnTo>
                <a:lnTo>
                  <a:pt x="418" y="1103"/>
                </a:lnTo>
                <a:lnTo>
                  <a:pt x="368" y="1204"/>
                </a:lnTo>
                <a:lnTo>
                  <a:pt x="326" y="1309"/>
                </a:lnTo>
                <a:lnTo>
                  <a:pt x="292" y="1414"/>
                </a:lnTo>
                <a:lnTo>
                  <a:pt x="264" y="1521"/>
                </a:lnTo>
                <a:lnTo>
                  <a:pt x="245" y="1627"/>
                </a:lnTo>
                <a:lnTo>
                  <a:pt x="232" y="1735"/>
                </a:lnTo>
                <a:lnTo>
                  <a:pt x="227" y="1842"/>
                </a:lnTo>
                <a:lnTo>
                  <a:pt x="228" y="1948"/>
                </a:lnTo>
                <a:lnTo>
                  <a:pt x="237" y="2054"/>
                </a:lnTo>
                <a:lnTo>
                  <a:pt x="252" y="2158"/>
                </a:lnTo>
                <a:lnTo>
                  <a:pt x="274" y="2262"/>
                </a:lnTo>
                <a:lnTo>
                  <a:pt x="302" y="2363"/>
                </a:lnTo>
                <a:lnTo>
                  <a:pt x="336" y="2462"/>
                </a:lnTo>
                <a:lnTo>
                  <a:pt x="377" y="2559"/>
                </a:lnTo>
                <a:lnTo>
                  <a:pt x="424" y="2654"/>
                </a:lnTo>
                <a:lnTo>
                  <a:pt x="477" y="2745"/>
                </a:lnTo>
                <a:lnTo>
                  <a:pt x="536" y="2832"/>
                </a:lnTo>
                <a:lnTo>
                  <a:pt x="601" y="2917"/>
                </a:lnTo>
                <a:lnTo>
                  <a:pt x="671" y="2997"/>
                </a:lnTo>
                <a:lnTo>
                  <a:pt x="746" y="3072"/>
                </a:lnTo>
                <a:lnTo>
                  <a:pt x="827" y="3143"/>
                </a:lnTo>
                <a:lnTo>
                  <a:pt x="914" y="3210"/>
                </a:lnTo>
                <a:lnTo>
                  <a:pt x="1005" y="3270"/>
                </a:lnTo>
                <a:lnTo>
                  <a:pt x="1101" y="3325"/>
                </a:lnTo>
                <a:lnTo>
                  <a:pt x="1202" y="3375"/>
                </a:lnTo>
                <a:lnTo>
                  <a:pt x="51986" y="25977"/>
                </a:lnTo>
                <a:lnTo>
                  <a:pt x="42318" y="27345"/>
                </a:lnTo>
                <a:lnTo>
                  <a:pt x="42207" y="27365"/>
                </a:lnTo>
                <a:lnTo>
                  <a:pt x="42099" y="27392"/>
                </a:lnTo>
                <a:lnTo>
                  <a:pt x="41995" y="27425"/>
                </a:lnTo>
                <a:lnTo>
                  <a:pt x="41894" y="27465"/>
                </a:lnTo>
                <a:lnTo>
                  <a:pt x="41797" y="27511"/>
                </a:lnTo>
                <a:lnTo>
                  <a:pt x="41703" y="27563"/>
                </a:lnTo>
                <a:lnTo>
                  <a:pt x="41614" y="27621"/>
                </a:lnTo>
                <a:lnTo>
                  <a:pt x="41529" y="27684"/>
                </a:lnTo>
                <a:lnTo>
                  <a:pt x="41448" y="27753"/>
                </a:lnTo>
                <a:lnTo>
                  <a:pt x="41373" y="27826"/>
                </a:lnTo>
                <a:lnTo>
                  <a:pt x="41302" y="27904"/>
                </a:lnTo>
                <a:lnTo>
                  <a:pt x="41236" y="27986"/>
                </a:lnTo>
                <a:lnTo>
                  <a:pt x="41175" y="28072"/>
                </a:lnTo>
                <a:lnTo>
                  <a:pt x="41120" y="28162"/>
                </a:lnTo>
                <a:lnTo>
                  <a:pt x="41071" y="28255"/>
                </a:lnTo>
                <a:lnTo>
                  <a:pt x="41028" y="28351"/>
                </a:lnTo>
                <a:lnTo>
                  <a:pt x="40991" y="28451"/>
                </a:lnTo>
                <a:lnTo>
                  <a:pt x="40960" y="28553"/>
                </a:lnTo>
                <a:lnTo>
                  <a:pt x="40936" y="28657"/>
                </a:lnTo>
                <a:lnTo>
                  <a:pt x="40919" y="28764"/>
                </a:lnTo>
                <a:lnTo>
                  <a:pt x="40909" y="28872"/>
                </a:lnTo>
                <a:lnTo>
                  <a:pt x="40905" y="28982"/>
                </a:lnTo>
                <a:lnTo>
                  <a:pt x="40910" y="29093"/>
                </a:lnTo>
                <a:lnTo>
                  <a:pt x="40922" y="29205"/>
                </a:lnTo>
                <a:lnTo>
                  <a:pt x="40941" y="29315"/>
                </a:lnTo>
                <a:lnTo>
                  <a:pt x="40968" y="29423"/>
                </a:lnTo>
                <a:lnTo>
                  <a:pt x="41001" y="29528"/>
                </a:lnTo>
                <a:lnTo>
                  <a:pt x="41041" y="29629"/>
                </a:lnTo>
                <a:lnTo>
                  <a:pt x="41087" y="29726"/>
                </a:lnTo>
                <a:lnTo>
                  <a:pt x="41139" y="29820"/>
                </a:lnTo>
                <a:lnTo>
                  <a:pt x="41197" y="29909"/>
                </a:lnTo>
                <a:lnTo>
                  <a:pt x="41260" y="29995"/>
                </a:lnTo>
                <a:lnTo>
                  <a:pt x="41328" y="30075"/>
                </a:lnTo>
                <a:lnTo>
                  <a:pt x="41401" y="30151"/>
                </a:lnTo>
                <a:lnTo>
                  <a:pt x="41479" y="30222"/>
                </a:lnTo>
                <a:lnTo>
                  <a:pt x="41561" y="30288"/>
                </a:lnTo>
                <a:lnTo>
                  <a:pt x="41647" y="30349"/>
                </a:lnTo>
                <a:lnTo>
                  <a:pt x="41736" y="30404"/>
                </a:lnTo>
                <a:lnTo>
                  <a:pt x="41829" y="30453"/>
                </a:lnTo>
                <a:lnTo>
                  <a:pt x="41926" y="30496"/>
                </a:lnTo>
                <a:lnTo>
                  <a:pt x="42025" y="30533"/>
                </a:lnTo>
                <a:lnTo>
                  <a:pt x="42127" y="30564"/>
                </a:lnTo>
                <a:lnTo>
                  <a:pt x="42231" y="30588"/>
                </a:lnTo>
                <a:lnTo>
                  <a:pt x="42337" y="30605"/>
                </a:lnTo>
                <a:lnTo>
                  <a:pt x="42445" y="30616"/>
                </a:lnTo>
                <a:lnTo>
                  <a:pt x="42555" y="30619"/>
                </a:lnTo>
                <a:lnTo>
                  <a:pt x="42666" y="30615"/>
                </a:lnTo>
                <a:lnTo>
                  <a:pt x="42777" y="30603"/>
                </a:lnTo>
                <a:lnTo>
                  <a:pt x="60716" y="28062"/>
                </a:lnTo>
                <a:lnTo>
                  <a:pt x="50576" y="13025"/>
                </a:lnTo>
                <a:lnTo>
                  <a:pt x="50510" y="12934"/>
                </a:lnTo>
                <a:lnTo>
                  <a:pt x="50439" y="12849"/>
                </a:lnTo>
                <a:lnTo>
                  <a:pt x="50363" y="12770"/>
                </a:lnTo>
                <a:lnTo>
                  <a:pt x="50283" y="12696"/>
                </a:lnTo>
                <a:lnTo>
                  <a:pt x="50199" y="12629"/>
                </a:lnTo>
                <a:lnTo>
                  <a:pt x="50111" y="12567"/>
                </a:lnTo>
                <a:lnTo>
                  <a:pt x="50020" y="12512"/>
                </a:lnTo>
                <a:lnTo>
                  <a:pt x="49926" y="12463"/>
                </a:lnTo>
                <a:lnTo>
                  <a:pt x="49829" y="12421"/>
                </a:lnTo>
                <a:lnTo>
                  <a:pt x="49730" y="12385"/>
                </a:lnTo>
                <a:lnTo>
                  <a:pt x="49630" y="12355"/>
                </a:lnTo>
                <a:lnTo>
                  <a:pt x="49527" y="12332"/>
                </a:lnTo>
                <a:lnTo>
                  <a:pt x="49424" y="12315"/>
                </a:lnTo>
                <a:lnTo>
                  <a:pt x="49319" y="12305"/>
                </a:lnTo>
                <a:lnTo>
                  <a:pt x="49214" y="12301"/>
                </a:lnTo>
                <a:lnTo>
                  <a:pt x="49108" y="12305"/>
                </a:lnTo>
                <a:lnTo>
                  <a:pt x="49003" y="12315"/>
                </a:lnTo>
                <a:lnTo>
                  <a:pt x="48898" y="12332"/>
                </a:lnTo>
                <a:lnTo>
                  <a:pt x="48794" y="12356"/>
                </a:lnTo>
                <a:lnTo>
                  <a:pt x="48691" y="12387"/>
                </a:lnTo>
                <a:lnTo>
                  <a:pt x="48589" y="12425"/>
                </a:lnTo>
                <a:lnTo>
                  <a:pt x="48489" y="12471"/>
                </a:lnTo>
                <a:lnTo>
                  <a:pt x="48391" y="12523"/>
                </a:lnTo>
                <a:lnTo>
                  <a:pt x="48296" y="12583"/>
                </a:lnTo>
                <a:lnTo>
                  <a:pt x="48205" y="12649"/>
                </a:lnTo>
                <a:lnTo>
                  <a:pt x="48120" y="12720"/>
                </a:lnTo>
                <a:lnTo>
                  <a:pt x="48041" y="12796"/>
                </a:lnTo>
                <a:lnTo>
                  <a:pt x="47967" y="12877"/>
                </a:lnTo>
                <a:lnTo>
                  <a:pt x="47900" y="12961"/>
                </a:lnTo>
                <a:lnTo>
                  <a:pt x="47839" y="13049"/>
                </a:lnTo>
                <a:lnTo>
                  <a:pt x="47784" y="13140"/>
                </a:lnTo>
                <a:lnTo>
                  <a:pt x="47735" y="13234"/>
                </a:lnTo>
                <a:lnTo>
                  <a:pt x="47692" y="13331"/>
                </a:lnTo>
                <a:lnTo>
                  <a:pt x="47656" y="13430"/>
                </a:lnTo>
                <a:lnTo>
                  <a:pt x="47626" y="13531"/>
                </a:lnTo>
                <a:lnTo>
                  <a:pt x="47603" y="13633"/>
                </a:lnTo>
                <a:lnTo>
                  <a:pt x="47586" y="13737"/>
                </a:lnTo>
                <a:lnTo>
                  <a:pt x="47576" y="13842"/>
                </a:lnTo>
                <a:lnTo>
                  <a:pt x="47573" y="13947"/>
                </a:lnTo>
                <a:lnTo>
                  <a:pt x="47576" y="14053"/>
                </a:lnTo>
                <a:lnTo>
                  <a:pt x="47587" y="14159"/>
                </a:lnTo>
                <a:lnTo>
                  <a:pt x="47604" y="14264"/>
                </a:lnTo>
                <a:lnTo>
                  <a:pt x="47628" y="14368"/>
                </a:lnTo>
                <a:lnTo>
                  <a:pt x="47659" y="14471"/>
                </a:lnTo>
                <a:lnTo>
                  <a:pt x="47697" y="14573"/>
                </a:lnTo>
                <a:lnTo>
                  <a:pt x="47742" y="14673"/>
                </a:lnTo>
                <a:lnTo>
                  <a:pt x="47795" y="14771"/>
                </a:lnTo>
                <a:lnTo>
                  <a:pt x="47855" y="14866"/>
                </a:lnTo>
                <a:lnTo>
                  <a:pt x="53321" y="22971"/>
                </a:lnTo>
                <a:lnTo>
                  <a:pt x="2535" y="369"/>
                </a:lnTo>
                <a:lnTo>
                  <a:pt x="2431" y="32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Layer1">
            <a:extLst xmlns:a="http://schemas.openxmlformats.org/drawingml/2006/main">
              <a:ext uri="{FF2B5EF4-FFF2-40B4-BE49-F238E27FC236}">
                <a16:creationId xmlns:a16="http://schemas.microsoft.com/office/drawing/2014/main" id="{E130D3A9-91C5-4157-B3C5-18CFF4C6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768" y="1966524"/>
            <a:ext cx="123058" cy="35189"/>
          </a:xfrm>
          <a:custGeom xmlns:a="http://schemas.openxmlformats.org/drawingml/2006/main">
            <a:pathLst>
              <a:path w="123058" h="35189">
                <a:moveTo>
                  <a:pt x="20838" y="26671"/>
                </a:moveTo>
                <a:lnTo>
                  <a:pt x="0" y="26671"/>
                </a:lnTo>
                <a:lnTo>
                  <a:pt x="212" y="25978"/>
                </a:lnTo>
                <a:cubicBezTo>
                  <a:pt x="1456" y="25978"/>
                  <a:pt x="2363" y="25736"/>
                  <a:pt x="2934" y="25251"/>
                </a:cubicBezTo>
                <a:cubicBezTo>
                  <a:pt x="3505" y="24767"/>
                  <a:pt x="4034" y="23680"/>
                  <a:pt x="4522" y="21989"/>
                </a:cubicBezTo>
                <a:lnTo>
                  <a:pt x="9370" y="5188"/>
                </a:lnTo>
                <a:cubicBezTo>
                  <a:pt x="9640" y="4262"/>
                  <a:pt x="9774" y="3535"/>
                  <a:pt x="9774" y="3008"/>
                </a:cubicBezTo>
                <a:cubicBezTo>
                  <a:pt x="9774" y="2494"/>
                  <a:pt x="9582" y="2082"/>
                  <a:pt x="9197" y="1774"/>
                </a:cubicBezTo>
                <a:cubicBezTo>
                  <a:pt x="8812" y="1465"/>
                  <a:pt x="8056" y="1285"/>
                  <a:pt x="6927" y="1233"/>
                </a:cubicBezTo>
                <a:lnTo>
                  <a:pt x="7138" y="540"/>
                </a:lnTo>
                <a:lnTo>
                  <a:pt x="19664" y="540"/>
                </a:lnTo>
                <a:lnTo>
                  <a:pt x="19453" y="1233"/>
                </a:lnTo>
                <a:cubicBezTo>
                  <a:pt x="18247" y="1259"/>
                  <a:pt x="17346" y="1530"/>
                  <a:pt x="16749" y="2048"/>
                </a:cubicBezTo>
                <a:cubicBezTo>
                  <a:pt x="16153" y="2564"/>
                  <a:pt x="15624" y="3617"/>
                  <a:pt x="15162" y="5206"/>
                </a:cubicBezTo>
                <a:lnTo>
                  <a:pt x="10737" y="20578"/>
                </a:lnTo>
                <a:cubicBezTo>
                  <a:pt x="10172" y="22533"/>
                  <a:pt x="9890" y="23722"/>
                  <a:pt x="9890" y="24146"/>
                </a:cubicBezTo>
                <a:cubicBezTo>
                  <a:pt x="9890" y="24403"/>
                  <a:pt x="10034" y="24644"/>
                  <a:pt x="10323" y="24870"/>
                </a:cubicBezTo>
                <a:cubicBezTo>
                  <a:pt x="10611" y="25094"/>
                  <a:pt x="11076" y="25207"/>
                  <a:pt x="11718" y="25207"/>
                </a:cubicBezTo>
                <a:cubicBezTo>
                  <a:pt x="13847" y="25207"/>
                  <a:pt x="15903" y="24717"/>
                  <a:pt x="17885" y="23737"/>
                </a:cubicBezTo>
                <a:cubicBezTo>
                  <a:pt x="19866" y="22758"/>
                  <a:pt x="21544" y="21295"/>
                  <a:pt x="22916" y="19348"/>
                </a:cubicBezTo>
                <a:lnTo>
                  <a:pt x="23724" y="19348"/>
                </a:lnTo>
                <a:lnTo>
                  <a:pt x="20838" y="26671"/>
                </a:lnTo>
                <a:close/>
                <a:moveTo>
                  <a:pt x="44364" y="9058"/>
                </a:moveTo>
                <a:lnTo>
                  <a:pt x="40631" y="21901"/>
                </a:lnTo>
                <a:lnTo>
                  <a:pt x="40246" y="23465"/>
                </a:lnTo>
                <a:cubicBezTo>
                  <a:pt x="40208" y="23658"/>
                  <a:pt x="40189" y="23800"/>
                  <a:pt x="40189" y="23890"/>
                </a:cubicBezTo>
                <a:cubicBezTo>
                  <a:pt x="40189" y="24043"/>
                  <a:pt x="40243" y="24177"/>
                  <a:pt x="40352" y="24293"/>
                </a:cubicBezTo>
                <a:cubicBezTo>
                  <a:pt x="40461" y="24408"/>
                  <a:pt x="40573" y="24466"/>
                  <a:pt x="40689" y="24466"/>
                </a:cubicBezTo>
                <a:cubicBezTo>
                  <a:pt x="40958" y="24466"/>
                  <a:pt x="41330" y="24261"/>
                  <a:pt x="41805" y="23851"/>
                </a:cubicBezTo>
                <a:cubicBezTo>
                  <a:pt x="41997" y="23685"/>
                  <a:pt x="42459" y="23096"/>
                  <a:pt x="43190" y="22085"/>
                </a:cubicBezTo>
                <a:lnTo>
                  <a:pt x="43864" y="22431"/>
                </a:lnTo>
                <a:cubicBezTo>
                  <a:pt x="42953" y="24094"/>
                  <a:pt x="41981" y="25307"/>
                  <a:pt x="40949" y="26069"/>
                </a:cubicBezTo>
                <a:cubicBezTo>
                  <a:pt x="39916" y="26830"/>
                  <a:pt x="38803" y="27211"/>
                  <a:pt x="37610" y="27211"/>
                </a:cubicBezTo>
                <a:cubicBezTo>
                  <a:pt x="36879" y="27211"/>
                  <a:pt x="36321" y="27022"/>
                  <a:pt x="35936" y="26643"/>
                </a:cubicBezTo>
                <a:cubicBezTo>
                  <a:pt x="35552" y="26264"/>
                  <a:pt x="35359" y="25785"/>
                  <a:pt x="35359" y="25207"/>
                </a:cubicBezTo>
                <a:cubicBezTo>
                  <a:pt x="35359" y="24706"/>
                  <a:pt x="35564" y="23774"/>
                  <a:pt x="35975" y="22413"/>
                </a:cubicBezTo>
                <a:lnTo>
                  <a:pt x="36437" y="20852"/>
                </a:lnTo>
                <a:cubicBezTo>
                  <a:pt x="34949" y="23408"/>
                  <a:pt x="33518" y="25220"/>
                  <a:pt x="32146" y="26286"/>
                </a:cubicBezTo>
                <a:cubicBezTo>
                  <a:pt x="31351" y="26903"/>
                  <a:pt x="30504" y="27211"/>
                  <a:pt x="29606" y="27211"/>
                </a:cubicBezTo>
                <a:cubicBezTo>
                  <a:pt x="28426" y="27211"/>
                  <a:pt x="27573" y="26726"/>
                  <a:pt x="27047" y="25755"/>
                </a:cubicBezTo>
                <a:cubicBezTo>
                  <a:pt x="26521" y="24784"/>
                  <a:pt x="26258" y="23687"/>
                  <a:pt x="26258" y="22466"/>
                </a:cubicBezTo>
                <a:cubicBezTo>
                  <a:pt x="26258" y="20652"/>
                  <a:pt x="26810" y="18572"/>
                  <a:pt x="27913" y="16225"/>
                </a:cubicBezTo>
                <a:cubicBezTo>
                  <a:pt x="29016" y="13878"/>
                  <a:pt x="30465" y="11990"/>
                  <a:pt x="32261" y="10562"/>
                </a:cubicBezTo>
                <a:cubicBezTo>
                  <a:pt x="33736" y="9379"/>
                  <a:pt x="35122" y="8788"/>
                  <a:pt x="36417" y="8788"/>
                </a:cubicBezTo>
                <a:cubicBezTo>
                  <a:pt x="37136" y="8788"/>
                  <a:pt x="37713" y="8997"/>
                  <a:pt x="38149" y="9415"/>
                </a:cubicBezTo>
                <a:cubicBezTo>
                  <a:pt x="38585" y="9833"/>
                  <a:pt x="38906" y="10595"/>
                  <a:pt x="39111" y="11701"/>
                </a:cubicBezTo>
                <a:lnTo>
                  <a:pt x="39804" y="9327"/>
                </a:lnTo>
                <a:lnTo>
                  <a:pt x="44364" y="9058"/>
                </a:lnTo>
                <a:moveTo>
                  <a:pt x="38207" y="12754"/>
                </a:moveTo>
                <a:cubicBezTo>
                  <a:pt x="38207" y="11715"/>
                  <a:pt x="38046" y="10964"/>
                  <a:pt x="37726" y="10502"/>
                </a:cubicBezTo>
                <a:cubicBezTo>
                  <a:pt x="37495" y="10181"/>
                  <a:pt x="37181" y="10021"/>
                  <a:pt x="36783" y="10021"/>
                </a:cubicBezTo>
                <a:cubicBezTo>
                  <a:pt x="36385" y="10021"/>
                  <a:pt x="35975" y="10214"/>
                  <a:pt x="35552" y="10599"/>
                </a:cubicBezTo>
                <a:cubicBezTo>
                  <a:pt x="34692" y="11394"/>
                  <a:pt x="33765" y="13007"/>
                  <a:pt x="32771" y="15439"/>
                </a:cubicBezTo>
                <a:cubicBezTo>
                  <a:pt x="31777" y="17870"/>
                  <a:pt x="31280" y="19971"/>
                  <a:pt x="31280" y="21741"/>
                </a:cubicBezTo>
                <a:cubicBezTo>
                  <a:pt x="31280" y="22421"/>
                  <a:pt x="31392" y="22911"/>
                  <a:pt x="31617" y="23213"/>
                </a:cubicBezTo>
                <a:cubicBezTo>
                  <a:pt x="31841" y="23514"/>
                  <a:pt x="32088" y="23665"/>
                  <a:pt x="32358" y="23665"/>
                </a:cubicBezTo>
                <a:cubicBezTo>
                  <a:pt x="32935" y="23665"/>
                  <a:pt x="33518" y="23332"/>
                  <a:pt x="34108" y="22664"/>
                </a:cubicBezTo>
                <a:cubicBezTo>
                  <a:pt x="34955" y="21715"/>
                  <a:pt x="35718" y="20554"/>
                  <a:pt x="36398" y="19182"/>
                </a:cubicBezTo>
                <a:cubicBezTo>
                  <a:pt x="37604" y="16769"/>
                  <a:pt x="38207" y="14627"/>
                  <a:pt x="38207" y="12754"/>
                </a:cubicBezTo>
                <a:close/>
                <a:moveTo>
                  <a:pt x="46192" y="10561"/>
                </a:moveTo>
                <a:lnTo>
                  <a:pt x="52118" y="8788"/>
                </a:lnTo>
                <a:cubicBezTo>
                  <a:pt x="52593" y="9379"/>
                  <a:pt x="52926" y="9938"/>
                  <a:pt x="53119" y="10466"/>
                </a:cubicBezTo>
                <a:cubicBezTo>
                  <a:pt x="53465" y="11379"/>
                  <a:pt x="53709" y="12639"/>
                  <a:pt x="53850" y="14246"/>
                </a:cubicBezTo>
                <a:cubicBezTo>
                  <a:pt x="54119" y="17410"/>
                  <a:pt x="54305" y="20785"/>
                  <a:pt x="54408" y="24373"/>
                </a:cubicBezTo>
                <a:cubicBezTo>
                  <a:pt x="55781" y="22560"/>
                  <a:pt x="57352" y="20161"/>
                  <a:pt x="59122" y="17178"/>
                </a:cubicBezTo>
                <a:cubicBezTo>
                  <a:pt x="59661" y="16278"/>
                  <a:pt x="59930" y="15429"/>
                  <a:pt x="59930" y="14632"/>
                </a:cubicBezTo>
                <a:cubicBezTo>
                  <a:pt x="59930" y="14131"/>
                  <a:pt x="59619" y="13655"/>
                  <a:pt x="58997" y="13205"/>
                </a:cubicBezTo>
                <a:cubicBezTo>
                  <a:pt x="58375" y="12755"/>
                  <a:pt x="57987" y="12405"/>
                  <a:pt x="57833" y="12154"/>
                </a:cubicBezTo>
                <a:cubicBezTo>
                  <a:pt x="57679" y="11903"/>
                  <a:pt x="57602" y="11578"/>
                  <a:pt x="57602" y="11180"/>
                </a:cubicBezTo>
                <a:cubicBezTo>
                  <a:pt x="57602" y="10537"/>
                  <a:pt x="57836" y="9977"/>
                  <a:pt x="58304" y="9501"/>
                </a:cubicBezTo>
                <a:cubicBezTo>
                  <a:pt x="58773" y="9026"/>
                  <a:pt x="59340" y="8788"/>
                  <a:pt x="60007" y="8788"/>
                </a:cubicBezTo>
                <a:cubicBezTo>
                  <a:pt x="60713" y="8788"/>
                  <a:pt x="61325" y="9058"/>
                  <a:pt x="61845" y="9598"/>
                </a:cubicBezTo>
                <a:cubicBezTo>
                  <a:pt x="62364" y="10138"/>
                  <a:pt x="62624" y="10774"/>
                  <a:pt x="62624" y="11507"/>
                </a:cubicBezTo>
                <a:cubicBezTo>
                  <a:pt x="62624" y="12369"/>
                  <a:pt x="62383" y="13369"/>
                  <a:pt x="61902" y="14507"/>
                </a:cubicBezTo>
                <a:cubicBezTo>
                  <a:pt x="61421" y="15645"/>
                  <a:pt x="60296" y="17596"/>
                  <a:pt x="58526" y="20361"/>
                </a:cubicBezTo>
                <a:cubicBezTo>
                  <a:pt x="56255" y="23896"/>
                  <a:pt x="54030" y="26955"/>
                  <a:pt x="51849" y="29539"/>
                </a:cubicBezTo>
                <a:cubicBezTo>
                  <a:pt x="50451" y="31185"/>
                  <a:pt x="49322" y="32371"/>
                  <a:pt x="48462" y="33097"/>
                </a:cubicBezTo>
                <a:cubicBezTo>
                  <a:pt x="47603" y="33824"/>
                  <a:pt x="46712" y="34399"/>
                  <a:pt x="45788" y="34823"/>
                </a:cubicBezTo>
                <a:cubicBezTo>
                  <a:pt x="45236" y="35067"/>
                  <a:pt x="44691" y="35189"/>
                  <a:pt x="44152" y="35189"/>
                </a:cubicBezTo>
                <a:cubicBezTo>
                  <a:pt x="43421" y="35189"/>
                  <a:pt x="42796" y="34932"/>
                  <a:pt x="42276" y="34419"/>
                </a:cubicBezTo>
                <a:cubicBezTo>
                  <a:pt x="41757" y="33905"/>
                  <a:pt x="41497" y="33294"/>
                  <a:pt x="41497" y="32588"/>
                </a:cubicBezTo>
                <a:cubicBezTo>
                  <a:pt x="41497" y="31881"/>
                  <a:pt x="41731" y="31284"/>
                  <a:pt x="42199" y="30796"/>
                </a:cubicBezTo>
                <a:cubicBezTo>
                  <a:pt x="42668" y="30307"/>
                  <a:pt x="43216" y="30063"/>
                  <a:pt x="43845" y="30063"/>
                </a:cubicBezTo>
                <a:cubicBezTo>
                  <a:pt x="44627" y="30063"/>
                  <a:pt x="45345" y="30471"/>
                  <a:pt x="46000" y="31285"/>
                </a:cubicBezTo>
                <a:cubicBezTo>
                  <a:pt x="46436" y="31832"/>
                  <a:pt x="46795" y="32106"/>
                  <a:pt x="47077" y="32106"/>
                </a:cubicBezTo>
                <a:cubicBezTo>
                  <a:pt x="47372" y="32106"/>
                  <a:pt x="47661" y="32023"/>
                  <a:pt x="47943" y="31858"/>
                </a:cubicBezTo>
                <a:cubicBezTo>
                  <a:pt x="48328" y="31654"/>
                  <a:pt x="48867" y="31183"/>
                  <a:pt x="49559" y="30445"/>
                </a:cubicBezTo>
                <a:cubicBezTo>
                  <a:pt x="49636" y="28843"/>
                  <a:pt x="49675" y="27631"/>
                  <a:pt x="49675" y="26811"/>
                </a:cubicBezTo>
                <a:cubicBezTo>
                  <a:pt x="49675" y="25708"/>
                  <a:pt x="49623" y="24157"/>
                  <a:pt x="49521" y="22157"/>
                </a:cubicBezTo>
                <a:lnTo>
                  <a:pt x="49194" y="14831"/>
                </a:lnTo>
                <a:cubicBezTo>
                  <a:pt x="49078" y="13485"/>
                  <a:pt x="48790" y="12518"/>
                  <a:pt x="48328" y="11928"/>
                </a:cubicBezTo>
                <a:cubicBezTo>
                  <a:pt x="47969" y="11492"/>
                  <a:pt x="47500" y="11274"/>
                  <a:pt x="46923" y="11274"/>
                </a:cubicBezTo>
                <a:cubicBezTo>
                  <a:pt x="46705" y="11274"/>
                  <a:pt x="46461" y="11293"/>
                  <a:pt x="46192" y="11332"/>
                </a:cubicBezTo>
                <a:lnTo>
                  <a:pt x="46192" y="10561"/>
                </a:lnTo>
                <a:close/>
                <a:moveTo>
                  <a:pt x="68999" y="19425"/>
                </a:moveTo>
                <a:cubicBezTo>
                  <a:pt x="68883" y="20261"/>
                  <a:pt x="68825" y="20948"/>
                  <a:pt x="68825" y="21488"/>
                </a:cubicBezTo>
                <a:cubicBezTo>
                  <a:pt x="68825" y="22451"/>
                  <a:pt x="69104" y="23222"/>
                  <a:pt x="69662" y="23800"/>
                </a:cubicBezTo>
                <a:cubicBezTo>
                  <a:pt x="70220" y="24378"/>
                  <a:pt x="70968" y="24667"/>
                  <a:pt x="71904" y="24667"/>
                </a:cubicBezTo>
                <a:cubicBezTo>
                  <a:pt x="72802" y="24667"/>
                  <a:pt x="73703" y="24476"/>
                  <a:pt x="74607" y="24093"/>
                </a:cubicBezTo>
                <a:cubicBezTo>
                  <a:pt x="75512" y="23711"/>
                  <a:pt x="76560" y="23041"/>
                  <a:pt x="77753" y="22085"/>
                </a:cubicBezTo>
                <a:lnTo>
                  <a:pt x="78330" y="22572"/>
                </a:lnTo>
                <a:cubicBezTo>
                  <a:pt x="76855" y="24245"/>
                  <a:pt x="75419" y="25436"/>
                  <a:pt x="74020" y="26146"/>
                </a:cubicBezTo>
                <a:cubicBezTo>
                  <a:pt x="72622" y="26856"/>
                  <a:pt x="71077" y="27211"/>
                  <a:pt x="69383" y="27211"/>
                </a:cubicBezTo>
                <a:cubicBezTo>
                  <a:pt x="67241" y="27211"/>
                  <a:pt x="65760" y="26697"/>
                  <a:pt x="64939" y="25668"/>
                </a:cubicBezTo>
                <a:cubicBezTo>
                  <a:pt x="64118" y="24639"/>
                  <a:pt x="63707" y="23449"/>
                  <a:pt x="63707" y="22099"/>
                </a:cubicBezTo>
                <a:cubicBezTo>
                  <a:pt x="63707" y="19990"/>
                  <a:pt x="64320" y="17881"/>
                  <a:pt x="65545" y="15772"/>
                </a:cubicBezTo>
                <a:cubicBezTo>
                  <a:pt x="66770" y="13662"/>
                  <a:pt x="68437" y="11971"/>
                  <a:pt x="70547" y="10698"/>
                </a:cubicBezTo>
                <a:cubicBezTo>
                  <a:pt x="72658" y="9424"/>
                  <a:pt x="74777" y="8788"/>
                  <a:pt x="76907" y="8788"/>
                </a:cubicBezTo>
                <a:cubicBezTo>
                  <a:pt x="77984" y="8788"/>
                  <a:pt x="78799" y="9045"/>
                  <a:pt x="79350" y="9559"/>
                </a:cubicBezTo>
                <a:cubicBezTo>
                  <a:pt x="79902" y="10072"/>
                  <a:pt x="80178" y="10721"/>
                  <a:pt x="80178" y="11505"/>
                </a:cubicBezTo>
                <a:cubicBezTo>
                  <a:pt x="80178" y="12443"/>
                  <a:pt x="79908" y="13355"/>
                  <a:pt x="79369" y="14242"/>
                </a:cubicBezTo>
                <a:cubicBezTo>
                  <a:pt x="78625" y="15449"/>
                  <a:pt x="77689" y="16422"/>
                  <a:pt x="76560" y="17161"/>
                </a:cubicBezTo>
                <a:cubicBezTo>
                  <a:pt x="75431" y="17900"/>
                  <a:pt x="74168" y="18462"/>
                  <a:pt x="72770" y="18847"/>
                </a:cubicBezTo>
                <a:cubicBezTo>
                  <a:pt x="71833" y="19104"/>
                  <a:pt x="70576" y="19297"/>
                  <a:pt x="68999" y="19425"/>
                </a:cubicBezTo>
                <a:moveTo>
                  <a:pt x="69172" y="18423"/>
                </a:moveTo>
                <a:cubicBezTo>
                  <a:pt x="70301" y="18257"/>
                  <a:pt x="71176" y="18030"/>
                  <a:pt x="71798" y="17743"/>
                </a:cubicBezTo>
                <a:cubicBezTo>
                  <a:pt x="72420" y="17455"/>
                  <a:pt x="73030" y="16994"/>
                  <a:pt x="73626" y="16361"/>
                </a:cubicBezTo>
                <a:cubicBezTo>
                  <a:pt x="74222" y="15728"/>
                  <a:pt x="74739" y="14929"/>
                  <a:pt x="75175" y="13963"/>
                </a:cubicBezTo>
                <a:cubicBezTo>
                  <a:pt x="75611" y="12998"/>
                  <a:pt x="75829" y="12093"/>
                  <a:pt x="75829" y="11249"/>
                </a:cubicBezTo>
                <a:cubicBezTo>
                  <a:pt x="75829" y="10891"/>
                  <a:pt x="75730" y="10610"/>
                  <a:pt x="75531" y="10405"/>
                </a:cubicBezTo>
                <a:cubicBezTo>
                  <a:pt x="75332" y="10201"/>
                  <a:pt x="75079" y="10098"/>
                  <a:pt x="74771" y="10098"/>
                </a:cubicBezTo>
                <a:cubicBezTo>
                  <a:pt x="74155" y="10098"/>
                  <a:pt x="73462" y="10527"/>
                  <a:pt x="72693" y="11383"/>
                </a:cubicBezTo>
                <a:cubicBezTo>
                  <a:pt x="71282" y="12943"/>
                  <a:pt x="70108" y="15290"/>
                  <a:pt x="69172" y="18423"/>
                </a:cubicBezTo>
                <a:close/>
                <a:moveTo>
                  <a:pt x="89823" y="8788"/>
                </a:moveTo>
                <a:lnTo>
                  <a:pt x="86918" y="19630"/>
                </a:lnTo>
                <a:cubicBezTo>
                  <a:pt x="89304" y="14344"/>
                  <a:pt x="91100" y="11090"/>
                  <a:pt x="92305" y="9868"/>
                </a:cubicBezTo>
                <a:cubicBezTo>
                  <a:pt x="93011" y="9148"/>
                  <a:pt x="93755" y="8788"/>
                  <a:pt x="94537" y="8788"/>
                </a:cubicBezTo>
                <a:cubicBezTo>
                  <a:pt x="95076" y="8788"/>
                  <a:pt x="95512" y="8984"/>
                  <a:pt x="95846" y="9375"/>
                </a:cubicBezTo>
                <a:cubicBezTo>
                  <a:pt x="96179" y="9767"/>
                  <a:pt x="96346" y="10323"/>
                  <a:pt x="96346" y="11042"/>
                </a:cubicBezTo>
                <a:cubicBezTo>
                  <a:pt x="96346" y="12289"/>
                  <a:pt x="96044" y="13336"/>
                  <a:pt x="95442" y="14184"/>
                </a:cubicBezTo>
                <a:cubicBezTo>
                  <a:pt x="95057" y="14723"/>
                  <a:pt x="94627" y="14993"/>
                  <a:pt x="94152" y="14993"/>
                </a:cubicBezTo>
                <a:cubicBezTo>
                  <a:pt x="93639" y="14993"/>
                  <a:pt x="93255" y="14758"/>
                  <a:pt x="92998" y="14288"/>
                </a:cubicBezTo>
                <a:cubicBezTo>
                  <a:pt x="92741" y="13818"/>
                  <a:pt x="92562" y="13542"/>
                  <a:pt x="92459" y="13460"/>
                </a:cubicBezTo>
                <a:cubicBezTo>
                  <a:pt x="92357" y="13377"/>
                  <a:pt x="92248" y="13336"/>
                  <a:pt x="92132" y="13336"/>
                </a:cubicBezTo>
                <a:cubicBezTo>
                  <a:pt x="92004" y="13336"/>
                  <a:pt x="91869" y="13374"/>
                  <a:pt x="91728" y="13451"/>
                </a:cubicBezTo>
                <a:cubicBezTo>
                  <a:pt x="91446" y="13606"/>
                  <a:pt x="91077" y="13981"/>
                  <a:pt x="90622" y="14579"/>
                </a:cubicBezTo>
                <a:cubicBezTo>
                  <a:pt x="90166" y="15176"/>
                  <a:pt x="89605" y="16174"/>
                  <a:pt x="88938" y="17575"/>
                </a:cubicBezTo>
                <a:cubicBezTo>
                  <a:pt x="88271" y="18975"/>
                  <a:pt x="87752" y="20160"/>
                  <a:pt x="87380" y="21130"/>
                </a:cubicBezTo>
                <a:cubicBezTo>
                  <a:pt x="87008" y="22099"/>
                  <a:pt x="86488" y="23947"/>
                  <a:pt x="85821" y="26671"/>
                </a:cubicBezTo>
                <a:lnTo>
                  <a:pt x="81165" y="26671"/>
                </a:lnTo>
                <a:lnTo>
                  <a:pt x="84339" y="13895"/>
                </a:lnTo>
                <a:cubicBezTo>
                  <a:pt x="84570" y="12944"/>
                  <a:pt x="84686" y="12314"/>
                  <a:pt x="84686" y="12006"/>
                </a:cubicBezTo>
                <a:cubicBezTo>
                  <a:pt x="84686" y="11659"/>
                  <a:pt x="84625" y="11389"/>
                  <a:pt x="84503" y="11197"/>
                </a:cubicBezTo>
                <a:cubicBezTo>
                  <a:pt x="84381" y="11004"/>
                  <a:pt x="84214" y="10863"/>
                  <a:pt x="84003" y="10773"/>
                </a:cubicBezTo>
                <a:cubicBezTo>
                  <a:pt x="83791" y="10683"/>
                  <a:pt x="83352" y="10638"/>
                  <a:pt x="82685" y="10638"/>
                </a:cubicBezTo>
                <a:lnTo>
                  <a:pt x="82858" y="10060"/>
                </a:lnTo>
                <a:lnTo>
                  <a:pt x="88669" y="8788"/>
                </a:lnTo>
                <a:lnTo>
                  <a:pt x="89823" y="8788"/>
                </a:lnTo>
                <a:close/>
                <a:moveTo>
                  <a:pt x="123058" y="0"/>
                </a:moveTo>
                <a:lnTo>
                  <a:pt x="116689" y="21931"/>
                </a:lnTo>
                <a:cubicBezTo>
                  <a:pt x="116356" y="23080"/>
                  <a:pt x="116189" y="23809"/>
                  <a:pt x="116189" y="24119"/>
                </a:cubicBezTo>
                <a:cubicBezTo>
                  <a:pt x="116189" y="24429"/>
                  <a:pt x="116308" y="24748"/>
                  <a:pt x="116545" y="25077"/>
                </a:cubicBezTo>
                <a:cubicBezTo>
                  <a:pt x="116782" y="25407"/>
                  <a:pt x="117039" y="25620"/>
                  <a:pt x="117315" y="25716"/>
                </a:cubicBezTo>
                <a:cubicBezTo>
                  <a:pt x="117591" y="25813"/>
                  <a:pt x="118421" y="25900"/>
                  <a:pt x="119807" y="25978"/>
                </a:cubicBezTo>
                <a:lnTo>
                  <a:pt x="119595" y="26671"/>
                </a:lnTo>
                <a:lnTo>
                  <a:pt x="106453" y="26671"/>
                </a:lnTo>
                <a:lnTo>
                  <a:pt x="106665" y="25978"/>
                </a:lnTo>
                <a:cubicBezTo>
                  <a:pt x="107973" y="25952"/>
                  <a:pt x="108884" y="25842"/>
                  <a:pt x="109397" y="25649"/>
                </a:cubicBezTo>
                <a:cubicBezTo>
                  <a:pt x="109910" y="25455"/>
                  <a:pt x="110330" y="25139"/>
                  <a:pt x="110657" y="24700"/>
                </a:cubicBezTo>
                <a:cubicBezTo>
                  <a:pt x="110984" y="24261"/>
                  <a:pt x="111353" y="23338"/>
                  <a:pt x="111764" y="21931"/>
                </a:cubicBezTo>
                <a:lnTo>
                  <a:pt x="115535" y="8902"/>
                </a:lnTo>
                <a:cubicBezTo>
                  <a:pt x="116112" y="6924"/>
                  <a:pt x="116414" y="5877"/>
                  <a:pt x="116439" y="5762"/>
                </a:cubicBezTo>
                <a:cubicBezTo>
                  <a:pt x="116516" y="5428"/>
                  <a:pt x="116555" y="5113"/>
                  <a:pt x="116555" y="4818"/>
                </a:cubicBezTo>
                <a:cubicBezTo>
                  <a:pt x="116555" y="4253"/>
                  <a:pt x="116378" y="3803"/>
                  <a:pt x="116026" y="3469"/>
                </a:cubicBezTo>
                <a:cubicBezTo>
                  <a:pt x="115673" y="3135"/>
                  <a:pt x="115169" y="2968"/>
                  <a:pt x="114515" y="2968"/>
                </a:cubicBezTo>
                <a:cubicBezTo>
                  <a:pt x="114195" y="2968"/>
                  <a:pt x="113560" y="3019"/>
                  <a:pt x="112610" y="3122"/>
                </a:cubicBezTo>
                <a:lnTo>
                  <a:pt x="112456" y="2390"/>
                </a:lnTo>
                <a:lnTo>
                  <a:pt x="122250" y="0"/>
                </a:lnTo>
                <a:lnTo>
                  <a:pt x="1230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Layer2">
            <a:extLst xmlns:a="http://schemas.openxmlformats.org/drawingml/2006/main">
              <a:ext uri="{FF2B5EF4-FFF2-40B4-BE49-F238E27FC236}">
                <a16:creationId xmlns:a16="http://schemas.microsoft.com/office/drawing/2014/main" id="{141CE8EE-761E-4ACD-AF25-1C3396A2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41" y="2119462"/>
            <a:ext cx="124559" cy="35189"/>
          </a:xfrm>
          <a:custGeom xmlns:a="http://schemas.openxmlformats.org/drawingml/2006/main">
            <a:pathLst>
              <a:path w="124559" h="35189">
                <a:moveTo>
                  <a:pt x="20838" y="26671"/>
                </a:moveTo>
                <a:lnTo>
                  <a:pt x="0" y="26671"/>
                </a:lnTo>
                <a:lnTo>
                  <a:pt x="212" y="25978"/>
                </a:lnTo>
                <a:cubicBezTo>
                  <a:pt x="1456" y="25978"/>
                  <a:pt x="2363" y="25736"/>
                  <a:pt x="2934" y="25251"/>
                </a:cubicBezTo>
                <a:cubicBezTo>
                  <a:pt x="3505" y="24767"/>
                  <a:pt x="4034" y="23680"/>
                  <a:pt x="4522" y="21989"/>
                </a:cubicBezTo>
                <a:lnTo>
                  <a:pt x="9370" y="5188"/>
                </a:lnTo>
                <a:cubicBezTo>
                  <a:pt x="9640" y="4262"/>
                  <a:pt x="9774" y="3535"/>
                  <a:pt x="9774" y="3008"/>
                </a:cubicBezTo>
                <a:cubicBezTo>
                  <a:pt x="9774" y="2494"/>
                  <a:pt x="9582" y="2082"/>
                  <a:pt x="9197" y="1774"/>
                </a:cubicBezTo>
                <a:cubicBezTo>
                  <a:pt x="8812" y="1465"/>
                  <a:pt x="8056" y="1285"/>
                  <a:pt x="6927" y="1233"/>
                </a:cubicBezTo>
                <a:lnTo>
                  <a:pt x="7138" y="540"/>
                </a:lnTo>
                <a:lnTo>
                  <a:pt x="19664" y="540"/>
                </a:lnTo>
                <a:lnTo>
                  <a:pt x="19453" y="1233"/>
                </a:lnTo>
                <a:cubicBezTo>
                  <a:pt x="18247" y="1259"/>
                  <a:pt x="17346" y="1530"/>
                  <a:pt x="16749" y="2048"/>
                </a:cubicBezTo>
                <a:cubicBezTo>
                  <a:pt x="16153" y="2564"/>
                  <a:pt x="15624" y="3617"/>
                  <a:pt x="15162" y="5206"/>
                </a:cubicBezTo>
                <a:lnTo>
                  <a:pt x="10737" y="20578"/>
                </a:lnTo>
                <a:cubicBezTo>
                  <a:pt x="10172" y="22533"/>
                  <a:pt x="9890" y="23722"/>
                  <a:pt x="9890" y="24146"/>
                </a:cubicBezTo>
                <a:cubicBezTo>
                  <a:pt x="9890" y="24403"/>
                  <a:pt x="10034" y="24644"/>
                  <a:pt x="10323" y="24870"/>
                </a:cubicBezTo>
                <a:cubicBezTo>
                  <a:pt x="10611" y="25094"/>
                  <a:pt x="11076" y="25207"/>
                  <a:pt x="11718" y="25207"/>
                </a:cubicBezTo>
                <a:cubicBezTo>
                  <a:pt x="13847" y="25207"/>
                  <a:pt x="15903" y="24717"/>
                  <a:pt x="17885" y="23737"/>
                </a:cubicBezTo>
                <a:cubicBezTo>
                  <a:pt x="19866" y="22758"/>
                  <a:pt x="21544" y="21295"/>
                  <a:pt x="22916" y="19348"/>
                </a:cubicBezTo>
                <a:lnTo>
                  <a:pt x="23724" y="19348"/>
                </a:lnTo>
                <a:lnTo>
                  <a:pt x="20838" y="26671"/>
                </a:lnTo>
                <a:close/>
                <a:moveTo>
                  <a:pt x="44364" y="9058"/>
                </a:moveTo>
                <a:lnTo>
                  <a:pt x="40631" y="21901"/>
                </a:lnTo>
                <a:lnTo>
                  <a:pt x="40247" y="23465"/>
                </a:lnTo>
                <a:cubicBezTo>
                  <a:pt x="40208" y="23658"/>
                  <a:pt x="40189" y="23800"/>
                  <a:pt x="40189" y="23890"/>
                </a:cubicBezTo>
                <a:cubicBezTo>
                  <a:pt x="40189" y="24043"/>
                  <a:pt x="40243" y="24177"/>
                  <a:pt x="40352" y="24293"/>
                </a:cubicBezTo>
                <a:cubicBezTo>
                  <a:pt x="40461" y="24408"/>
                  <a:pt x="40574" y="24466"/>
                  <a:pt x="40689" y="24466"/>
                </a:cubicBezTo>
                <a:cubicBezTo>
                  <a:pt x="40959" y="24466"/>
                  <a:pt x="41330" y="24261"/>
                  <a:pt x="41805" y="23851"/>
                </a:cubicBezTo>
                <a:cubicBezTo>
                  <a:pt x="41998" y="23685"/>
                  <a:pt x="42459" y="23096"/>
                  <a:pt x="43190" y="22085"/>
                </a:cubicBezTo>
                <a:lnTo>
                  <a:pt x="43864" y="22431"/>
                </a:lnTo>
                <a:cubicBezTo>
                  <a:pt x="42953" y="24094"/>
                  <a:pt x="41981" y="25307"/>
                  <a:pt x="40949" y="26069"/>
                </a:cubicBezTo>
                <a:cubicBezTo>
                  <a:pt x="39916" y="26830"/>
                  <a:pt x="38803" y="27211"/>
                  <a:pt x="37611" y="27211"/>
                </a:cubicBezTo>
                <a:cubicBezTo>
                  <a:pt x="36879" y="27211"/>
                  <a:pt x="36321" y="27022"/>
                  <a:pt x="35937" y="26643"/>
                </a:cubicBezTo>
                <a:cubicBezTo>
                  <a:pt x="35552" y="26264"/>
                  <a:pt x="35359" y="25785"/>
                  <a:pt x="35359" y="25207"/>
                </a:cubicBezTo>
                <a:cubicBezTo>
                  <a:pt x="35359" y="24706"/>
                  <a:pt x="35565" y="23774"/>
                  <a:pt x="35975" y="22413"/>
                </a:cubicBezTo>
                <a:lnTo>
                  <a:pt x="36437" y="20852"/>
                </a:lnTo>
                <a:cubicBezTo>
                  <a:pt x="34949" y="23408"/>
                  <a:pt x="33519" y="25220"/>
                  <a:pt x="32146" y="26286"/>
                </a:cubicBezTo>
                <a:cubicBezTo>
                  <a:pt x="31351" y="26903"/>
                  <a:pt x="30504" y="27211"/>
                  <a:pt x="29606" y="27211"/>
                </a:cubicBezTo>
                <a:cubicBezTo>
                  <a:pt x="28426" y="27211"/>
                  <a:pt x="27573" y="26726"/>
                  <a:pt x="27047" y="25755"/>
                </a:cubicBezTo>
                <a:cubicBezTo>
                  <a:pt x="26521" y="24784"/>
                  <a:pt x="26258" y="23687"/>
                  <a:pt x="26258" y="22466"/>
                </a:cubicBezTo>
                <a:cubicBezTo>
                  <a:pt x="26258" y="20652"/>
                  <a:pt x="26810" y="18572"/>
                  <a:pt x="27913" y="16225"/>
                </a:cubicBezTo>
                <a:cubicBezTo>
                  <a:pt x="29016" y="13878"/>
                  <a:pt x="30466" y="11990"/>
                  <a:pt x="32262" y="10562"/>
                </a:cubicBezTo>
                <a:cubicBezTo>
                  <a:pt x="33737" y="9379"/>
                  <a:pt x="35122" y="8788"/>
                  <a:pt x="36418" y="8788"/>
                </a:cubicBezTo>
                <a:cubicBezTo>
                  <a:pt x="37136" y="8788"/>
                  <a:pt x="37713" y="8997"/>
                  <a:pt x="38149" y="9415"/>
                </a:cubicBezTo>
                <a:cubicBezTo>
                  <a:pt x="38585" y="9833"/>
                  <a:pt x="38906" y="10595"/>
                  <a:pt x="39111" y="11701"/>
                </a:cubicBezTo>
                <a:lnTo>
                  <a:pt x="39804" y="9327"/>
                </a:lnTo>
                <a:lnTo>
                  <a:pt x="44364" y="9058"/>
                </a:lnTo>
                <a:moveTo>
                  <a:pt x="38207" y="12754"/>
                </a:moveTo>
                <a:cubicBezTo>
                  <a:pt x="38207" y="11715"/>
                  <a:pt x="38047" y="10964"/>
                  <a:pt x="37726" y="10502"/>
                </a:cubicBezTo>
                <a:cubicBezTo>
                  <a:pt x="37495" y="10181"/>
                  <a:pt x="37181" y="10021"/>
                  <a:pt x="36783" y="10021"/>
                </a:cubicBezTo>
                <a:cubicBezTo>
                  <a:pt x="36386" y="10021"/>
                  <a:pt x="35975" y="10214"/>
                  <a:pt x="35552" y="10599"/>
                </a:cubicBezTo>
                <a:cubicBezTo>
                  <a:pt x="34692" y="11394"/>
                  <a:pt x="33766" y="13007"/>
                  <a:pt x="32771" y="15439"/>
                </a:cubicBezTo>
                <a:cubicBezTo>
                  <a:pt x="31777" y="17870"/>
                  <a:pt x="31280" y="19971"/>
                  <a:pt x="31280" y="21741"/>
                </a:cubicBezTo>
                <a:cubicBezTo>
                  <a:pt x="31280" y="22421"/>
                  <a:pt x="31392" y="22911"/>
                  <a:pt x="31617" y="23213"/>
                </a:cubicBezTo>
                <a:cubicBezTo>
                  <a:pt x="31841" y="23514"/>
                  <a:pt x="32088" y="23665"/>
                  <a:pt x="32358" y="23665"/>
                </a:cubicBezTo>
                <a:cubicBezTo>
                  <a:pt x="32935" y="23665"/>
                  <a:pt x="33519" y="23332"/>
                  <a:pt x="34109" y="22664"/>
                </a:cubicBezTo>
                <a:cubicBezTo>
                  <a:pt x="34955" y="21715"/>
                  <a:pt x="35719" y="20554"/>
                  <a:pt x="36398" y="19182"/>
                </a:cubicBezTo>
                <a:cubicBezTo>
                  <a:pt x="37604" y="16769"/>
                  <a:pt x="38207" y="14627"/>
                  <a:pt x="38207" y="12754"/>
                </a:cubicBezTo>
                <a:close/>
                <a:moveTo>
                  <a:pt x="46192" y="10561"/>
                </a:moveTo>
                <a:lnTo>
                  <a:pt x="52118" y="8788"/>
                </a:lnTo>
                <a:cubicBezTo>
                  <a:pt x="52593" y="9379"/>
                  <a:pt x="52926" y="9938"/>
                  <a:pt x="53119" y="10466"/>
                </a:cubicBezTo>
                <a:cubicBezTo>
                  <a:pt x="53465" y="11379"/>
                  <a:pt x="53709" y="12639"/>
                  <a:pt x="53850" y="14246"/>
                </a:cubicBezTo>
                <a:cubicBezTo>
                  <a:pt x="54119" y="17410"/>
                  <a:pt x="54305" y="20785"/>
                  <a:pt x="54408" y="24373"/>
                </a:cubicBezTo>
                <a:cubicBezTo>
                  <a:pt x="55780" y="22560"/>
                  <a:pt x="57352" y="20161"/>
                  <a:pt x="59122" y="17178"/>
                </a:cubicBezTo>
                <a:cubicBezTo>
                  <a:pt x="59661" y="16278"/>
                  <a:pt x="59930" y="15429"/>
                  <a:pt x="59930" y="14632"/>
                </a:cubicBezTo>
                <a:cubicBezTo>
                  <a:pt x="59930" y="14131"/>
                  <a:pt x="59619" y="13655"/>
                  <a:pt x="58997" y="13205"/>
                </a:cubicBezTo>
                <a:cubicBezTo>
                  <a:pt x="58375" y="12755"/>
                  <a:pt x="57987" y="12405"/>
                  <a:pt x="57833" y="12154"/>
                </a:cubicBezTo>
                <a:cubicBezTo>
                  <a:pt x="57679" y="11903"/>
                  <a:pt x="57602" y="11578"/>
                  <a:pt x="57602" y="11180"/>
                </a:cubicBezTo>
                <a:cubicBezTo>
                  <a:pt x="57602" y="10537"/>
                  <a:pt x="57836" y="9977"/>
                  <a:pt x="58304" y="9501"/>
                </a:cubicBezTo>
                <a:cubicBezTo>
                  <a:pt x="58772" y="9026"/>
                  <a:pt x="59340" y="8788"/>
                  <a:pt x="60007" y="8788"/>
                </a:cubicBezTo>
                <a:cubicBezTo>
                  <a:pt x="60713" y="8788"/>
                  <a:pt x="61325" y="9058"/>
                  <a:pt x="61845" y="9598"/>
                </a:cubicBezTo>
                <a:cubicBezTo>
                  <a:pt x="62364" y="10138"/>
                  <a:pt x="62624" y="10774"/>
                  <a:pt x="62624" y="11507"/>
                </a:cubicBezTo>
                <a:cubicBezTo>
                  <a:pt x="62624" y="12369"/>
                  <a:pt x="62383" y="13369"/>
                  <a:pt x="61902" y="14507"/>
                </a:cubicBezTo>
                <a:cubicBezTo>
                  <a:pt x="61421" y="15645"/>
                  <a:pt x="60296" y="17596"/>
                  <a:pt x="58526" y="20361"/>
                </a:cubicBezTo>
                <a:cubicBezTo>
                  <a:pt x="56255" y="23896"/>
                  <a:pt x="54030" y="26955"/>
                  <a:pt x="51849" y="29539"/>
                </a:cubicBezTo>
                <a:cubicBezTo>
                  <a:pt x="50451" y="31185"/>
                  <a:pt x="49322" y="32371"/>
                  <a:pt x="48462" y="33097"/>
                </a:cubicBezTo>
                <a:cubicBezTo>
                  <a:pt x="47603" y="33824"/>
                  <a:pt x="46712" y="34399"/>
                  <a:pt x="45788" y="34823"/>
                </a:cubicBezTo>
                <a:cubicBezTo>
                  <a:pt x="45236" y="35067"/>
                  <a:pt x="44691" y="35189"/>
                  <a:pt x="44152" y="35189"/>
                </a:cubicBezTo>
                <a:cubicBezTo>
                  <a:pt x="43421" y="35189"/>
                  <a:pt x="42796" y="34932"/>
                  <a:pt x="42276" y="34419"/>
                </a:cubicBezTo>
                <a:cubicBezTo>
                  <a:pt x="41757" y="33905"/>
                  <a:pt x="41497" y="33294"/>
                  <a:pt x="41497" y="32588"/>
                </a:cubicBezTo>
                <a:cubicBezTo>
                  <a:pt x="41497" y="31881"/>
                  <a:pt x="41731" y="31284"/>
                  <a:pt x="42199" y="30796"/>
                </a:cubicBezTo>
                <a:cubicBezTo>
                  <a:pt x="42668" y="30307"/>
                  <a:pt x="43216" y="30063"/>
                  <a:pt x="43845" y="30063"/>
                </a:cubicBezTo>
                <a:cubicBezTo>
                  <a:pt x="44627" y="30063"/>
                  <a:pt x="45345" y="30471"/>
                  <a:pt x="46000" y="31285"/>
                </a:cubicBezTo>
                <a:cubicBezTo>
                  <a:pt x="46436" y="31832"/>
                  <a:pt x="46795" y="32106"/>
                  <a:pt x="47077" y="32106"/>
                </a:cubicBezTo>
                <a:cubicBezTo>
                  <a:pt x="47372" y="32106"/>
                  <a:pt x="47661" y="32023"/>
                  <a:pt x="47943" y="31858"/>
                </a:cubicBezTo>
                <a:cubicBezTo>
                  <a:pt x="48328" y="31654"/>
                  <a:pt x="48867" y="31183"/>
                  <a:pt x="49559" y="30445"/>
                </a:cubicBezTo>
                <a:cubicBezTo>
                  <a:pt x="49636" y="28843"/>
                  <a:pt x="49675" y="27631"/>
                  <a:pt x="49675" y="26811"/>
                </a:cubicBezTo>
                <a:cubicBezTo>
                  <a:pt x="49675" y="25708"/>
                  <a:pt x="49623" y="24157"/>
                  <a:pt x="49521" y="22157"/>
                </a:cubicBezTo>
                <a:lnTo>
                  <a:pt x="49194" y="14831"/>
                </a:lnTo>
                <a:cubicBezTo>
                  <a:pt x="49078" y="13485"/>
                  <a:pt x="48790" y="12518"/>
                  <a:pt x="48328" y="11928"/>
                </a:cubicBezTo>
                <a:cubicBezTo>
                  <a:pt x="47969" y="11492"/>
                  <a:pt x="47500" y="11274"/>
                  <a:pt x="46923" y="11274"/>
                </a:cubicBezTo>
                <a:cubicBezTo>
                  <a:pt x="46705" y="11274"/>
                  <a:pt x="46461" y="11293"/>
                  <a:pt x="46192" y="11332"/>
                </a:cubicBezTo>
                <a:lnTo>
                  <a:pt x="46192" y="10561"/>
                </a:lnTo>
                <a:close/>
                <a:moveTo>
                  <a:pt x="68999" y="19425"/>
                </a:moveTo>
                <a:cubicBezTo>
                  <a:pt x="68883" y="20261"/>
                  <a:pt x="68825" y="20948"/>
                  <a:pt x="68825" y="21488"/>
                </a:cubicBezTo>
                <a:cubicBezTo>
                  <a:pt x="68825" y="22451"/>
                  <a:pt x="69104" y="23222"/>
                  <a:pt x="69662" y="23800"/>
                </a:cubicBezTo>
                <a:cubicBezTo>
                  <a:pt x="70220" y="24378"/>
                  <a:pt x="70968" y="24667"/>
                  <a:pt x="71904" y="24667"/>
                </a:cubicBezTo>
                <a:cubicBezTo>
                  <a:pt x="72802" y="24667"/>
                  <a:pt x="73703" y="24476"/>
                  <a:pt x="74607" y="24093"/>
                </a:cubicBezTo>
                <a:cubicBezTo>
                  <a:pt x="75512" y="23711"/>
                  <a:pt x="76560" y="23041"/>
                  <a:pt x="77753" y="22085"/>
                </a:cubicBezTo>
                <a:lnTo>
                  <a:pt x="78330" y="22572"/>
                </a:lnTo>
                <a:cubicBezTo>
                  <a:pt x="76855" y="24245"/>
                  <a:pt x="75419" y="25436"/>
                  <a:pt x="74020" y="26146"/>
                </a:cubicBezTo>
                <a:cubicBezTo>
                  <a:pt x="72622" y="26856"/>
                  <a:pt x="71077" y="27211"/>
                  <a:pt x="69383" y="27211"/>
                </a:cubicBezTo>
                <a:cubicBezTo>
                  <a:pt x="67241" y="27211"/>
                  <a:pt x="65760" y="26697"/>
                  <a:pt x="64939" y="25668"/>
                </a:cubicBezTo>
                <a:cubicBezTo>
                  <a:pt x="64118" y="24639"/>
                  <a:pt x="63707" y="23449"/>
                  <a:pt x="63707" y="22099"/>
                </a:cubicBezTo>
                <a:cubicBezTo>
                  <a:pt x="63707" y="19990"/>
                  <a:pt x="64320" y="17881"/>
                  <a:pt x="65545" y="15772"/>
                </a:cubicBezTo>
                <a:cubicBezTo>
                  <a:pt x="66770" y="13662"/>
                  <a:pt x="68437" y="11971"/>
                  <a:pt x="70547" y="10698"/>
                </a:cubicBezTo>
                <a:cubicBezTo>
                  <a:pt x="72658" y="9424"/>
                  <a:pt x="74777" y="8788"/>
                  <a:pt x="76907" y="8788"/>
                </a:cubicBezTo>
                <a:cubicBezTo>
                  <a:pt x="77984" y="8788"/>
                  <a:pt x="78799" y="9045"/>
                  <a:pt x="79350" y="9559"/>
                </a:cubicBezTo>
                <a:cubicBezTo>
                  <a:pt x="79902" y="10072"/>
                  <a:pt x="80178" y="10721"/>
                  <a:pt x="80178" y="11505"/>
                </a:cubicBezTo>
                <a:cubicBezTo>
                  <a:pt x="80178" y="12443"/>
                  <a:pt x="79908" y="13355"/>
                  <a:pt x="79369" y="14242"/>
                </a:cubicBezTo>
                <a:cubicBezTo>
                  <a:pt x="78625" y="15449"/>
                  <a:pt x="77689" y="16422"/>
                  <a:pt x="76560" y="17161"/>
                </a:cubicBezTo>
                <a:cubicBezTo>
                  <a:pt x="75431" y="17900"/>
                  <a:pt x="74168" y="18462"/>
                  <a:pt x="72770" y="18847"/>
                </a:cubicBezTo>
                <a:cubicBezTo>
                  <a:pt x="71833" y="19104"/>
                  <a:pt x="70576" y="19297"/>
                  <a:pt x="68999" y="19425"/>
                </a:cubicBezTo>
                <a:moveTo>
                  <a:pt x="69172" y="18423"/>
                </a:moveTo>
                <a:cubicBezTo>
                  <a:pt x="70301" y="18257"/>
                  <a:pt x="71176" y="18030"/>
                  <a:pt x="71798" y="17743"/>
                </a:cubicBezTo>
                <a:cubicBezTo>
                  <a:pt x="72420" y="17455"/>
                  <a:pt x="73030" y="16994"/>
                  <a:pt x="73626" y="16361"/>
                </a:cubicBezTo>
                <a:cubicBezTo>
                  <a:pt x="74222" y="15728"/>
                  <a:pt x="74739" y="14929"/>
                  <a:pt x="75175" y="13963"/>
                </a:cubicBezTo>
                <a:cubicBezTo>
                  <a:pt x="75611" y="12998"/>
                  <a:pt x="75829" y="12093"/>
                  <a:pt x="75829" y="11249"/>
                </a:cubicBezTo>
                <a:cubicBezTo>
                  <a:pt x="75829" y="10891"/>
                  <a:pt x="75730" y="10610"/>
                  <a:pt x="75531" y="10405"/>
                </a:cubicBezTo>
                <a:cubicBezTo>
                  <a:pt x="75332" y="10201"/>
                  <a:pt x="75079" y="10098"/>
                  <a:pt x="74771" y="10098"/>
                </a:cubicBezTo>
                <a:cubicBezTo>
                  <a:pt x="74155" y="10098"/>
                  <a:pt x="73462" y="10527"/>
                  <a:pt x="72693" y="11383"/>
                </a:cubicBezTo>
                <a:cubicBezTo>
                  <a:pt x="71282" y="12943"/>
                  <a:pt x="70108" y="15290"/>
                  <a:pt x="69172" y="18423"/>
                </a:cubicBezTo>
                <a:close/>
                <a:moveTo>
                  <a:pt x="89823" y="8788"/>
                </a:moveTo>
                <a:lnTo>
                  <a:pt x="86918" y="19630"/>
                </a:lnTo>
                <a:cubicBezTo>
                  <a:pt x="89304" y="14344"/>
                  <a:pt x="91100" y="11090"/>
                  <a:pt x="92305" y="9868"/>
                </a:cubicBezTo>
                <a:cubicBezTo>
                  <a:pt x="93011" y="9148"/>
                  <a:pt x="93755" y="8788"/>
                  <a:pt x="94537" y="8788"/>
                </a:cubicBezTo>
                <a:cubicBezTo>
                  <a:pt x="95076" y="8788"/>
                  <a:pt x="95512" y="8984"/>
                  <a:pt x="95846" y="9375"/>
                </a:cubicBezTo>
                <a:cubicBezTo>
                  <a:pt x="96179" y="9767"/>
                  <a:pt x="96346" y="10323"/>
                  <a:pt x="96346" y="11042"/>
                </a:cubicBezTo>
                <a:cubicBezTo>
                  <a:pt x="96346" y="12289"/>
                  <a:pt x="96044" y="13336"/>
                  <a:pt x="95442" y="14184"/>
                </a:cubicBezTo>
                <a:cubicBezTo>
                  <a:pt x="95057" y="14723"/>
                  <a:pt x="94627" y="14993"/>
                  <a:pt x="94152" y="14993"/>
                </a:cubicBezTo>
                <a:cubicBezTo>
                  <a:pt x="93639" y="14993"/>
                  <a:pt x="93255" y="14758"/>
                  <a:pt x="92998" y="14288"/>
                </a:cubicBezTo>
                <a:cubicBezTo>
                  <a:pt x="92741" y="13818"/>
                  <a:pt x="92562" y="13542"/>
                  <a:pt x="92459" y="13460"/>
                </a:cubicBezTo>
                <a:cubicBezTo>
                  <a:pt x="92357" y="13377"/>
                  <a:pt x="92248" y="13336"/>
                  <a:pt x="92132" y="13336"/>
                </a:cubicBezTo>
                <a:cubicBezTo>
                  <a:pt x="92004" y="13336"/>
                  <a:pt x="91869" y="13374"/>
                  <a:pt x="91728" y="13451"/>
                </a:cubicBezTo>
                <a:cubicBezTo>
                  <a:pt x="91446" y="13606"/>
                  <a:pt x="91077" y="13981"/>
                  <a:pt x="90622" y="14579"/>
                </a:cubicBezTo>
                <a:cubicBezTo>
                  <a:pt x="90166" y="15176"/>
                  <a:pt x="89605" y="16174"/>
                  <a:pt x="88938" y="17575"/>
                </a:cubicBezTo>
                <a:cubicBezTo>
                  <a:pt x="88271" y="18975"/>
                  <a:pt x="87752" y="20160"/>
                  <a:pt x="87380" y="21130"/>
                </a:cubicBezTo>
                <a:cubicBezTo>
                  <a:pt x="87008" y="22099"/>
                  <a:pt x="86488" y="23947"/>
                  <a:pt x="85821" y="26671"/>
                </a:cubicBezTo>
                <a:lnTo>
                  <a:pt x="81165" y="26671"/>
                </a:lnTo>
                <a:lnTo>
                  <a:pt x="84339" y="13895"/>
                </a:lnTo>
                <a:cubicBezTo>
                  <a:pt x="84570" y="12944"/>
                  <a:pt x="84686" y="12314"/>
                  <a:pt x="84686" y="12006"/>
                </a:cubicBezTo>
                <a:cubicBezTo>
                  <a:pt x="84686" y="11659"/>
                  <a:pt x="84625" y="11389"/>
                  <a:pt x="84503" y="11197"/>
                </a:cubicBezTo>
                <a:cubicBezTo>
                  <a:pt x="84381" y="11004"/>
                  <a:pt x="84214" y="10863"/>
                  <a:pt x="84003" y="10773"/>
                </a:cubicBezTo>
                <a:cubicBezTo>
                  <a:pt x="83791" y="10683"/>
                  <a:pt x="83352" y="10638"/>
                  <a:pt x="82685" y="10638"/>
                </a:cubicBezTo>
                <a:lnTo>
                  <a:pt x="82858" y="10060"/>
                </a:lnTo>
                <a:lnTo>
                  <a:pt x="88669" y="8788"/>
                </a:lnTo>
                <a:lnTo>
                  <a:pt x="89823" y="8788"/>
                </a:lnTo>
                <a:close/>
                <a:moveTo>
                  <a:pt x="119537" y="26671"/>
                </a:moveTo>
                <a:lnTo>
                  <a:pt x="105684" y="26671"/>
                </a:lnTo>
                <a:lnTo>
                  <a:pt x="105684" y="25958"/>
                </a:lnTo>
                <a:cubicBezTo>
                  <a:pt x="109288" y="22619"/>
                  <a:pt x="112328" y="19548"/>
                  <a:pt x="114804" y="16747"/>
                </a:cubicBezTo>
                <a:cubicBezTo>
                  <a:pt x="116882" y="14425"/>
                  <a:pt x="118187" y="12652"/>
                  <a:pt x="118719" y="11427"/>
                </a:cubicBezTo>
                <a:cubicBezTo>
                  <a:pt x="119252" y="10201"/>
                  <a:pt x="119518" y="8966"/>
                  <a:pt x="119518" y="7722"/>
                </a:cubicBezTo>
                <a:cubicBezTo>
                  <a:pt x="119518" y="6555"/>
                  <a:pt x="119149" y="5606"/>
                  <a:pt x="118411" y="4874"/>
                </a:cubicBezTo>
                <a:cubicBezTo>
                  <a:pt x="117674" y="4143"/>
                  <a:pt x="116754" y="3777"/>
                  <a:pt x="115650" y="3777"/>
                </a:cubicBezTo>
                <a:cubicBezTo>
                  <a:pt x="113867" y="3777"/>
                  <a:pt x="112341" y="4759"/>
                  <a:pt x="111071" y="6723"/>
                </a:cubicBezTo>
                <a:lnTo>
                  <a:pt x="110359" y="6395"/>
                </a:lnTo>
                <a:cubicBezTo>
                  <a:pt x="111026" y="4489"/>
                  <a:pt x="111892" y="3040"/>
                  <a:pt x="112957" y="2048"/>
                </a:cubicBezTo>
                <a:cubicBezTo>
                  <a:pt x="114432" y="683"/>
                  <a:pt x="116163" y="0"/>
                  <a:pt x="118152" y="0"/>
                </a:cubicBezTo>
                <a:cubicBezTo>
                  <a:pt x="119999" y="0"/>
                  <a:pt x="121529" y="572"/>
                  <a:pt x="122741" y="1716"/>
                </a:cubicBezTo>
                <a:cubicBezTo>
                  <a:pt x="123953" y="2860"/>
                  <a:pt x="124559" y="4183"/>
                  <a:pt x="124559" y="5687"/>
                </a:cubicBezTo>
                <a:cubicBezTo>
                  <a:pt x="124559" y="7011"/>
                  <a:pt x="124264" y="8318"/>
                  <a:pt x="123674" y="9610"/>
                </a:cubicBezTo>
                <a:cubicBezTo>
                  <a:pt x="123084" y="10901"/>
                  <a:pt x="121865" y="12524"/>
                  <a:pt x="120018" y="14477"/>
                </a:cubicBezTo>
                <a:cubicBezTo>
                  <a:pt x="118607" y="15966"/>
                  <a:pt x="115747" y="18554"/>
                  <a:pt x="111437" y="22239"/>
                </a:cubicBezTo>
                <a:lnTo>
                  <a:pt x="116459" y="22239"/>
                </a:lnTo>
                <a:cubicBezTo>
                  <a:pt x="118075" y="22239"/>
                  <a:pt x="119207" y="22055"/>
                  <a:pt x="119855" y="21686"/>
                </a:cubicBezTo>
                <a:cubicBezTo>
                  <a:pt x="120502" y="21317"/>
                  <a:pt x="121108" y="20577"/>
                  <a:pt x="121673" y="19464"/>
                </a:cubicBezTo>
                <a:lnTo>
                  <a:pt x="122577" y="19464"/>
                </a:lnTo>
                <a:lnTo>
                  <a:pt x="119537" y="26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Layer3">
            <a:extLst xmlns:a="http://schemas.openxmlformats.org/drawingml/2006/main">
              <a:ext uri="{FF2B5EF4-FFF2-40B4-BE49-F238E27FC236}">
                <a16:creationId xmlns:a16="http://schemas.microsoft.com/office/drawing/2014/main" id="{D02BD43C-0DC3-42AD-83C0-BCE418D5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265" y="2287199"/>
            <a:ext cx="124039" cy="35189"/>
          </a:xfrm>
          <a:custGeom xmlns:a="http://schemas.openxmlformats.org/drawingml/2006/main">
            <a:pathLst>
              <a:path w="124039" h="35189">
                <a:moveTo>
                  <a:pt x="20838" y="26671"/>
                </a:moveTo>
                <a:lnTo>
                  <a:pt x="0" y="26671"/>
                </a:lnTo>
                <a:lnTo>
                  <a:pt x="212" y="25978"/>
                </a:lnTo>
                <a:cubicBezTo>
                  <a:pt x="1456" y="25978"/>
                  <a:pt x="2363" y="25736"/>
                  <a:pt x="2934" y="25251"/>
                </a:cubicBezTo>
                <a:cubicBezTo>
                  <a:pt x="3505" y="24767"/>
                  <a:pt x="4034" y="23680"/>
                  <a:pt x="4522" y="21989"/>
                </a:cubicBezTo>
                <a:lnTo>
                  <a:pt x="9370" y="5188"/>
                </a:lnTo>
                <a:cubicBezTo>
                  <a:pt x="9640" y="4262"/>
                  <a:pt x="9774" y="3535"/>
                  <a:pt x="9774" y="3008"/>
                </a:cubicBezTo>
                <a:cubicBezTo>
                  <a:pt x="9774" y="2494"/>
                  <a:pt x="9582" y="2082"/>
                  <a:pt x="9197" y="1774"/>
                </a:cubicBezTo>
                <a:cubicBezTo>
                  <a:pt x="8812" y="1465"/>
                  <a:pt x="8056" y="1285"/>
                  <a:pt x="6927" y="1233"/>
                </a:cubicBezTo>
                <a:lnTo>
                  <a:pt x="7138" y="540"/>
                </a:lnTo>
                <a:lnTo>
                  <a:pt x="19664" y="540"/>
                </a:lnTo>
                <a:lnTo>
                  <a:pt x="19453" y="1233"/>
                </a:lnTo>
                <a:cubicBezTo>
                  <a:pt x="18247" y="1259"/>
                  <a:pt x="17346" y="1530"/>
                  <a:pt x="16749" y="2048"/>
                </a:cubicBezTo>
                <a:cubicBezTo>
                  <a:pt x="16153" y="2564"/>
                  <a:pt x="15624" y="3617"/>
                  <a:pt x="15162" y="5206"/>
                </a:cubicBezTo>
                <a:lnTo>
                  <a:pt x="10737" y="20578"/>
                </a:lnTo>
                <a:cubicBezTo>
                  <a:pt x="10172" y="22533"/>
                  <a:pt x="9890" y="23722"/>
                  <a:pt x="9890" y="24146"/>
                </a:cubicBezTo>
                <a:cubicBezTo>
                  <a:pt x="9890" y="24403"/>
                  <a:pt x="10034" y="24644"/>
                  <a:pt x="10323" y="24870"/>
                </a:cubicBezTo>
                <a:cubicBezTo>
                  <a:pt x="10611" y="25094"/>
                  <a:pt x="11076" y="25207"/>
                  <a:pt x="11718" y="25207"/>
                </a:cubicBezTo>
                <a:cubicBezTo>
                  <a:pt x="13847" y="25207"/>
                  <a:pt x="15903" y="24717"/>
                  <a:pt x="17885" y="23737"/>
                </a:cubicBezTo>
                <a:cubicBezTo>
                  <a:pt x="19866" y="22758"/>
                  <a:pt x="21544" y="21295"/>
                  <a:pt x="22916" y="19348"/>
                </a:cubicBezTo>
                <a:lnTo>
                  <a:pt x="23724" y="19348"/>
                </a:lnTo>
                <a:lnTo>
                  <a:pt x="20838" y="26671"/>
                </a:lnTo>
                <a:close/>
                <a:moveTo>
                  <a:pt x="44364" y="9058"/>
                </a:moveTo>
                <a:lnTo>
                  <a:pt x="40631" y="21901"/>
                </a:lnTo>
                <a:lnTo>
                  <a:pt x="40247" y="23465"/>
                </a:lnTo>
                <a:cubicBezTo>
                  <a:pt x="40208" y="23658"/>
                  <a:pt x="40189" y="23800"/>
                  <a:pt x="40189" y="23890"/>
                </a:cubicBezTo>
                <a:cubicBezTo>
                  <a:pt x="40189" y="24043"/>
                  <a:pt x="40243" y="24177"/>
                  <a:pt x="40352" y="24293"/>
                </a:cubicBezTo>
                <a:cubicBezTo>
                  <a:pt x="40461" y="24408"/>
                  <a:pt x="40574" y="24466"/>
                  <a:pt x="40689" y="24466"/>
                </a:cubicBezTo>
                <a:cubicBezTo>
                  <a:pt x="40958" y="24466"/>
                  <a:pt x="41330" y="24261"/>
                  <a:pt x="41805" y="23851"/>
                </a:cubicBezTo>
                <a:cubicBezTo>
                  <a:pt x="41997" y="23685"/>
                  <a:pt x="42459" y="23096"/>
                  <a:pt x="43190" y="22085"/>
                </a:cubicBezTo>
                <a:lnTo>
                  <a:pt x="43864" y="22431"/>
                </a:lnTo>
                <a:cubicBezTo>
                  <a:pt x="42953" y="24094"/>
                  <a:pt x="41981" y="25307"/>
                  <a:pt x="40949" y="26069"/>
                </a:cubicBezTo>
                <a:cubicBezTo>
                  <a:pt x="39916" y="26830"/>
                  <a:pt x="38803" y="27211"/>
                  <a:pt x="37611" y="27211"/>
                </a:cubicBezTo>
                <a:cubicBezTo>
                  <a:pt x="36879" y="27211"/>
                  <a:pt x="36321" y="27022"/>
                  <a:pt x="35937" y="26643"/>
                </a:cubicBezTo>
                <a:cubicBezTo>
                  <a:pt x="35552" y="26264"/>
                  <a:pt x="35359" y="25785"/>
                  <a:pt x="35359" y="25207"/>
                </a:cubicBezTo>
                <a:cubicBezTo>
                  <a:pt x="35359" y="24706"/>
                  <a:pt x="35565" y="23774"/>
                  <a:pt x="35975" y="22413"/>
                </a:cubicBezTo>
                <a:lnTo>
                  <a:pt x="36437" y="20852"/>
                </a:lnTo>
                <a:cubicBezTo>
                  <a:pt x="34949" y="23408"/>
                  <a:pt x="33519" y="25220"/>
                  <a:pt x="32146" y="26286"/>
                </a:cubicBezTo>
                <a:cubicBezTo>
                  <a:pt x="31351" y="26903"/>
                  <a:pt x="30504" y="27211"/>
                  <a:pt x="29606" y="27211"/>
                </a:cubicBezTo>
                <a:cubicBezTo>
                  <a:pt x="28426" y="27211"/>
                  <a:pt x="27573" y="26726"/>
                  <a:pt x="27047" y="25755"/>
                </a:cubicBezTo>
                <a:cubicBezTo>
                  <a:pt x="26521" y="24784"/>
                  <a:pt x="26258" y="23687"/>
                  <a:pt x="26258" y="22466"/>
                </a:cubicBezTo>
                <a:cubicBezTo>
                  <a:pt x="26258" y="20652"/>
                  <a:pt x="26810" y="18572"/>
                  <a:pt x="27913" y="16225"/>
                </a:cubicBezTo>
                <a:cubicBezTo>
                  <a:pt x="29016" y="13878"/>
                  <a:pt x="30466" y="11990"/>
                  <a:pt x="32261" y="10562"/>
                </a:cubicBezTo>
                <a:cubicBezTo>
                  <a:pt x="33737" y="9379"/>
                  <a:pt x="35122" y="8788"/>
                  <a:pt x="36418" y="8788"/>
                </a:cubicBezTo>
                <a:cubicBezTo>
                  <a:pt x="37136" y="8788"/>
                  <a:pt x="37713" y="8997"/>
                  <a:pt x="38149" y="9415"/>
                </a:cubicBezTo>
                <a:cubicBezTo>
                  <a:pt x="38585" y="9833"/>
                  <a:pt x="38906" y="10595"/>
                  <a:pt x="39111" y="11701"/>
                </a:cubicBezTo>
                <a:lnTo>
                  <a:pt x="39804" y="9327"/>
                </a:lnTo>
                <a:lnTo>
                  <a:pt x="44364" y="9058"/>
                </a:lnTo>
                <a:moveTo>
                  <a:pt x="38207" y="12754"/>
                </a:moveTo>
                <a:cubicBezTo>
                  <a:pt x="38207" y="11715"/>
                  <a:pt x="38047" y="10964"/>
                  <a:pt x="37726" y="10502"/>
                </a:cubicBezTo>
                <a:cubicBezTo>
                  <a:pt x="37495" y="10181"/>
                  <a:pt x="37181" y="10021"/>
                  <a:pt x="36783" y="10021"/>
                </a:cubicBezTo>
                <a:cubicBezTo>
                  <a:pt x="36386" y="10021"/>
                  <a:pt x="35975" y="10214"/>
                  <a:pt x="35552" y="10599"/>
                </a:cubicBezTo>
                <a:cubicBezTo>
                  <a:pt x="34692" y="11394"/>
                  <a:pt x="33766" y="13007"/>
                  <a:pt x="32771" y="15439"/>
                </a:cubicBezTo>
                <a:cubicBezTo>
                  <a:pt x="31777" y="17870"/>
                  <a:pt x="31280" y="19971"/>
                  <a:pt x="31280" y="21741"/>
                </a:cubicBezTo>
                <a:cubicBezTo>
                  <a:pt x="31280" y="22421"/>
                  <a:pt x="31392" y="22911"/>
                  <a:pt x="31617" y="23213"/>
                </a:cubicBezTo>
                <a:cubicBezTo>
                  <a:pt x="31841" y="23514"/>
                  <a:pt x="32088" y="23665"/>
                  <a:pt x="32358" y="23665"/>
                </a:cubicBezTo>
                <a:cubicBezTo>
                  <a:pt x="32935" y="23665"/>
                  <a:pt x="33519" y="23332"/>
                  <a:pt x="34109" y="22664"/>
                </a:cubicBezTo>
                <a:cubicBezTo>
                  <a:pt x="34955" y="21715"/>
                  <a:pt x="35718" y="20554"/>
                  <a:pt x="36398" y="19182"/>
                </a:cubicBezTo>
                <a:cubicBezTo>
                  <a:pt x="37604" y="16769"/>
                  <a:pt x="38207" y="14627"/>
                  <a:pt x="38207" y="12754"/>
                </a:cubicBezTo>
                <a:close/>
                <a:moveTo>
                  <a:pt x="46192" y="10561"/>
                </a:moveTo>
                <a:lnTo>
                  <a:pt x="52118" y="8788"/>
                </a:lnTo>
                <a:cubicBezTo>
                  <a:pt x="52593" y="9379"/>
                  <a:pt x="52926" y="9938"/>
                  <a:pt x="53119" y="10466"/>
                </a:cubicBezTo>
                <a:cubicBezTo>
                  <a:pt x="53465" y="11379"/>
                  <a:pt x="53709" y="12639"/>
                  <a:pt x="53850" y="14246"/>
                </a:cubicBezTo>
                <a:cubicBezTo>
                  <a:pt x="54119" y="17410"/>
                  <a:pt x="54305" y="20785"/>
                  <a:pt x="54408" y="24373"/>
                </a:cubicBezTo>
                <a:cubicBezTo>
                  <a:pt x="55780" y="22560"/>
                  <a:pt x="57352" y="20161"/>
                  <a:pt x="59122" y="17178"/>
                </a:cubicBezTo>
                <a:cubicBezTo>
                  <a:pt x="59661" y="16278"/>
                  <a:pt x="59930" y="15429"/>
                  <a:pt x="59930" y="14632"/>
                </a:cubicBezTo>
                <a:cubicBezTo>
                  <a:pt x="59930" y="14131"/>
                  <a:pt x="59619" y="13655"/>
                  <a:pt x="58997" y="13205"/>
                </a:cubicBezTo>
                <a:cubicBezTo>
                  <a:pt x="58375" y="12755"/>
                  <a:pt x="57987" y="12405"/>
                  <a:pt x="57833" y="12154"/>
                </a:cubicBezTo>
                <a:cubicBezTo>
                  <a:pt x="57679" y="11903"/>
                  <a:pt x="57602" y="11578"/>
                  <a:pt x="57602" y="11180"/>
                </a:cubicBezTo>
                <a:cubicBezTo>
                  <a:pt x="57602" y="10537"/>
                  <a:pt x="57836" y="9977"/>
                  <a:pt x="58304" y="9501"/>
                </a:cubicBezTo>
                <a:cubicBezTo>
                  <a:pt x="58772" y="9026"/>
                  <a:pt x="59340" y="8788"/>
                  <a:pt x="60007" y="8788"/>
                </a:cubicBezTo>
                <a:cubicBezTo>
                  <a:pt x="60713" y="8788"/>
                  <a:pt x="61325" y="9058"/>
                  <a:pt x="61845" y="9598"/>
                </a:cubicBezTo>
                <a:cubicBezTo>
                  <a:pt x="62364" y="10138"/>
                  <a:pt x="62624" y="10774"/>
                  <a:pt x="62624" y="11507"/>
                </a:cubicBezTo>
                <a:cubicBezTo>
                  <a:pt x="62624" y="12369"/>
                  <a:pt x="62383" y="13369"/>
                  <a:pt x="61902" y="14507"/>
                </a:cubicBezTo>
                <a:cubicBezTo>
                  <a:pt x="61421" y="15645"/>
                  <a:pt x="60296" y="17596"/>
                  <a:pt x="58526" y="20361"/>
                </a:cubicBezTo>
                <a:cubicBezTo>
                  <a:pt x="56255" y="23896"/>
                  <a:pt x="54030" y="26955"/>
                  <a:pt x="51849" y="29539"/>
                </a:cubicBezTo>
                <a:cubicBezTo>
                  <a:pt x="50451" y="31185"/>
                  <a:pt x="49322" y="32371"/>
                  <a:pt x="48462" y="33097"/>
                </a:cubicBezTo>
                <a:cubicBezTo>
                  <a:pt x="47603" y="33824"/>
                  <a:pt x="46711" y="34399"/>
                  <a:pt x="45788" y="34823"/>
                </a:cubicBezTo>
                <a:cubicBezTo>
                  <a:pt x="45236" y="35067"/>
                  <a:pt x="44691" y="35189"/>
                  <a:pt x="44152" y="35189"/>
                </a:cubicBezTo>
                <a:cubicBezTo>
                  <a:pt x="43421" y="35189"/>
                  <a:pt x="42796" y="34932"/>
                  <a:pt x="42276" y="34419"/>
                </a:cubicBezTo>
                <a:cubicBezTo>
                  <a:pt x="41757" y="33905"/>
                  <a:pt x="41497" y="33294"/>
                  <a:pt x="41497" y="32588"/>
                </a:cubicBezTo>
                <a:cubicBezTo>
                  <a:pt x="41497" y="31881"/>
                  <a:pt x="41731" y="31284"/>
                  <a:pt x="42199" y="30796"/>
                </a:cubicBezTo>
                <a:cubicBezTo>
                  <a:pt x="42668" y="30307"/>
                  <a:pt x="43216" y="30063"/>
                  <a:pt x="43845" y="30063"/>
                </a:cubicBezTo>
                <a:cubicBezTo>
                  <a:pt x="44627" y="30063"/>
                  <a:pt x="45345" y="30471"/>
                  <a:pt x="46000" y="31285"/>
                </a:cubicBezTo>
                <a:cubicBezTo>
                  <a:pt x="46436" y="31832"/>
                  <a:pt x="46795" y="32106"/>
                  <a:pt x="47077" y="32106"/>
                </a:cubicBezTo>
                <a:cubicBezTo>
                  <a:pt x="47372" y="32106"/>
                  <a:pt x="47661" y="32023"/>
                  <a:pt x="47943" y="31858"/>
                </a:cubicBezTo>
                <a:cubicBezTo>
                  <a:pt x="48328" y="31654"/>
                  <a:pt x="48866" y="31183"/>
                  <a:pt x="49559" y="30445"/>
                </a:cubicBezTo>
                <a:cubicBezTo>
                  <a:pt x="49636" y="28843"/>
                  <a:pt x="49675" y="27631"/>
                  <a:pt x="49675" y="26811"/>
                </a:cubicBezTo>
                <a:cubicBezTo>
                  <a:pt x="49675" y="25708"/>
                  <a:pt x="49623" y="24157"/>
                  <a:pt x="49521" y="22157"/>
                </a:cubicBezTo>
                <a:lnTo>
                  <a:pt x="49194" y="14831"/>
                </a:lnTo>
                <a:cubicBezTo>
                  <a:pt x="49078" y="13485"/>
                  <a:pt x="48790" y="12518"/>
                  <a:pt x="48328" y="11928"/>
                </a:cubicBezTo>
                <a:cubicBezTo>
                  <a:pt x="47969" y="11492"/>
                  <a:pt x="47500" y="11274"/>
                  <a:pt x="46923" y="11274"/>
                </a:cubicBezTo>
                <a:cubicBezTo>
                  <a:pt x="46705" y="11274"/>
                  <a:pt x="46461" y="11293"/>
                  <a:pt x="46192" y="11332"/>
                </a:cubicBezTo>
                <a:lnTo>
                  <a:pt x="46192" y="10561"/>
                </a:lnTo>
                <a:close/>
                <a:moveTo>
                  <a:pt x="68999" y="19425"/>
                </a:moveTo>
                <a:cubicBezTo>
                  <a:pt x="68883" y="20261"/>
                  <a:pt x="68825" y="20948"/>
                  <a:pt x="68825" y="21488"/>
                </a:cubicBezTo>
                <a:cubicBezTo>
                  <a:pt x="68825" y="22451"/>
                  <a:pt x="69104" y="23222"/>
                  <a:pt x="69662" y="23800"/>
                </a:cubicBezTo>
                <a:cubicBezTo>
                  <a:pt x="70220" y="24378"/>
                  <a:pt x="70968" y="24667"/>
                  <a:pt x="71904" y="24667"/>
                </a:cubicBezTo>
                <a:cubicBezTo>
                  <a:pt x="72802" y="24667"/>
                  <a:pt x="73703" y="24476"/>
                  <a:pt x="74607" y="24093"/>
                </a:cubicBezTo>
                <a:cubicBezTo>
                  <a:pt x="75512" y="23711"/>
                  <a:pt x="76560" y="23041"/>
                  <a:pt x="77753" y="22085"/>
                </a:cubicBezTo>
                <a:lnTo>
                  <a:pt x="78330" y="22572"/>
                </a:lnTo>
                <a:cubicBezTo>
                  <a:pt x="76855" y="24245"/>
                  <a:pt x="75419" y="25436"/>
                  <a:pt x="74020" y="26146"/>
                </a:cubicBezTo>
                <a:cubicBezTo>
                  <a:pt x="72622" y="26856"/>
                  <a:pt x="71077" y="27211"/>
                  <a:pt x="69383" y="27211"/>
                </a:cubicBezTo>
                <a:cubicBezTo>
                  <a:pt x="67241" y="27211"/>
                  <a:pt x="65760" y="26697"/>
                  <a:pt x="64939" y="25668"/>
                </a:cubicBezTo>
                <a:cubicBezTo>
                  <a:pt x="64118" y="24639"/>
                  <a:pt x="63707" y="23449"/>
                  <a:pt x="63707" y="22099"/>
                </a:cubicBezTo>
                <a:cubicBezTo>
                  <a:pt x="63707" y="19990"/>
                  <a:pt x="64320" y="17881"/>
                  <a:pt x="65545" y="15772"/>
                </a:cubicBezTo>
                <a:cubicBezTo>
                  <a:pt x="66770" y="13662"/>
                  <a:pt x="68437" y="11971"/>
                  <a:pt x="70547" y="10698"/>
                </a:cubicBezTo>
                <a:cubicBezTo>
                  <a:pt x="72658" y="9424"/>
                  <a:pt x="74777" y="8788"/>
                  <a:pt x="76907" y="8788"/>
                </a:cubicBezTo>
                <a:cubicBezTo>
                  <a:pt x="77984" y="8788"/>
                  <a:pt x="78799" y="9045"/>
                  <a:pt x="79350" y="9559"/>
                </a:cubicBezTo>
                <a:cubicBezTo>
                  <a:pt x="79902" y="10072"/>
                  <a:pt x="80178" y="10721"/>
                  <a:pt x="80178" y="11505"/>
                </a:cubicBezTo>
                <a:cubicBezTo>
                  <a:pt x="80178" y="12443"/>
                  <a:pt x="79908" y="13355"/>
                  <a:pt x="79369" y="14242"/>
                </a:cubicBezTo>
                <a:cubicBezTo>
                  <a:pt x="78625" y="15449"/>
                  <a:pt x="77689" y="16422"/>
                  <a:pt x="76560" y="17161"/>
                </a:cubicBezTo>
                <a:cubicBezTo>
                  <a:pt x="75431" y="17900"/>
                  <a:pt x="74168" y="18462"/>
                  <a:pt x="72770" y="18847"/>
                </a:cubicBezTo>
                <a:cubicBezTo>
                  <a:pt x="71833" y="19104"/>
                  <a:pt x="70576" y="19297"/>
                  <a:pt x="68999" y="19425"/>
                </a:cubicBezTo>
                <a:moveTo>
                  <a:pt x="69172" y="18423"/>
                </a:moveTo>
                <a:cubicBezTo>
                  <a:pt x="70300" y="18257"/>
                  <a:pt x="71176" y="18030"/>
                  <a:pt x="71798" y="17743"/>
                </a:cubicBezTo>
                <a:cubicBezTo>
                  <a:pt x="72420" y="17455"/>
                  <a:pt x="73030" y="16994"/>
                  <a:pt x="73626" y="16361"/>
                </a:cubicBezTo>
                <a:cubicBezTo>
                  <a:pt x="74222" y="15728"/>
                  <a:pt x="74739" y="14929"/>
                  <a:pt x="75175" y="13963"/>
                </a:cubicBezTo>
                <a:cubicBezTo>
                  <a:pt x="75611" y="12998"/>
                  <a:pt x="75829" y="12093"/>
                  <a:pt x="75829" y="11249"/>
                </a:cubicBezTo>
                <a:cubicBezTo>
                  <a:pt x="75829" y="10891"/>
                  <a:pt x="75730" y="10610"/>
                  <a:pt x="75531" y="10405"/>
                </a:cubicBezTo>
                <a:cubicBezTo>
                  <a:pt x="75332" y="10201"/>
                  <a:pt x="75079" y="10098"/>
                  <a:pt x="74771" y="10098"/>
                </a:cubicBezTo>
                <a:cubicBezTo>
                  <a:pt x="74155" y="10098"/>
                  <a:pt x="73462" y="10527"/>
                  <a:pt x="72693" y="11383"/>
                </a:cubicBezTo>
                <a:cubicBezTo>
                  <a:pt x="71282" y="12943"/>
                  <a:pt x="70108" y="15290"/>
                  <a:pt x="69172" y="18423"/>
                </a:cubicBezTo>
                <a:close/>
                <a:moveTo>
                  <a:pt x="89823" y="8788"/>
                </a:moveTo>
                <a:lnTo>
                  <a:pt x="86918" y="19630"/>
                </a:lnTo>
                <a:cubicBezTo>
                  <a:pt x="89304" y="14344"/>
                  <a:pt x="91100" y="11090"/>
                  <a:pt x="92305" y="9868"/>
                </a:cubicBezTo>
                <a:cubicBezTo>
                  <a:pt x="93011" y="9148"/>
                  <a:pt x="93755" y="8788"/>
                  <a:pt x="94537" y="8788"/>
                </a:cubicBezTo>
                <a:cubicBezTo>
                  <a:pt x="95076" y="8788"/>
                  <a:pt x="95512" y="8984"/>
                  <a:pt x="95846" y="9375"/>
                </a:cubicBezTo>
                <a:cubicBezTo>
                  <a:pt x="96179" y="9767"/>
                  <a:pt x="96346" y="10323"/>
                  <a:pt x="96346" y="11042"/>
                </a:cubicBezTo>
                <a:cubicBezTo>
                  <a:pt x="96346" y="12289"/>
                  <a:pt x="96044" y="13336"/>
                  <a:pt x="95442" y="14184"/>
                </a:cubicBezTo>
                <a:cubicBezTo>
                  <a:pt x="95057" y="14723"/>
                  <a:pt x="94627" y="14993"/>
                  <a:pt x="94152" y="14993"/>
                </a:cubicBezTo>
                <a:cubicBezTo>
                  <a:pt x="93639" y="14993"/>
                  <a:pt x="93255" y="14758"/>
                  <a:pt x="92998" y="14288"/>
                </a:cubicBezTo>
                <a:cubicBezTo>
                  <a:pt x="92741" y="13818"/>
                  <a:pt x="92562" y="13542"/>
                  <a:pt x="92459" y="13460"/>
                </a:cubicBezTo>
                <a:cubicBezTo>
                  <a:pt x="92357" y="13377"/>
                  <a:pt x="92248" y="13336"/>
                  <a:pt x="92132" y="13336"/>
                </a:cubicBezTo>
                <a:cubicBezTo>
                  <a:pt x="92004" y="13336"/>
                  <a:pt x="91869" y="13374"/>
                  <a:pt x="91728" y="13451"/>
                </a:cubicBezTo>
                <a:cubicBezTo>
                  <a:pt x="91446" y="13606"/>
                  <a:pt x="91077" y="13981"/>
                  <a:pt x="90622" y="14579"/>
                </a:cubicBezTo>
                <a:cubicBezTo>
                  <a:pt x="90166" y="15176"/>
                  <a:pt x="89605" y="16174"/>
                  <a:pt x="88938" y="17575"/>
                </a:cubicBezTo>
                <a:cubicBezTo>
                  <a:pt x="88271" y="18975"/>
                  <a:pt x="87752" y="20160"/>
                  <a:pt x="87380" y="21130"/>
                </a:cubicBezTo>
                <a:cubicBezTo>
                  <a:pt x="87008" y="22099"/>
                  <a:pt x="86488" y="23947"/>
                  <a:pt x="85821" y="26671"/>
                </a:cubicBezTo>
                <a:lnTo>
                  <a:pt x="81165" y="26671"/>
                </a:lnTo>
                <a:lnTo>
                  <a:pt x="84339" y="13895"/>
                </a:lnTo>
                <a:cubicBezTo>
                  <a:pt x="84570" y="12944"/>
                  <a:pt x="84686" y="12314"/>
                  <a:pt x="84686" y="12006"/>
                </a:cubicBezTo>
                <a:cubicBezTo>
                  <a:pt x="84686" y="11659"/>
                  <a:pt x="84625" y="11389"/>
                  <a:pt x="84503" y="11197"/>
                </a:cubicBezTo>
                <a:cubicBezTo>
                  <a:pt x="84381" y="11004"/>
                  <a:pt x="84214" y="10863"/>
                  <a:pt x="84003" y="10773"/>
                </a:cubicBezTo>
                <a:cubicBezTo>
                  <a:pt x="83791" y="10683"/>
                  <a:pt x="83352" y="10638"/>
                  <a:pt x="82685" y="10638"/>
                </a:cubicBezTo>
                <a:lnTo>
                  <a:pt x="82858" y="10060"/>
                </a:lnTo>
                <a:lnTo>
                  <a:pt x="88669" y="8788"/>
                </a:lnTo>
                <a:lnTo>
                  <a:pt x="89823" y="8788"/>
                </a:lnTo>
                <a:close/>
                <a:moveTo>
                  <a:pt x="110551" y="12488"/>
                </a:moveTo>
                <a:lnTo>
                  <a:pt x="110802" y="11640"/>
                </a:lnTo>
                <a:cubicBezTo>
                  <a:pt x="112585" y="11385"/>
                  <a:pt x="114021" y="11008"/>
                  <a:pt x="115112" y="10510"/>
                </a:cubicBezTo>
                <a:cubicBezTo>
                  <a:pt x="116574" y="9872"/>
                  <a:pt x="117639" y="9122"/>
                  <a:pt x="118306" y="8260"/>
                </a:cubicBezTo>
                <a:cubicBezTo>
                  <a:pt x="118973" y="7397"/>
                  <a:pt x="119306" y="6470"/>
                  <a:pt x="119306" y="5479"/>
                </a:cubicBezTo>
                <a:cubicBezTo>
                  <a:pt x="119306" y="4630"/>
                  <a:pt x="119005" y="3902"/>
                  <a:pt x="118402" y="3297"/>
                </a:cubicBezTo>
                <a:cubicBezTo>
                  <a:pt x="117799" y="2692"/>
                  <a:pt x="117049" y="2390"/>
                  <a:pt x="116151" y="2390"/>
                </a:cubicBezTo>
                <a:cubicBezTo>
                  <a:pt x="115445" y="2390"/>
                  <a:pt x="114791" y="2576"/>
                  <a:pt x="114188" y="2949"/>
                </a:cubicBezTo>
                <a:cubicBezTo>
                  <a:pt x="113585" y="3321"/>
                  <a:pt x="112931" y="3970"/>
                  <a:pt x="112225" y="4895"/>
                </a:cubicBezTo>
                <a:lnTo>
                  <a:pt x="111456" y="4509"/>
                </a:lnTo>
                <a:cubicBezTo>
                  <a:pt x="112533" y="2891"/>
                  <a:pt x="113614" y="1734"/>
                  <a:pt x="114698" y="1041"/>
                </a:cubicBezTo>
                <a:cubicBezTo>
                  <a:pt x="115782" y="347"/>
                  <a:pt x="116997" y="0"/>
                  <a:pt x="118344" y="0"/>
                </a:cubicBezTo>
                <a:cubicBezTo>
                  <a:pt x="120037" y="0"/>
                  <a:pt x="121410" y="479"/>
                  <a:pt x="122462" y="1438"/>
                </a:cubicBezTo>
                <a:cubicBezTo>
                  <a:pt x="123514" y="2396"/>
                  <a:pt x="124039" y="3545"/>
                  <a:pt x="124039" y="4883"/>
                </a:cubicBezTo>
                <a:cubicBezTo>
                  <a:pt x="124039" y="5938"/>
                  <a:pt x="123783" y="6858"/>
                  <a:pt x="123270" y="7643"/>
                </a:cubicBezTo>
                <a:cubicBezTo>
                  <a:pt x="122757" y="8428"/>
                  <a:pt x="122000" y="9110"/>
                  <a:pt x="120999" y="9689"/>
                </a:cubicBezTo>
                <a:cubicBezTo>
                  <a:pt x="120268" y="10113"/>
                  <a:pt x="119120" y="10544"/>
                  <a:pt x="117555" y="10982"/>
                </a:cubicBezTo>
                <a:cubicBezTo>
                  <a:pt x="118979" y="11599"/>
                  <a:pt x="119980" y="12294"/>
                  <a:pt x="120557" y="13066"/>
                </a:cubicBezTo>
                <a:cubicBezTo>
                  <a:pt x="121416" y="14211"/>
                  <a:pt x="121846" y="15594"/>
                  <a:pt x="121846" y="17215"/>
                </a:cubicBezTo>
                <a:cubicBezTo>
                  <a:pt x="121846" y="20251"/>
                  <a:pt x="120538" y="22760"/>
                  <a:pt x="117921" y="24741"/>
                </a:cubicBezTo>
                <a:cubicBezTo>
                  <a:pt x="115727" y="26413"/>
                  <a:pt x="113188" y="27250"/>
                  <a:pt x="110301" y="27250"/>
                </a:cubicBezTo>
                <a:cubicBezTo>
                  <a:pt x="108762" y="27250"/>
                  <a:pt x="107601" y="26959"/>
                  <a:pt x="106819" y="26379"/>
                </a:cubicBezTo>
                <a:cubicBezTo>
                  <a:pt x="106280" y="25979"/>
                  <a:pt x="106011" y="25450"/>
                  <a:pt x="106011" y="24792"/>
                </a:cubicBezTo>
                <a:cubicBezTo>
                  <a:pt x="106011" y="24198"/>
                  <a:pt x="106216" y="23708"/>
                  <a:pt x="106626" y="23321"/>
                </a:cubicBezTo>
                <a:cubicBezTo>
                  <a:pt x="107037" y="22934"/>
                  <a:pt x="107543" y="22740"/>
                  <a:pt x="108146" y="22740"/>
                </a:cubicBezTo>
                <a:cubicBezTo>
                  <a:pt x="108454" y="22740"/>
                  <a:pt x="108749" y="22805"/>
                  <a:pt x="109031" y="22934"/>
                </a:cubicBezTo>
                <a:cubicBezTo>
                  <a:pt x="109519" y="23141"/>
                  <a:pt x="110250" y="23578"/>
                  <a:pt x="111225" y="24245"/>
                </a:cubicBezTo>
                <a:cubicBezTo>
                  <a:pt x="112200" y="24912"/>
                  <a:pt x="113008" y="25245"/>
                  <a:pt x="113649" y="25245"/>
                </a:cubicBezTo>
                <a:cubicBezTo>
                  <a:pt x="114445" y="25245"/>
                  <a:pt x="115144" y="24840"/>
                  <a:pt x="115747" y="24030"/>
                </a:cubicBezTo>
                <a:cubicBezTo>
                  <a:pt x="116632" y="22833"/>
                  <a:pt x="117074" y="21334"/>
                  <a:pt x="117074" y="19533"/>
                </a:cubicBezTo>
                <a:cubicBezTo>
                  <a:pt x="117074" y="18130"/>
                  <a:pt x="116792" y="16901"/>
                  <a:pt x="116228" y="15846"/>
                </a:cubicBezTo>
                <a:cubicBezTo>
                  <a:pt x="115663" y="14791"/>
                  <a:pt x="114938" y="14009"/>
                  <a:pt x="114053" y="13501"/>
                </a:cubicBezTo>
                <a:cubicBezTo>
                  <a:pt x="113168" y="12993"/>
                  <a:pt x="112001" y="12655"/>
                  <a:pt x="110551" y="124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Layer4">
            <a:extLst xmlns:a="http://schemas.openxmlformats.org/drawingml/2006/main">
              <a:ext uri="{FF2B5EF4-FFF2-40B4-BE49-F238E27FC236}">
                <a16:creationId xmlns:a16="http://schemas.microsoft.com/office/drawing/2014/main" id="{5B754E92-7DBA-497B-A217-1113C64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044" y="2448359"/>
            <a:ext cx="125309" cy="35189"/>
          </a:xfrm>
          <a:custGeom xmlns:a="http://schemas.openxmlformats.org/drawingml/2006/main">
            <a:pathLst>
              <a:path w="125309" h="35189">
                <a:moveTo>
                  <a:pt x="20838" y="26671"/>
                </a:moveTo>
                <a:lnTo>
                  <a:pt x="0" y="26671"/>
                </a:lnTo>
                <a:lnTo>
                  <a:pt x="212" y="25978"/>
                </a:lnTo>
                <a:cubicBezTo>
                  <a:pt x="1456" y="25978"/>
                  <a:pt x="2363" y="25736"/>
                  <a:pt x="2934" y="25251"/>
                </a:cubicBezTo>
                <a:cubicBezTo>
                  <a:pt x="3505" y="24767"/>
                  <a:pt x="4034" y="23680"/>
                  <a:pt x="4522" y="21989"/>
                </a:cubicBezTo>
                <a:lnTo>
                  <a:pt x="9370" y="5188"/>
                </a:lnTo>
                <a:cubicBezTo>
                  <a:pt x="9640" y="4262"/>
                  <a:pt x="9774" y="3535"/>
                  <a:pt x="9774" y="3008"/>
                </a:cubicBezTo>
                <a:cubicBezTo>
                  <a:pt x="9774" y="2494"/>
                  <a:pt x="9582" y="2082"/>
                  <a:pt x="9197" y="1774"/>
                </a:cubicBezTo>
                <a:cubicBezTo>
                  <a:pt x="8812" y="1465"/>
                  <a:pt x="8056" y="1285"/>
                  <a:pt x="6927" y="1233"/>
                </a:cubicBezTo>
                <a:lnTo>
                  <a:pt x="7138" y="540"/>
                </a:lnTo>
                <a:lnTo>
                  <a:pt x="19664" y="540"/>
                </a:lnTo>
                <a:lnTo>
                  <a:pt x="19453" y="1233"/>
                </a:lnTo>
                <a:cubicBezTo>
                  <a:pt x="18247" y="1259"/>
                  <a:pt x="17346" y="1530"/>
                  <a:pt x="16749" y="2048"/>
                </a:cubicBezTo>
                <a:cubicBezTo>
                  <a:pt x="16153" y="2564"/>
                  <a:pt x="15624" y="3617"/>
                  <a:pt x="15162" y="5206"/>
                </a:cubicBezTo>
                <a:lnTo>
                  <a:pt x="10737" y="20578"/>
                </a:lnTo>
                <a:cubicBezTo>
                  <a:pt x="10172" y="22533"/>
                  <a:pt x="9890" y="23722"/>
                  <a:pt x="9890" y="24146"/>
                </a:cubicBezTo>
                <a:cubicBezTo>
                  <a:pt x="9890" y="24403"/>
                  <a:pt x="10034" y="24644"/>
                  <a:pt x="10323" y="24870"/>
                </a:cubicBezTo>
                <a:cubicBezTo>
                  <a:pt x="10611" y="25094"/>
                  <a:pt x="11076" y="25207"/>
                  <a:pt x="11718" y="25207"/>
                </a:cubicBezTo>
                <a:cubicBezTo>
                  <a:pt x="13847" y="25207"/>
                  <a:pt x="15903" y="24717"/>
                  <a:pt x="17885" y="23737"/>
                </a:cubicBezTo>
                <a:cubicBezTo>
                  <a:pt x="19866" y="22758"/>
                  <a:pt x="21544" y="21295"/>
                  <a:pt x="22916" y="19348"/>
                </a:cubicBezTo>
                <a:lnTo>
                  <a:pt x="23724" y="19348"/>
                </a:lnTo>
                <a:lnTo>
                  <a:pt x="20838" y="26671"/>
                </a:lnTo>
                <a:close/>
                <a:moveTo>
                  <a:pt x="44364" y="9058"/>
                </a:moveTo>
                <a:lnTo>
                  <a:pt x="40631" y="21901"/>
                </a:lnTo>
                <a:lnTo>
                  <a:pt x="40247" y="23465"/>
                </a:lnTo>
                <a:cubicBezTo>
                  <a:pt x="40208" y="23658"/>
                  <a:pt x="40189" y="23800"/>
                  <a:pt x="40189" y="23890"/>
                </a:cubicBezTo>
                <a:cubicBezTo>
                  <a:pt x="40189" y="24043"/>
                  <a:pt x="40243" y="24177"/>
                  <a:pt x="40352" y="24293"/>
                </a:cubicBezTo>
                <a:cubicBezTo>
                  <a:pt x="40461" y="24408"/>
                  <a:pt x="40574" y="24466"/>
                  <a:pt x="40689" y="24466"/>
                </a:cubicBezTo>
                <a:cubicBezTo>
                  <a:pt x="40958" y="24466"/>
                  <a:pt x="41330" y="24261"/>
                  <a:pt x="41805" y="23851"/>
                </a:cubicBezTo>
                <a:cubicBezTo>
                  <a:pt x="41997" y="23685"/>
                  <a:pt x="42459" y="23096"/>
                  <a:pt x="43190" y="22085"/>
                </a:cubicBezTo>
                <a:lnTo>
                  <a:pt x="43864" y="22431"/>
                </a:lnTo>
                <a:cubicBezTo>
                  <a:pt x="42953" y="24094"/>
                  <a:pt x="41981" y="25307"/>
                  <a:pt x="40949" y="26069"/>
                </a:cubicBezTo>
                <a:cubicBezTo>
                  <a:pt x="39916" y="26830"/>
                  <a:pt x="38803" y="27211"/>
                  <a:pt x="37611" y="27211"/>
                </a:cubicBezTo>
                <a:cubicBezTo>
                  <a:pt x="36879" y="27211"/>
                  <a:pt x="36321" y="27022"/>
                  <a:pt x="35937" y="26643"/>
                </a:cubicBezTo>
                <a:cubicBezTo>
                  <a:pt x="35552" y="26264"/>
                  <a:pt x="35359" y="25785"/>
                  <a:pt x="35359" y="25207"/>
                </a:cubicBezTo>
                <a:cubicBezTo>
                  <a:pt x="35359" y="24706"/>
                  <a:pt x="35565" y="23774"/>
                  <a:pt x="35975" y="22413"/>
                </a:cubicBezTo>
                <a:lnTo>
                  <a:pt x="36437" y="20852"/>
                </a:lnTo>
                <a:cubicBezTo>
                  <a:pt x="34949" y="23408"/>
                  <a:pt x="33519" y="25220"/>
                  <a:pt x="32146" y="26286"/>
                </a:cubicBezTo>
                <a:cubicBezTo>
                  <a:pt x="31351" y="26903"/>
                  <a:pt x="30504" y="27211"/>
                  <a:pt x="29606" y="27211"/>
                </a:cubicBezTo>
                <a:cubicBezTo>
                  <a:pt x="28426" y="27211"/>
                  <a:pt x="27573" y="26726"/>
                  <a:pt x="27047" y="25755"/>
                </a:cubicBezTo>
                <a:cubicBezTo>
                  <a:pt x="26521" y="24784"/>
                  <a:pt x="26258" y="23687"/>
                  <a:pt x="26258" y="22466"/>
                </a:cubicBezTo>
                <a:cubicBezTo>
                  <a:pt x="26258" y="20652"/>
                  <a:pt x="26810" y="18572"/>
                  <a:pt x="27913" y="16225"/>
                </a:cubicBezTo>
                <a:cubicBezTo>
                  <a:pt x="29016" y="13878"/>
                  <a:pt x="30466" y="11990"/>
                  <a:pt x="32261" y="10562"/>
                </a:cubicBezTo>
                <a:cubicBezTo>
                  <a:pt x="33737" y="9379"/>
                  <a:pt x="35122" y="8788"/>
                  <a:pt x="36418" y="8788"/>
                </a:cubicBezTo>
                <a:cubicBezTo>
                  <a:pt x="37136" y="8788"/>
                  <a:pt x="37713" y="8997"/>
                  <a:pt x="38149" y="9415"/>
                </a:cubicBezTo>
                <a:cubicBezTo>
                  <a:pt x="38585" y="9833"/>
                  <a:pt x="38906" y="10595"/>
                  <a:pt x="39111" y="11701"/>
                </a:cubicBezTo>
                <a:lnTo>
                  <a:pt x="39804" y="9327"/>
                </a:lnTo>
                <a:lnTo>
                  <a:pt x="44364" y="9058"/>
                </a:lnTo>
                <a:moveTo>
                  <a:pt x="38207" y="12754"/>
                </a:moveTo>
                <a:cubicBezTo>
                  <a:pt x="38207" y="11715"/>
                  <a:pt x="38047" y="10964"/>
                  <a:pt x="37726" y="10502"/>
                </a:cubicBezTo>
                <a:cubicBezTo>
                  <a:pt x="37495" y="10181"/>
                  <a:pt x="37181" y="10021"/>
                  <a:pt x="36783" y="10021"/>
                </a:cubicBezTo>
                <a:cubicBezTo>
                  <a:pt x="36386" y="10021"/>
                  <a:pt x="35975" y="10214"/>
                  <a:pt x="35552" y="10599"/>
                </a:cubicBezTo>
                <a:cubicBezTo>
                  <a:pt x="34692" y="11394"/>
                  <a:pt x="33766" y="13007"/>
                  <a:pt x="32771" y="15439"/>
                </a:cubicBezTo>
                <a:cubicBezTo>
                  <a:pt x="31777" y="17870"/>
                  <a:pt x="31280" y="19971"/>
                  <a:pt x="31280" y="21741"/>
                </a:cubicBezTo>
                <a:cubicBezTo>
                  <a:pt x="31280" y="22421"/>
                  <a:pt x="31392" y="22911"/>
                  <a:pt x="31617" y="23213"/>
                </a:cubicBezTo>
                <a:cubicBezTo>
                  <a:pt x="31841" y="23514"/>
                  <a:pt x="32088" y="23665"/>
                  <a:pt x="32358" y="23665"/>
                </a:cubicBezTo>
                <a:cubicBezTo>
                  <a:pt x="32935" y="23665"/>
                  <a:pt x="33519" y="23332"/>
                  <a:pt x="34109" y="22664"/>
                </a:cubicBezTo>
                <a:cubicBezTo>
                  <a:pt x="34955" y="21715"/>
                  <a:pt x="35718" y="20554"/>
                  <a:pt x="36398" y="19182"/>
                </a:cubicBezTo>
                <a:cubicBezTo>
                  <a:pt x="37604" y="16769"/>
                  <a:pt x="38207" y="14627"/>
                  <a:pt x="38207" y="12754"/>
                </a:cubicBezTo>
                <a:close/>
                <a:moveTo>
                  <a:pt x="46192" y="10561"/>
                </a:moveTo>
                <a:lnTo>
                  <a:pt x="52118" y="8788"/>
                </a:lnTo>
                <a:cubicBezTo>
                  <a:pt x="52593" y="9379"/>
                  <a:pt x="52926" y="9938"/>
                  <a:pt x="53119" y="10466"/>
                </a:cubicBezTo>
                <a:cubicBezTo>
                  <a:pt x="53465" y="11379"/>
                  <a:pt x="53709" y="12639"/>
                  <a:pt x="53850" y="14246"/>
                </a:cubicBezTo>
                <a:cubicBezTo>
                  <a:pt x="54119" y="17410"/>
                  <a:pt x="54305" y="20785"/>
                  <a:pt x="54408" y="24373"/>
                </a:cubicBezTo>
                <a:cubicBezTo>
                  <a:pt x="55780" y="22560"/>
                  <a:pt x="57352" y="20161"/>
                  <a:pt x="59122" y="17178"/>
                </a:cubicBezTo>
                <a:cubicBezTo>
                  <a:pt x="59661" y="16278"/>
                  <a:pt x="59930" y="15429"/>
                  <a:pt x="59930" y="14632"/>
                </a:cubicBezTo>
                <a:cubicBezTo>
                  <a:pt x="59930" y="14131"/>
                  <a:pt x="59619" y="13655"/>
                  <a:pt x="58997" y="13205"/>
                </a:cubicBezTo>
                <a:cubicBezTo>
                  <a:pt x="58375" y="12755"/>
                  <a:pt x="57987" y="12405"/>
                  <a:pt x="57833" y="12154"/>
                </a:cubicBezTo>
                <a:cubicBezTo>
                  <a:pt x="57679" y="11903"/>
                  <a:pt x="57602" y="11578"/>
                  <a:pt x="57602" y="11180"/>
                </a:cubicBezTo>
                <a:cubicBezTo>
                  <a:pt x="57602" y="10537"/>
                  <a:pt x="57836" y="9977"/>
                  <a:pt x="58304" y="9501"/>
                </a:cubicBezTo>
                <a:cubicBezTo>
                  <a:pt x="58772" y="9026"/>
                  <a:pt x="59340" y="8788"/>
                  <a:pt x="60007" y="8788"/>
                </a:cubicBezTo>
                <a:cubicBezTo>
                  <a:pt x="60713" y="8788"/>
                  <a:pt x="61325" y="9058"/>
                  <a:pt x="61845" y="9598"/>
                </a:cubicBezTo>
                <a:cubicBezTo>
                  <a:pt x="62364" y="10138"/>
                  <a:pt x="62624" y="10774"/>
                  <a:pt x="62624" y="11507"/>
                </a:cubicBezTo>
                <a:cubicBezTo>
                  <a:pt x="62624" y="12369"/>
                  <a:pt x="62383" y="13369"/>
                  <a:pt x="61902" y="14507"/>
                </a:cubicBezTo>
                <a:cubicBezTo>
                  <a:pt x="61421" y="15645"/>
                  <a:pt x="60296" y="17596"/>
                  <a:pt x="58525" y="20361"/>
                </a:cubicBezTo>
                <a:cubicBezTo>
                  <a:pt x="56255" y="23896"/>
                  <a:pt x="54029" y="26955"/>
                  <a:pt x="51849" y="29539"/>
                </a:cubicBezTo>
                <a:cubicBezTo>
                  <a:pt x="50451" y="31185"/>
                  <a:pt x="49322" y="32371"/>
                  <a:pt x="48462" y="33097"/>
                </a:cubicBezTo>
                <a:cubicBezTo>
                  <a:pt x="47603" y="33824"/>
                  <a:pt x="46711" y="34399"/>
                  <a:pt x="45788" y="34823"/>
                </a:cubicBezTo>
                <a:cubicBezTo>
                  <a:pt x="45236" y="35067"/>
                  <a:pt x="44691" y="35189"/>
                  <a:pt x="44152" y="35189"/>
                </a:cubicBezTo>
                <a:cubicBezTo>
                  <a:pt x="43421" y="35189"/>
                  <a:pt x="42796" y="34932"/>
                  <a:pt x="42276" y="34419"/>
                </a:cubicBezTo>
                <a:cubicBezTo>
                  <a:pt x="41757" y="33905"/>
                  <a:pt x="41497" y="33294"/>
                  <a:pt x="41497" y="32588"/>
                </a:cubicBezTo>
                <a:cubicBezTo>
                  <a:pt x="41497" y="31881"/>
                  <a:pt x="41731" y="31284"/>
                  <a:pt x="42199" y="30796"/>
                </a:cubicBezTo>
                <a:cubicBezTo>
                  <a:pt x="42668" y="30307"/>
                  <a:pt x="43216" y="30063"/>
                  <a:pt x="43845" y="30063"/>
                </a:cubicBezTo>
                <a:cubicBezTo>
                  <a:pt x="44627" y="30063"/>
                  <a:pt x="45345" y="30471"/>
                  <a:pt x="46000" y="31285"/>
                </a:cubicBezTo>
                <a:cubicBezTo>
                  <a:pt x="46436" y="31832"/>
                  <a:pt x="46795" y="32106"/>
                  <a:pt x="47077" y="32106"/>
                </a:cubicBezTo>
                <a:cubicBezTo>
                  <a:pt x="47372" y="32106"/>
                  <a:pt x="47661" y="32023"/>
                  <a:pt x="47943" y="31858"/>
                </a:cubicBezTo>
                <a:cubicBezTo>
                  <a:pt x="48328" y="31654"/>
                  <a:pt x="48866" y="31183"/>
                  <a:pt x="49559" y="30445"/>
                </a:cubicBezTo>
                <a:cubicBezTo>
                  <a:pt x="49636" y="28843"/>
                  <a:pt x="49675" y="27631"/>
                  <a:pt x="49675" y="26811"/>
                </a:cubicBezTo>
                <a:cubicBezTo>
                  <a:pt x="49675" y="25708"/>
                  <a:pt x="49623" y="24157"/>
                  <a:pt x="49521" y="22157"/>
                </a:cubicBezTo>
                <a:lnTo>
                  <a:pt x="49194" y="14831"/>
                </a:lnTo>
                <a:cubicBezTo>
                  <a:pt x="49078" y="13485"/>
                  <a:pt x="48789" y="12518"/>
                  <a:pt x="48328" y="11928"/>
                </a:cubicBezTo>
                <a:cubicBezTo>
                  <a:pt x="47969" y="11492"/>
                  <a:pt x="47500" y="11274"/>
                  <a:pt x="46923" y="11274"/>
                </a:cubicBezTo>
                <a:cubicBezTo>
                  <a:pt x="46705" y="11274"/>
                  <a:pt x="46461" y="11293"/>
                  <a:pt x="46192" y="11332"/>
                </a:cubicBezTo>
                <a:lnTo>
                  <a:pt x="46192" y="10561"/>
                </a:lnTo>
                <a:close/>
                <a:moveTo>
                  <a:pt x="68998" y="19425"/>
                </a:moveTo>
                <a:cubicBezTo>
                  <a:pt x="68883" y="20261"/>
                  <a:pt x="68825" y="20948"/>
                  <a:pt x="68825" y="21488"/>
                </a:cubicBezTo>
                <a:cubicBezTo>
                  <a:pt x="68825" y="22451"/>
                  <a:pt x="69104" y="23222"/>
                  <a:pt x="69662" y="23800"/>
                </a:cubicBezTo>
                <a:cubicBezTo>
                  <a:pt x="70220" y="24378"/>
                  <a:pt x="70967" y="24667"/>
                  <a:pt x="71904" y="24667"/>
                </a:cubicBezTo>
                <a:cubicBezTo>
                  <a:pt x="72802" y="24667"/>
                  <a:pt x="73703" y="24476"/>
                  <a:pt x="74607" y="24093"/>
                </a:cubicBezTo>
                <a:cubicBezTo>
                  <a:pt x="75512" y="23711"/>
                  <a:pt x="76560" y="23041"/>
                  <a:pt x="77753" y="22085"/>
                </a:cubicBezTo>
                <a:lnTo>
                  <a:pt x="78330" y="22572"/>
                </a:lnTo>
                <a:cubicBezTo>
                  <a:pt x="76855" y="24245"/>
                  <a:pt x="75419" y="25436"/>
                  <a:pt x="74020" y="26146"/>
                </a:cubicBezTo>
                <a:cubicBezTo>
                  <a:pt x="72622" y="26856"/>
                  <a:pt x="71077" y="27211"/>
                  <a:pt x="69383" y="27211"/>
                </a:cubicBezTo>
                <a:cubicBezTo>
                  <a:pt x="67241" y="27211"/>
                  <a:pt x="65760" y="26697"/>
                  <a:pt x="64939" y="25668"/>
                </a:cubicBezTo>
                <a:cubicBezTo>
                  <a:pt x="64118" y="24639"/>
                  <a:pt x="63707" y="23449"/>
                  <a:pt x="63707" y="22099"/>
                </a:cubicBezTo>
                <a:cubicBezTo>
                  <a:pt x="63707" y="19990"/>
                  <a:pt x="64320" y="17881"/>
                  <a:pt x="65545" y="15772"/>
                </a:cubicBezTo>
                <a:cubicBezTo>
                  <a:pt x="66770" y="13662"/>
                  <a:pt x="68437" y="11971"/>
                  <a:pt x="70547" y="10698"/>
                </a:cubicBezTo>
                <a:cubicBezTo>
                  <a:pt x="72657" y="9424"/>
                  <a:pt x="74777" y="8788"/>
                  <a:pt x="76907" y="8788"/>
                </a:cubicBezTo>
                <a:cubicBezTo>
                  <a:pt x="77984" y="8788"/>
                  <a:pt x="78799" y="9045"/>
                  <a:pt x="79350" y="9559"/>
                </a:cubicBezTo>
                <a:cubicBezTo>
                  <a:pt x="79902" y="10072"/>
                  <a:pt x="80178" y="10721"/>
                  <a:pt x="80178" y="11505"/>
                </a:cubicBezTo>
                <a:cubicBezTo>
                  <a:pt x="80178" y="12443"/>
                  <a:pt x="79908" y="13355"/>
                  <a:pt x="79369" y="14242"/>
                </a:cubicBezTo>
                <a:cubicBezTo>
                  <a:pt x="78625" y="15449"/>
                  <a:pt x="77689" y="16422"/>
                  <a:pt x="76560" y="17161"/>
                </a:cubicBezTo>
                <a:cubicBezTo>
                  <a:pt x="75431" y="17900"/>
                  <a:pt x="74168" y="18462"/>
                  <a:pt x="72770" y="18847"/>
                </a:cubicBezTo>
                <a:cubicBezTo>
                  <a:pt x="71833" y="19104"/>
                  <a:pt x="70576" y="19297"/>
                  <a:pt x="68998" y="19425"/>
                </a:cubicBezTo>
                <a:moveTo>
                  <a:pt x="69172" y="18423"/>
                </a:moveTo>
                <a:cubicBezTo>
                  <a:pt x="70300" y="18257"/>
                  <a:pt x="71176" y="18030"/>
                  <a:pt x="71798" y="17743"/>
                </a:cubicBezTo>
                <a:cubicBezTo>
                  <a:pt x="72420" y="17455"/>
                  <a:pt x="73029" y="16994"/>
                  <a:pt x="73626" y="16361"/>
                </a:cubicBezTo>
                <a:cubicBezTo>
                  <a:pt x="74222" y="15728"/>
                  <a:pt x="74739" y="14929"/>
                  <a:pt x="75175" y="13963"/>
                </a:cubicBezTo>
                <a:cubicBezTo>
                  <a:pt x="75611" y="12998"/>
                  <a:pt x="75829" y="12093"/>
                  <a:pt x="75829" y="11249"/>
                </a:cubicBezTo>
                <a:cubicBezTo>
                  <a:pt x="75829" y="10891"/>
                  <a:pt x="75730" y="10610"/>
                  <a:pt x="75531" y="10405"/>
                </a:cubicBezTo>
                <a:cubicBezTo>
                  <a:pt x="75332" y="10201"/>
                  <a:pt x="75079" y="10098"/>
                  <a:pt x="74771" y="10098"/>
                </a:cubicBezTo>
                <a:cubicBezTo>
                  <a:pt x="74155" y="10098"/>
                  <a:pt x="73462" y="10527"/>
                  <a:pt x="72693" y="11383"/>
                </a:cubicBezTo>
                <a:cubicBezTo>
                  <a:pt x="71282" y="12943"/>
                  <a:pt x="70108" y="15290"/>
                  <a:pt x="69172" y="18423"/>
                </a:cubicBezTo>
                <a:close/>
                <a:moveTo>
                  <a:pt x="89823" y="8788"/>
                </a:moveTo>
                <a:lnTo>
                  <a:pt x="86918" y="19630"/>
                </a:lnTo>
                <a:cubicBezTo>
                  <a:pt x="89304" y="14344"/>
                  <a:pt x="91100" y="11090"/>
                  <a:pt x="92305" y="9868"/>
                </a:cubicBezTo>
                <a:cubicBezTo>
                  <a:pt x="93011" y="9148"/>
                  <a:pt x="93755" y="8788"/>
                  <a:pt x="94537" y="8788"/>
                </a:cubicBezTo>
                <a:cubicBezTo>
                  <a:pt x="95076" y="8788"/>
                  <a:pt x="95512" y="8984"/>
                  <a:pt x="95846" y="9375"/>
                </a:cubicBezTo>
                <a:cubicBezTo>
                  <a:pt x="96179" y="9767"/>
                  <a:pt x="96346" y="10323"/>
                  <a:pt x="96346" y="11042"/>
                </a:cubicBezTo>
                <a:cubicBezTo>
                  <a:pt x="96346" y="12289"/>
                  <a:pt x="96044" y="13336"/>
                  <a:pt x="95442" y="14184"/>
                </a:cubicBezTo>
                <a:cubicBezTo>
                  <a:pt x="95057" y="14723"/>
                  <a:pt x="94627" y="14993"/>
                  <a:pt x="94152" y="14993"/>
                </a:cubicBezTo>
                <a:cubicBezTo>
                  <a:pt x="93639" y="14993"/>
                  <a:pt x="93255" y="14758"/>
                  <a:pt x="92998" y="14288"/>
                </a:cubicBezTo>
                <a:cubicBezTo>
                  <a:pt x="92741" y="13818"/>
                  <a:pt x="92562" y="13542"/>
                  <a:pt x="92459" y="13460"/>
                </a:cubicBezTo>
                <a:cubicBezTo>
                  <a:pt x="92357" y="13377"/>
                  <a:pt x="92248" y="13336"/>
                  <a:pt x="92132" y="13336"/>
                </a:cubicBezTo>
                <a:cubicBezTo>
                  <a:pt x="92004" y="13336"/>
                  <a:pt x="91869" y="13374"/>
                  <a:pt x="91728" y="13451"/>
                </a:cubicBezTo>
                <a:cubicBezTo>
                  <a:pt x="91446" y="13606"/>
                  <a:pt x="91077" y="13981"/>
                  <a:pt x="90622" y="14579"/>
                </a:cubicBezTo>
                <a:cubicBezTo>
                  <a:pt x="90166" y="15176"/>
                  <a:pt x="89605" y="16174"/>
                  <a:pt x="88938" y="17575"/>
                </a:cubicBezTo>
                <a:cubicBezTo>
                  <a:pt x="88271" y="18975"/>
                  <a:pt x="87752" y="20160"/>
                  <a:pt x="87380" y="21130"/>
                </a:cubicBezTo>
                <a:cubicBezTo>
                  <a:pt x="87008" y="22099"/>
                  <a:pt x="86488" y="23947"/>
                  <a:pt x="85821" y="26671"/>
                </a:cubicBezTo>
                <a:lnTo>
                  <a:pt x="81165" y="26671"/>
                </a:lnTo>
                <a:lnTo>
                  <a:pt x="84339" y="13895"/>
                </a:lnTo>
                <a:cubicBezTo>
                  <a:pt x="84570" y="12944"/>
                  <a:pt x="84686" y="12314"/>
                  <a:pt x="84686" y="12006"/>
                </a:cubicBezTo>
                <a:cubicBezTo>
                  <a:pt x="84686" y="11659"/>
                  <a:pt x="84625" y="11389"/>
                  <a:pt x="84503" y="11197"/>
                </a:cubicBezTo>
                <a:cubicBezTo>
                  <a:pt x="84381" y="11004"/>
                  <a:pt x="84214" y="10863"/>
                  <a:pt x="84003" y="10773"/>
                </a:cubicBezTo>
                <a:cubicBezTo>
                  <a:pt x="83791" y="10683"/>
                  <a:pt x="83352" y="10638"/>
                  <a:pt x="82685" y="10638"/>
                </a:cubicBezTo>
                <a:lnTo>
                  <a:pt x="82858" y="10060"/>
                </a:lnTo>
                <a:lnTo>
                  <a:pt x="88669" y="8788"/>
                </a:lnTo>
                <a:lnTo>
                  <a:pt x="89823" y="8788"/>
                </a:lnTo>
                <a:close/>
                <a:moveTo>
                  <a:pt x="114735" y="21160"/>
                </a:moveTo>
                <a:lnTo>
                  <a:pt x="106222" y="21160"/>
                </a:lnTo>
                <a:lnTo>
                  <a:pt x="107165" y="17922"/>
                </a:lnTo>
                <a:lnTo>
                  <a:pt x="122789" y="0"/>
                </a:lnTo>
                <a:lnTo>
                  <a:pt x="125309" y="0"/>
                </a:lnTo>
                <a:lnTo>
                  <a:pt x="120075" y="17922"/>
                </a:lnTo>
                <a:lnTo>
                  <a:pt x="123097" y="17922"/>
                </a:lnTo>
                <a:lnTo>
                  <a:pt x="122077" y="21160"/>
                </a:lnTo>
                <a:lnTo>
                  <a:pt x="119130" y="21160"/>
                </a:lnTo>
                <a:lnTo>
                  <a:pt x="117363" y="27211"/>
                </a:lnTo>
                <a:lnTo>
                  <a:pt x="112995" y="27211"/>
                </a:lnTo>
                <a:lnTo>
                  <a:pt x="114735" y="21160"/>
                </a:lnTo>
                <a:moveTo>
                  <a:pt x="115667" y="17922"/>
                </a:moveTo>
                <a:lnTo>
                  <a:pt x="118941" y="6537"/>
                </a:lnTo>
                <a:lnTo>
                  <a:pt x="109051" y="17922"/>
                </a:lnTo>
                <a:lnTo>
                  <a:pt x="115667" y="179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B0FC2-F93F-41E7-9C2A-979332D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537" y="484046"/>
            <a:ext cx="2822569" cy="339314"/>
          </a:xfrm>
          <a:custGeom xmlns:a="http://schemas.openxmlformats.org/drawingml/2006/main">
            <a:pathLst>
              <a:path w="2822569" h="339314" fill="none">
                <a:moveTo>
                  <a:pt x="0" y="14517"/>
                </a:moveTo>
                <a:cubicBezTo>
                  <a:pt x="0" y="6500"/>
                  <a:pt x="6500" y="0"/>
                  <a:pt x="14517" y="0"/>
                </a:cubicBezTo>
                <a:lnTo>
                  <a:pt x="2808052" y="0"/>
                </a:lnTo>
                <a:cubicBezTo>
                  <a:pt x="2816069" y="0"/>
                  <a:pt x="2822569" y="6500"/>
                  <a:pt x="2822569" y="14517"/>
                </a:cubicBezTo>
                <a:lnTo>
                  <a:pt x="2822569" y="324797"/>
                </a:lnTo>
                <a:cubicBezTo>
                  <a:pt x="2822569" y="332815"/>
                  <a:pt x="2816069" y="339314"/>
                  <a:pt x="2808052" y="339314"/>
                </a:cubicBezTo>
                <a:lnTo>
                  <a:pt x="14517" y="339314"/>
                </a:lnTo>
                <a:cubicBezTo>
                  <a:pt x="6500" y="339314"/>
                  <a:pt x="0" y="332815"/>
                  <a:pt x="0" y="324797"/>
                </a:cubicBezTo>
                <a:lnTo>
                  <a:pt x="0" y="145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30" name="Text SearchAgent">
            <a:extLst xmlns:a="http://schemas.openxmlformats.org/drawingml/2006/main">
              <a:ext uri="{FF2B5EF4-FFF2-40B4-BE49-F238E27FC236}">
                <a16:creationId xmlns:a16="http://schemas.microsoft.com/office/drawing/2014/main" id="{1F6738E7-8574-4DD7-AE15-F1BBE0CF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781" y="608674"/>
            <a:ext cx="848274" cy="140435"/>
          </a:xfrm>
          <a:custGeom xmlns:a="http://schemas.openxmlformats.org/drawingml/2006/main">
            <a:pathLst>
              <a:path w="848274" h="140435">
                <a:moveTo>
                  <a:pt x="65761" y="0"/>
                </a:moveTo>
                <a:lnTo>
                  <a:pt x="66607" y="34725"/>
                </a:lnTo>
                <a:lnTo>
                  <a:pt x="63457" y="34725"/>
                </a:lnTo>
                <a:cubicBezTo>
                  <a:pt x="61971" y="26040"/>
                  <a:pt x="58322" y="19055"/>
                  <a:pt x="52509" y="13768"/>
                </a:cubicBezTo>
                <a:cubicBezTo>
                  <a:pt x="46696" y="8482"/>
                  <a:pt x="40410" y="5839"/>
                  <a:pt x="33649" y="5839"/>
                </a:cubicBezTo>
                <a:cubicBezTo>
                  <a:pt x="28425" y="5839"/>
                  <a:pt x="24289" y="7230"/>
                  <a:pt x="21242" y="10014"/>
                </a:cubicBezTo>
                <a:cubicBezTo>
                  <a:pt x="18195" y="12795"/>
                  <a:pt x="16671" y="15999"/>
                  <a:pt x="16671" y="19624"/>
                </a:cubicBezTo>
                <a:cubicBezTo>
                  <a:pt x="16671" y="21920"/>
                  <a:pt x="17209" y="23963"/>
                  <a:pt x="18284" y="25750"/>
                </a:cubicBezTo>
                <a:cubicBezTo>
                  <a:pt x="19769" y="28150"/>
                  <a:pt x="22151" y="30523"/>
                  <a:pt x="25429" y="32871"/>
                </a:cubicBezTo>
                <a:cubicBezTo>
                  <a:pt x="27836" y="34556"/>
                  <a:pt x="33393" y="37544"/>
                  <a:pt x="42100" y="41833"/>
                </a:cubicBezTo>
                <a:cubicBezTo>
                  <a:pt x="54289" y="47806"/>
                  <a:pt x="62509" y="53449"/>
                  <a:pt x="66760" y="58761"/>
                </a:cubicBezTo>
                <a:cubicBezTo>
                  <a:pt x="70960" y="64071"/>
                  <a:pt x="73060" y="70148"/>
                  <a:pt x="73060" y="76992"/>
                </a:cubicBezTo>
                <a:cubicBezTo>
                  <a:pt x="73060" y="85673"/>
                  <a:pt x="69667" y="93142"/>
                  <a:pt x="62881" y="99398"/>
                </a:cubicBezTo>
                <a:cubicBezTo>
                  <a:pt x="56094" y="105655"/>
                  <a:pt x="47477" y="108783"/>
                  <a:pt x="37029" y="108783"/>
                </a:cubicBezTo>
                <a:cubicBezTo>
                  <a:pt x="33751" y="108783"/>
                  <a:pt x="30653" y="108450"/>
                  <a:pt x="27734" y="107784"/>
                </a:cubicBezTo>
                <a:cubicBezTo>
                  <a:pt x="24814" y="107118"/>
                  <a:pt x="21152" y="105864"/>
                  <a:pt x="16748" y="104020"/>
                </a:cubicBezTo>
                <a:cubicBezTo>
                  <a:pt x="14289" y="102996"/>
                  <a:pt x="12266" y="102483"/>
                  <a:pt x="10679" y="102483"/>
                </a:cubicBezTo>
                <a:cubicBezTo>
                  <a:pt x="9347" y="102483"/>
                  <a:pt x="7938" y="103002"/>
                  <a:pt x="6453" y="104039"/>
                </a:cubicBezTo>
                <a:cubicBezTo>
                  <a:pt x="4968" y="105076"/>
                  <a:pt x="3764" y="106658"/>
                  <a:pt x="2842" y="108783"/>
                </a:cubicBezTo>
                <a:lnTo>
                  <a:pt x="0" y="108783"/>
                </a:lnTo>
                <a:lnTo>
                  <a:pt x="0" y="69449"/>
                </a:lnTo>
                <a:lnTo>
                  <a:pt x="2842" y="69449"/>
                </a:lnTo>
                <a:cubicBezTo>
                  <a:pt x="5096" y="80486"/>
                  <a:pt x="9437" y="88905"/>
                  <a:pt x="15864" y="94705"/>
                </a:cubicBezTo>
                <a:cubicBezTo>
                  <a:pt x="22292" y="100505"/>
                  <a:pt x="29219" y="103405"/>
                  <a:pt x="36645" y="103405"/>
                </a:cubicBezTo>
                <a:cubicBezTo>
                  <a:pt x="42381" y="103405"/>
                  <a:pt x="46952" y="101848"/>
                  <a:pt x="50358" y="98733"/>
                </a:cubicBezTo>
                <a:cubicBezTo>
                  <a:pt x="53764" y="95619"/>
                  <a:pt x="55467" y="91994"/>
                  <a:pt x="55467" y="87858"/>
                </a:cubicBezTo>
                <a:cubicBezTo>
                  <a:pt x="55467" y="85408"/>
                  <a:pt x="54814" y="83034"/>
                  <a:pt x="53508" y="80737"/>
                </a:cubicBezTo>
                <a:cubicBezTo>
                  <a:pt x="52202" y="78439"/>
                  <a:pt x="50217" y="76256"/>
                  <a:pt x="47554" y="74188"/>
                </a:cubicBezTo>
                <a:cubicBezTo>
                  <a:pt x="44891" y="72120"/>
                  <a:pt x="40179" y="69427"/>
                  <a:pt x="33419" y="66110"/>
                </a:cubicBezTo>
                <a:cubicBezTo>
                  <a:pt x="23944" y="61463"/>
                  <a:pt x="17132" y="57504"/>
                  <a:pt x="12983" y="54231"/>
                </a:cubicBezTo>
                <a:cubicBezTo>
                  <a:pt x="8835" y="50958"/>
                  <a:pt x="5647" y="47301"/>
                  <a:pt x="3419" y="43262"/>
                </a:cubicBezTo>
                <a:cubicBezTo>
                  <a:pt x="1191" y="39222"/>
                  <a:pt x="77" y="34773"/>
                  <a:pt x="77" y="29916"/>
                </a:cubicBezTo>
                <a:cubicBezTo>
                  <a:pt x="77" y="21632"/>
                  <a:pt x="3124" y="14575"/>
                  <a:pt x="9219" y="8746"/>
                </a:cubicBezTo>
                <a:cubicBezTo>
                  <a:pt x="15314" y="2915"/>
                  <a:pt x="22996" y="0"/>
                  <a:pt x="32266" y="0"/>
                </a:cubicBezTo>
                <a:cubicBezTo>
                  <a:pt x="35646" y="0"/>
                  <a:pt x="38924" y="415"/>
                  <a:pt x="42100" y="1244"/>
                </a:cubicBezTo>
                <a:cubicBezTo>
                  <a:pt x="44507" y="1865"/>
                  <a:pt x="47439" y="3016"/>
                  <a:pt x="50896" y="4698"/>
                </a:cubicBezTo>
                <a:cubicBezTo>
                  <a:pt x="54353" y="6380"/>
                  <a:pt x="56773" y="7221"/>
                  <a:pt x="58156" y="7221"/>
                </a:cubicBezTo>
                <a:cubicBezTo>
                  <a:pt x="59488" y="7221"/>
                  <a:pt x="60537" y="6808"/>
                  <a:pt x="61306" y="5980"/>
                </a:cubicBezTo>
                <a:cubicBezTo>
                  <a:pt x="62074" y="5151"/>
                  <a:pt x="62791" y="3158"/>
                  <a:pt x="63457" y="0"/>
                </a:cubicBezTo>
                <a:lnTo>
                  <a:pt x="65761" y="0"/>
                </a:lnTo>
                <a:close/>
                <a:moveTo>
                  <a:pt x="144883" y="67913"/>
                </a:moveTo>
                <a:lnTo>
                  <a:pt x="105472" y="67913"/>
                </a:lnTo>
                <a:cubicBezTo>
                  <a:pt x="105933" y="77464"/>
                  <a:pt x="108468" y="85013"/>
                  <a:pt x="113078" y="90559"/>
                </a:cubicBezTo>
                <a:cubicBezTo>
                  <a:pt x="116612" y="94821"/>
                  <a:pt x="120863" y="96952"/>
                  <a:pt x="125831" y="96952"/>
                </a:cubicBezTo>
                <a:cubicBezTo>
                  <a:pt x="128904" y="96952"/>
                  <a:pt x="131695" y="96094"/>
                  <a:pt x="134205" y="94378"/>
                </a:cubicBezTo>
                <a:cubicBezTo>
                  <a:pt x="136714" y="92663"/>
                  <a:pt x="139403" y="89577"/>
                  <a:pt x="142271" y="85121"/>
                </a:cubicBezTo>
                <a:lnTo>
                  <a:pt x="144883" y="86811"/>
                </a:lnTo>
                <a:cubicBezTo>
                  <a:pt x="140991" y="94750"/>
                  <a:pt x="136689" y="100371"/>
                  <a:pt x="131977" y="103674"/>
                </a:cubicBezTo>
                <a:cubicBezTo>
                  <a:pt x="127265" y="106978"/>
                  <a:pt x="121810" y="108629"/>
                  <a:pt x="115613" y="108629"/>
                </a:cubicBezTo>
                <a:cubicBezTo>
                  <a:pt x="104960" y="108629"/>
                  <a:pt x="96894" y="104528"/>
                  <a:pt x="91413" y="96325"/>
                </a:cubicBezTo>
                <a:cubicBezTo>
                  <a:pt x="87009" y="89712"/>
                  <a:pt x="84807" y="81510"/>
                  <a:pt x="84807" y="71718"/>
                </a:cubicBezTo>
                <a:cubicBezTo>
                  <a:pt x="84807" y="59720"/>
                  <a:pt x="88046" y="50172"/>
                  <a:pt x="94525" y="43072"/>
                </a:cubicBezTo>
                <a:cubicBezTo>
                  <a:pt x="101004" y="35971"/>
                  <a:pt x="108596" y="32420"/>
                  <a:pt x="117303" y="32420"/>
                </a:cubicBezTo>
                <a:cubicBezTo>
                  <a:pt x="124576" y="32420"/>
                  <a:pt x="130888" y="35403"/>
                  <a:pt x="136240" y="41370"/>
                </a:cubicBezTo>
                <a:cubicBezTo>
                  <a:pt x="141592" y="47336"/>
                  <a:pt x="144473" y="56184"/>
                  <a:pt x="144883" y="67913"/>
                </a:cubicBezTo>
                <a:moveTo>
                  <a:pt x="125984" y="62842"/>
                </a:moveTo>
                <a:cubicBezTo>
                  <a:pt x="125984" y="54596"/>
                  <a:pt x="125536" y="48937"/>
                  <a:pt x="124640" y="45864"/>
                </a:cubicBezTo>
                <a:cubicBezTo>
                  <a:pt x="123744" y="42791"/>
                  <a:pt x="122348" y="40461"/>
                  <a:pt x="120453" y="38873"/>
                </a:cubicBezTo>
                <a:cubicBezTo>
                  <a:pt x="119377" y="37951"/>
                  <a:pt x="117943" y="37490"/>
                  <a:pt x="116151" y="37490"/>
                </a:cubicBezTo>
                <a:cubicBezTo>
                  <a:pt x="113488" y="37490"/>
                  <a:pt x="111311" y="38796"/>
                  <a:pt x="109621" y="41408"/>
                </a:cubicBezTo>
                <a:cubicBezTo>
                  <a:pt x="106599" y="45966"/>
                  <a:pt x="105088" y="52215"/>
                  <a:pt x="105088" y="60153"/>
                </a:cubicBezTo>
                <a:lnTo>
                  <a:pt x="105088" y="62842"/>
                </a:lnTo>
                <a:lnTo>
                  <a:pt x="125984" y="62842"/>
                </a:lnTo>
                <a:close/>
                <a:moveTo>
                  <a:pt x="193254" y="95877"/>
                </a:moveTo>
                <a:cubicBezTo>
                  <a:pt x="184496" y="103661"/>
                  <a:pt x="176634" y="107554"/>
                  <a:pt x="169669" y="107554"/>
                </a:cubicBezTo>
                <a:cubicBezTo>
                  <a:pt x="165571" y="107554"/>
                  <a:pt x="162166" y="106205"/>
                  <a:pt x="159451" y="103509"/>
                </a:cubicBezTo>
                <a:cubicBezTo>
                  <a:pt x="156737" y="100810"/>
                  <a:pt x="155379" y="97431"/>
                  <a:pt x="155379" y="93373"/>
                </a:cubicBezTo>
                <a:cubicBezTo>
                  <a:pt x="155379" y="87873"/>
                  <a:pt x="157735" y="82927"/>
                  <a:pt x="162447" y="78534"/>
                </a:cubicBezTo>
                <a:cubicBezTo>
                  <a:pt x="167159" y="74140"/>
                  <a:pt x="177428" y="68295"/>
                  <a:pt x="193254" y="60998"/>
                </a:cubicBezTo>
                <a:lnTo>
                  <a:pt x="193254" y="53777"/>
                </a:lnTo>
                <a:cubicBezTo>
                  <a:pt x="193254" y="48348"/>
                  <a:pt x="192959" y="44929"/>
                  <a:pt x="192370" y="43521"/>
                </a:cubicBezTo>
                <a:cubicBezTo>
                  <a:pt x="191781" y="42112"/>
                  <a:pt x="190667" y="40883"/>
                  <a:pt x="189028" y="39833"/>
                </a:cubicBezTo>
                <a:cubicBezTo>
                  <a:pt x="187390" y="38783"/>
                  <a:pt x="185546" y="38258"/>
                  <a:pt x="183497" y="38258"/>
                </a:cubicBezTo>
                <a:cubicBezTo>
                  <a:pt x="180168" y="38258"/>
                  <a:pt x="177428" y="39001"/>
                  <a:pt x="175277" y="40486"/>
                </a:cubicBezTo>
                <a:cubicBezTo>
                  <a:pt x="173945" y="41408"/>
                  <a:pt x="173279" y="42484"/>
                  <a:pt x="173279" y="43713"/>
                </a:cubicBezTo>
                <a:cubicBezTo>
                  <a:pt x="173279" y="44788"/>
                  <a:pt x="173997" y="46120"/>
                  <a:pt x="175431" y="47708"/>
                </a:cubicBezTo>
                <a:cubicBezTo>
                  <a:pt x="177377" y="49910"/>
                  <a:pt x="178350" y="52036"/>
                  <a:pt x="178350" y="54084"/>
                </a:cubicBezTo>
                <a:cubicBezTo>
                  <a:pt x="178350" y="56594"/>
                  <a:pt x="177415" y="58732"/>
                  <a:pt x="175546" y="60499"/>
                </a:cubicBezTo>
                <a:cubicBezTo>
                  <a:pt x="173676" y="62266"/>
                  <a:pt x="171231" y="63149"/>
                  <a:pt x="168209" y="63149"/>
                </a:cubicBezTo>
                <a:cubicBezTo>
                  <a:pt x="164982" y="63149"/>
                  <a:pt x="162281" y="62176"/>
                  <a:pt x="160104" y="60230"/>
                </a:cubicBezTo>
                <a:cubicBezTo>
                  <a:pt x="157927" y="58284"/>
                  <a:pt x="156839" y="56005"/>
                  <a:pt x="156839" y="53393"/>
                </a:cubicBezTo>
                <a:cubicBezTo>
                  <a:pt x="156839" y="49705"/>
                  <a:pt x="158299" y="46184"/>
                  <a:pt x="161218" y="42829"/>
                </a:cubicBezTo>
                <a:cubicBezTo>
                  <a:pt x="164137" y="39475"/>
                  <a:pt x="168209" y="36901"/>
                  <a:pt x="173433" y="35109"/>
                </a:cubicBezTo>
                <a:cubicBezTo>
                  <a:pt x="178657" y="33316"/>
                  <a:pt x="184086" y="32420"/>
                  <a:pt x="189720" y="32420"/>
                </a:cubicBezTo>
                <a:cubicBezTo>
                  <a:pt x="196532" y="32420"/>
                  <a:pt x="201922" y="33871"/>
                  <a:pt x="205891" y="36772"/>
                </a:cubicBezTo>
                <a:cubicBezTo>
                  <a:pt x="209861" y="39672"/>
                  <a:pt x="212434" y="42817"/>
                  <a:pt x="213612" y="46205"/>
                </a:cubicBezTo>
                <a:cubicBezTo>
                  <a:pt x="214329" y="48361"/>
                  <a:pt x="214688" y="53314"/>
                  <a:pt x="214688" y="61066"/>
                </a:cubicBezTo>
                <a:lnTo>
                  <a:pt x="214688" y="89018"/>
                </a:lnTo>
                <a:cubicBezTo>
                  <a:pt x="214688" y="92303"/>
                  <a:pt x="214816" y="94370"/>
                  <a:pt x="215072" y="95219"/>
                </a:cubicBezTo>
                <a:cubicBezTo>
                  <a:pt x="215328" y="96065"/>
                  <a:pt x="215712" y="96694"/>
                  <a:pt x="216224" y="97106"/>
                </a:cubicBezTo>
                <a:cubicBezTo>
                  <a:pt x="216736" y="97515"/>
                  <a:pt x="217325" y="97720"/>
                  <a:pt x="217991" y="97720"/>
                </a:cubicBezTo>
                <a:cubicBezTo>
                  <a:pt x="219323" y="97720"/>
                  <a:pt x="220680" y="96773"/>
                  <a:pt x="222063" y="94878"/>
                </a:cubicBezTo>
                <a:lnTo>
                  <a:pt x="224368" y="96722"/>
                </a:lnTo>
                <a:cubicBezTo>
                  <a:pt x="221807" y="100512"/>
                  <a:pt x="219156" y="103264"/>
                  <a:pt x="216416" y="104980"/>
                </a:cubicBezTo>
                <a:cubicBezTo>
                  <a:pt x="213676" y="106696"/>
                  <a:pt x="210565" y="107554"/>
                  <a:pt x="207082" y="107554"/>
                </a:cubicBezTo>
                <a:cubicBezTo>
                  <a:pt x="202985" y="107554"/>
                  <a:pt x="199784" y="106587"/>
                  <a:pt x="197479" y="104654"/>
                </a:cubicBezTo>
                <a:cubicBezTo>
                  <a:pt x="195174" y="102720"/>
                  <a:pt x="193766" y="99795"/>
                  <a:pt x="193254" y="95877"/>
                </a:cubicBezTo>
                <a:moveTo>
                  <a:pt x="193254" y="90192"/>
                </a:moveTo>
                <a:lnTo>
                  <a:pt x="193254" y="66160"/>
                </a:lnTo>
                <a:cubicBezTo>
                  <a:pt x="187057" y="69814"/>
                  <a:pt x="182447" y="73726"/>
                  <a:pt x="179425" y="77895"/>
                </a:cubicBezTo>
                <a:cubicBezTo>
                  <a:pt x="177428" y="80673"/>
                  <a:pt x="176429" y="83478"/>
                  <a:pt x="176429" y="86310"/>
                </a:cubicBezTo>
                <a:cubicBezTo>
                  <a:pt x="176429" y="88677"/>
                  <a:pt x="177274" y="90761"/>
                  <a:pt x="178964" y="92564"/>
                </a:cubicBezTo>
                <a:cubicBezTo>
                  <a:pt x="180245" y="93953"/>
                  <a:pt x="182037" y="94647"/>
                  <a:pt x="184342" y="94647"/>
                </a:cubicBezTo>
                <a:cubicBezTo>
                  <a:pt x="186903" y="94647"/>
                  <a:pt x="189873" y="93162"/>
                  <a:pt x="193254" y="90192"/>
                </a:cubicBezTo>
                <a:close/>
                <a:moveTo>
                  <a:pt x="261647" y="34571"/>
                </a:moveTo>
                <a:lnTo>
                  <a:pt x="261647" y="50858"/>
                </a:lnTo>
                <a:cubicBezTo>
                  <a:pt x="266411" y="43431"/>
                  <a:pt x="270585" y="38502"/>
                  <a:pt x="274170" y="36069"/>
                </a:cubicBezTo>
                <a:cubicBezTo>
                  <a:pt x="277755" y="33636"/>
                  <a:pt x="281212" y="32420"/>
                  <a:pt x="284541" y="32420"/>
                </a:cubicBezTo>
                <a:cubicBezTo>
                  <a:pt x="287409" y="32420"/>
                  <a:pt x="289701" y="33306"/>
                  <a:pt x="291417" y="35080"/>
                </a:cubicBezTo>
                <a:cubicBezTo>
                  <a:pt x="293133" y="36853"/>
                  <a:pt x="293990" y="39359"/>
                  <a:pt x="293990" y="42597"/>
                </a:cubicBezTo>
                <a:cubicBezTo>
                  <a:pt x="293990" y="46041"/>
                  <a:pt x="293158" y="48715"/>
                  <a:pt x="291494" y="50618"/>
                </a:cubicBezTo>
                <a:cubicBezTo>
                  <a:pt x="289829" y="52519"/>
                  <a:pt x="287819" y="53470"/>
                  <a:pt x="285463" y="53470"/>
                </a:cubicBezTo>
                <a:cubicBezTo>
                  <a:pt x="282749" y="53470"/>
                  <a:pt x="280393" y="52599"/>
                  <a:pt x="278395" y="50858"/>
                </a:cubicBezTo>
                <a:cubicBezTo>
                  <a:pt x="276398" y="49116"/>
                  <a:pt x="275220" y="48143"/>
                  <a:pt x="274861" y="47938"/>
                </a:cubicBezTo>
                <a:cubicBezTo>
                  <a:pt x="274349" y="47631"/>
                  <a:pt x="273760" y="47477"/>
                  <a:pt x="273094" y="47477"/>
                </a:cubicBezTo>
                <a:cubicBezTo>
                  <a:pt x="271609" y="47477"/>
                  <a:pt x="270201" y="48041"/>
                  <a:pt x="268869" y="49167"/>
                </a:cubicBezTo>
                <a:cubicBezTo>
                  <a:pt x="266769" y="50909"/>
                  <a:pt x="265181" y="53393"/>
                  <a:pt x="264106" y="56619"/>
                </a:cubicBezTo>
                <a:cubicBezTo>
                  <a:pt x="262467" y="61587"/>
                  <a:pt x="261647" y="67067"/>
                  <a:pt x="261647" y="73060"/>
                </a:cubicBezTo>
                <a:lnTo>
                  <a:pt x="261647" y="89577"/>
                </a:lnTo>
                <a:lnTo>
                  <a:pt x="261724" y="93879"/>
                </a:lnTo>
                <a:cubicBezTo>
                  <a:pt x="261724" y="96798"/>
                  <a:pt x="261904" y="98668"/>
                  <a:pt x="262262" y="99487"/>
                </a:cubicBezTo>
                <a:cubicBezTo>
                  <a:pt x="262877" y="100870"/>
                  <a:pt x="263786" y="101882"/>
                  <a:pt x="264989" y="102522"/>
                </a:cubicBezTo>
                <a:cubicBezTo>
                  <a:pt x="266193" y="103162"/>
                  <a:pt x="268229" y="103559"/>
                  <a:pt x="271097" y="103713"/>
                </a:cubicBezTo>
                <a:lnTo>
                  <a:pt x="271097" y="106478"/>
                </a:lnTo>
                <a:lnTo>
                  <a:pt x="232301" y="106478"/>
                </a:lnTo>
                <a:lnTo>
                  <a:pt x="232301" y="103713"/>
                </a:lnTo>
                <a:cubicBezTo>
                  <a:pt x="235425" y="103457"/>
                  <a:pt x="237537" y="102599"/>
                  <a:pt x="238639" y="101139"/>
                </a:cubicBezTo>
                <a:cubicBezTo>
                  <a:pt x="239740" y="99679"/>
                  <a:pt x="240290" y="95825"/>
                  <a:pt x="240290" y="89577"/>
                </a:cubicBezTo>
                <a:lnTo>
                  <a:pt x="240290" y="49782"/>
                </a:lnTo>
                <a:cubicBezTo>
                  <a:pt x="240290" y="45659"/>
                  <a:pt x="240085" y="43031"/>
                  <a:pt x="239676" y="41898"/>
                </a:cubicBezTo>
                <a:cubicBezTo>
                  <a:pt x="239164" y="40454"/>
                  <a:pt x="238421" y="39398"/>
                  <a:pt x="237448" y="38729"/>
                </a:cubicBezTo>
                <a:cubicBezTo>
                  <a:pt x="236475" y="38058"/>
                  <a:pt x="234759" y="37594"/>
                  <a:pt x="232301" y="37337"/>
                </a:cubicBezTo>
                <a:lnTo>
                  <a:pt x="232301" y="34571"/>
                </a:lnTo>
                <a:lnTo>
                  <a:pt x="261647" y="34571"/>
                </a:lnTo>
                <a:close/>
                <a:moveTo>
                  <a:pt x="357199" y="87904"/>
                </a:moveTo>
                <a:lnTo>
                  <a:pt x="359580" y="89745"/>
                </a:lnTo>
                <a:cubicBezTo>
                  <a:pt x="356200" y="96117"/>
                  <a:pt x="351987" y="100857"/>
                  <a:pt x="346943" y="103967"/>
                </a:cubicBezTo>
                <a:cubicBezTo>
                  <a:pt x="341898" y="107075"/>
                  <a:pt x="336533" y="108629"/>
                  <a:pt x="330848" y="108629"/>
                </a:cubicBezTo>
                <a:cubicBezTo>
                  <a:pt x="321270" y="108629"/>
                  <a:pt x="313614" y="105015"/>
                  <a:pt x="307877" y="97788"/>
                </a:cubicBezTo>
                <a:cubicBezTo>
                  <a:pt x="302141" y="90558"/>
                  <a:pt x="299273" y="81868"/>
                  <a:pt x="299273" y="71718"/>
                </a:cubicBezTo>
                <a:cubicBezTo>
                  <a:pt x="299273" y="61924"/>
                  <a:pt x="301885" y="53311"/>
                  <a:pt x="307109" y="45878"/>
                </a:cubicBezTo>
                <a:cubicBezTo>
                  <a:pt x="313409" y="36906"/>
                  <a:pt x="322090" y="32420"/>
                  <a:pt x="333153" y="32420"/>
                </a:cubicBezTo>
                <a:cubicBezTo>
                  <a:pt x="340579" y="32420"/>
                  <a:pt x="346482" y="34295"/>
                  <a:pt x="350861" y="38045"/>
                </a:cubicBezTo>
                <a:cubicBezTo>
                  <a:pt x="355240" y="41793"/>
                  <a:pt x="357429" y="45978"/>
                  <a:pt x="357429" y="50601"/>
                </a:cubicBezTo>
                <a:cubicBezTo>
                  <a:pt x="357429" y="53528"/>
                  <a:pt x="356546" y="55865"/>
                  <a:pt x="354779" y="57611"/>
                </a:cubicBezTo>
                <a:cubicBezTo>
                  <a:pt x="353012" y="59357"/>
                  <a:pt x="350694" y="60230"/>
                  <a:pt x="347826" y="60230"/>
                </a:cubicBezTo>
                <a:cubicBezTo>
                  <a:pt x="344804" y="60230"/>
                  <a:pt x="342308" y="59228"/>
                  <a:pt x="340336" y="57224"/>
                </a:cubicBezTo>
                <a:cubicBezTo>
                  <a:pt x="338364" y="55219"/>
                  <a:pt x="337147" y="51647"/>
                  <a:pt x="336687" y="46507"/>
                </a:cubicBezTo>
                <a:cubicBezTo>
                  <a:pt x="336379" y="43270"/>
                  <a:pt x="335637" y="41008"/>
                  <a:pt x="334459" y="39723"/>
                </a:cubicBezTo>
                <a:cubicBezTo>
                  <a:pt x="333281" y="38439"/>
                  <a:pt x="331898" y="37797"/>
                  <a:pt x="330310" y="37797"/>
                </a:cubicBezTo>
                <a:cubicBezTo>
                  <a:pt x="327852" y="37797"/>
                  <a:pt x="325752" y="39103"/>
                  <a:pt x="324011" y="41716"/>
                </a:cubicBezTo>
                <a:cubicBezTo>
                  <a:pt x="321347" y="45659"/>
                  <a:pt x="320016" y="51703"/>
                  <a:pt x="320016" y="59846"/>
                </a:cubicBezTo>
                <a:cubicBezTo>
                  <a:pt x="320016" y="66607"/>
                  <a:pt x="321091" y="73073"/>
                  <a:pt x="323242" y="79244"/>
                </a:cubicBezTo>
                <a:cubicBezTo>
                  <a:pt x="325393" y="85416"/>
                  <a:pt x="328338" y="90012"/>
                  <a:pt x="332077" y="93034"/>
                </a:cubicBezTo>
                <a:cubicBezTo>
                  <a:pt x="334894" y="95236"/>
                  <a:pt x="338223" y="96338"/>
                  <a:pt x="342064" y="96338"/>
                </a:cubicBezTo>
                <a:cubicBezTo>
                  <a:pt x="344574" y="96338"/>
                  <a:pt x="346955" y="95750"/>
                  <a:pt x="349209" y="94575"/>
                </a:cubicBezTo>
                <a:cubicBezTo>
                  <a:pt x="351462" y="93399"/>
                  <a:pt x="354126" y="91175"/>
                  <a:pt x="357199" y="87904"/>
                </a:cubicBezTo>
                <a:close/>
                <a:moveTo>
                  <a:pt x="397502" y="2305"/>
                </a:moveTo>
                <a:lnTo>
                  <a:pt x="397502" y="43867"/>
                </a:lnTo>
                <a:cubicBezTo>
                  <a:pt x="401446" y="39689"/>
                  <a:pt x="405057" y="36737"/>
                  <a:pt x="408335" y="35010"/>
                </a:cubicBezTo>
                <a:cubicBezTo>
                  <a:pt x="411612" y="33283"/>
                  <a:pt x="415018" y="32420"/>
                  <a:pt x="418552" y="32420"/>
                </a:cubicBezTo>
                <a:cubicBezTo>
                  <a:pt x="423059" y="32420"/>
                  <a:pt x="426913" y="33700"/>
                  <a:pt x="430114" y="36261"/>
                </a:cubicBezTo>
                <a:cubicBezTo>
                  <a:pt x="433315" y="38822"/>
                  <a:pt x="435441" y="41831"/>
                  <a:pt x="436491" y="45288"/>
                </a:cubicBezTo>
                <a:cubicBezTo>
                  <a:pt x="437541" y="48745"/>
                  <a:pt x="438066" y="54571"/>
                  <a:pt x="438066" y="62765"/>
                </a:cubicBezTo>
                <a:lnTo>
                  <a:pt x="438066" y="90806"/>
                </a:lnTo>
                <a:cubicBezTo>
                  <a:pt x="438066" y="96320"/>
                  <a:pt x="438578" y="99759"/>
                  <a:pt x="439602" y="101125"/>
                </a:cubicBezTo>
                <a:cubicBezTo>
                  <a:pt x="440626" y="102490"/>
                  <a:pt x="442701" y="103353"/>
                  <a:pt x="445825" y="103713"/>
                </a:cubicBezTo>
                <a:lnTo>
                  <a:pt x="445825" y="106478"/>
                </a:lnTo>
                <a:lnTo>
                  <a:pt x="409410" y="106478"/>
                </a:lnTo>
                <a:lnTo>
                  <a:pt x="409410" y="103713"/>
                </a:lnTo>
                <a:cubicBezTo>
                  <a:pt x="411971" y="103353"/>
                  <a:pt x="413892" y="102322"/>
                  <a:pt x="415172" y="100620"/>
                </a:cubicBezTo>
                <a:cubicBezTo>
                  <a:pt x="416094" y="99281"/>
                  <a:pt x="416555" y="96009"/>
                  <a:pt x="416555" y="90806"/>
                </a:cubicBezTo>
                <a:lnTo>
                  <a:pt x="416555" y="58821"/>
                </a:lnTo>
                <a:cubicBezTo>
                  <a:pt x="416555" y="52889"/>
                  <a:pt x="416324" y="49170"/>
                  <a:pt x="415863" y="47662"/>
                </a:cubicBezTo>
                <a:cubicBezTo>
                  <a:pt x="415402" y="46153"/>
                  <a:pt x="414621" y="44977"/>
                  <a:pt x="413520" y="44133"/>
                </a:cubicBezTo>
                <a:cubicBezTo>
                  <a:pt x="412419" y="43290"/>
                  <a:pt x="411177" y="42868"/>
                  <a:pt x="409794" y="42868"/>
                </a:cubicBezTo>
                <a:cubicBezTo>
                  <a:pt x="407746" y="42868"/>
                  <a:pt x="405748" y="43572"/>
                  <a:pt x="403802" y="44981"/>
                </a:cubicBezTo>
                <a:cubicBezTo>
                  <a:pt x="401856" y="46389"/>
                  <a:pt x="399756" y="48860"/>
                  <a:pt x="397502" y="52394"/>
                </a:cubicBezTo>
                <a:lnTo>
                  <a:pt x="397502" y="90806"/>
                </a:lnTo>
                <a:cubicBezTo>
                  <a:pt x="397502" y="95958"/>
                  <a:pt x="397887" y="99178"/>
                  <a:pt x="398655" y="100467"/>
                </a:cubicBezTo>
                <a:cubicBezTo>
                  <a:pt x="399628" y="102218"/>
                  <a:pt x="401625" y="103300"/>
                  <a:pt x="404647" y="103713"/>
                </a:cubicBezTo>
                <a:lnTo>
                  <a:pt x="404647" y="106478"/>
                </a:lnTo>
                <a:lnTo>
                  <a:pt x="368232" y="106478"/>
                </a:lnTo>
                <a:lnTo>
                  <a:pt x="368232" y="103713"/>
                </a:lnTo>
                <a:cubicBezTo>
                  <a:pt x="371254" y="103404"/>
                  <a:pt x="373405" y="102425"/>
                  <a:pt x="374686" y="100776"/>
                </a:cubicBezTo>
                <a:cubicBezTo>
                  <a:pt x="375556" y="99643"/>
                  <a:pt x="375992" y="96320"/>
                  <a:pt x="375992" y="90806"/>
                </a:cubicBezTo>
                <a:lnTo>
                  <a:pt x="375992" y="17977"/>
                </a:lnTo>
                <a:cubicBezTo>
                  <a:pt x="375992" y="12482"/>
                  <a:pt x="375492" y="9061"/>
                  <a:pt x="374494" y="7714"/>
                </a:cubicBezTo>
                <a:cubicBezTo>
                  <a:pt x="373495" y="6366"/>
                  <a:pt x="371408" y="5485"/>
                  <a:pt x="368232" y="5070"/>
                </a:cubicBezTo>
                <a:lnTo>
                  <a:pt x="368232" y="2305"/>
                </a:lnTo>
                <a:lnTo>
                  <a:pt x="397502" y="2305"/>
                </a:lnTo>
                <a:close/>
                <a:moveTo>
                  <a:pt x="515190" y="76671"/>
                </a:moveTo>
                <a:lnTo>
                  <a:pt x="478391" y="76671"/>
                </a:lnTo>
                <a:lnTo>
                  <a:pt x="474012" y="86862"/>
                </a:lnTo>
                <a:cubicBezTo>
                  <a:pt x="472578" y="90279"/>
                  <a:pt x="471861" y="93100"/>
                  <a:pt x="471861" y="95327"/>
                </a:cubicBezTo>
                <a:cubicBezTo>
                  <a:pt x="471861" y="98277"/>
                  <a:pt x="473039" y="100451"/>
                  <a:pt x="475395" y="101850"/>
                </a:cubicBezTo>
                <a:cubicBezTo>
                  <a:pt x="476778" y="102677"/>
                  <a:pt x="480184" y="103298"/>
                  <a:pt x="485612" y="103713"/>
                </a:cubicBezTo>
                <a:lnTo>
                  <a:pt x="485612" y="106478"/>
                </a:lnTo>
                <a:lnTo>
                  <a:pt x="450965" y="106478"/>
                </a:lnTo>
                <a:lnTo>
                  <a:pt x="450965" y="103713"/>
                </a:lnTo>
                <a:cubicBezTo>
                  <a:pt x="454704" y="103144"/>
                  <a:pt x="457777" y="101581"/>
                  <a:pt x="460184" y="99022"/>
                </a:cubicBezTo>
                <a:cubicBezTo>
                  <a:pt x="462591" y="96461"/>
                  <a:pt x="465561" y="91173"/>
                  <a:pt x="469095" y="83157"/>
                </a:cubicBezTo>
                <a:lnTo>
                  <a:pt x="506355" y="0"/>
                </a:lnTo>
                <a:lnTo>
                  <a:pt x="507815" y="0"/>
                </a:lnTo>
                <a:lnTo>
                  <a:pt x="545382" y="85474"/>
                </a:lnTo>
                <a:cubicBezTo>
                  <a:pt x="548967" y="93649"/>
                  <a:pt x="551912" y="98797"/>
                  <a:pt x="554216" y="100918"/>
                </a:cubicBezTo>
                <a:cubicBezTo>
                  <a:pt x="555958" y="102522"/>
                  <a:pt x="558416" y="103453"/>
                  <a:pt x="561592" y="103713"/>
                </a:cubicBezTo>
                <a:lnTo>
                  <a:pt x="561592" y="106478"/>
                </a:lnTo>
                <a:lnTo>
                  <a:pt x="511195" y="106478"/>
                </a:lnTo>
                <a:lnTo>
                  <a:pt x="511195" y="103713"/>
                </a:lnTo>
                <a:lnTo>
                  <a:pt x="513269" y="103713"/>
                </a:lnTo>
                <a:cubicBezTo>
                  <a:pt x="517315" y="103713"/>
                  <a:pt x="520158" y="103140"/>
                  <a:pt x="521797" y="101994"/>
                </a:cubicBezTo>
                <a:cubicBezTo>
                  <a:pt x="522923" y="101161"/>
                  <a:pt x="523487" y="99963"/>
                  <a:pt x="523487" y="98400"/>
                </a:cubicBezTo>
                <a:cubicBezTo>
                  <a:pt x="523487" y="97463"/>
                  <a:pt x="523333" y="96500"/>
                  <a:pt x="523026" y="95509"/>
                </a:cubicBezTo>
                <a:cubicBezTo>
                  <a:pt x="522923" y="95042"/>
                  <a:pt x="522155" y="93089"/>
                  <a:pt x="520721" y="89651"/>
                </a:cubicBezTo>
                <a:lnTo>
                  <a:pt x="515190" y="76671"/>
                </a:lnTo>
                <a:moveTo>
                  <a:pt x="512578" y="70986"/>
                </a:moveTo>
                <a:lnTo>
                  <a:pt x="497059" y="35065"/>
                </a:lnTo>
                <a:lnTo>
                  <a:pt x="481080" y="70986"/>
                </a:lnTo>
                <a:lnTo>
                  <a:pt x="512578" y="70986"/>
                </a:lnTo>
                <a:close/>
                <a:moveTo>
                  <a:pt x="614130" y="35493"/>
                </a:moveTo>
                <a:lnTo>
                  <a:pt x="638329" y="35493"/>
                </a:lnTo>
                <a:lnTo>
                  <a:pt x="638329" y="43943"/>
                </a:lnTo>
                <a:lnTo>
                  <a:pt x="624578" y="43943"/>
                </a:lnTo>
                <a:cubicBezTo>
                  <a:pt x="627087" y="46453"/>
                  <a:pt x="628829" y="48732"/>
                  <a:pt x="629802" y="50781"/>
                </a:cubicBezTo>
                <a:cubicBezTo>
                  <a:pt x="631031" y="53546"/>
                  <a:pt x="631646" y="56440"/>
                  <a:pt x="631646" y="59462"/>
                </a:cubicBezTo>
                <a:cubicBezTo>
                  <a:pt x="631646" y="64584"/>
                  <a:pt x="630224" y="69027"/>
                  <a:pt x="627382" y="72791"/>
                </a:cubicBezTo>
                <a:cubicBezTo>
                  <a:pt x="624539" y="76555"/>
                  <a:pt x="620673" y="79500"/>
                  <a:pt x="615781" y="81626"/>
                </a:cubicBezTo>
                <a:cubicBezTo>
                  <a:pt x="610890" y="83751"/>
                  <a:pt x="606550" y="84814"/>
                  <a:pt x="602760" y="84814"/>
                </a:cubicBezTo>
                <a:cubicBezTo>
                  <a:pt x="602452" y="84814"/>
                  <a:pt x="599379" y="84686"/>
                  <a:pt x="593541" y="84430"/>
                </a:cubicBezTo>
                <a:cubicBezTo>
                  <a:pt x="591236" y="84430"/>
                  <a:pt x="589303" y="85181"/>
                  <a:pt x="587741" y="86684"/>
                </a:cubicBezTo>
                <a:cubicBezTo>
                  <a:pt x="586178" y="88187"/>
                  <a:pt x="585397" y="89982"/>
                  <a:pt x="585397" y="92069"/>
                </a:cubicBezTo>
                <a:cubicBezTo>
                  <a:pt x="585397" y="93903"/>
                  <a:pt x="586102" y="95406"/>
                  <a:pt x="587510" y="96578"/>
                </a:cubicBezTo>
                <a:cubicBezTo>
                  <a:pt x="588919" y="97749"/>
                  <a:pt x="591210" y="98335"/>
                  <a:pt x="594386" y="98335"/>
                </a:cubicBezTo>
                <a:lnTo>
                  <a:pt x="607676" y="98181"/>
                </a:lnTo>
                <a:cubicBezTo>
                  <a:pt x="618432" y="98181"/>
                  <a:pt x="625833" y="99362"/>
                  <a:pt x="629879" y="101722"/>
                </a:cubicBezTo>
                <a:cubicBezTo>
                  <a:pt x="635666" y="105005"/>
                  <a:pt x="638560" y="110059"/>
                  <a:pt x="638560" y="116883"/>
                </a:cubicBezTo>
                <a:cubicBezTo>
                  <a:pt x="638560" y="121245"/>
                  <a:pt x="637228" y="125208"/>
                  <a:pt x="634565" y="128774"/>
                </a:cubicBezTo>
                <a:cubicBezTo>
                  <a:pt x="631902" y="132340"/>
                  <a:pt x="628393" y="134970"/>
                  <a:pt x="624040" y="136663"/>
                </a:cubicBezTo>
                <a:cubicBezTo>
                  <a:pt x="617433" y="139177"/>
                  <a:pt x="609827" y="140435"/>
                  <a:pt x="601223" y="140435"/>
                </a:cubicBezTo>
                <a:cubicBezTo>
                  <a:pt x="594770" y="140435"/>
                  <a:pt x="588880" y="139807"/>
                  <a:pt x="583554" y="138552"/>
                </a:cubicBezTo>
                <a:cubicBezTo>
                  <a:pt x="578227" y="137298"/>
                  <a:pt x="574412" y="135555"/>
                  <a:pt x="572107" y="133326"/>
                </a:cubicBezTo>
                <a:cubicBezTo>
                  <a:pt x="569802" y="131098"/>
                  <a:pt x="568650" y="128754"/>
                  <a:pt x="568650" y="126294"/>
                </a:cubicBezTo>
                <a:cubicBezTo>
                  <a:pt x="568650" y="123938"/>
                  <a:pt x="569533" y="121825"/>
                  <a:pt x="571300" y="119954"/>
                </a:cubicBezTo>
                <a:cubicBezTo>
                  <a:pt x="573067" y="118084"/>
                  <a:pt x="576358" y="116509"/>
                  <a:pt x="581172" y="115229"/>
                </a:cubicBezTo>
                <a:cubicBezTo>
                  <a:pt x="574514" y="111951"/>
                  <a:pt x="571185" y="107394"/>
                  <a:pt x="571185" y="101557"/>
                </a:cubicBezTo>
                <a:cubicBezTo>
                  <a:pt x="571185" y="98023"/>
                  <a:pt x="572542" y="94592"/>
                  <a:pt x="575257" y="91265"/>
                </a:cubicBezTo>
                <a:cubicBezTo>
                  <a:pt x="577971" y="87936"/>
                  <a:pt x="582273" y="85042"/>
                  <a:pt x="588163" y="82584"/>
                </a:cubicBezTo>
                <a:cubicBezTo>
                  <a:pt x="581300" y="80071"/>
                  <a:pt x="576332" y="76763"/>
                  <a:pt x="573259" y="72659"/>
                </a:cubicBezTo>
                <a:cubicBezTo>
                  <a:pt x="570186" y="68555"/>
                  <a:pt x="568650" y="63810"/>
                  <a:pt x="568650" y="58425"/>
                </a:cubicBezTo>
                <a:cubicBezTo>
                  <a:pt x="568650" y="51399"/>
                  <a:pt x="571518" y="45308"/>
                  <a:pt x="577254" y="40153"/>
                </a:cubicBezTo>
                <a:cubicBezTo>
                  <a:pt x="582990" y="34997"/>
                  <a:pt x="590365" y="32420"/>
                  <a:pt x="599379" y="32420"/>
                </a:cubicBezTo>
                <a:cubicBezTo>
                  <a:pt x="604143" y="32420"/>
                  <a:pt x="609059" y="33444"/>
                  <a:pt x="614130" y="35493"/>
                </a:cubicBezTo>
                <a:moveTo>
                  <a:pt x="600839" y="37337"/>
                </a:moveTo>
                <a:cubicBezTo>
                  <a:pt x="597869" y="37337"/>
                  <a:pt x="595359" y="38832"/>
                  <a:pt x="593310" y="41824"/>
                </a:cubicBezTo>
                <a:cubicBezTo>
                  <a:pt x="591262" y="44813"/>
                  <a:pt x="590237" y="51012"/>
                  <a:pt x="590237" y="60420"/>
                </a:cubicBezTo>
                <a:cubicBezTo>
                  <a:pt x="590237" y="68037"/>
                  <a:pt x="591249" y="73264"/>
                  <a:pt x="593272" y="76102"/>
                </a:cubicBezTo>
                <a:cubicBezTo>
                  <a:pt x="595295" y="78939"/>
                  <a:pt x="597689" y="80358"/>
                  <a:pt x="600455" y="80358"/>
                </a:cubicBezTo>
                <a:cubicBezTo>
                  <a:pt x="603528" y="80358"/>
                  <a:pt x="606089" y="78952"/>
                  <a:pt x="608137" y="76140"/>
                </a:cubicBezTo>
                <a:cubicBezTo>
                  <a:pt x="610186" y="73328"/>
                  <a:pt x="611210" y="67857"/>
                  <a:pt x="611210" y="59728"/>
                </a:cubicBezTo>
                <a:cubicBezTo>
                  <a:pt x="611210" y="50578"/>
                  <a:pt x="610058" y="44341"/>
                  <a:pt x="607753" y="41017"/>
                </a:cubicBezTo>
                <a:cubicBezTo>
                  <a:pt x="606114" y="38563"/>
                  <a:pt x="603810" y="37337"/>
                  <a:pt x="600839" y="37337"/>
                </a:cubicBezTo>
                <a:moveTo>
                  <a:pt x="596306" y="117080"/>
                </a:moveTo>
                <a:cubicBezTo>
                  <a:pt x="591082" y="117080"/>
                  <a:pt x="587625" y="117514"/>
                  <a:pt x="585935" y="118381"/>
                </a:cubicBezTo>
                <a:cubicBezTo>
                  <a:pt x="583016" y="119961"/>
                  <a:pt x="581556" y="122102"/>
                  <a:pt x="581556" y="124806"/>
                </a:cubicBezTo>
                <a:cubicBezTo>
                  <a:pt x="581556" y="127406"/>
                  <a:pt x="583067" y="129765"/>
                  <a:pt x="586089" y="131881"/>
                </a:cubicBezTo>
                <a:cubicBezTo>
                  <a:pt x="589111" y="133998"/>
                  <a:pt x="594796" y="135057"/>
                  <a:pt x="603144" y="135057"/>
                </a:cubicBezTo>
                <a:cubicBezTo>
                  <a:pt x="610263" y="135057"/>
                  <a:pt x="615858" y="134113"/>
                  <a:pt x="619930" y="132226"/>
                </a:cubicBezTo>
                <a:cubicBezTo>
                  <a:pt x="624002" y="130339"/>
                  <a:pt x="626037" y="127687"/>
                  <a:pt x="626037" y="124270"/>
                </a:cubicBezTo>
                <a:cubicBezTo>
                  <a:pt x="626037" y="122996"/>
                  <a:pt x="625653" y="121926"/>
                  <a:pt x="624885" y="121058"/>
                </a:cubicBezTo>
                <a:cubicBezTo>
                  <a:pt x="623502" y="119528"/>
                  <a:pt x="621415" y="118482"/>
                  <a:pt x="618624" y="117920"/>
                </a:cubicBezTo>
                <a:cubicBezTo>
                  <a:pt x="615833" y="117360"/>
                  <a:pt x="608393" y="117080"/>
                  <a:pt x="596306" y="117080"/>
                </a:cubicBezTo>
                <a:close/>
                <a:moveTo>
                  <a:pt x="707107" y="67913"/>
                </a:moveTo>
                <a:lnTo>
                  <a:pt x="667697" y="67913"/>
                </a:lnTo>
                <a:cubicBezTo>
                  <a:pt x="668158" y="77464"/>
                  <a:pt x="670693" y="85013"/>
                  <a:pt x="675302" y="90559"/>
                </a:cubicBezTo>
                <a:cubicBezTo>
                  <a:pt x="678836" y="94821"/>
                  <a:pt x="683087" y="96952"/>
                  <a:pt x="688055" y="96952"/>
                </a:cubicBezTo>
                <a:cubicBezTo>
                  <a:pt x="691128" y="96952"/>
                  <a:pt x="693919" y="96094"/>
                  <a:pt x="696429" y="94378"/>
                </a:cubicBezTo>
                <a:cubicBezTo>
                  <a:pt x="698938" y="92663"/>
                  <a:pt x="701627" y="89577"/>
                  <a:pt x="704495" y="85121"/>
                </a:cubicBezTo>
                <a:lnTo>
                  <a:pt x="707107" y="86811"/>
                </a:lnTo>
                <a:cubicBezTo>
                  <a:pt x="703215" y="94750"/>
                  <a:pt x="698913" y="100371"/>
                  <a:pt x="694201" y="103674"/>
                </a:cubicBezTo>
                <a:cubicBezTo>
                  <a:pt x="689489" y="106978"/>
                  <a:pt x="684035" y="108629"/>
                  <a:pt x="677837" y="108629"/>
                </a:cubicBezTo>
                <a:cubicBezTo>
                  <a:pt x="667184" y="108629"/>
                  <a:pt x="659118" y="104528"/>
                  <a:pt x="653638" y="96325"/>
                </a:cubicBezTo>
                <a:cubicBezTo>
                  <a:pt x="649233" y="89712"/>
                  <a:pt x="647031" y="81510"/>
                  <a:pt x="647031" y="71718"/>
                </a:cubicBezTo>
                <a:cubicBezTo>
                  <a:pt x="647031" y="59720"/>
                  <a:pt x="650270" y="50172"/>
                  <a:pt x="656749" y="43072"/>
                </a:cubicBezTo>
                <a:cubicBezTo>
                  <a:pt x="663228" y="35971"/>
                  <a:pt x="670821" y="32420"/>
                  <a:pt x="679527" y="32420"/>
                </a:cubicBezTo>
                <a:cubicBezTo>
                  <a:pt x="686800" y="32420"/>
                  <a:pt x="693113" y="35403"/>
                  <a:pt x="698465" y="41370"/>
                </a:cubicBezTo>
                <a:cubicBezTo>
                  <a:pt x="703817" y="47336"/>
                  <a:pt x="706698" y="56184"/>
                  <a:pt x="707107" y="67913"/>
                </a:cubicBezTo>
                <a:moveTo>
                  <a:pt x="688209" y="62842"/>
                </a:moveTo>
                <a:cubicBezTo>
                  <a:pt x="688209" y="54596"/>
                  <a:pt x="687760" y="48937"/>
                  <a:pt x="686864" y="45864"/>
                </a:cubicBezTo>
                <a:cubicBezTo>
                  <a:pt x="685968" y="42791"/>
                  <a:pt x="684572" y="40461"/>
                  <a:pt x="682677" y="38873"/>
                </a:cubicBezTo>
                <a:cubicBezTo>
                  <a:pt x="681602" y="37951"/>
                  <a:pt x="680168" y="37490"/>
                  <a:pt x="678375" y="37490"/>
                </a:cubicBezTo>
                <a:cubicBezTo>
                  <a:pt x="675712" y="37490"/>
                  <a:pt x="673535" y="38796"/>
                  <a:pt x="671845" y="41408"/>
                </a:cubicBezTo>
                <a:cubicBezTo>
                  <a:pt x="668823" y="45966"/>
                  <a:pt x="667312" y="52215"/>
                  <a:pt x="667312" y="60153"/>
                </a:cubicBezTo>
                <a:lnTo>
                  <a:pt x="667312" y="62842"/>
                </a:lnTo>
                <a:lnTo>
                  <a:pt x="688209" y="62842"/>
                </a:lnTo>
                <a:close/>
                <a:moveTo>
                  <a:pt x="745183" y="34571"/>
                </a:moveTo>
                <a:lnTo>
                  <a:pt x="745183" y="43943"/>
                </a:lnTo>
                <a:cubicBezTo>
                  <a:pt x="748871" y="39921"/>
                  <a:pt x="752405" y="36996"/>
                  <a:pt x="755785" y="35166"/>
                </a:cubicBezTo>
                <a:cubicBezTo>
                  <a:pt x="759165" y="33335"/>
                  <a:pt x="762802" y="32420"/>
                  <a:pt x="766694" y="32420"/>
                </a:cubicBezTo>
                <a:cubicBezTo>
                  <a:pt x="771355" y="32420"/>
                  <a:pt x="775222" y="33715"/>
                  <a:pt x="778295" y="36304"/>
                </a:cubicBezTo>
                <a:cubicBezTo>
                  <a:pt x="781367" y="38894"/>
                  <a:pt x="783416" y="42112"/>
                  <a:pt x="784440" y="45958"/>
                </a:cubicBezTo>
                <a:cubicBezTo>
                  <a:pt x="785260" y="48882"/>
                  <a:pt x="785670" y="54498"/>
                  <a:pt x="785670" y="62806"/>
                </a:cubicBezTo>
                <a:lnTo>
                  <a:pt x="785670" y="90806"/>
                </a:lnTo>
                <a:cubicBezTo>
                  <a:pt x="785670" y="96338"/>
                  <a:pt x="786169" y="99782"/>
                  <a:pt x="787168" y="101139"/>
                </a:cubicBezTo>
                <a:cubicBezTo>
                  <a:pt x="788166" y="102496"/>
                  <a:pt x="790253" y="103354"/>
                  <a:pt x="793429" y="103713"/>
                </a:cubicBezTo>
                <a:lnTo>
                  <a:pt x="793429" y="106478"/>
                </a:lnTo>
                <a:lnTo>
                  <a:pt x="757091" y="106478"/>
                </a:lnTo>
                <a:lnTo>
                  <a:pt x="757091" y="103713"/>
                </a:lnTo>
                <a:cubicBezTo>
                  <a:pt x="759806" y="103354"/>
                  <a:pt x="761752" y="102227"/>
                  <a:pt x="762930" y="100332"/>
                </a:cubicBezTo>
                <a:cubicBezTo>
                  <a:pt x="763749" y="99052"/>
                  <a:pt x="764159" y="95877"/>
                  <a:pt x="764159" y="90806"/>
                </a:cubicBezTo>
                <a:lnTo>
                  <a:pt x="764159" y="58847"/>
                </a:lnTo>
                <a:cubicBezTo>
                  <a:pt x="764159" y="52957"/>
                  <a:pt x="763928" y="49244"/>
                  <a:pt x="763467" y="47708"/>
                </a:cubicBezTo>
                <a:cubicBezTo>
                  <a:pt x="763007" y="46171"/>
                  <a:pt x="762225" y="44981"/>
                  <a:pt x="761124" y="44135"/>
                </a:cubicBezTo>
                <a:cubicBezTo>
                  <a:pt x="760023" y="43290"/>
                  <a:pt x="758807" y="42868"/>
                  <a:pt x="757475" y="42868"/>
                </a:cubicBezTo>
                <a:cubicBezTo>
                  <a:pt x="753071" y="42868"/>
                  <a:pt x="748973" y="46043"/>
                  <a:pt x="745183" y="52394"/>
                </a:cubicBezTo>
                <a:lnTo>
                  <a:pt x="745183" y="90806"/>
                </a:lnTo>
                <a:cubicBezTo>
                  <a:pt x="745183" y="96184"/>
                  <a:pt x="745683" y="99590"/>
                  <a:pt x="746681" y="101024"/>
                </a:cubicBezTo>
                <a:cubicBezTo>
                  <a:pt x="747680" y="102458"/>
                  <a:pt x="749537" y="103354"/>
                  <a:pt x="752251" y="103713"/>
                </a:cubicBezTo>
                <a:lnTo>
                  <a:pt x="752251" y="106478"/>
                </a:lnTo>
                <a:lnTo>
                  <a:pt x="715913" y="106478"/>
                </a:lnTo>
                <a:lnTo>
                  <a:pt x="715913" y="103713"/>
                </a:lnTo>
                <a:cubicBezTo>
                  <a:pt x="718935" y="103405"/>
                  <a:pt x="721086" y="102432"/>
                  <a:pt x="722367" y="100793"/>
                </a:cubicBezTo>
                <a:cubicBezTo>
                  <a:pt x="723237" y="99667"/>
                  <a:pt x="723673" y="96338"/>
                  <a:pt x="723673" y="90806"/>
                </a:cubicBezTo>
                <a:lnTo>
                  <a:pt x="723673" y="50243"/>
                </a:lnTo>
                <a:cubicBezTo>
                  <a:pt x="723673" y="44748"/>
                  <a:pt x="723173" y="41327"/>
                  <a:pt x="722174" y="39980"/>
                </a:cubicBezTo>
                <a:cubicBezTo>
                  <a:pt x="721176" y="38632"/>
                  <a:pt x="719089" y="37751"/>
                  <a:pt x="715913" y="37337"/>
                </a:cubicBezTo>
                <a:lnTo>
                  <a:pt x="715913" y="34571"/>
                </a:lnTo>
                <a:lnTo>
                  <a:pt x="745183" y="34571"/>
                </a:lnTo>
                <a:close/>
                <a:moveTo>
                  <a:pt x="831219" y="8143"/>
                </a:moveTo>
                <a:lnTo>
                  <a:pt x="831219" y="34571"/>
                </a:lnTo>
                <a:lnTo>
                  <a:pt x="848274" y="34571"/>
                </a:lnTo>
                <a:lnTo>
                  <a:pt x="848274" y="42100"/>
                </a:lnTo>
                <a:lnTo>
                  <a:pt x="831219" y="42100"/>
                </a:lnTo>
                <a:lnTo>
                  <a:pt x="831219" y="86547"/>
                </a:lnTo>
                <a:cubicBezTo>
                  <a:pt x="831219" y="90707"/>
                  <a:pt x="831411" y="93390"/>
                  <a:pt x="831796" y="94597"/>
                </a:cubicBezTo>
                <a:cubicBezTo>
                  <a:pt x="832180" y="95804"/>
                  <a:pt x="832858" y="96780"/>
                  <a:pt x="833831" y="97526"/>
                </a:cubicBezTo>
                <a:cubicBezTo>
                  <a:pt x="834805" y="98270"/>
                  <a:pt x="835701" y="98642"/>
                  <a:pt x="836520" y="98642"/>
                </a:cubicBezTo>
                <a:cubicBezTo>
                  <a:pt x="839849" y="98642"/>
                  <a:pt x="842999" y="96081"/>
                  <a:pt x="845970" y="90960"/>
                </a:cubicBezTo>
                <a:lnTo>
                  <a:pt x="848274" y="92667"/>
                </a:lnTo>
                <a:cubicBezTo>
                  <a:pt x="844126" y="102591"/>
                  <a:pt x="837391" y="107554"/>
                  <a:pt x="828070" y="107554"/>
                </a:cubicBezTo>
                <a:cubicBezTo>
                  <a:pt x="823511" y="107554"/>
                  <a:pt x="819657" y="106282"/>
                  <a:pt x="816508" y="103739"/>
                </a:cubicBezTo>
                <a:cubicBezTo>
                  <a:pt x="813358" y="101194"/>
                  <a:pt x="811348" y="98354"/>
                  <a:pt x="810477" y="95219"/>
                </a:cubicBezTo>
                <a:cubicBezTo>
                  <a:pt x="809965" y="93471"/>
                  <a:pt x="809709" y="88742"/>
                  <a:pt x="809709" y="81033"/>
                </a:cubicBezTo>
                <a:lnTo>
                  <a:pt x="809709" y="42100"/>
                </a:lnTo>
                <a:lnTo>
                  <a:pt x="800336" y="42100"/>
                </a:lnTo>
                <a:lnTo>
                  <a:pt x="800336" y="39404"/>
                </a:lnTo>
                <a:cubicBezTo>
                  <a:pt x="806789" y="34836"/>
                  <a:pt x="812282" y="30037"/>
                  <a:pt x="816815" y="25006"/>
                </a:cubicBezTo>
                <a:cubicBezTo>
                  <a:pt x="821347" y="19976"/>
                  <a:pt x="825304" y="14355"/>
                  <a:pt x="828684" y="8143"/>
                </a:cubicBezTo>
                <a:lnTo>
                  <a:pt x="831219" y="8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79ec687ee424b"/>
          <a:stretch xmlns:a="http://schemas.openxmlformats.org/drawingml/2006/main"/>
        </p:blipFill>
        <p:spPr>
          <a:xfrm xmlns:a="http://schemas.openxmlformats.org/drawingml/2006/main">
            <a:off x="3141137" y="519114"/>
            <a:ext cx="252116" cy="252116"/>
          </a:xfrm>
          <a:prstGeom xmlns:a="http://schemas.openxmlformats.org/drawingml/2006/main" prst="rect">
            <a:avLst/>
          </a:prstGeom>
        </p:spPr>
      </p:pic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9104C-59B3-4CB8-9539-0D957809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360" y="626691"/>
            <a:ext cx="268743" cy="52129"/>
          </a:xfrm>
          <a:custGeom xmlns:a="http://schemas.openxmlformats.org/drawingml/2006/main">
            <a:pathLst>
              <a:path w="268743" h="52129">
                <a:moveTo>
                  <a:pt x="0" y="17376"/>
                </a:moveTo>
                <a:lnTo>
                  <a:pt x="0" y="34752"/>
                </a:lnTo>
                <a:lnTo>
                  <a:pt x="216613" y="34753"/>
                </a:lnTo>
                <a:lnTo>
                  <a:pt x="216613" y="52129"/>
                </a:lnTo>
                <a:lnTo>
                  <a:pt x="268743" y="26065"/>
                </a:lnTo>
                <a:lnTo>
                  <a:pt x="216614" y="0"/>
                </a:lnTo>
                <a:lnTo>
                  <a:pt x="216614" y="17376"/>
                </a:lnTo>
                <a:lnTo>
                  <a:pt x="0" y="17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9ACC1-A8AD-45D4-BEB2-9BEE7FDC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482" y="2152803"/>
            <a:ext cx="306097" cy="52128"/>
          </a:xfrm>
          <a:custGeom xmlns:a="http://schemas.openxmlformats.org/drawingml/2006/main">
            <a:pathLst>
              <a:path w="306097" h="52128">
                <a:moveTo>
                  <a:pt x="140" y="15337"/>
                </a:moveTo>
                <a:lnTo>
                  <a:pt x="0" y="32712"/>
                </a:lnTo>
                <a:lnTo>
                  <a:pt x="253899" y="34752"/>
                </a:lnTo>
                <a:lnTo>
                  <a:pt x="253760" y="52128"/>
                </a:lnTo>
                <a:lnTo>
                  <a:pt x="306097" y="26483"/>
                </a:lnTo>
                <a:lnTo>
                  <a:pt x="254178" y="0"/>
                </a:lnTo>
                <a:lnTo>
                  <a:pt x="254039" y="17376"/>
                </a:lnTo>
                <a:lnTo>
                  <a:pt x="140" y="15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4BA7F-ACC5-4A63-8DAF-32328FA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639" y="823359"/>
            <a:ext cx="52129" cy="704464"/>
          </a:xfrm>
          <a:custGeom xmlns:a="http://schemas.openxmlformats.org/drawingml/2006/main">
            <a:pathLst>
              <a:path w="52129" h="704464">
                <a:moveTo>
                  <a:pt x="34753" y="0"/>
                </a:moveTo>
                <a:lnTo>
                  <a:pt x="17376" y="0"/>
                </a:lnTo>
                <a:lnTo>
                  <a:pt x="17376" y="652335"/>
                </a:lnTo>
                <a:lnTo>
                  <a:pt x="0" y="652335"/>
                </a:lnTo>
                <a:lnTo>
                  <a:pt x="26066" y="704464"/>
                </a:lnTo>
                <a:lnTo>
                  <a:pt x="52129" y="652335"/>
                </a:lnTo>
                <a:lnTo>
                  <a:pt x="34753" y="652335"/>
                </a:lnTo>
                <a:lnTo>
                  <a:pt x="3475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①">
            <a:extLst xmlns:a="http://schemas.openxmlformats.org/drawingml/2006/main">
              <a:ext uri="{FF2B5EF4-FFF2-40B4-BE49-F238E27FC236}">
                <a16:creationId xmlns:a16="http://schemas.microsoft.com/office/drawing/2014/main" id="{AA95D9BC-60B3-486A-98A5-718C553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242" y="1145171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49940" y="88019"/>
                </a:moveTo>
                <a:lnTo>
                  <a:pt x="49940" y="33357"/>
                </a:lnTo>
                <a:lnTo>
                  <a:pt x="31003" y="33357"/>
                </a:lnTo>
                <a:lnTo>
                  <a:pt x="31003" y="28976"/>
                </a:lnTo>
                <a:cubicBezTo>
                  <a:pt x="38232" y="28637"/>
                  <a:pt x="43051" y="27482"/>
                  <a:pt x="45460" y="25513"/>
                </a:cubicBezTo>
                <a:cubicBezTo>
                  <a:pt x="48447" y="23440"/>
                  <a:pt x="50399" y="19755"/>
                  <a:pt x="51315" y="14458"/>
                </a:cubicBezTo>
                <a:lnTo>
                  <a:pt x="56609" y="14458"/>
                </a:lnTo>
                <a:lnTo>
                  <a:pt x="56609" y="88019"/>
                </a:lnTo>
                <a:lnTo>
                  <a:pt x="49940" y="880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Invoke">
            <a:extLst xmlns:a="http://schemas.openxmlformats.org/drawingml/2006/main">
              <a:ext uri="{FF2B5EF4-FFF2-40B4-BE49-F238E27FC236}">
                <a16:creationId xmlns:a16="http://schemas.microsoft.com/office/drawing/2014/main" id="{0F77ED7E-B4FC-49DF-9B58-2FA53FF6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755" y="1149891"/>
            <a:ext cx="308184" cy="80527"/>
          </a:xfrm>
          <a:custGeom xmlns:a="http://schemas.openxmlformats.org/drawingml/2006/main">
            <a:pathLst>
              <a:path w="308184" h="80527">
                <a:moveTo>
                  <a:pt x="32266" y="76917"/>
                </a:moveTo>
                <a:lnTo>
                  <a:pt x="32266" y="78972"/>
                </a:lnTo>
                <a:lnTo>
                  <a:pt x="0" y="78972"/>
                </a:lnTo>
                <a:lnTo>
                  <a:pt x="0" y="76917"/>
                </a:lnTo>
                <a:lnTo>
                  <a:pt x="2666" y="76917"/>
                </a:lnTo>
                <a:cubicBezTo>
                  <a:pt x="5776" y="76917"/>
                  <a:pt x="8034" y="76010"/>
                  <a:pt x="9441" y="74195"/>
                </a:cubicBezTo>
                <a:cubicBezTo>
                  <a:pt x="10330" y="73011"/>
                  <a:pt x="10774" y="70160"/>
                  <a:pt x="10774" y="65643"/>
                </a:cubicBezTo>
                <a:lnTo>
                  <a:pt x="10774" y="16994"/>
                </a:lnTo>
                <a:cubicBezTo>
                  <a:pt x="10774" y="13180"/>
                  <a:pt x="10533" y="10663"/>
                  <a:pt x="10052" y="9441"/>
                </a:cubicBezTo>
                <a:cubicBezTo>
                  <a:pt x="9682" y="8515"/>
                  <a:pt x="8923" y="7719"/>
                  <a:pt x="7775" y="7053"/>
                </a:cubicBezTo>
                <a:cubicBezTo>
                  <a:pt x="6146" y="6164"/>
                  <a:pt x="4443" y="5720"/>
                  <a:pt x="2666" y="5720"/>
                </a:cubicBezTo>
                <a:lnTo>
                  <a:pt x="0" y="5720"/>
                </a:lnTo>
                <a:lnTo>
                  <a:pt x="0" y="3665"/>
                </a:lnTo>
                <a:lnTo>
                  <a:pt x="32266" y="3665"/>
                </a:lnTo>
                <a:lnTo>
                  <a:pt x="32266" y="5720"/>
                </a:lnTo>
                <a:lnTo>
                  <a:pt x="29545" y="5720"/>
                </a:lnTo>
                <a:cubicBezTo>
                  <a:pt x="26472" y="5720"/>
                  <a:pt x="24232" y="6627"/>
                  <a:pt x="22825" y="8441"/>
                </a:cubicBezTo>
                <a:cubicBezTo>
                  <a:pt x="21900" y="9626"/>
                  <a:pt x="21437" y="12477"/>
                  <a:pt x="21437" y="16994"/>
                </a:cubicBezTo>
                <a:lnTo>
                  <a:pt x="21437" y="65643"/>
                </a:lnTo>
                <a:cubicBezTo>
                  <a:pt x="21437" y="69456"/>
                  <a:pt x="21677" y="71974"/>
                  <a:pt x="22159" y="73196"/>
                </a:cubicBezTo>
                <a:cubicBezTo>
                  <a:pt x="22529" y="74121"/>
                  <a:pt x="23306" y="74917"/>
                  <a:pt x="24491" y="75584"/>
                </a:cubicBezTo>
                <a:cubicBezTo>
                  <a:pt x="26083" y="76472"/>
                  <a:pt x="27768" y="76917"/>
                  <a:pt x="29545" y="76917"/>
                </a:cubicBezTo>
                <a:lnTo>
                  <a:pt x="32266" y="76917"/>
                </a:lnTo>
                <a:close/>
                <a:moveTo>
                  <a:pt x="53561" y="37431"/>
                </a:moveTo>
                <a:cubicBezTo>
                  <a:pt x="59522" y="30248"/>
                  <a:pt x="65205" y="26657"/>
                  <a:pt x="70610" y="26657"/>
                </a:cubicBezTo>
                <a:cubicBezTo>
                  <a:pt x="73387" y="26657"/>
                  <a:pt x="75775" y="27350"/>
                  <a:pt x="77774" y="28736"/>
                </a:cubicBezTo>
                <a:cubicBezTo>
                  <a:pt x="79773" y="30121"/>
                  <a:pt x="81366" y="32402"/>
                  <a:pt x="82550" y="35579"/>
                </a:cubicBezTo>
                <a:cubicBezTo>
                  <a:pt x="83365" y="37795"/>
                  <a:pt x="83772" y="41193"/>
                  <a:pt x="83772" y="45775"/>
                </a:cubicBezTo>
                <a:lnTo>
                  <a:pt x="83772" y="67441"/>
                </a:lnTo>
                <a:cubicBezTo>
                  <a:pt x="83772" y="70655"/>
                  <a:pt x="84031" y="72835"/>
                  <a:pt x="84550" y="73980"/>
                </a:cubicBezTo>
                <a:cubicBezTo>
                  <a:pt x="84957" y="74904"/>
                  <a:pt x="85614" y="75624"/>
                  <a:pt x="86521" y="76141"/>
                </a:cubicBezTo>
                <a:cubicBezTo>
                  <a:pt x="87428" y="76658"/>
                  <a:pt x="89103" y="76917"/>
                  <a:pt x="91547" y="76917"/>
                </a:cubicBezTo>
                <a:lnTo>
                  <a:pt x="91547" y="78972"/>
                </a:lnTo>
                <a:lnTo>
                  <a:pt x="66389" y="78972"/>
                </a:lnTo>
                <a:lnTo>
                  <a:pt x="66389" y="76917"/>
                </a:lnTo>
                <a:lnTo>
                  <a:pt x="67445" y="76917"/>
                </a:lnTo>
                <a:cubicBezTo>
                  <a:pt x="69814" y="76917"/>
                  <a:pt x="71471" y="76557"/>
                  <a:pt x="72415" y="75839"/>
                </a:cubicBezTo>
                <a:cubicBezTo>
                  <a:pt x="73359" y="75121"/>
                  <a:pt x="74016" y="74062"/>
                  <a:pt x="74387" y="72663"/>
                </a:cubicBezTo>
                <a:cubicBezTo>
                  <a:pt x="74535" y="72110"/>
                  <a:pt x="74609" y="70379"/>
                  <a:pt x="74609" y="67469"/>
                </a:cubicBezTo>
                <a:lnTo>
                  <a:pt x="74609" y="46749"/>
                </a:lnTo>
                <a:cubicBezTo>
                  <a:pt x="74609" y="42145"/>
                  <a:pt x="74007" y="38803"/>
                  <a:pt x="72804" y="36721"/>
                </a:cubicBezTo>
                <a:cubicBezTo>
                  <a:pt x="71600" y="34640"/>
                  <a:pt x="69573" y="33599"/>
                  <a:pt x="66723" y="33599"/>
                </a:cubicBezTo>
                <a:cubicBezTo>
                  <a:pt x="62317" y="33599"/>
                  <a:pt x="57930" y="35993"/>
                  <a:pt x="53561" y="40782"/>
                </a:cubicBezTo>
                <a:lnTo>
                  <a:pt x="53561" y="67469"/>
                </a:lnTo>
                <a:cubicBezTo>
                  <a:pt x="53561" y="70895"/>
                  <a:pt x="53764" y="73012"/>
                  <a:pt x="54172" y="73822"/>
                </a:cubicBezTo>
                <a:cubicBezTo>
                  <a:pt x="54690" y="74890"/>
                  <a:pt x="55403" y="75673"/>
                  <a:pt x="56310" y="76170"/>
                </a:cubicBezTo>
                <a:cubicBezTo>
                  <a:pt x="57217" y="76668"/>
                  <a:pt x="59059" y="76917"/>
                  <a:pt x="61836" y="76917"/>
                </a:cubicBezTo>
                <a:lnTo>
                  <a:pt x="61836" y="78972"/>
                </a:lnTo>
                <a:lnTo>
                  <a:pt x="36678" y="78972"/>
                </a:lnTo>
                <a:lnTo>
                  <a:pt x="36678" y="76917"/>
                </a:lnTo>
                <a:lnTo>
                  <a:pt x="37789" y="76917"/>
                </a:lnTo>
                <a:cubicBezTo>
                  <a:pt x="40380" y="76917"/>
                  <a:pt x="42130" y="76261"/>
                  <a:pt x="43037" y="74950"/>
                </a:cubicBezTo>
                <a:cubicBezTo>
                  <a:pt x="43944" y="73638"/>
                  <a:pt x="44397" y="71135"/>
                  <a:pt x="44397" y="67441"/>
                </a:cubicBezTo>
                <a:lnTo>
                  <a:pt x="44397" y="48601"/>
                </a:lnTo>
                <a:cubicBezTo>
                  <a:pt x="44397" y="42506"/>
                  <a:pt x="44259" y="38793"/>
                  <a:pt x="43981" y="37464"/>
                </a:cubicBezTo>
                <a:cubicBezTo>
                  <a:pt x="43703" y="36133"/>
                  <a:pt x="43277" y="35228"/>
                  <a:pt x="42704" y="34748"/>
                </a:cubicBezTo>
                <a:cubicBezTo>
                  <a:pt x="42130" y="34268"/>
                  <a:pt x="41361" y="34028"/>
                  <a:pt x="40399" y="34028"/>
                </a:cubicBezTo>
                <a:cubicBezTo>
                  <a:pt x="39362" y="34028"/>
                  <a:pt x="38122" y="34305"/>
                  <a:pt x="36678" y="34859"/>
                </a:cubicBezTo>
                <a:lnTo>
                  <a:pt x="35845" y="32863"/>
                </a:lnTo>
                <a:lnTo>
                  <a:pt x="51173" y="26657"/>
                </a:lnTo>
                <a:lnTo>
                  <a:pt x="53561" y="26657"/>
                </a:lnTo>
                <a:lnTo>
                  <a:pt x="53561" y="37431"/>
                </a:lnTo>
                <a:close/>
                <a:moveTo>
                  <a:pt x="92559" y="28101"/>
                </a:moveTo>
                <a:lnTo>
                  <a:pt x="116495" y="28101"/>
                </a:lnTo>
                <a:lnTo>
                  <a:pt x="116495" y="30156"/>
                </a:lnTo>
                <a:lnTo>
                  <a:pt x="114940" y="30156"/>
                </a:lnTo>
                <a:cubicBezTo>
                  <a:pt x="113496" y="30156"/>
                  <a:pt x="112394" y="30508"/>
                  <a:pt x="111635" y="31211"/>
                </a:cubicBezTo>
                <a:cubicBezTo>
                  <a:pt x="110876" y="31914"/>
                  <a:pt x="110497" y="32859"/>
                  <a:pt x="110497" y="34043"/>
                </a:cubicBezTo>
                <a:cubicBezTo>
                  <a:pt x="110497" y="35339"/>
                  <a:pt x="110885" y="36876"/>
                  <a:pt x="111663" y="38653"/>
                </a:cubicBezTo>
                <a:lnTo>
                  <a:pt x="123492" y="66754"/>
                </a:lnTo>
                <a:lnTo>
                  <a:pt x="135377" y="37598"/>
                </a:lnTo>
                <a:cubicBezTo>
                  <a:pt x="136228" y="35524"/>
                  <a:pt x="136654" y="33951"/>
                  <a:pt x="136654" y="32877"/>
                </a:cubicBezTo>
                <a:cubicBezTo>
                  <a:pt x="136654" y="32359"/>
                  <a:pt x="136506" y="31933"/>
                  <a:pt x="136210" y="31600"/>
                </a:cubicBezTo>
                <a:cubicBezTo>
                  <a:pt x="135802" y="31044"/>
                  <a:pt x="135284" y="30665"/>
                  <a:pt x="134655" y="30461"/>
                </a:cubicBezTo>
                <a:cubicBezTo>
                  <a:pt x="134025" y="30258"/>
                  <a:pt x="132748" y="30156"/>
                  <a:pt x="130823" y="30156"/>
                </a:cubicBezTo>
                <a:lnTo>
                  <a:pt x="130823" y="28101"/>
                </a:lnTo>
                <a:lnTo>
                  <a:pt x="147428" y="28101"/>
                </a:lnTo>
                <a:lnTo>
                  <a:pt x="147428" y="30156"/>
                </a:lnTo>
                <a:cubicBezTo>
                  <a:pt x="145503" y="30304"/>
                  <a:pt x="144170" y="30693"/>
                  <a:pt x="143429" y="31322"/>
                </a:cubicBezTo>
                <a:cubicBezTo>
                  <a:pt x="142133" y="32433"/>
                  <a:pt x="140967" y="34284"/>
                  <a:pt x="139931" y="36876"/>
                </a:cubicBezTo>
                <a:lnTo>
                  <a:pt x="121882" y="80527"/>
                </a:lnTo>
                <a:lnTo>
                  <a:pt x="119605" y="80527"/>
                </a:lnTo>
                <a:lnTo>
                  <a:pt x="101444" y="37598"/>
                </a:lnTo>
                <a:cubicBezTo>
                  <a:pt x="100630" y="35598"/>
                  <a:pt x="99852" y="34164"/>
                  <a:pt x="99112" y="33294"/>
                </a:cubicBezTo>
                <a:cubicBezTo>
                  <a:pt x="98371" y="32424"/>
                  <a:pt x="97427" y="31692"/>
                  <a:pt x="96280" y="31100"/>
                </a:cubicBezTo>
                <a:cubicBezTo>
                  <a:pt x="95650" y="30767"/>
                  <a:pt x="94410" y="30452"/>
                  <a:pt x="92559" y="30156"/>
                </a:cubicBezTo>
                <a:lnTo>
                  <a:pt x="92559" y="28101"/>
                </a:lnTo>
                <a:close/>
                <a:moveTo>
                  <a:pt x="176485" y="26657"/>
                </a:moveTo>
                <a:cubicBezTo>
                  <a:pt x="184186" y="26657"/>
                  <a:pt x="190369" y="29579"/>
                  <a:pt x="195034" y="35423"/>
                </a:cubicBezTo>
                <a:cubicBezTo>
                  <a:pt x="198995" y="40415"/>
                  <a:pt x="200976" y="46148"/>
                  <a:pt x="200976" y="52622"/>
                </a:cubicBezTo>
                <a:cubicBezTo>
                  <a:pt x="200976" y="57171"/>
                  <a:pt x="199884" y="61776"/>
                  <a:pt x="197700" y="66436"/>
                </a:cubicBezTo>
                <a:cubicBezTo>
                  <a:pt x="195515" y="71095"/>
                  <a:pt x="192507" y="74609"/>
                  <a:pt x="188675" y="76976"/>
                </a:cubicBezTo>
                <a:cubicBezTo>
                  <a:pt x="184843" y="79343"/>
                  <a:pt x="180576" y="80527"/>
                  <a:pt x="175874" y="80527"/>
                </a:cubicBezTo>
                <a:cubicBezTo>
                  <a:pt x="168210" y="80527"/>
                  <a:pt x="162120" y="77475"/>
                  <a:pt x="157603" y="71372"/>
                </a:cubicBezTo>
                <a:cubicBezTo>
                  <a:pt x="153790" y="66231"/>
                  <a:pt x="151883" y="60462"/>
                  <a:pt x="151883" y="54064"/>
                </a:cubicBezTo>
                <a:cubicBezTo>
                  <a:pt x="151883" y="49403"/>
                  <a:pt x="153040" y="44771"/>
                  <a:pt x="155354" y="40166"/>
                </a:cubicBezTo>
                <a:cubicBezTo>
                  <a:pt x="157668" y="35561"/>
                  <a:pt x="160713" y="32159"/>
                  <a:pt x="164489" y="29958"/>
                </a:cubicBezTo>
                <a:cubicBezTo>
                  <a:pt x="168266" y="27757"/>
                  <a:pt x="172264" y="26657"/>
                  <a:pt x="176485" y="26657"/>
                </a:cubicBezTo>
                <a:moveTo>
                  <a:pt x="174763" y="30322"/>
                </a:moveTo>
                <a:cubicBezTo>
                  <a:pt x="172801" y="30322"/>
                  <a:pt x="170830" y="30905"/>
                  <a:pt x="168849" y="32070"/>
                </a:cubicBezTo>
                <a:cubicBezTo>
                  <a:pt x="166868" y="33235"/>
                  <a:pt x="165267" y="35278"/>
                  <a:pt x="164045" y="38200"/>
                </a:cubicBezTo>
                <a:cubicBezTo>
                  <a:pt x="162823" y="41121"/>
                  <a:pt x="162212" y="44874"/>
                  <a:pt x="162212" y="49460"/>
                </a:cubicBezTo>
                <a:cubicBezTo>
                  <a:pt x="162212" y="56855"/>
                  <a:pt x="163684" y="63234"/>
                  <a:pt x="166627" y="68597"/>
                </a:cubicBezTo>
                <a:cubicBezTo>
                  <a:pt x="169571" y="73958"/>
                  <a:pt x="173449" y="76639"/>
                  <a:pt x="178262" y="76639"/>
                </a:cubicBezTo>
                <a:cubicBezTo>
                  <a:pt x="181853" y="76639"/>
                  <a:pt x="184815" y="75160"/>
                  <a:pt x="187148" y="72201"/>
                </a:cubicBezTo>
                <a:cubicBezTo>
                  <a:pt x="189480" y="69243"/>
                  <a:pt x="190647" y="64159"/>
                  <a:pt x="190647" y="56948"/>
                </a:cubicBezTo>
                <a:cubicBezTo>
                  <a:pt x="190647" y="47925"/>
                  <a:pt x="188703" y="40824"/>
                  <a:pt x="184815" y="35647"/>
                </a:cubicBezTo>
                <a:cubicBezTo>
                  <a:pt x="182187" y="32097"/>
                  <a:pt x="178836" y="30322"/>
                  <a:pt x="174763" y="30322"/>
                </a:cubicBezTo>
                <a:close/>
                <a:moveTo>
                  <a:pt x="223092" y="0"/>
                </a:moveTo>
                <a:lnTo>
                  <a:pt x="223092" y="50593"/>
                </a:lnTo>
                <a:lnTo>
                  <a:pt x="236032" y="38819"/>
                </a:lnTo>
                <a:cubicBezTo>
                  <a:pt x="238771" y="36302"/>
                  <a:pt x="240363" y="34710"/>
                  <a:pt x="240808" y="34043"/>
                </a:cubicBezTo>
                <a:cubicBezTo>
                  <a:pt x="241104" y="33599"/>
                  <a:pt x="241252" y="33155"/>
                  <a:pt x="241252" y="32710"/>
                </a:cubicBezTo>
                <a:cubicBezTo>
                  <a:pt x="241252" y="31970"/>
                  <a:pt x="240946" y="31331"/>
                  <a:pt x="240336" y="30794"/>
                </a:cubicBezTo>
                <a:cubicBezTo>
                  <a:pt x="239725" y="30258"/>
                  <a:pt x="238716" y="29952"/>
                  <a:pt x="237309" y="29878"/>
                </a:cubicBezTo>
                <a:lnTo>
                  <a:pt x="237309" y="28101"/>
                </a:lnTo>
                <a:lnTo>
                  <a:pt x="259412" y="28101"/>
                </a:lnTo>
                <a:lnTo>
                  <a:pt x="259412" y="29878"/>
                </a:lnTo>
                <a:cubicBezTo>
                  <a:pt x="256376" y="29952"/>
                  <a:pt x="253849" y="30415"/>
                  <a:pt x="251831" y="31267"/>
                </a:cubicBezTo>
                <a:cubicBezTo>
                  <a:pt x="249814" y="32118"/>
                  <a:pt x="247601" y="33636"/>
                  <a:pt x="245195" y="35820"/>
                </a:cubicBezTo>
                <a:lnTo>
                  <a:pt x="232144" y="47872"/>
                </a:lnTo>
                <a:lnTo>
                  <a:pt x="245195" y="64334"/>
                </a:lnTo>
                <a:cubicBezTo>
                  <a:pt x="248823" y="68879"/>
                  <a:pt x="251267" y="71761"/>
                  <a:pt x="252526" y="72981"/>
                </a:cubicBezTo>
                <a:cubicBezTo>
                  <a:pt x="254303" y="74717"/>
                  <a:pt x="255858" y="75845"/>
                  <a:pt x="257191" y="76363"/>
                </a:cubicBezTo>
                <a:cubicBezTo>
                  <a:pt x="258116" y="76732"/>
                  <a:pt x="259727" y="76917"/>
                  <a:pt x="262022" y="76917"/>
                </a:cubicBezTo>
                <a:lnTo>
                  <a:pt x="262022" y="78972"/>
                </a:lnTo>
                <a:lnTo>
                  <a:pt x="237309" y="78972"/>
                </a:lnTo>
                <a:lnTo>
                  <a:pt x="237309" y="76917"/>
                </a:lnTo>
                <a:cubicBezTo>
                  <a:pt x="238716" y="76880"/>
                  <a:pt x="239669" y="76667"/>
                  <a:pt x="240169" y="76280"/>
                </a:cubicBezTo>
                <a:cubicBezTo>
                  <a:pt x="240669" y="75891"/>
                  <a:pt x="240919" y="75346"/>
                  <a:pt x="240919" y="74645"/>
                </a:cubicBezTo>
                <a:cubicBezTo>
                  <a:pt x="240919" y="73795"/>
                  <a:pt x="240178" y="72428"/>
                  <a:pt x="238697" y="70544"/>
                </a:cubicBezTo>
                <a:lnTo>
                  <a:pt x="223092" y="50648"/>
                </a:lnTo>
                <a:lnTo>
                  <a:pt x="223092" y="67495"/>
                </a:lnTo>
                <a:cubicBezTo>
                  <a:pt x="223092" y="70783"/>
                  <a:pt x="223323" y="72945"/>
                  <a:pt x="223786" y="73980"/>
                </a:cubicBezTo>
                <a:cubicBezTo>
                  <a:pt x="224249" y="75015"/>
                  <a:pt x="224906" y="75753"/>
                  <a:pt x="225757" y="76197"/>
                </a:cubicBezTo>
                <a:cubicBezTo>
                  <a:pt x="226609" y="76640"/>
                  <a:pt x="228460" y="76880"/>
                  <a:pt x="231311" y="76917"/>
                </a:cubicBezTo>
                <a:lnTo>
                  <a:pt x="231311" y="78972"/>
                </a:lnTo>
                <a:lnTo>
                  <a:pt x="205431" y="78972"/>
                </a:lnTo>
                <a:lnTo>
                  <a:pt x="205431" y="76917"/>
                </a:lnTo>
                <a:cubicBezTo>
                  <a:pt x="208023" y="76917"/>
                  <a:pt x="209967" y="76602"/>
                  <a:pt x="211263" y="75973"/>
                </a:cubicBezTo>
                <a:cubicBezTo>
                  <a:pt x="212040" y="75567"/>
                  <a:pt x="212633" y="74938"/>
                  <a:pt x="213040" y="74086"/>
                </a:cubicBezTo>
                <a:cubicBezTo>
                  <a:pt x="213595" y="72866"/>
                  <a:pt x="213873" y="70757"/>
                  <a:pt x="213873" y="67760"/>
                </a:cubicBezTo>
                <a:lnTo>
                  <a:pt x="213873" y="21477"/>
                </a:lnTo>
                <a:cubicBezTo>
                  <a:pt x="213873" y="15595"/>
                  <a:pt x="213743" y="11997"/>
                  <a:pt x="213484" y="10684"/>
                </a:cubicBezTo>
                <a:cubicBezTo>
                  <a:pt x="213225" y="9369"/>
                  <a:pt x="212799" y="8463"/>
                  <a:pt x="212207" y="7964"/>
                </a:cubicBezTo>
                <a:cubicBezTo>
                  <a:pt x="211614" y="7464"/>
                  <a:pt x="210837" y="7214"/>
                  <a:pt x="209874" y="7214"/>
                </a:cubicBezTo>
                <a:cubicBezTo>
                  <a:pt x="209097" y="7214"/>
                  <a:pt x="207931" y="7529"/>
                  <a:pt x="206376" y="8159"/>
                </a:cubicBezTo>
                <a:lnTo>
                  <a:pt x="205431" y="6215"/>
                </a:lnTo>
                <a:lnTo>
                  <a:pt x="220537" y="0"/>
                </a:lnTo>
                <a:lnTo>
                  <a:pt x="223092" y="0"/>
                </a:lnTo>
                <a:close/>
                <a:moveTo>
                  <a:pt x="273030" y="47316"/>
                </a:moveTo>
                <a:cubicBezTo>
                  <a:pt x="272993" y="54852"/>
                  <a:pt x="274825" y="60762"/>
                  <a:pt x="278528" y="65048"/>
                </a:cubicBezTo>
                <a:cubicBezTo>
                  <a:pt x="282230" y="69332"/>
                  <a:pt x="286580" y="71474"/>
                  <a:pt x="291579" y="71474"/>
                </a:cubicBezTo>
                <a:cubicBezTo>
                  <a:pt x="294911" y="71474"/>
                  <a:pt x="297808" y="70558"/>
                  <a:pt x="300270" y="68725"/>
                </a:cubicBezTo>
                <a:cubicBezTo>
                  <a:pt x="302732" y="66893"/>
                  <a:pt x="304796" y="63755"/>
                  <a:pt x="306462" y="59312"/>
                </a:cubicBezTo>
                <a:lnTo>
                  <a:pt x="308184" y="60423"/>
                </a:lnTo>
                <a:cubicBezTo>
                  <a:pt x="307406" y="65495"/>
                  <a:pt x="305148" y="70114"/>
                  <a:pt x="301408" y="74279"/>
                </a:cubicBezTo>
                <a:cubicBezTo>
                  <a:pt x="297669" y="78444"/>
                  <a:pt x="292985" y="80527"/>
                  <a:pt x="287358" y="80527"/>
                </a:cubicBezTo>
                <a:cubicBezTo>
                  <a:pt x="281249" y="80527"/>
                  <a:pt x="276019" y="78153"/>
                  <a:pt x="271669" y="73406"/>
                </a:cubicBezTo>
                <a:cubicBezTo>
                  <a:pt x="267319" y="68658"/>
                  <a:pt x="265144" y="62274"/>
                  <a:pt x="265144" y="54256"/>
                </a:cubicBezTo>
                <a:cubicBezTo>
                  <a:pt x="265144" y="45574"/>
                  <a:pt x="267374" y="38804"/>
                  <a:pt x="271836" y="33946"/>
                </a:cubicBezTo>
                <a:cubicBezTo>
                  <a:pt x="276297" y="29087"/>
                  <a:pt x="281897" y="26657"/>
                  <a:pt x="288635" y="26657"/>
                </a:cubicBezTo>
                <a:cubicBezTo>
                  <a:pt x="294337" y="26657"/>
                  <a:pt x="299020" y="28531"/>
                  <a:pt x="302686" y="32280"/>
                </a:cubicBezTo>
                <a:cubicBezTo>
                  <a:pt x="306351" y="36028"/>
                  <a:pt x="308184" y="41040"/>
                  <a:pt x="308184" y="47316"/>
                </a:cubicBezTo>
                <a:lnTo>
                  <a:pt x="273030" y="47316"/>
                </a:lnTo>
                <a:moveTo>
                  <a:pt x="273030" y="44095"/>
                </a:moveTo>
                <a:lnTo>
                  <a:pt x="296577" y="44095"/>
                </a:lnTo>
                <a:cubicBezTo>
                  <a:pt x="296392" y="40837"/>
                  <a:pt x="296003" y="38542"/>
                  <a:pt x="295411" y="37209"/>
                </a:cubicBezTo>
                <a:cubicBezTo>
                  <a:pt x="294485" y="35135"/>
                  <a:pt x="293106" y="33506"/>
                  <a:pt x="291273" y="32322"/>
                </a:cubicBezTo>
                <a:cubicBezTo>
                  <a:pt x="289440" y="31137"/>
                  <a:pt x="287524" y="30545"/>
                  <a:pt x="285525" y="30545"/>
                </a:cubicBezTo>
                <a:cubicBezTo>
                  <a:pt x="282452" y="30545"/>
                  <a:pt x="279703" y="31739"/>
                  <a:pt x="277278" y="34127"/>
                </a:cubicBezTo>
                <a:cubicBezTo>
                  <a:pt x="274853" y="36515"/>
                  <a:pt x="273437" y="39837"/>
                  <a:pt x="273030" y="440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8B0FD-3B53-4324-805F-FBCD6C9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53" y="2152874"/>
            <a:ext cx="525183" cy="52127"/>
          </a:xfrm>
          <a:custGeom xmlns:a="http://schemas.openxmlformats.org/drawingml/2006/main">
            <a:pathLst>
              <a:path w="525183" h="52127">
                <a:moveTo>
                  <a:pt x="52054" y="17376"/>
                </a:moveTo>
                <a:lnTo>
                  <a:pt x="51907" y="0"/>
                </a:lnTo>
                <a:lnTo>
                  <a:pt x="0" y="26505"/>
                </a:lnTo>
                <a:lnTo>
                  <a:pt x="52348" y="52127"/>
                </a:lnTo>
                <a:lnTo>
                  <a:pt x="52201" y="34752"/>
                </a:lnTo>
                <a:lnTo>
                  <a:pt x="525183" y="30747"/>
                </a:lnTo>
                <a:lnTo>
                  <a:pt x="525035" y="13371"/>
                </a:lnTo>
                <a:lnTo>
                  <a:pt x="52054" y="17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②">
            <a:extLst xmlns:a="http://schemas.openxmlformats.org/drawingml/2006/main">
              <a:ext uri="{FF2B5EF4-FFF2-40B4-BE49-F238E27FC236}">
                <a16:creationId xmlns:a16="http://schemas.microsoft.com/office/drawing/2014/main" id="{5B50AC4B-0073-441F-BE30-29CE451B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634" y="2041796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36195" y="38588"/>
                </a:moveTo>
                <a:lnTo>
                  <a:pt x="29119" y="38588"/>
                </a:lnTo>
                <a:cubicBezTo>
                  <a:pt x="29866" y="23316"/>
                  <a:pt x="37824" y="15289"/>
                  <a:pt x="52995" y="14509"/>
                </a:cubicBezTo>
                <a:cubicBezTo>
                  <a:pt x="67317" y="15086"/>
                  <a:pt x="74851" y="21868"/>
                  <a:pt x="75598" y="34856"/>
                </a:cubicBezTo>
                <a:cubicBezTo>
                  <a:pt x="76107" y="45267"/>
                  <a:pt x="68742" y="54153"/>
                  <a:pt x="53504" y="61512"/>
                </a:cubicBezTo>
                <a:cubicBezTo>
                  <a:pt x="48786" y="64157"/>
                  <a:pt x="45477" y="66175"/>
                  <a:pt x="43577" y="67566"/>
                </a:cubicBezTo>
                <a:cubicBezTo>
                  <a:pt x="37264" y="72076"/>
                  <a:pt x="34074" y="77010"/>
                  <a:pt x="34006" y="82368"/>
                </a:cubicBezTo>
                <a:lnTo>
                  <a:pt x="74987" y="82368"/>
                </a:lnTo>
                <a:lnTo>
                  <a:pt x="74987" y="87968"/>
                </a:lnTo>
                <a:lnTo>
                  <a:pt x="26930" y="87968"/>
                </a:lnTo>
                <a:cubicBezTo>
                  <a:pt x="26862" y="80270"/>
                  <a:pt x="28763" y="74301"/>
                  <a:pt x="32632" y="70062"/>
                </a:cubicBezTo>
                <a:cubicBezTo>
                  <a:pt x="36874" y="65213"/>
                  <a:pt x="43492" y="60109"/>
                  <a:pt x="52486" y="54751"/>
                </a:cubicBezTo>
                <a:cubicBezTo>
                  <a:pt x="63651" y="49054"/>
                  <a:pt x="68929" y="42559"/>
                  <a:pt x="68318" y="35268"/>
                </a:cubicBezTo>
                <a:cubicBezTo>
                  <a:pt x="67809" y="25739"/>
                  <a:pt x="62413" y="20702"/>
                  <a:pt x="52129" y="20159"/>
                </a:cubicBezTo>
                <a:cubicBezTo>
                  <a:pt x="41982" y="21144"/>
                  <a:pt x="36670" y="27286"/>
                  <a:pt x="36195" y="385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Execute">
            <a:extLst xmlns:a="http://schemas.openxmlformats.org/drawingml/2006/main">
              <a:ext uri="{FF2B5EF4-FFF2-40B4-BE49-F238E27FC236}">
                <a16:creationId xmlns:a16="http://schemas.microsoft.com/office/drawing/2014/main" id="{6BD6247B-B960-4B5E-94D8-3E8ADB7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648" y="2050182"/>
            <a:ext cx="358682" cy="76861"/>
          </a:xfrm>
          <a:custGeom xmlns:a="http://schemas.openxmlformats.org/drawingml/2006/main">
            <a:pathLst>
              <a:path w="358682" h="76861">
                <a:moveTo>
                  <a:pt x="21437" y="4110"/>
                </a:moveTo>
                <a:lnTo>
                  <a:pt x="21437" y="33877"/>
                </a:lnTo>
                <a:lnTo>
                  <a:pt x="37986" y="33877"/>
                </a:lnTo>
                <a:cubicBezTo>
                  <a:pt x="42281" y="33877"/>
                  <a:pt x="45150" y="33225"/>
                  <a:pt x="46594" y="31923"/>
                </a:cubicBezTo>
                <a:cubicBezTo>
                  <a:pt x="48520" y="30211"/>
                  <a:pt x="49593" y="27197"/>
                  <a:pt x="49815" y="22881"/>
                </a:cubicBezTo>
                <a:lnTo>
                  <a:pt x="51870" y="22881"/>
                </a:lnTo>
                <a:lnTo>
                  <a:pt x="51870" y="49093"/>
                </a:lnTo>
                <a:lnTo>
                  <a:pt x="49815" y="49093"/>
                </a:lnTo>
                <a:cubicBezTo>
                  <a:pt x="49297" y="45464"/>
                  <a:pt x="48779" y="43136"/>
                  <a:pt x="48260" y="42110"/>
                </a:cubicBezTo>
                <a:cubicBezTo>
                  <a:pt x="47594" y="40827"/>
                  <a:pt x="46502" y="39819"/>
                  <a:pt x="44984" y="39087"/>
                </a:cubicBezTo>
                <a:cubicBezTo>
                  <a:pt x="43466" y="38353"/>
                  <a:pt x="41133" y="37986"/>
                  <a:pt x="37986" y="37986"/>
                </a:cubicBezTo>
                <a:lnTo>
                  <a:pt x="21437" y="37986"/>
                </a:lnTo>
                <a:lnTo>
                  <a:pt x="21437" y="62769"/>
                </a:lnTo>
                <a:cubicBezTo>
                  <a:pt x="21437" y="66095"/>
                  <a:pt x="21585" y="68119"/>
                  <a:pt x="21881" y="68840"/>
                </a:cubicBezTo>
                <a:cubicBezTo>
                  <a:pt x="22177" y="69561"/>
                  <a:pt x="22696" y="70134"/>
                  <a:pt x="23436" y="70560"/>
                </a:cubicBezTo>
                <a:cubicBezTo>
                  <a:pt x="24176" y="70984"/>
                  <a:pt x="25583" y="71197"/>
                  <a:pt x="27657" y="71197"/>
                </a:cubicBezTo>
                <a:lnTo>
                  <a:pt x="40430" y="71197"/>
                </a:lnTo>
                <a:cubicBezTo>
                  <a:pt x="44688" y="71197"/>
                  <a:pt x="47779" y="70900"/>
                  <a:pt x="49704" y="70308"/>
                </a:cubicBezTo>
                <a:cubicBezTo>
                  <a:pt x="51630" y="69716"/>
                  <a:pt x="53481" y="68549"/>
                  <a:pt x="55258" y="66809"/>
                </a:cubicBezTo>
                <a:cubicBezTo>
                  <a:pt x="57553" y="64514"/>
                  <a:pt x="59904" y="61052"/>
                  <a:pt x="62311" y="56424"/>
                </a:cubicBezTo>
                <a:lnTo>
                  <a:pt x="64532" y="56424"/>
                </a:lnTo>
                <a:lnTo>
                  <a:pt x="58035" y="75306"/>
                </a:lnTo>
                <a:lnTo>
                  <a:pt x="0" y="75306"/>
                </a:lnTo>
                <a:lnTo>
                  <a:pt x="0" y="73251"/>
                </a:lnTo>
                <a:lnTo>
                  <a:pt x="2666" y="73251"/>
                </a:lnTo>
                <a:cubicBezTo>
                  <a:pt x="4443" y="73251"/>
                  <a:pt x="6127" y="72826"/>
                  <a:pt x="7719" y="71974"/>
                </a:cubicBezTo>
                <a:cubicBezTo>
                  <a:pt x="8904" y="71382"/>
                  <a:pt x="9709" y="70493"/>
                  <a:pt x="10135" y="69308"/>
                </a:cubicBezTo>
                <a:cubicBezTo>
                  <a:pt x="10561" y="68124"/>
                  <a:pt x="10774" y="65699"/>
                  <a:pt x="10774" y="62033"/>
                </a:cubicBezTo>
                <a:lnTo>
                  <a:pt x="10774" y="13106"/>
                </a:lnTo>
                <a:cubicBezTo>
                  <a:pt x="10774" y="8330"/>
                  <a:pt x="10293" y="5387"/>
                  <a:pt x="9330" y="4276"/>
                </a:cubicBezTo>
                <a:cubicBezTo>
                  <a:pt x="7997" y="2795"/>
                  <a:pt x="5776" y="2055"/>
                  <a:pt x="2666" y="2055"/>
                </a:cubicBezTo>
                <a:lnTo>
                  <a:pt x="0" y="2055"/>
                </a:lnTo>
                <a:lnTo>
                  <a:pt x="0" y="0"/>
                </a:lnTo>
                <a:lnTo>
                  <a:pt x="58035" y="0"/>
                </a:lnTo>
                <a:lnTo>
                  <a:pt x="58868" y="16439"/>
                </a:lnTo>
                <a:lnTo>
                  <a:pt x="56702" y="16439"/>
                </a:lnTo>
                <a:cubicBezTo>
                  <a:pt x="55924" y="12494"/>
                  <a:pt x="55063" y="9785"/>
                  <a:pt x="54119" y="8311"/>
                </a:cubicBezTo>
                <a:cubicBezTo>
                  <a:pt x="53175" y="6837"/>
                  <a:pt x="51778" y="5713"/>
                  <a:pt x="49926" y="4939"/>
                </a:cubicBezTo>
                <a:cubicBezTo>
                  <a:pt x="48446" y="4386"/>
                  <a:pt x="45835" y="4110"/>
                  <a:pt x="42096" y="4110"/>
                </a:cubicBezTo>
                <a:lnTo>
                  <a:pt x="21437" y="4110"/>
                </a:lnTo>
                <a:close/>
                <a:moveTo>
                  <a:pt x="68672" y="24436"/>
                </a:moveTo>
                <a:lnTo>
                  <a:pt x="92607" y="24436"/>
                </a:lnTo>
                <a:lnTo>
                  <a:pt x="92607" y="26490"/>
                </a:lnTo>
                <a:cubicBezTo>
                  <a:pt x="91090" y="26490"/>
                  <a:pt x="90025" y="26750"/>
                  <a:pt x="89414" y="27268"/>
                </a:cubicBezTo>
                <a:cubicBezTo>
                  <a:pt x="88803" y="27786"/>
                  <a:pt x="88498" y="28471"/>
                  <a:pt x="88498" y="29323"/>
                </a:cubicBezTo>
                <a:cubicBezTo>
                  <a:pt x="88498" y="30211"/>
                  <a:pt x="89146" y="31581"/>
                  <a:pt x="90442" y="33432"/>
                </a:cubicBezTo>
                <a:cubicBezTo>
                  <a:pt x="90849" y="34025"/>
                  <a:pt x="91460" y="34950"/>
                  <a:pt x="92274" y="36209"/>
                </a:cubicBezTo>
                <a:lnTo>
                  <a:pt x="95884" y="41985"/>
                </a:lnTo>
                <a:lnTo>
                  <a:pt x="100049" y="36209"/>
                </a:lnTo>
                <a:cubicBezTo>
                  <a:pt x="102715" y="32544"/>
                  <a:pt x="104048" y="30230"/>
                  <a:pt x="104048" y="29267"/>
                </a:cubicBezTo>
                <a:cubicBezTo>
                  <a:pt x="104048" y="28490"/>
                  <a:pt x="103733" y="27833"/>
                  <a:pt x="103104" y="27296"/>
                </a:cubicBezTo>
                <a:cubicBezTo>
                  <a:pt x="102474" y="26759"/>
                  <a:pt x="101456" y="26490"/>
                  <a:pt x="100049" y="26490"/>
                </a:cubicBezTo>
                <a:lnTo>
                  <a:pt x="100049" y="24436"/>
                </a:lnTo>
                <a:lnTo>
                  <a:pt x="117265" y="24436"/>
                </a:lnTo>
                <a:lnTo>
                  <a:pt x="117265" y="26490"/>
                </a:lnTo>
                <a:cubicBezTo>
                  <a:pt x="115451" y="26602"/>
                  <a:pt x="113878" y="27101"/>
                  <a:pt x="112545" y="27990"/>
                </a:cubicBezTo>
                <a:cubicBezTo>
                  <a:pt x="110731" y="29249"/>
                  <a:pt x="108250" y="31988"/>
                  <a:pt x="105103" y="36209"/>
                </a:cubicBezTo>
                <a:lnTo>
                  <a:pt x="98161" y="45484"/>
                </a:lnTo>
                <a:lnTo>
                  <a:pt x="110823" y="63663"/>
                </a:lnTo>
                <a:cubicBezTo>
                  <a:pt x="113933" y="68133"/>
                  <a:pt x="116155" y="70822"/>
                  <a:pt x="117487" y="71728"/>
                </a:cubicBezTo>
                <a:cubicBezTo>
                  <a:pt x="118820" y="72632"/>
                  <a:pt x="120542" y="73140"/>
                  <a:pt x="122652" y="73251"/>
                </a:cubicBezTo>
                <a:lnTo>
                  <a:pt x="122652" y="75306"/>
                </a:lnTo>
                <a:lnTo>
                  <a:pt x="98661" y="75306"/>
                </a:lnTo>
                <a:lnTo>
                  <a:pt x="98661" y="73251"/>
                </a:lnTo>
                <a:cubicBezTo>
                  <a:pt x="100327" y="73251"/>
                  <a:pt x="101623" y="72882"/>
                  <a:pt x="102548" y="72144"/>
                </a:cubicBezTo>
                <a:cubicBezTo>
                  <a:pt x="103252" y="71627"/>
                  <a:pt x="103604" y="70944"/>
                  <a:pt x="103604" y="70095"/>
                </a:cubicBezTo>
                <a:cubicBezTo>
                  <a:pt x="103604" y="69245"/>
                  <a:pt x="102419" y="67104"/>
                  <a:pt x="100049" y="63670"/>
                </a:cubicBezTo>
                <a:lnTo>
                  <a:pt x="92607" y="52814"/>
                </a:lnTo>
                <a:lnTo>
                  <a:pt x="84444" y="63670"/>
                </a:lnTo>
                <a:cubicBezTo>
                  <a:pt x="81926" y="67030"/>
                  <a:pt x="80667" y="69024"/>
                  <a:pt x="80667" y="69652"/>
                </a:cubicBezTo>
                <a:cubicBezTo>
                  <a:pt x="80667" y="70538"/>
                  <a:pt x="81084" y="71341"/>
                  <a:pt x="81917" y="72061"/>
                </a:cubicBezTo>
                <a:cubicBezTo>
                  <a:pt x="82750" y="72780"/>
                  <a:pt x="83999" y="73177"/>
                  <a:pt x="85666" y="73251"/>
                </a:cubicBezTo>
                <a:lnTo>
                  <a:pt x="85666" y="75306"/>
                </a:lnTo>
                <a:lnTo>
                  <a:pt x="69060" y="75306"/>
                </a:lnTo>
                <a:lnTo>
                  <a:pt x="69060" y="73251"/>
                </a:lnTo>
                <a:cubicBezTo>
                  <a:pt x="70393" y="73066"/>
                  <a:pt x="71560" y="72605"/>
                  <a:pt x="72559" y="71866"/>
                </a:cubicBezTo>
                <a:cubicBezTo>
                  <a:pt x="73966" y="70795"/>
                  <a:pt x="76336" y="68062"/>
                  <a:pt x="79668" y="63666"/>
                </a:cubicBezTo>
                <a:lnTo>
                  <a:pt x="90331" y="49538"/>
                </a:lnTo>
                <a:lnTo>
                  <a:pt x="80667" y="35543"/>
                </a:lnTo>
                <a:cubicBezTo>
                  <a:pt x="77928" y="31544"/>
                  <a:pt x="75808" y="29036"/>
                  <a:pt x="74309" y="28018"/>
                </a:cubicBezTo>
                <a:cubicBezTo>
                  <a:pt x="72809" y="27000"/>
                  <a:pt x="70930" y="26490"/>
                  <a:pt x="68672" y="26490"/>
                </a:cubicBezTo>
                <a:lnTo>
                  <a:pt x="68672" y="24436"/>
                </a:lnTo>
                <a:close/>
                <a:moveTo>
                  <a:pt x="135704" y="43651"/>
                </a:moveTo>
                <a:cubicBezTo>
                  <a:pt x="135667" y="51186"/>
                  <a:pt x="137499" y="57097"/>
                  <a:pt x="141202" y="61382"/>
                </a:cubicBezTo>
                <a:cubicBezTo>
                  <a:pt x="144904" y="65667"/>
                  <a:pt x="149254" y="67809"/>
                  <a:pt x="154253" y="67809"/>
                </a:cubicBezTo>
                <a:cubicBezTo>
                  <a:pt x="157585" y="67809"/>
                  <a:pt x="160482" y="66893"/>
                  <a:pt x="162944" y="65060"/>
                </a:cubicBezTo>
                <a:cubicBezTo>
                  <a:pt x="165406" y="63227"/>
                  <a:pt x="167470" y="60089"/>
                  <a:pt x="169136" y="55647"/>
                </a:cubicBezTo>
                <a:lnTo>
                  <a:pt x="170858" y="56757"/>
                </a:lnTo>
                <a:cubicBezTo>
                  <a:pt x="170080" y="61830"/>
                  <a:pt x="167822" y="66448"/>
                  <a:pt x="164082" y="70613"/>
                </a:cubicBezTo>
                <a:cubicBezTo>
                  <a:pt x="160343" y="74779"/>
                  <a:pt x="155659" y="76861"/>
                  <a:pt x="150032" y="76861"/>
                </a:cubicBezTo>
                <a:cubicBezTo>
                  <a:pt x="143923" y="76861"/>
                  <a:pt x="138693" y="74488"/>
                  <a:pt x="134343" y="69741"/>
                </a:cubicBezTo>
                <a:cubicBezTo>
                  <a:pt x="129993" y="64992"/>
                  <a:pt x="127818" y="58609"/>
                  <a:pt x="127818" y="50591"/>
                </a:cubicBezTo>
                <a:cubicBezTo>
                  <a:pt x="127818" y="41909"/>
                  <a:pt x="130048" y="35139"/>
                  <a:pt x="134510" y="30281"/>
                </a:cubicBezTo>
                <a:cubicBezTo>
                  <a:pt x="138971" y="25421"/>
                  <a:pt x="144571" y="22992"/>
                  <a:pt x="151309" y="22992"/>
                </a:cubicBezTo>
                <a:cubicBezTo>
                  <a:pt x="157011" y="22992"/>
                  <a:pt x="161694" y="24866"/>
                  <a:pt x="165360" y="28615"/>
                </a:cubicBezTo>
                <a:cubicBezTo>
                  <a:pt x="169025" y="32362"/>
                  <a:pt x="170858" y="37374"/>
                  <a:pt x="170858" y="43651"/>
                </a:cubicBezTo>
                <a:lnTo>
                  <a:pt x="135704" y="43651"/>
                </a:lnTo>
                <a:moveTo>
                  <a:pt x="135704" y="40430"/>
                </a:moveTo>
                <a:lnTo>
                  <a:pt x="159251" y="40430"/>
                </a:lnTo>
                <a:cubicBezTo>
                  <a:pt x="159066" y="37172"/>
                  <a:pt x="158677" y="34876"/>
                  <a:pt x="158085" y="33543"/>
                </a:cubicBezTo>
                <a:cubicBezTo>
                  <a:pt x="157159" y="31470"/>
                  <a:pt x="155780" y="29841"/>
                  <a:pt x="153947" y="28656"/>
                </a:cubicBezTo>
                <a:cubicBezTo>
                  <a:pt x="152114" y="27472"/>
                  <a:pt x="150198" y="26879"/>
                  <a:pt x="148199" y="26879"/>
                </a:cubicBezTo>
                <a:cubicBezTo>
                  <a:pt x="145126" y="26879"/>
                  <a:pt x="142377" y="28073"/>
                  <a:pt x="139952" y="30461"/>
                </a:cubicBezTo>
                <a:cubicBezTo>
                  <a:pt x="137527" y="32849"/>
                  <a:pt x="136111" y="36172"/>
                  <a:pt x="135704" y="40430"/>
                </a:cubicBezTo>
                <a:close/>
                <a:moveTo>
                  <a:pt x="220300" y="55980"/>
                </a:moveTo>
                <a:cubicBezTo>
                  <a:pt x="218930" y="62681"/>
                  <a:pt x="216245" y="67837"/>
                  <a:pt x="212247" y="71446"/>
                </a:cubicBezTo>
                <a:cubicBezTo>
                  <a:pt x="208248" y="75056"/>
                  <a:pt x="203824" y="76861"/>
                  <a:pt x="198974" y="76861"/>
                </a:cubicBezTo>
                <a:cubicBezTo>
                  <a:pt x="193198" y="76861"/>
                  <a:pt x="188163" y="74439"/>
                  <a:pt x="183868" y="69595"/>
                </a:cubicBezTo>
                <a:cubicBezTo>
                  <a:pt x="179573" y="64749"/>
                  <a:pt x="177426" y="58202"/>
                  <a:pt x="177426" y="49954"/>
                </a:cubicBezTo>
                <a:cubicBezTo>
                  <a:pt x="177426" y="41965"/>
                  <a:pt x="179805" y="35474"/>
                  <a:pt x="184562" y="30482"/>
                </a:cubicBezTo>
                <a:cubicBezTo>
                  <a:pt x="189320" y="25489"/>
                  <a:pt x="195031" y="22992"/>
                  <a:pt x="201695" y="22992"/>
                </a:cubicBezTo>
                <a:cubicBezTo>
                  <a:pt x="206693" y="22992"/>
                  <a:pt x="210803" y="24311"/>
                  <a:pt x="214024" y="26950"/>
                </a:cubicBezTo>
                <a:cubicBezTo>
                  <a:pt x="217245" y="29588"/>
                  <a:pt x="218856" y="32328"/>
                  <a:pt x="218856" y="35170"/>
                </a:cubicBezTo>
                <a:cubicBezTo>
                  <a:pt x="218856" y="36572"/>
                  <a:pt x="218402" y="37707"/>
                  <a:pt x="217495" y="38575"/>
                </a:cubicBezTo>
                <a:cubicBezTo>
                  <a:pt x="216588" y="39441"/>
                  <a:pt x="215320" y="39875"/>
                  <a:pt x="213691" y="39875"/>
                </a:cubicBezTo>
                <a:cubicBezTo>
                  <a:pt x="211506" y="39875"/>
                  <a:pt x="209859" y="39171"/>
                  <a:pt x="208748" y="37764"/>
                </a:cubicBezTo>
                <a:cubicBezTo>
                  <a:pt x="208119" y="36987"/>
                  <a:pt x="207702" y="35506"/>
                  <a:pt x="207499" y="33321"/>
                </a:cubicBezTo>
                <a:cubicBezTo>
                  <a:pt x="207295" y="31137"/>
                  <a:pt x="206545" y="29471"/>
                  <a:pt x="205249" y="28323"/>
                </a:cubicBezTo>
                <a:cubicBezTo>
                  <a:pt x="203954" y="27212"/>
                  <a:pt x="202158" y="26657"/>
                  <a:pt x="199862" y="26657"/>
                </a:cubicBezTo>
                <a:cubicBezTo>
                  <a:pt x="196160" y="26657"/>
                  <a:pt x="193180" y="28027"/>
                  <a:pt x="190921" y="30767"/>
                </a:cubicBezTo>
                <a:cubicBezTo>
                  <a:pt x="187922" y="34395"/>
                  <a:pt x="186423" y="39190"/>
                  <a:pt x="186423" y="45150"/>
                </a:cubicBezTo>
                <a:cubicBezTo>
                  <a:pt x="186423" y="51222"/>
                  <a:pt x="187913" y="56581"/>
                  <a:pt x="190893" y="61228"/>
                </a:cubicBezTo>
                <a:cubicBezTo>
                  <a:pt x="193874" y="65874"/>
                  <a:pt x="197900" y="68198"/>
                  <a:pt x="202972" y="68198"/>
                </a:cubicBezTo>
                <a:cubicBezTo>
                  <a:pt x="206601" y="68198"/>
                  <a:pt x="209859" y="66957"/>
                  <a:pt x="212747" y="64477"/>
                </a:cubicBezTo>
                <a:cubicBezTo>
                  <a:pt x="214783" y="62774"/>
                  <a:pt x="216764" y="59682"/>
                  <a:pt x="218689" y="55202"/>
                </a:cubicBezTo>
                <a:lnTo>
                  <a:pt x="220300" y="55980"/>
                </a:lnTo>
                <a:close/>
                <a:moveTo>
                  <a:pt x="271630" y="24436"/>
                </a:moveTo>
                <a:lnTo>
                  <a:pt x="271630" y="55258"/>
                </a:lnTo>
                <a:cubicBezTo>
                  <a:pt x="271630" y="61145"/>
                  <a:pt x="271768" y="64745"/>
                  <a:pt x="272046" y="66060"/>
                </a:cubicBezTo>
                <a:cubicBezTo>
                  <a:pt x="272324" y="67374"/>
                  <a:pt x="272768" y="68290"/>
                  <a:pt x="273379" y="68809"/>
                </a:cubicBezTo>
                <a:cubicBezTo>
                  <a:pt x="273990" y="69327"/>
                  <a:pt x="274703" y="69586"/>
                  <a:pt x="275517" y="69586"/>
                </a:cubicBezTo>
                <a:cubicBezTo>
                  <a:pt x="276665" y="69586"/>
                  <a:pt x="277961" y="69271"/>
                  <a:pt x="279405" y="68642"/>
                </a:cubicBezTo>
                <a:lnTo>
                  <a:pt x="280182" y="70586"/>
                </a:lnTo>
                <a:lnTo>
                  <a:pt x="264965" y="76861"/>
                </a:lnTo>
                <a:lnTo>
                  <a:pt x="262466" y="76861"/>
                </a:lnTo>
                <a:lnTo>
                  <a:pt x="262466" y="66087"/>
                </a:lnTo>
                <a:cubicBezTo>
                  <a:pt x="258097" y="70826"/>
                  <a:pt x="254765" y="73807"/>
                  <a:pt x="252470" y="75029"/>
                </a:cubicBezTo>
                <a:cubicBezTo>
                  <a:pt x="250174" y="76250"/>
                  <a:pt x="247749" y="76861"/>
                  <a:pt x="245195" y="76861"/>
                </a:cubicBezTo>
                <a:cubicBezTo>
                  <a:pt x="242344" y="76861"/>
                  <a:pt x="239873" y="76037"/>
                  <a:pt x="237781" y="74390"/>
                </a:cubicBezTo>
                <a:cubicBezTo>
                  <a:pt x="235689" y="72742"/>
                  <a:pt x="234236" y="70623"/>
                  <a:pt x="233421" y="68031"/>
                </a:cubicBezTo>
                <a:cubicBezTo>
                  <a:pt x="232607" y="65439"/>
                  <a:pt x="232199" y="61774"/>
                  <a:pt x="232199" y="57035"/>
                </a:cubicBezTo>
                <a:lnTo>
                  <a:pt x="232199" y="34321"/>
                </a:lnTo>
                <a:cubicBezTo>
                  <a:pt x="232199" y="31914"/>
                  <a:pt x="231940" y="30248"/>
                  <a:pt x="231422" y="29323"/>
                </a:cubicBezTo>
                <a:cubicBezTo>
                  <a:pt x="230904" y="28397"/>
                  <a:pt x="230135" y="27684"/>
                  <a:pt x="229117" y="27185"/>
                </a:cubicBezTo>
                <a:cubicBezTo>
                  <a:pt x="228099" y="26685"/>
                  <a:pt x="226257" y="26453"/>
                  <a:pt x="223591" y="26490"/>
                </a:cubicBezTo>
                <a:lnTo>
                  <a:pt x="223591" y="24436"/>
                </a:lnTo>
                <a:lnTo>
                  <a:pt x="241418" y="24436"/>
                </a:lnTo>
                <a:lnTo>
                  <a:pt x="241418" y="58396"/>
                </a:lnTo>
                <a:cubicBezTo>
                  <a:pt x="241418" y="63123"/>
                  <a:pt x="242242" y="66226"/>
                  <a:pt x="243890" y="67703"/>
                </a:cubicBezTo>
                <a:cubicBezTo>
                  <a:pt x="245537" y="69181"/>
                  <a:pt x="247527" y="69919"/>
                  <a:pt x="249860" y="69919"/>
                </a:cubicBezTo>
                <a:cubicBezTo>
                  <a:pt x="251452" y="69919"/>
                  <a:pt x="253257" y="69421"/>
                  <a:pt x="255274" y="68423"/>
                </a:cubicBezTo>
                <a:cubicBezTo>
                  <a:pt x="257292" y="67426"/>
                  <a:pt x="259689" y="65524"/>
                  <a:pt x="262466" y="62719"/>
                </a:cubicBezTo>
                <a:lnTo>
                  <a:pt x="262466" y="33969"/>
                </a:lnTo>
                <a:cubicBezTo>
                  <a:pt x="262466" y="31088"/>
                  <a:pt x="261939" y="29140"/>
                  <a:pt x="260883" y="28125"/>
                </a:cubicBezTo>
                <a:cubicBezTo>
                  <a:pt x="259828" y="27109"/>
                  <a:pt x="257635" y="26565"/>
                  <a:pt x="254303" y="26490"/>
                </a:cubicBezTo>
                <a:lnTo>
                  <a:pt x="254303" y="24436"/>
                </a:lnTo>
                <a:lnTo>
                  <a:pt x="271630" y="24436"/>
                </a:lnTo>
                <a:close/>
                <a:moveTo>
                  <a:pt x="298232" y="7664"/>
                </a:moveTo>
                <a:lnTo>
                  <a:pt x="298232" y="24436"/>
                </a:lnTo>
                <a:lnTo>
                  <a:pt x="310116" y="24436"/>
                </a:lnTo>
                <a:lnTo>
                  <a:pt x="310116" y="28323"/>
                </a:lnTo>
                <a:lnTo>
                  <a:pt x="298232" y="28323"/>
                </a:lnTo>
                <a:lnTo>
                  <a:pt x="298232" y="61266"/>
                </a:lnTo>
                <a:cubicBezTo>
                  <a:pt x="298232" y="64558"/>
                  <a:pt x="298704" y="66777"/>
                  <a:pt x="299648" y="67923"/>
                </a:cubicBezTo>
                <a:cubicBezTo>
                  <a:pt x="300592" y="69069"/>
                  <a:pt x="301805" y="69642"/>
                  <a:pt x="303286" y="69642"/>
                </a:cubicBezTo>
                <a:cubicBezTo>
                  <a:pt x="304507" y="69642"/>
                  <a:pt x="305692" y="69262"/>
                  <a:pt x="306840" y="68503"/>
                </a:cubicBezTo>
                <a:cubicBezTo>
                  <a:pt x="307988" y="67744"/>
                  <a:pt x="308876" y="66624"/>
                  <a:pt x="309506" y="65143"/>
                </a:cubicBezTo>
                <a:lnTo>
                  <a:pt x="311671" y="65143"/>
                </a:lnTo>
                <a:cubicBezTo>
                  <a:pt x="310376" y="68782"/>
                  <a:pt x="308543" y="71534"/>
                  <a:pt x="306173" y="73399"/>
                </a:cubicBezTo>
                <a:cubicBezTo>
                  <a:pt x="303804" y="75263"/>
                  <a:pt x="301360" y="76195"/>
                  <a:pt x="298843" y="76195"/>
                </a:cubicBezTo>
                <a:cubicBezTo>
                  <a:pt x="297140" y="76195"/>
                  <a:pt x="295474" y="75722"/>
                  <a:pt x="293844" y="74777"/>
                </a:cubicBezTo>
                <a:cubicBezTo>
                  <a:pt x="292215" y="73832"/>
                  <a:pt x="291012" y="72479"/>
                  <a:pt x="290235" y="70719"/>
                </a:cubicBezTo>
                <a:cubicBezTo>
                  <a:pt x="289457" y="68958"/>
                  <a:pt x="289068" y="66243"/>
                  <a:pt x="289068" y="62573"/>
                </a:cubicBezTo>
                <a:lnTo>
                  <a:pt x="289068" y="28323"/>
                </a:lnTo>
                <a:lnTo>
                  <a:pt x="281016" y="28323"/>
                </a:lnTo>
                <a:lnTo>
                  <a:pt x="281016" y="26490"/>
                </a:lnTo>
                <a:cubicBezTo>
                  <a:pt x="283052" y="25674"/>
                  <a:pt x="285135" y="24290"/>
                  <a:pt x="287264" y="22341"/>
                </a:cubicBezTo>
                <a:cubicBezTo>
                  <a:pt x="289392" y="20391"/>
                  <a:pt x="291290" y="18080"/>
                  <a:pt x="292956" y="15406"/>
                </a:cubicBezTo>
                <a:cubicBezTo>
                  <a:pt x="293807" y="13996"/>
                  <a:pt x="294992" y="11415"/>
                  <a:pt x="296510" y="7664"/>
                </a:cubicBezTo>
                <a:lnTo>
                  <a:pt x="298232" y="7664"/>
                </a:lnTo>
                <a:close/>
                <a:moveTo>
                  <a:pt x="323528" y="43651"/>
                </a:moveTo>
                <a:cubicBezTo>
                  <a:pt x="323491" y="51186"/>
                  <a:pt x="325324" y="57097"/>
                  <a:pt x="329026" y="61382"/>
                </a:cubicBezTo>
                <a:cubicBezTo>
                  <a:pt x="332729" y="65667"/>
                  <a:pt x="337079" y="67809"/>
                  <a:pt x="342077" y="67809"/>
                </a:cubicBezTo>
                <a:cubicBezTo>
                  <a:pt x="345409" y="67809"/>
                  <a:pt x="348306" y="66893"/>
                  <a:pt x="350769" y="65060"/>
                </a:cubicBezTo>
                <a:cubicBezTo>
                  <a:pt x="353231" y="63227"/>
                  <a:pt x="355295" y="60089"/>
                  <a:pt x="356961" y="55647"/>
                </a:cubicBezTo>
                <a:lnTo>
                  <a:pt x="358682" y="56757"/>
                </a:lnTo>
                <a:cubicBezTo>
                  <a:pt x="357905" y="61830"/>
                  <a:pt x="355646" y="66448"/>
                  <a:pt x="351907" y="70613"/>
                </a:cubicBezTo>
                <a:cubicBezTo>
                  <a:pt x="348168" y="74779"/>
                  <a:pt x="343484" y="76861"/>
                  <a:pt x="337856" y="76861"/>
                </a:cubicBezTo>
                <a:cubicBezTo>
                  <a:pt x="331748" y="76861"/>
                  <a:pt x="326518" y="74488"/>
                  <a:pt x="322168" y="69741"/>
                </a:cubicBezTo>
                <a:cubicBezTo>
                  <a:pt x="317817" y="64992"/>
                  <a:pt x="315642" y="58609"/>
                  <a:pt x="315642" y="50591"/>
                </a:cubicBezTo>
                <a:cubicBezTo>
                  <a:pt x="315642" y="41909"/>
                  <a:pt x="317873" y="35139"/>
                  <a:pt x="322334" y="30281"/>
                </a:cubicBezTo>
                <a:cubicBezTo>
                  <a:pt x="326796" y="25421"/>
                  <a:pt x="332396" y="22992"/>
                  <a:pt x="339134" y="22992"/>
                </a:cubicBezTo>
                <a:cubicBezTo>
                  <a:pt x="344835" y="22992"/>
                  <a:pt x="349519" y="24866"/>
                  <a:pt x="353184" y="28615"/>
                </a:cubicBezTo>
                <a:cubicBezTo>
                  <a:pt x="356850" y="32362"/>
                  <a:pt x="358682" y="37374"/>
                  <a:pt x="358682" y="43651"/>
                </a:cubicBezTo>
                <a:lnTo>
                  <a:pt x="323528" y="43651"/>
                </a:lnTo>
                <a:moveTo>
                  <a:pt x="323528" y="40430"/>
                </a:moveTo>
                <a:lnTo>
                  <a:pt x="347075" y="40430"/>
                </a:lnTo>
                <a:cubicBezTo>
                  <a:pt x="346890" y="37172"/>
                  <a:pt x="346502" y="34876"/>
                  <a:pt x="345909" y="33543"/>
                </a:cubicBezTo>
                <a:cubicBezTo>
                  <a:pt x="344984" y="31470"/>
                  <a:pt x="343604" y="29841"/>
                  <a:pt x="341772" y="28656"/>
                </a:cubicBezTo>
                <a:cubicBezTo>
                  <a:pt x="339939" y="27472"/>
                  <a:pt x="338023" y="26879"/>
                  <a:pt x="336024" y="26879"/>
                </a:cubicBezTo>
                <a:cubicBezTo>
                  <a:pt x="332951" y="26879"/>
                  <a:pt x="330202" y="28073"/>
                  <a:pt x="327777" y="30461"/>
                </a:cubicBezTo>
                <a:cubicBezTo>
                  <a:pt x="325352" y="32849"/>
                  <a:pt x="323936" y="36172"/>
                  <a:pt x="323528" y="404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F6602-553E-4C54-95FD-D2C1C0BB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833" y="821464"/>
            <a:ext cx="52129" cy="706687"/>
          </a:xfrm>
          <a:custGeom xmlns:a="http://schemas.openxmlformats.org/drawingml/2006/main">
            <a:pathLst>
              <a:path w="52129" h="706687">
                <a:moveTo>
                  <a:pt x="52129" y="52129"/>
                </a:moveTo>
                <a:lnTo>
                  <a:pt x="26065" y="0"/>
                </a:lnTo>
                <a:lnTo>
                  <a:pt x="0" y="52129"/>
                </a:lnTo>
                <a:lnTo>
                  <a:pt x="17376" y="52129"/>
                </a:lnTo>
                <a:lnTo>
                  <a:pt x="17376" y="706687"/>
                </a:lnTo>
                <a:lnTo>
                  <a:pt x="34752" y="706687"/>
                </a:lnTo>
                <a:lnTo>
                  <a:pt x="34753" y="52129"/>
                </a:lnTo>
                <a:lnTo>
                  <a:pt x="52129" y="521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③">
            <a:extLst xmlns:a="http://schemas.openxmlformats.org/drawingml/2006/main">
              <a:ext uri="{FF2B5EF4-FFF2-40B4-BE49-F238E27FC236}">
                <a16:creationId xmlns:a16="http://schemas.microsoft.com/office/drawing/2014/main" id="{9561EED6-3177-4EA6-9120-C3339778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580" y="1143276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45919" y="51875"/>
                </a:moveTo>
                <a:lnTo>
                  <a:pt x="45919" y="46428"/>
                </a:lnTo>
                <a:cubicBezTo>
                  <a:pt x="60139" y="46767"/>
                  <a:pt x="67147" y="42084"/>
                  <a:pt x="66943" y="32377"/>
                </a:cubicBezTo>
                <a:cubicBezTo>
                  <a:pt x="66672" y="24096"/>
                  <a:pt x="61462" y="19786"/>
                  <a:pt x="51315" y="19447"/>
                </a:cubicBezTo>
                <a:cubicBezTo>
                  <a:pt x="41439" y="20058"/>
                  <a:pt x="36195" y="25301"/>
                  <a:pt x="35584" y="35177"/>
                </a:cubicBezTo>
                <a:lnTo>
                  <a:pt x="28916" y="35177"/>
                </a:lnTo>
                <a:cubicBezTo>
                  <a:pt x="28848" y="28559"/>
                  <a:pt x="31206" y="23061"/>
                  <a:pt x="35992" y="18683"/>
                </a:cubicBezTo>
                <a:cubicBezTo>
                  <a:pt x="39589" y="15289"/>
                  <a:pt x="45155" y="13660"/>
                  <a:pt x="52689" y="13796"/>
                </a:cubicBezTo>
                <a:cubicBezTo>
                  <a:pt x="66231" y="14271"/>
                  <a:pt x="73205" y="20312"/>
                  <a:pt x="73612" y="31919"/>
                </a:cubicBezTo>
                <a:cubicBezTo>
                  <a:pt x="73544" y="39861"/>
                  <a:pt x="70066" y="45325"/>
                  <a:pt x="63176" y="48311"/>
                </a:cubicBezTo>
                <a:cubicBezTo>
                  <a:pt x="71797" y="51094"/>
                  <a:pt x="76141" y="57135"/>
                  <a:pt x="76209" y="66434"/>
                </a:cubicBezTo>
                <a:cubicBezTo>
                  <a:pt x="75326" y="80281"/>
                  <a:pt x="67453" y="87731"/>
                  <a:pt x="52588" y="88783"/>
                </a:cubicBezTo>
                <a:cubicBezTo>
                  <a:pt x="35890" y="89462"/>
                  <a:pt x="27168" y="81876"/>
                  <a:pt x="26421" y="66027"/>
                </a:cubicBezTo>
                <a:lnTo>
                  <a:pt x="33090" y="66027"/>
                </a:lnTo>
                <a:cubicBezTo>
                  <a:pt x="33429" y="77023"/>
                  <a:pt x="39504" y="82725"/>
                  <a:pt x="51315" y="83132"/>
                </a:cubicBezTo>
                <a:cubicBezTo>
                  <a:pt x="62718" y="82148"/>
                  <a:pt x="68793" y="76616"/>
                  <a:pt x="69540" y="66536"/>
                </a:cubicBezTo>
                <a:cubicBezTo>
                  <a:pt x="69031" y="56694"/>
                  <a:pt x="62311" y="51773"/>
                  <a:pt x="49380" y="51773"/>
                </a:cubicBezTo>
                <a:cubicBezTo>
                  <a:pt x="48193" y="51773"/>
                  <a:pt x="47039" y="51807"/>
                  <a:pt x="45919" y="51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Return">
            <a:extLst xmlns:a="http://schemas.openxmlformats.org/drawingml/2006/main">
              <a:ext uri="{FF2B5EF4-FFF2-40B4-BE49-F238E27FC236}">
                <a16:creationId xmlns:a16="http://schemas.microsoft.com/office/drawing/2014/main" id="{9D6CB59F-91A3-4EB4-8F88-C89B62A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033" y="1151662"/>
            <a:ext cx="305272" cy="76861"/>
          </a:xfrm>
          <a:custGeom xmlns:a="http://schemas.openxmlformats.org/drawingml/2006/main">
            <a:pathLst>
              <a:path w="305272" h="76861">
                <a:moveTo>
                  <a:pt x="74917" y="75306"/>
                </a:moveTo>
                <a:lnTo>
                  <a:pt x="54814" y="75306"/>
                </a:lnTo>
                <a:lnTo>
                  <a:pt x="29323" y="39986"/>
                </a:lnTo>
                <a:cubicBezTo>
                  <a:pt x="27435" y="40060"/>
                  <a:pt x="25898" y="40097"/>
                  <a:pt x="24713" y="40097"/>
                </a:cubicBezTo>
                <a:cubicBezTo>
                  <a:pt x="24232" y="40097"/>
                  <a:pt x="23714" y="40087"/>
                  <a:pt x="23158" y="40069"/>
                </a:cubicBezTo>
                <a:cubicBezTo>
                  <a:pt x="22603" y="40050"/>
                  <a:pt x="22029" y="40023"/>
                  <a:pt x="21437" y="39986"/>
                </a:cubicBezTo>
                <a:lnTo>
                  <a:pt x="21437" y="61939"/>
                </a:lnTo>
                <a:cubicBezTo>
                  <a:pt x="21437" y="66695"/>
                  <a:pt x="21955" y="69648"/>
                  <a:pt x="22992" y="70799"/>
                </a:cubicBezTo>
                <a:cubicBezTo>
                  <a:pt x="24399" y="72434"/>
                  <a:pt x="26509" y="73251"/>
                  <a:pt x="29323" y="73251"/>
                </a:cubicBezTo>
                <a:lnTo>
                  <a:pt x="32266" y="73251"/>
                </a:lnTo>
                <a:lnTo>
                  <a:pt x="32266" y="75306"/>
                </a:lnTo>
                <a:lnTo>
                  <a:pt x="0" y="75306"/>
                </a:lnTo>
                <a:lnTo>
                  <a:pt x="0" y="73251"/>
                </a:lnTo>
                <a:lnTo>
                  <a:pt x="2832" y="73251"/>
                </a:lnTo>
                <a:cubicBezTo>
                  <a:pt x="6016" y="73251"/>
                  <a:pt x="8293" y="72215"/>
                  <a:pt x="9663" y="70141"/>
                </a:cubicBezTo>
                <a:cubicBezTo>
                  <a:pt x="10441" y="68994"/>
                  <a:pt x="10829" y="66272"/>
                  <a:pt x="10829" y="61978"/>
                </a:cubicBezTo>
                <a:lnTo>
                  <a:pt x="10829" y="13329"/>
                </a:lnTo>
                <a:cubicBezTo>
                  <a:pt x="10829" y="8589"/>
                  <a:pt x="10311" y="5646"/>
                  <a:pt x="9274" y="4498"/>
                </a:cubicBezTo>
                <a:cubicBezTo>
                  <a:pt x="7831" y="2869"/>
                  <a:pt x="5683" y="2055"/>
                  <a:pt x="2832" y="2055"/>
                </a:cubicBezTo>
                <a:lnTo>
                  <a:pt x="0" y="2055"/>
                </a:lnTo>
                <a:lnTo>
                  <a:pt x="0" y="0"/>
                </a:lnTo>
                <a:lnTo>
                  <a:pt x="27435" y="0"/>
                </a:lnTo>
                <a:cubicBezTo>
                  <a:pt x="35432" y="0"/>
                  <a:pt x="41328" y="581"/>
                  <a:pt x="45123" y="1744"/>
                </a:cubicBezTo>
                <a:cubicBezTo>
                  <a:pt x="48918" y="2907"/>
                  <a:pt x="52139" y="5049"/>
                  <a:pt x="54786" y="8169"/>
                </a:cubicBezTo>
                <a:cubicBezTo>
                  <a:pt x="57433" y="11288"/>
                  <a:pt x="58757" y="15007"/>
                  <a:pt x="58757" y="19326"/>
                </a:cubicBezTo>
                <a:cubicBezTo>
                  <a:pt x="58757" y="23940"/>
                  <a:pt x="57248" y="27946"/>
                  <a:pt x="54230" y="31343"/>
                </a:cubicBezTo>
                <a:cubicBezTo>
                  <a:pt x="51213" y="34739"/>
                  <a:pt x="46539" y="37138"/>
                  <a:pt x="40208" y="38542"/>
                </a:cubicBezTo>
                <a:lnTo>
                  <a:pt x="55758" y="60214"/>
                </a:lnTo>
                <a:cubicBezTo>
                  <a:pt x="59312" y="65192"/>
                  <a:pt x="62366" y="68498"/>
                  <a:pt x="64921" y="70133"/>
                </a:cubicBezTo>
                <a:cubicBezTo>
                  <a:pt x="67476" y="71766"/>
                  <a:pt x="70808" y="72806"/>
                  <a:pt x="74917" y="73251"/>
                </a:cubicBezTo>
                <a:lnTo>
                  <a:pt x="74917" y="75306"/>
                </a:lnTo>
                <a:moveTo>
                  <a:pt x="21437" y="36598"/>
                </a:moveTo>
                <a:cubicBezTo>
                  <a:pt x="22140" y="36598"/>
                  <a:pt x="22751" y="36607"/>
                  <a:pt x="23269" y="36626"/>
                </a:cubicBezTo>
                <a:cubicBezTo>
                  <a:pt x="23788" y="36644"/>
                  <a:pt x="24213" y="36653"/>
                  <a:pt x="24547" y="36653"/>
                </a:cubicBezTo>
                <a:cubicBezTo>
                  <a:pt x="31729" y="36653"/>
                  <a:pt x="37144" y="35098"/>
                  <a:pt x="40791" y="31988"/>
                </a:cubicBezTo>
                <a:cubicBezTo>
                  <a:pt x="44438" y="28878"/>
                  <a:pt x="46261" y="24917"/>
                  <a:pt x="46261" y="20104"/>
                </a:cubicBezTo>
                <a:cubicBezTo>
                  <a:pt x="46261" y="15402"/>
                  <a:pt x="44789" y="11579"/>
                  <a:pt x="41846" y="8636"/>
                </a:cubicBezTo>
                <a:cubicBezTo>
                  <a:pt x="38903" y="5692"/>
                  <a:pt x="35006" y="4221"/>
                  <a:pt x="30156" y="4221"/>
                </a:cubicBezTo>
                <a:cubicBezTo>
                  <a:pt x="28008" y="4221"/>
                  <a:pt x="25102" y="4572"/>
                  <a:pt x="21437" y="5276"/>
                </a:cubicBezTo>
                <a:lnTo>
                  <a:pt x="21437" y="36598"/>
                </a:lnTo>
                <a:close/>
                <a:moveTo>
                  <a:pt x="85104" y="43651"/>
                </a:moveTo>
                <a:cubicBezTo>
                  <a:pt x="85067" y="51186"/>
                  <a:pt x="86900" y="57097"/>
                  <a:pt x="90602" y="61382"/>
                </a:cubicBezTo>
                <a:cubicBezTo>
                  <a:pt x="94305" y="65667"/>
                  <a:pt x="98655" y="67809"/>
                  <a:pt x="103653" y="67809"/>
                </a:cubicBezTo>
                <a:cubicBezTo>
                  <a:pt x="106985" y="67809"/>
                  <a:pt x="109882" y="66893"/>
                  <a:pt x="112344" y="65060"/>
                </a:cubicBezTo>
                <a:cubicBezTo>
                  <a:pt x="114807" y="63227"/>
                  <a:pt x="116871" y="60089"/>
                  <a:pt x="118537" y="55647"/>
                </a:cubicBezTo>
                <a:lnTo>
                  <a:pt x="120258" y="56757"/>
                </a:lnTo>
                <a:cubicBezTo>
                  <a:pt x="119481" y="61830"/>
                  <a:pt x="117222" y="66448"/>
                  <a:pt x="113483" y="70613"/>
                </a:cubicBezTo>
                <a:cubicBezTo>
                  <a:pt x="109744" y="74779"/>
                  <a:pt x="105060" y="76861"/>
                  <a:pt x="99432" y="76861"/>
                </a:cubicBezTo>
                <a:cubicBezTo>
                  <a:pt x="93324" y="76861"/>
                  <a:pt x="88094" y="74488"/>
                  <a:pt x="83744" y="69741"/>
                </a:cubicBezTo>
                <a:cubicBezTo>
                  <a:pt x="79393" y="64992"/>
                  <a:pt x="77218" y="58609"/>
                  <a:pt x="77218" y="50591"/>
                </a:cubicBezTo>
                <a:cubicBezTo>
                  <a:pt x="77218" y="41909"/>
                  <a:pt x="79449" y="35139"/>
                  <a:pt x="83910" y="30281"/>
                </a:cubicBezTo>
                <a:cubicBezTo>
                  <a:pt x="88372" y="25421"/>
                  <a:pt x="93971" y="22992"/>
                  <a:pt x="100710" y="22992"/>
                </a:cubicBezTo>
                <a:cubicBezTo>
                  <a:pt x="106411" y="22992"/>
                  <a:pt x="111095" y="24866"/>
                  <a:pt x="114760" y="28615"/>
                </a:cubicBezTo>
                <a:cubicBezTo>
                  <a:pt x="118426" y="32362"/>
                  <a:pt x="120258" y="37374"/>
                  <a:pt x="120258" y="43651"/>
                </a:cubicBezTo>
                <a:lnTo>
                  <a:pt x="85104" y="43651"/>
                </a:lnTo>
                <a:moveTo>
                  <a:pt x="85104" y="40430"/>
                </a:moveTo>
                <a:lnTo>
                  <a:pt x="108651" y="40430"/>
                </a:lnTo>
                <a:cubicBezTo>
                  <a:pt x="108466" y="37172"/>
                  <a:pt x="108077" y="34876"/>
                  <a:pt x="107485" y="33543"/>
                </a:cubicBezTo>
                <a:cubicBezTo>
                  <a:pt x="106560" y="31470"/>
                  <a:pt x="105180" y="29841"/>
                  <a:pt x="103348" y="28656"/>
                </a:cubicBezTo>
                <a:cubicBezTo>
                  <a:pt x="101515" y="27472"/>
                  <a:pt x="99599" y="26879"/>
                  <a:pt x="97600" y="26879"/>
                </a:cubicBezTo>
                <a:cubicBezTo>
                  <a:pt x="94527" y="26879"/>
                  <a:pt x="91778" y="28073"/>
                  <a:pt x="89353" y="30461"/>
                </a:cubicBezTo>
                <a:cubicBezTo>
                  <a:pt x="86928" y="32849"/>
                  <a:pt x="85512" y="36172"/>
                  <a:pt x="85104" y="40430"/>
                </a:cubicBezTo>
                <a:close/>
                <a:moveTo>
                  <a:pt x="141243" y="7664"/>
                </a:moveTo>
                <a:lnTo>
                  <a:pt x="141243" y="24436"/>
                </a:lnTo>
                <a:lnTo>
                  <a:pt x="153128" y="24436"/>
                </a:lnTo>
                <a:lnTo>
                  <a:pt x="153128" y="28323"/>
                </a:lnTo>
                <a:lnTo>
                  <a:pt x="141243" y="28323"/>
                </a:lnTo>
                <a:lnTo>
                  <a:pt x="141243" y="61266"/>
                </a:lnTo>
                <a:cubicBezTo>
                  <a:pt x="141243" y="64558"/>
                  <a:pt x="141715" y="66777"/>
                  <a:pt x="142659" y="67923"/>
                </a:cubicBezTo>
                <a:cubicBezTo>
                  <a:pt x="143603" y="69069"/>
                  <a:pt x="144816" y="69642"/>
                  <a:pt x="146297" y="69642"/>
                </a:cubicBezTo>
                <a:cubicBezTo>
                  <a:pt x="147519" y="69642"/>
                  <a:pt x="148703" y="69262"/>
                  <a:pt x="149851" y="68503"/>
                </a:cubicBezTo>
                <a:cubicBezTo>
                  <a:pt x="150999" y="67744"/>
                  <a:pt x="151887" y="66624"/>
                  <a:pt x="152517" y="65143"/>
                </a:cubicBezTo>
                <a:lnTo>
                  <a:pt x="154683" y="65143"/>
                </a:lnTo>
                <a:cubicBezTo>
                  <a:pt x="153387" y="68782"/>
                  <a:pt x="151554" y="71534"/>
                  <a:pt x="149185" y="73399"/>
                </a:cubicBezTo>
                <a:cubicBezTo>
                  <a:pt x="146815" y="75263"/>
                  <a:pt x="144372" y="76195"/>
                  <a:pt x="141854" y="76195"/>
                </a:cubicBezTo>
                <a:cubicBezTo>
                  <a:pt x="140151" y="76195"/>
                  <a:pt x="138485" y="75722"/>
                  <a:pt x="136856" y="74777"/>
                </a:cubicBezTo>
                <a:cubicBezTo>
                  <a:pt x="135227" y="73832"/>
                  <a:pt x="134024" y="72479"/>
                  <a:pt x="133246" y="70719"/>
                </a:cubicBezTo>
                <a:cubicBezTo>
                  <a:pt x="132469" y="68958"/>
                  <a:pt x="132080" y="66243"/>
                  <a:pt x="132080" y="62573"/>
                </a:cubicBezTo>
                <a:lnTo>
                  <a:pt x="132080" y="28323"/>
                </a:lnTo>
                <a:lnTo>
                  <a:pt x="124027" y="28323"/>
                </a:lnTo>
                <a:lnTo>
                  <a:pt x="124027" y="26490"/>
                </a:lnTo>
                <a:cubicBezTo>
                  <a:pt x="126063" y="25674"/>
                  <a:pt x="128146" y="24290"/>
                  <a:pt x="130275" y="22341"/>
                </a:cubicBezTo>
                <a:cubicBezTo>
                  <a:pt x="132404" y="20391"/>
                  <a:pt x="134301" y="18080"/>
                  <a:pt x="135967" y="15406"/>
                </a:cubicBezTo>
                <a:cubicBezTo>
                  <a:pt x="136819" y="13996"/>
                  <a:pt x="138004" y="11415"/>
                  <a:pt x="139522" y="7664"/>
                </a:cubicBezTo>
                <a:lnTo>
                  <a:pt x="141243" y="7664"/>
                </a:lnTo>
                <a:close/>
                <a:moveTo>
                  <a:pt x="202560" y="24436"/>
                </a:moveTo>
                <a:lnTo>
                  <a:pt x="202560" y="55258"/>
                </a:lnTo>
                <a:cubicBezTo>
                  <a:pt x="202560" y="61145"/>
                  <a:pt x="202698" y="64745"/>
                  <a:pt x="202976" y="66060"/>
                </a:cubicBezTo>
                <a:cubicBezTo>
                  <a:pt x="203254" y="67374"/>
                  <a:pt x="203698" y="68290"/>
                  <a:pt x="204309" y="68809"/>
                </a:cubicBezTo>
                <a:cubicBezTo>
                  <a:pt x="204920" y="69327"/>
                  <a:pt x="205633" y="69586"/>
                  <a:pt x="206447" y="69586"/>
                </a:cubicBezTo>
                <a:cubicBezTo>
                  <a:pt x="207595" y="69586"/>
                  <a:pt x="208891" y="69271"/>
                  <a:pt x="210335" y="68642"/>
                </a:cubicBezTo>
                <a:lnTo>
                  <a:pt x="211112" y="70586"/>
                </a:lnTo>
                <a:lnTo>
                  <a:pt x="195895" y="76861"/>
                </a:lnTo>
                <a:lnTo>
                  <a:pt x="193396" y="76861"/>
                </a:lnTo>
                <a:lnTo>
                  <a:pt x="193396" y="66087"/>
                </a:lnTo>
                <a:cubicBezTo>
                  <a:pt x="189027" y="70826"/>
                  <a:pt x="185695" y="73807"/>
                  <a:pt x="183400" y="75029"/>
                </a:cubicBezTo>
                <a:cubicBezTo>
                  <a:pt x="181104" y="76250"/>
                  <a:pt x="178679" y="76861"/>
                  <a:pt x="176125" y="76861"/>
                </a:cubicBezTo>
                <a:cubicBezTo>
                  <a:pt x="173274" y="76861"/>
                  <a:pt x="170803" y="76037"/>
                  <a:pt x="168711" y="74390"/>
                </a:cubicBezTo>
                <a:cubicBezTo>
                  <a:pt x="166619" y="72742"/>
                  <a:pt x="165166" y="70623"/>
                  <a:pt x="164351" y="68031"/>
                </a:cubicBezTo>
                <a:cubicBezTo>
                  <a:pt x="163537" y="65439"/>
                  <a:pt x="163129" y="61774"/>
                  <a:pt x="163129" y="57035"/>
                </a:cubicBezTo>
                <a:lnTo>
                  <a:pt x="163129" y="34321"/>
                </a:lnTo>
                <a:cubicBezTo>
                  <a:pt x="163129" y="31914"/>
                  <a:pt x="162870" y="30248"/>
                  <a:pt x="162352" y="29323"/>
                </a:cubicBezTo>
                <a:cubicBezTo>
                  <a:pt x="161834" y="28397"/>
                  <a:pt x="161065" y="27684"/>
                  <a:pt x="160047" y="27185"/>
                </a:cubicBezTo>
                <a:cubicBezTo>
                  <a:pt x="159029" y="26685"/>
                  <a:pt x="157187" y="26453"/>
                  <a:pt x="154521" y="26490"/>
                </a:cubicBezTo>
                <a:lnTo>
                  <a:pt x="154521" y="24436"/>
                </a:lnTo>
                <a:lnTo>
                  <a:pt x="172348" y="24436"/>
                </a:lnTo>
                <a:lnTo>
                  <a:pt x="172348" y="58396"/>
                </a:lnTo>
                <a:cubicBezTo>
                  <a:pt x="172348" y="63123"/>
                  <a:pt x="173172" y="66226"/>
                  <a:pt x="174820" y="67703"/>
                </a:cubicBezTo>
                <a:cubicBezTo>
                  <a:pt x="176467" y="69181"/>
                  <a:pt x="178457" y="69919"/>
                  <a:pt x="180790" y="69919"/>
                </a:cubicBezTo>
                <a:cubicBezTo>
                  <a:pt x="182382" y="69919"/>
                  <a:pt x="184187" y="69421"/>
                  <a:pt x="186204" y="68423"/>
                </a:cubicBezTo>
                <a:cubicBezTo>
                  <a:pt x="188222" y="67426"/>
                  <a:pt x="190619" y="65524"/>
                  <a:pt x="193396" y="62719"/>
                </a:cubicBezTo>
                <a:lnTo>
                  <a:pt x="193396" y="33969"/>
                </a:lnTo>
                <a:cubicBezTo>
                  <a:pt x="193396" y="31088"/>
                  <a:pt x="192869" y="29140"/>
                  <a:pt x="191814" y="28125"/>
                </a:cubicBezTo>
                <a:cubicBezTo>
                  <a:pt x="190758" y="27109"/>
                  <a:pt x="188565" y="26565"/>
                  <a:pt x="185233" y="26490"/>
                </a:cubicBezTo>
                <a:lnTo>
                  <a:pt x="185233" y="24436"/>
                </a:lnTo>
                <a:lnTo>
                  <a:pt x="202560" y="24436"/>
                </a:lnTo>
                <a:close/>
                <a:moveTo>
                  <a:pt x="229364" y="22992"/>
                </a:moveTo>
                <a:lnTo>
                  <a:pt x="229364" y="34432"/>
                </a:lnTo>
                <a:cubicBezTo>
                  <a:pt x="233622" y="26805"/>
                  <a:pt x="237990" y="22992"/>
                  <a:pt x="242470" y="22992"/>
                </a:cubicBezTo>
                <a:cubicBezTo>
                  <a:pt x="244506" y="22992"/>
                  <a:pt x="246191" y="23612"/>
                  <a:pt x="247524" y="24852"/>
                </a:cubicBezTo>
                <a:cubicBezTo>
                  <a:pt x="248857" y="26092"/>
                  <a:pt x="249523" y="27527"/>
                  <a:pt x="249523" y="29156"/>
                </a:cubicBezTo>
                <a:cubicBezTo>
                  <a:pt x="249523" y="30600"/>
                  <a:pt x="249042" y="31822"/>
                  <a:pt x="248079" y="32822"/>
                </a:cubicBezTo>
                <a:cubicBezTo>
                  <a:pt x="247117" y="33821"/>
                  <a:pt x="245969" y="34321"/>
                  <a:pt x="244636" y="34321"/>
                </a:cubicBezTo>
                <a:cubicBezTo>
                  <a:pt x="243340" y="34321"/>
                  <a:pt x="241887" y="33682"/>
                  <a:pt x="240277" y="32405"/>
                </a:cubicBezTo>
                <a:cubicBezTo>
                  <a:pt x="238666" y="31128"/>
                  <a:pt x="237472" y="30489"/>
                  <a:pt x="236694" y="30489"/>
                </a:cubicBezTo>
                <a:cubicBezTo>
                  <a:pt x="236028" y="30489"/>
                  <a:pt x="235306" y="30858"/>
                  <a:pt x="234529" y="31596"/>
                </a:cubicBezTo>
                <a:cubicBezTo>
                  <a:pt x="232863" y="33111"/>
                  <a:pt x="231141" y="35603"/>
                  <a:pt x="229364" y="39074"/>
                </a:cubicBezTo>
                <a:lnTo>
                  <a:pt x="229364" y="63392"/>
                </a:lnTo>
                <a:cubicBezTo>
                  <a:pt x="229364" y="66198"/>
                  <a:pt x="229716" y="68321"/>
                  <a:pt x="230419" y="69761"/>
                </a:cubicBezTo>
                <a:cubicBezTo>
                  <a:pt x="230900" y="70759"/>
                  <a:pt x="231752" y="71590"/>
                  <a:pt x="232974" y="72255"/>
                </a:cubicBezTo>
                <a:cubicBezTo>
                  <a:pt x="234195" y="72919"/>
                  <a:pt x="235954" y="73251"/>
                  <a:pt x="238249" y="73251"/>
                </a:cubicBezTo>
                <a:lnTo>
                  <a:pt x="238249" y="75306"/>
                </a:lnTo>
                <a:lnTo>
                  <a:pt x="212203" y="75306"/>
                </a:lnTo>
                <a:lnTo>
                  <a:pt x="212203" y="73251"/>
                </a:lnTo>
                <a:cubicBezTo>
                  <a:pt x="214795" y="73251"/>
                  <a:pt x="216720" y="72845"/>
                  <a:pt x="217979" y="72033"/>
                </a:cubicBezTo>
                <a:cubicBezTo>
                  <a:pt x="218905" y="71442"/>
                  <a:pt x="219553" y="70499"/>
                  <a:pt x="219923" y="69206"/>
                </a:cubicBezTo>
                <a:cubicBezTo>
                  <a:pt x="220108" y="68578"/>
                  <a:pt x="220200" y="66786"/>
                  <a:pt x="220200" y="63831"/>
                </a:cubicBezTo>
                <a:lnTo>
                  <a:pt x="220200" y="44159"/>
                </a:lnTo>
                <a:cubicBezTo>
                  <a:pt x="220200" y="38248"/>
                  <a:pt x="220080" y="34730"/>
                  <a:pt x="219839" y="33604"/>
                </a:cubicBezTo>
                <a:cubicBezTo>
                  <a:pt x="219599" y="32477"/>
                  <a:pt x="219155" y="31655"/>
                  <a:pt x="218507" y="31138"/>
                </a:cubicBezTo>
                <a:cubicBezTo>
                  <a:pt x="217859" y="30621"/>
                  <a:pt x="217053" y="30362"/>
                  <a:pt x="216091" y="30362"/>
                </a:cubicBezTo>
                <a:cubicBezTo>
                  <a:pt x="214943" y="30362"/>
                  <a:pt x="213647" y="30639"/>
                  <a:pt x="212203" y="31194"/>
                </a:cubicBezTo>
                <a:lnTo>
                  <a:pt x="211648" y="29198"/>
                </a:lnTo>
                <a:lnTo>
                  <a:pt x="227031" y="22992"/>
                </a:lnTo>
                <a:lnTo>
                  <a:pt x="229364" y="22992"/>
                </a:lnTo>
                <a:close/>
                <a:moveTo>
                  <a:pt x="267285" y="33766"/>
                </a:moveTo>
                <a:cubicBezTo>
                  <a:pt x="273246" y="26583"/>
                  <a:pt x="278929" y="22992"/>
                  <a:pt x="284335" y="22992"/>
                </a:cubicBezTo>
                <a:cubicBezTo>
                  <a:pt x="287111" y="22992"/>
                  <a:pt x="289499" y="23685"/>
                  <a:pt x="291499" y="25071"/>
                </a:cubicBezTo>
                <a:cubicBezTo>
                  <a:pt x="293498" y="26456"/>
                  <a:pt x="295090" y="28737"/>
                  <a:pt x="296275" y="31914"/>
                </a:cubicBezTo>
                <a:cubicBezTo>
                  <a:pt x="297089" y="34129"/>
                  <a:pt x="297497" y="37528"/>
                  <a:pt x="297497" y="42110"/>
                </a:cubicBezTo>
                <a:lnTo>
                  <a:pt x="297497" y="63776"/>
                </a:lnTo>
                <a:cubicBezTo>
                  <a:pt x="297497" y="66990"/>
                  <a:pt x="297756" y="69170"/>
                  <a:pt x="298274" y="70315"/>
                </a:cubicBezTo>
                <a:cubicBezTo>
                  <a:pt x="298681" y="71238"/>
                  <a:pt x="299339" y="71958"/>
                  <a:pt x="300246" y="72476"/>
                </a:cubicBezTo>
                <a:cubicBezTo>
                  <a:pt x="301153" y="72993"/>
                  <a:pt x="302828" y="73251"/>
                  <a:pt x="305272" y="73251"/>
                </a:cubicBezTo>
                <a:lnTo>
                  <a:pt x="305272" y="75306"/>
                </a:lnTo>
                <a:lnTo>
                  <a:pt x="280114" y="75306"/>
                </a:lnTo>
                <a:lnTo>
                  <a:pt x="280114" y="73251"/>
                </a:lnTo>
                <a:lnTo>
                  <a:pt x="281169" y="73251"/>
                </a:lnTo>
                <a:cubicBezTo>
                  <a:pt x="283539" y="73251"/>
                  <a:pt x="285195" y="72892"/>
                  <a:pt x="286140" y="72174"/>
                </a:cubicBezTo>
                <a:cubicBezTo>
                  <a:pt x="287084" y="71455"/>
                  <a:pt x="287741" y="70397"/>
                  <a:pt x="288111" y="68998"/>
                </a:cubicBezTo>
                <a:cubicBezTo>
                  <a:pt x="288259" y="68445"/>
                  <a:pt x="288333" y="66713"/>
                  <a:pt x="288333" y="63803"/>
                </a:cubicBezTo>
                <a:lnTo>
                  <a:pt x="288333" y="43083"/>
                </a:lnTo>
                <a:cubicBezTo>
                  <a:pt x="288333" y="38480"/>
                  <a:pt x="287732" y="35137"/>
                  <a:pt x="286528" y="33056"/>
                </a:cubicBezTo>
                <a:cubicBezTo>
                  <a:pt x="285325" y="30974"/>
                  <a:pt x="283298" y="29934"/>
                  <a:pt x="280447" y="29934"/>
                </a:cubicBezTo>
                <a:cubicBezTo>
                  <a:pt x="276041" y="29934"/>
                  <a:pt x="271654" y="32328"/>
                  <a:pt x="267285" y="37117"/>
                </a:cubicBezTo>
                <a:lnTo>
                  <a:pt x="267285" y="63803"/>
                </a:lnTo>
                <a:cubicBezTo>
                  <a:pt x="267285" y="67229"/>
                  <a:pt x="267489" y="69347"/>
                  <a:pt x="267896" y="70157"/>
                </a:cubicBezTo>
                <a:cubicBezTo>
                  <a:pt x="268414" y="71225"/>
                  <a:pt x="269127" y="72008"/>
                  <a:pt x="270034" y="72505"/>
                </a:cubicBezTo>
                <a:cubicBezTo>
                  <a:pt x="270941" y="73003"/>
                  <a:pt x="272783" y="73251"/>
                  <a:pt x="275560" y="73251"/>
                </a:cubicBezTo>
                <a:lnTo>
                  <a:pt x="275560" y="75306"/>
                </a:lnTo>
                <a:lnTo>
                  <a:pt x="250402" y="75306"/>
                </a:lnTo>
                <a:lnTo>
                  <a:pt x="250402" y="73251"/>
                </a:lnTo>
                <a:lnTo>
                  <a:pt x="251513" y="73251"/>
                </a:lnTo>
                <a:cubicBezTo>
                  <a:pt x="254105" y="73251"/>
                  <a:pt x="255854" y="72596"/>
                  <a:pt x="256761" y="71285"/>
                </a:cubicBezTo>
                <a:cubicBezTo>
                  <a:pt x="257668" y="69973"/>
                  <a:pt x="258122" y="67470"/>
                  <a:pt x="258122" y="63776"/>
                </a:cubicBezTo>
                <a:lnTo>
                  <a:pt x="258122" y="44935"/>
                </a:lnTo>
                <a:cubicBezTo>
                  <a:pt x="258122" y="38840"/>
                  <a:pt x="257983" y="35128"/>
                  <a:pt x="257705" y="33799"/>
                </a:cubicBezTo>
                <a:cubicBezTo>
                  <a:pt x="257428" y="32468"/>
                  <a:pt x="257002" y="31563"/>
                  <a:pt x="256428" y="31083"/>
                </a:cubicBezTo>
                <a:cubicBezTo>
                  <a:pt x="255854" y="30602"/>
                  <a:pt x="255086" y="30362"/>
                  <a:pt x="254123" y="30362"/>
                </a:cubicBezTo>
                <a:cubicBezTo>
                  <a:pt x="253087" y="30362"/>
                  <a:pt x="251846" y="30639"/>
                  <a:pt x="250402" y="31194"/>
                </a:cubicBezTo>
                <a:lnTo>
                  <a:pt x="249569" y="29198"/>
                </a:lnTo>
                <a:lnTo>
                  <a:pt x="264897" y="22992"/>
                </a:lnTo>
                <a:lnTo>
                  <a:pt x="267285" y="22992"/>
                </a:lnTo>
                <a:lnTo>
                  <a:pt x="267285" y="337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f06b106054030"/>
          <a:stretch xmlns:a="http://schemas.openxmlformats.org/drawingml/2006/main"/>
        </p:blipFill>
        <p:spPr>
          <a:xfrm xmlns:a="http://schemas.openxmlformats.org/drawingml/2006/main">
            <a:off x="3445384" y="821307"/>
            <a:ext cx="798053" cy="798053"/>
          </a:xfrm>
          <a:prstGeom xmlns:a="http://schemas.openxmlformats.org/drawingml/2006/main" prst="rect">
            <a:avLst/>
          </a:prstGeom>
        </p:spPr>
      </p:pic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D0AA3-C104-4A27-B38A-D7AADD7E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586" y="309649"/>
            <a:ext cx="3351445" cy="2636799"/>
          </a:xfrm>
          <a:custGeom xmlns:a="http://schemas.openxmlformats.org/drawingml/2006/main">
            <a:pathLst>
              <a:path w="3351445" h="2636799" fill="none">
                <a:moveTo>
                  <a:pt x="0" y="112804"/>
                </a:moveTo>
                <a:cubicBezTo>
                  <a:pt x="0" y="50504"/>
                  <a:pt x="50504" y="0"/>
                  <a:pt x="112803" y="0"/>
                </a:cubicBezTo>
                <a:lnTo>
                  <a:pt x="3238641" y="0"/>
                </a:lnTo>
                <a:cubicBezTo>
                  <a:pt x="3300941" y="0"/>
                  <a:pt x="3351445" y="50504"/>
                  <a:pt x="3351445" y="112804"/>
                </a:cubicBezTo>
                <a:lnTo>
                  <a:pt x="3351445" y="2523996"/>
                </a:lnTo>
                <a:cubicBezTo>
                  <a:pt x="3351445" y="2586295"/>
                  <a:pt x="3300941" y="2636799"/>
                  <a:pt x="3238641" y="2636799"/>
                </a:cubicBezTo>
                <a:lnTo>
                  <a:pt x="112803" y="2636799"/>
                </a:lnTo>
                <a:cubicBezTo>
                  <a:pt x="50504" y="2636799"/>
                  <a:pt x="0" y="2586295"/>
                  <a:pt x="0" y="2523996"/>
                </a:cubicBezTo>
                <a:lnTo>
                  <a:pt x="0" y="11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88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F0F27-556E-469F-927A-2450BB94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312" y="487836"/>
            <a:ext cx="2993174" cy="341211"/>
          </a:xfrm>
          <a:custGeom xmlns:a="http://schemas.openxmlformats.org/drawingml/2006/main">
            <a:pathLst>
              <a:path w="2993174" h="341211" fill="none">
                <a:moveTo>
                  <a:pt x="0" y="14596"/>
                </a:moveTo>
                <a:cubicBezTo>
                  <a:pt x="0" y="6535"/>
                  <a:pt x="6535" y="0"/>
                  <a:pt x="14596" y="0"/>
                </a:cubicBezTo>
                <a:lnTo>
                  <a:pt x="2978578" y="0"/>
                </a:lnTo>
                <a:cubicBezTo>
                  <a:pt x="2986640" y="0"/>
                  <a:pt x="2993174" y="6535"/>
                  <a:pt x="2993174" y="14596"/>
                </a:cubicBezTo>
                <a:lnTo>
                  <a:pt x="2993174" y="326615"/>
                </a:lnTo>
                <a:cubicBezTo>
                  <a:pt x="2993174" y="334676"/>
                  <a:pt x="2986640" y="341211"/>
                  <a:pt x="2978578" y="341211"/>
                </a:cubicBezTo>
                <a:lnTo>
                  <a:pt x="14596" y="341211"/>
                </a:lnTo>
                <a:cubicBezTo>
                  <a:pt x="6535" y="341211"/>
                  <a:pt x="0" y="334676"/>
                  <a:pt x="0" y="326615"/>
                </a:cubicBezTo>
                <a:lnTo>
                  <a:pt x="0" y="145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46" name="Text Symptomvertices">
            <a:extLst xmlns:a="http://schemas.openxmlformats.org/drawingml/2006/main">
              <a:ext uri="{FF2B5EF4-FFF2-40B4-BE49-F238E27FC236}">
                <a16:creationId xmlns:a16="http://schemas.microsoft.com/office/drawing/2014/main" id="{7706CA44-8030-4E66-9ABE-C5A0245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205" y="602987"/>
            <a:ext cx="1181555" cy="140435"/>
          </a:xfrm>
          <a:custGeom xmlns:a="http://schemas.openxmlformats.org/drawingml/2006/main">
            <a:pathLst>
              <a:path w="1181555" h="140435">
                <a:moveTo>
                  <a:pt x="65761" y="0"/>
                </a:moveTo>
                <a:lnTo>
                  <a:pt x="66607" y="34725"/>
                </a:lnTo>
                <a:lnTo>
                  <a:pt x="63457" y="34725"/>
                </a:lnTo>
                <a:cubicBezTo>
                  <a:pt x="61971" y="26040"/>
                  <a:pt x="58322" y="19055"/>
                  <a:pt x="52509" y="13768"/>
                </a:cubicBezTo>
                <a:cubicBezTo>
                  <a:pt x="46696" y="8482"/>
                  <a:pt x="40410" y="5839"/>
                  <a:pt x="33649" y="5839"/>
                </a:cubicBezTo>
                <a:cubicBezTo>
                  <a:pt x="28425" y="5839"/>
                  <a:pt x="24289" y="7230"/>
                  <a:pt x="21242" y="10014"/>
                </a:cubicBezTo>
                <a:cubicBezTo>
                  <a:pt x="18195" y="12795"/>
                  <a:pt x="16671" y="15999"/>
                  <a:pt x="16671" y="19624"/>
                </a:cubicBezTo>
                <a:cubicBezTo>
                  <a:pt x="16671" y="21920"/>
                  <a:pt x="17209" y="23963"/>
                  <a:pt x="18284" y="25750"/>
                </a:cubicBezTo>
                <a:cubicBezTo>
                  <a:pt x="19769" y="28150"/>
                  <a:pt x="22151" y="30523"/>
                  <a:pt x="25429" y="32871"/>
                </a:cubicBezTo>
                <a:cubicBezTo>
                  <a:pt x="27836" y="34556"/>
                  <a:pt x="33393" y="37544"/>
                  <a:pt x="42100" y="41833"/>
                </a:cubicBezTo>
                <a:cubicBezTo>
                  <a:pt x="54289" y="47806"/>
                  <a:pt x="62509" y="53449"/>
                  <a:pt x="66760" y="58761"/>
                </a:cubicBezTo>
                <a:cubicBezTo>
                  <a:pt x="70960" y="64071"/>
                  <a:pt x="73060" y="70148"/>
                  <a:pt x="73060" y="76992"/>
                </a:cubicBezTo>
                <a:cubicBezTo>
                  <a:pt x="73060" y="85673"/>
                  <a:pt x="69667" y="93142"/>
                  <a:pt x="62881" y="99398"/>
                </a:cubicBezTo>
                <a:cubicBezTo>
                  <a:pt x="56094" y="105655"/>
                  <a:pt x="47477" y="108783"/>
                  <a:pt x="37029" y="108783"/>
                </a:cubicBezTo>
                <a:cubicBezTo>
                  <a:pt x="33751" y="108783"/>
                  <a:pt x="30653" y="108450"/>
                  <a:pt x="27734" y="107784"/>
                </a:cubicBezTo>
                <a:cubicBezTo>
                  <a:pt x="24814" y="107118"/>
                  <a:pt x="21152" y="105864"/>
                  <a:pt x="16748" y="104020"/>
                </a:cubicBezTo>
                <a:cubicBezTo>
                  <a:pt x="14289" y="102996"/>
                  <a:pt x="12266" y="102483"/>
                  <a:pt x="10679" y="102483"/>
                </a:cubicBezTo>
                <a:cubicBezTo>
                  <a:pt x="9347" y="102483"/>
                  <a:pt x="7938" y="103002"/>
                  <a:pt x="6453" y="104039"/>
                </a:cubicBezTo>
                <a:cubicBezTo>
                  <a:pt x="4968" y="105076"/>
                  <a:pt x="3764" y="106658"/>
                  <a:pt x="2842" y="108783"/>
                </a:cubicBezTo>
                <a:lnTo>
                  <a:pt x="0" y="108783"/>
                </a:lnTo>
                <a:lnTo>
                  <a:pt x="0" y="69449"/>
                </a:lnTo>
                <a:lnTo>
                  <a:pt x="2842" y="69449"/>
                </a:lnTo>
                <a:cubicBezTo>
                  <a:pt x="5096" y="80486"/>
                  <a:pt x="9437" y="88905"/>
                  <a:pt x="15864" y="94705"/>
                </a:cubicBezTo>
                <a:cubicBezTo>
                  <a:pt x="22292" y="100505"/>
                  <a:pt x="29219" y="103405"/>
                  <a:pt x="36645" y="103405"/>
                </a:cubicBezTo>
                <a:cubicBezTo>
                  <a:pt x="42381" y="103405"/>
                  <a:pt x="46952" y="101848"/>
                  <a:pt x="50358" y="98733"/>
                </a:cubicBezTo>
                <a:cubicBezTo>
                  <a:pt x="53764" y="95619"/>
                  <a:pt x="55467" y="91994"/>
                  <a:pt x="55467" y="87858"/>
                </a:cubicBezTo>
                <a:cubicBezTo>
                  <a:pt x="55467" y="85408"/>
                  <a:pt x="54814" y="83034"/>
                  <a:pt x="53508" y="80737"/>
                </a:cubicBezTo>
                <a:cubicBezTo>
                  <a:pt x="52202" y="78439"/>
                  <a:pt x="50217" y="76256"/>
                  <a:pt x="47554" y="74188"/>
                </a:cubicBezTo>
                <a:cubicBezTo>
                  <a:pt x="44891" y="72120"/>
                  <a:pt x="40179" y="69427"/>
                  <a:pt x="33419" y="66110"/>
                </a:cubicBezTo>
                <a:cubicBezTo>
                  <a:pt x="23944" y="61463"/>
                  <a:pt x="17132" y="57504"/>
                  <a:pt x="12983" y="54231"/>
                </a:cubicBezTo>
                <a:cubicBezTo>
                  <a:pt x="8835" y="50958"/>
                  <a:pt x="5647" y="47301"/>
                  <a:pt x="3419" y="43262"/>
                </a:cubicBezTo>
                <a:cubicBezTo>
                  <a:pt x="1191" y="39222"/>
                  <a:pt x="77" y="34773"/>
                  <a:pt x="77" y="29916"/>
                </a:cubicBezTo>
                <a:cubicBezTo>
                  <a:pt x="77" y="21632"/>
                  <a:pt x="3124" y="14575"/>
                  <a:pt x="9219" y="8746"/>
                </a:cubicBezTo>
                <a:cubicBezTo>
                  <a:pt x="15314" y="2915"/>
                  <a:pt x="22996" y="0"/>
                  <a:pt x="32266" y="0"/>
                </a:cubicBezTo>
                <a:cubicBezTo>
                  <a:pt x="35646" y="0"/>
                  <a:pt x="38924" y="415"/>
                  <a:pt x="42100" y="1244"/>
                </a:cubicBezTo>
                <a:cubicBezTo>
                  <a:pt x="44507" y="1865"/>
                  <a:pt x="47439" y="3016"/>
                  <a:pt x="50896" y="4698"/>
                </a:cubicBezTo>
                <a:cubicBezTo>
                  <a:pt x="54353" y="6380"/>
                  <a:pt x="56773" y="7221"/>
                  <a:pt x="58156" y="7221"/>
                </a:cubicBezTo>
                <a:cubicBezTo>
                  <a:pt x="59488" y="7221"/>
                  <a:pt x="60537" y="6808"/>
                  <a:pt x="61306" y="5980"/>
                </a:cubicBezTo>
                <a:cubicBezTo>
                  <a:pt x="62074" y="5151"/>
                  <a:pt x="62791" y="3158"/>
                  <a:pt x="63457" y="0"/>
                </a:cubicBezTo>
                <a:lnTo>
                  <a:pt x="65761" y="0"/>
                </a:lnTo>
                <a:close/>
                <a:moveTo>
                  <a:pt x="116996" y="109467"/>
                </a:moveTo>
                <a:lnTo>
                  <a:pt x="93795" y="56103"/>
                </a:lnTo>
                <a:cubicBezTo>
                  <a:pt x="90312" y="48021"/>
                  <a:pt x="87739" y="43053"/>
                  <a:pt x="86074" y="41199"/>
                </a:cubicBezTo>
                <a:cubicBezTo>
                  <a:pt x="84410" y="39344"/>
                  <a:pt x="82399" y="38057"/>
                  <a:pt x="80044" y="37337"/>
                </a:cubicBezTo>
                <a:lnTo>
                  <a:pt x="80044" y="34571"/>
                </a:lnTo>
                <a:lnTo>
                  <a:pt x="118225" y="34571"/>
                </a:lnTo>
                <a:lnTo>
                  <a:pt x="118225" y="37337"/>
                </a:lnTo>
                <a:cubicBezTo>
                  <a:pt x="115716" y="37439"/>
                  <a:pt x="113949" y="37928"/>
                  <a:pt x="112924" y="38803"/>
                </a:cubicBezTo>
                <a:cubicBezTo>
                  <a:pt x="111900" y="39677"/>
                  <a:pt x="111388" y="40732"/>
                  <a:pt x="111388" y="41968"/>
                </a:cubicBezTo>
                <a:cubicBezTo>
                  <a:pt x="111388" y="43922"/>
                  <a:pt x="112668" y="47781"/>
                  <a:pt x="115229" y="53544"/>
                </a:cubicBezTo>
                <a:lnTo>
                  <a:pt x="127521" y="81794"/>
                </a:lnTo>
                <a:lnTo>
                  <a:pt x="135895" y="59964"/>
                </a:lnTo>
                <a:cubicBezTo>
                  <a:pt x="138916" y="52190"/>
                  <a:pt x="140427" y="46784"/>
                  <a:pt x="140427" y="43747"/>
                </a:cubicBezTo>
                <a:cubicBezTo>
                  <a:pt x="140427" y="41842"/>
                  <a:pt x="139800" y="40323"/>
                  <a:pt x="138545" y="39190"/>
                </a:cubicBezTo>
                <a:cubicBezTo>
                  <a:pt x="137290" y="38057"/>
                  <a:pt x="135075" y="37439"/>
                  <a:pt x="131900" y="37337"/>
                </a:cubicBezTo>
                <a:lnTo>
                  <a:pt x="131900" y="34571"/>
                </a:lnTo>
                <a:lnTo>
                  <a:pt x="155946" y="34571"/>
                </a:lnTo>
                <a:lnTo>
                  <a:pt x="155946" y="37337"/>
                </a:lnTo>
                <a:cubicBezTo>
                  <a:pt x="153590" y="37594"/>
                  <a:pt x="151669" y="38508"/>
                  <a:pt x="150184" y="40078"/>
                </a:cubicBezTo>
                <a:cubicBezTo>
                  <a:pt x="148699" y="41648"/>
                  <a:pt x="146215" y="46990"/>
                  <a:pt x="142732" y="56103"/>
                </a:cubicBezTo>
                <a:lnTo>
                  <a:pt x="122220" y="109398"/>
                </a:lnTo>
                <a:cubicBezTo>
                  <a:pt x="117047" y="122714"/>
                  <a:pt x="113206" y="130908"/>
                  <a:pt x="110696" y="133981"/>
                </a:cubicBezTo>
                <a:cubicBezTo>
                  <a:pt x="107162" y="138283"/>
                  <a:pt x="102732" y="140435"/>
                  <a:pt x="97406" y="140435"/>
                </a:cubicBezTo>
                <a:cubicBezTo>
                  <a:pt x="93155" y="140435"/>
                  <a:pt x="89711" y="139218"/>
                  <a:pt x="87073" y="136785"/>
                </a:cubicBezTo>
                <a:cubicBezTo>
                  <a:pt x="84435" y="134353"/>
                  <a:pt x="83116" y="131421"/>
                  <a:pt x="83116" y="127989"/>
                </a:cubicBezTo>
                <a:cubicBezTo>
                  <a:pt x="83116" y="125019"/>
                  <a:pt x="84026" y="122560"/>
                  <a:pt x="85844" y="120614"/>
                </a:cubicBezTo>
                <a:cubicBezTo>
                  <a:pt x="87662" y="118668"/>
                  <a:pt x="89903" y="117695"/>
                  <a:pt x="92566" y="117695"/>
                </a:cubicBezTo>
                <a:cubicBezTo>
                  <a:pt x="95127" y="117695"/>
                  <a:pt x="97188" y="118509"/>
                  <a:pt x="98750" y="120139"/>
                </a:cubicBezTo>
                <a:cubicBezTo>
                  <a:pt x="100312" y="121770"/>
                  <a:pt x="101119" y="124292"/>
                  <a:pt x="101170" y="127706"/>
                </a:cubicBezTo>
                <a:cubicBezTo>
                  <a:pt x="101221" y="129642"/>
                  <a:pt x="101452" y="130891"/>
                  <a:pt x="101862" y="131451"/>
                </a:cubicBezTo>
                <a:cubicBezTo>
                  <a:pt x="102271" y="132011"/>
                  <a:pt x="102860" y="132291"/>
                  <a:pt x="103629" y="132291"/>
                </a:cubicBezTo>
                <a:cubicBezTo>
                  <a:pt x="104858" y="132291"/>
                  <a:pt x="106164" y="131552"/>
                  <a:pt x="107547" y="130073"/>
                </a:cubicBezTo>
                <a:cubicBezTo>
                  <a:pt x="109595" y="127931"/>
                  <a:pt x="112002" y="123037"/>
                  <a:pt x="114768" y="115390"/>
                </a:cubicBezTo>
                <a:lnTo>
                  <a:pt x="116996" y="109467"/>
                </a:lnTo>
                <a:close/>
                <a:moveTo>
                  <a:pt x="192073" y="34571"/>
                </a:moveTo>
                <a:lnTo>
                  <a:pt x="192073" y="44097"/>
                </a:lnTo>
                <a:cubicBezTo>
                  <a:pt x="196017" y="39766"/>
                  <a:pt x="199666" y="36737"/>
                  <a:pt x="203021" y="35010"/>
                </a:cubicBezTo>
                <a:cubicBezTo>
                  <a:pt x="206375" y="33283"/>
                  <a:pt x="210050" y="32420"/>
                  <a:pt x="214045" y="32420"/>
                </a:cubicBezTo>
                <a:cubicBezTo>
                  <a:pt x="218655" y="32420"/>
                  <a:pt x="222521" y="33502"/>
                  <a:pt x="225646" y="35666"/>
                </a:cubicBezTo>
                <a:cubicBezTo>
                  <a:pt x="228770" y="37829"/>
                  <a:pt x="231177" y="41127"/>
                  <a:pt x="232867" y="45557"/>
                </a:cubicBezTo>
                <a:cubicBezTo>
                  <a:pt x="236964" y="40920"/>
                  <a:pt x="240895" y="37572"/>
                  <a:pt x="244659" y="35512"/>
                </a:cubicBezTo>
                <a:cubicBezTo>
                  <a:pt x="248424" y="33451"/>
                  <a:pt x="252355" y="32420"/>
                  <a:pt x="256452" y="32420"/>
                </a:cubicBezTo>
                <a:cubicBezTo>
                  <a:pt x="261420" y="32420"/>
                  <a:pt x="265376" y="33561"/>
                  <a:pt x="268321" y="35843"/>
                </a:cubicBezTo>
                <a:cubicBezTo>
                  <a:pt x="271266" y="38126"/>
                  <a:pt x="273315" y="41023"/>
                  <a:pt x="274467" y="44536"/>
                </a:cubicBezTo>
                <a:cubicBezTo>
                  <a:pt x="275620" y="48050"/>
                  <a:pt x="276196" y="53652"/>
                  <a:pt x="276196" y="61344"/>
                </a:cubicBezTo>
                <a:lnTo>
                  <a:pt x="276196" y="90806"/>
                </a:lnTo>
                <a:cubicBezTo>
                  <a:pt x="276196" y="96338"/>
                  <a:pt x="276695" y="99769"/>
                  <a:pt x="277694" y="101101"/>
                </a:cubicBezTo>
                <a:cubicBezTo>
                  <a:pt x="278693" y="102432"/>
                  <a:pt x="280780" y="103303"/>
                  <a:pt x="283955" y="103713"/>
                </a:cubicBezTo>
                <a:lnTo>
                  <a:pt x="283955" y="106478"/>
                </a:lnTo>
                <a:lnTo>
                  <a:pt x="246849" y="106478"/>
                </a:lnTo>
                <a:lnTo>
                  <a:pt x="246849" y="103713"/>
                </a:lnTo>
                <a:cubicBezTo>
                  <a:pt x="249768" y="103457"/>
                  <a:pt x="251919" y="102330"/>
                  <a:pt x="253302" y="100332"/>
                </a:cubicBezTo>
                <a:cubicBezTo>
                  <a:pt x="254224" y="98950"/>
                  <a:pt x="254685" y="95774"/>
                  <a:pt x="254685" y="90806"/>
                </a:cubicBezTo>
                <a:lnTo>
                  <a:pt x="254685" y="59923"/>
                </a:lnTo>
                <a:cubicBezTo>
                  <a:pt x="254685" y="53521"/>
                  <a:pt x="254429" y="49449"/>
                  <a:pt x="253917" y="47708"/>
                </a:cubicBezTo>
                <a:cubicBezTo>
                  <a:pt x="253405" y="45966"/>
                  <a:pt x="252598" y="44673"/>
                  <a:pt x="251497" y="43828"/>
                </a:cubicBezTo>
                <a:cubicBezTo>
                  <a:pt x="250396" y="42983"/>
                  <a:pt x="249102" y="42561"/>
                  <a:pt x="247617" y="42561"/>
                </a:cubicBezTo>
                <a:cubicBezTo>
                  <a:pt x="245415" y="42561"/>
                  <a:pt x="243187" y="43367"/>
                  <a:pt x="240934" y="44981"/>
                </a:cubicBezTo>
                <a:cubicBezTo>
                  <a:pt x="238680" y="46594"/>
                  <a:pt x="236401" y="49014"/>
                  <a:pt x="234096" y="52240"/>
                </a:cubicBezTo>
                <a:lnTo>
                  <a:pt x="234096" y="90806"/>
                </a:lnTo>
                <a:cubicBezTo>
                  <a:pt x="234096" y="95979"/>
                  <a:pt x="234532" y="99231"/>
                  <a:pt x="235402" y="100563"/>
                </a:cubicBezTo>
                <a:cubicBezTo>
                  <a:pt x="236580" y="102458"/>
                  <a:pt x="238834" y="103508"/>
                  <a:pt x="242163" y="103713"/>
                </a:cubicBezTo>
                <a:lnTo>
                  <a:pt x="242163" y="106478"/>
                </a:lnTo>
                <a:lnTo>
                  <a:pt x="204980" y="106478"/>
                </a:lnTo>
                <a:lnTo>
                  <a:pt x="204980" y="103713"/>
                </a:lnTo>
                <a:cubicBezTo>
                  <a:pt x="206977" y="103610"/>
                  <a:pt x="208552" y="103111"/>
                  <a:pt x="209704" y="102215"/>
                </a:cubicBezTo>
                <a:cubicBezTo>
                  <a:pt x="210857" y="101318"/>
                  <a:pt x="211625" y="100243"/>
                  <a:pt x="212009" y="98988"/>
                </a:cubicBezTo>
                <a:cubicBezTo>
                  <a:pt x="212393" y="97733"/>
                  <a:pt x="212585" y="95006"/>
                  <a:pt x="212585" y="90806"/>
                </a:cubicBezTo>
                <a:lnTo>
                  <a:pt x="212585" y="59875"/>
                </a:lnTo>
                <a:cubicBezTo>
                  <a:pt x="212585" y="53359"/>
                  <a:pt x="212329" y="49281"/>
                  <a:pt x="211817" y="47641"/>
                </a:cubicBezTo>
                <a:cubicBezTo>
                  <a:pt x="211305" y="45998"/>
                  <a:pt x="210447" y="44716"/>
                  <a:pt x="209244" y="43792"/>
                </a:cubicBezTo>
                <a:cubicBezTo>
                  <a:pt x="208040" y="42869"/>
                  <a:pt x="206747" y="42407"/>
                  <a:pt x="205364" y="42407"/>
                </a:cubicBezTo>
                <a:cubicBezTo>
                  <a:pt x="203315" y="42407"/>
                  <a:pt x="201446" y="42949"/>
                  <a:pt x="199756" y="44032"/>
                </a:cubicBezTo>
                <a:cubicBezTo>
                  <a:pt x="197349" y="45633"/>
                  <a:pt x="194788" y="48369"/>
                  <a:pt x="192073" y="52240"/>
                </a:cubicBezTo>
                <a:lnTo>
                  <a:pt x="192073" y="90806"/>
                </a:lnTo>
                <a:cubicBezTo>
                  <a:pt x="192073" y="95877"/>
                  <a:pt x="192573" y="99218"/>
                  <a:pt x="193571" y="100832"/>
                </a:cubicBezTo>
                <a:cubicBezTo>
                  <a:pt x="194570" y="102445"/>
                  <a:pt x="196657" y="103405"/>
                  <a:pt x="199833" y="103713"/>
                </a:cubicBezTo>
                <a:lnTo>
                  <a:pt x="199833" y="106478"/>
                </a:lnTo>
                <a:lnTo>
                  <a:pt x="162803" y="106478"/>
                </a:lnTo>
                <a:lnTo>
                  <a:pt x="162803" y="103713"/>
                </a:lnTo>
                <a:cubicBezTo>
                  <a:pt x="165825" y="103405"/>
                  <a:pt x="167976" y="102432"/>
                  <a:pt x="169257" y="100793"/>
                </a:cubicBezTo>
                <a:cubicBezTo>
                  <a:pt x="170127" y="99667"/>
                  <a:pt x="170563" y="96338"/>
                  <a:pt x="170563" y="90806"/>
                </a:cubicBezTo>
                <a:lnTo>
                  <a:pt x="170563" y="50243"/>
                </a:lnTo>
                <a:cubicBezTo>
                  <a:pt x="170563" y="44748"/>
                  <a:pt x="170063" y="41327"/>
                  <a:pt x="169065" y="39980"/>
                </a:cubicBezTo>
                <a:cubicBezTo>
                  <a:pt x="168066" y="38632"/>
                  <a:pt x="165979" y="37751"/>
                  <a:pt x="162803" y="37337"/>
                </a:cubicBezTo>
                <a:lnTo>
                  <a:pt x="162803" y="34571"/>
                </a:lnTo>
                <a:lnTo>
                  <a:pt x="192073" y="34571"/>
                </a:lnTo>
                <a:close/>
                <a:moveTo>
                  <a:pt x="320382" y="99180"/>
                </a:moveTo>
                <a:lnTo>
                  <a:pt x="320382" y="125838"/>
                </a:lnTo>
                <a:cubicBezTo>
                  <a:pt x="320382" y="129575"/>
                  <a:pt x="320676" y="132118"/>
                  <a:pt x="321265" y="133468"/>
                </a:cubicBezTo>
                <a:cubicBezTo>
                  <a:pt x="321854" y="134818"/>
                  <a:pt x="322763" y="135805"/>
                  <a:pt x="323993" y="136428"/>
                </a:cubicBezTo>
                <a:cubicBezTo>
                  <a:pt x="325222" y="137050"/>
                  <a:pt x="327629" y="137362"/>
                  <a:pt x="331214" y="137362"/>
                </a:cubicBezTo>
                <a:lnTo>
                  <a:pt x="331214" y="140127"/>
                </a:lnTo>
                <a:lnTo>
                  <a:pt x="290267" y="140127"/>
                </a:lnTo>
                <a:lnTo>
                  <a:pt x="290267" y="137362"/>
                </a:lnTo>
                <a:cubicBezTo>
                  <a:pt x="293442" y="137258"/>
                  <a:pt x="295798" y="136349"/>
                  <a:pt x="297335" y="134637"/>
                </a:cubicBezTo>
                <a:cubicBezTo>
                  <a:pt x="298359" y="133444"/>
                  <a:pt x="298871" y="130358"/>
                  <a:pt x="298871" y="125377"/>
                </a:cubicBezTo>
                <a:lnTo>
                  <a:pt x="298871" y="49628"/>
                </a:lnTo>
                <a:cubicBezTo>
                  <a:pt x="298871" y="44494"/>
                  <a:pt x="298282" y="41214"/>
                  <a:pt x="297104" y="39788"/>
                </a:cubicBezTo>
                <a:cubicBezTo>
                  <a:pt x="295926" y="38362"/>
                  <a:pt x="293647" y="37545"/>
                  <a:pt x="290267" y="37337"/>
                </a:cubicBezTo>
                <a:lnTo>
                  <a:pt x="290267" y="34571"/>
                </a:lnTo>
                <a:lnTo>
                  <a:pt x="320382" y="34571"/>
                </a:lnTo>
                <a:lnTo>
                  <a:pt x="320382" y="44020"/>
                </a:lnTo>
                <a:cubicBezTo>
                  <a:pt x="322892" y="40333"/>
                  <a:pt x="325452" y="37669"/>
                  <a:pt x="328064" y="36031"/>
                </a:cubicBezTo>
                <a:cubicBezTo>
                  <a:pt x="331803" y="33623"/>
                  <a:pt x="335875" y="32420"/>
                  <a:pt x="340279" y="32420"/>
                </a:cubicBezTo>
                <a:cubicBezTo>
                  <a:pt x="345555" y="32420"/>
                  <a:pt x="350356" y="34086"/>
                  <a:pt x="354684" y="37418"/>
                </a:cubicBezTo>
                <a:cubicBezTo>
                  <a:pt x="359012" y="40750"/>
                  <a:pt x="362302" y="45352"/>
                  <a:pt x="364556" y="51223"/>
                </a:cubicBezTo>
                <a:cubicBezTo>
                  <a:pt x="366809" y="57093"/>
                  <a:pt x="367936" y="63412"/>
                  <a:pt x="367936" y="70179"/>
                </a:cubicBezTo>
                <a:cubicBezTo>
                  <a:pt x="367936" y="77458"/>
                  <a:pt x="366771" y="84110"/>
                  <a:pt x="364441" y="90134"/>
                </a:cubicBezTo>
                <a:cubicBezTo>
                  <a:pt x="362110" y="96158"/>
                  <a:pt x="358730" y="100747"/>
                  <a:pt x="354300" y="103900"/>
                </a:cubicBezTo>
                <a:cubicBezTo>
                  <a:pt x="349870" y="107053"/>
                  <a:pt x="344940" y="108629"/>
                  <a:pt x="339511" y="108629"/>
                </a:cubicBezTo>
                <a:cubicBezTo>
                  <a:pt x="335567" y="108629"/>
                  <a:pt x="331880" y="107759"/>
                  <a:pt x="328448" y="106017"/>
                </a:cubicBezTo>
                <a:cubicBezTo>
                  <a:pt x="325888" y="104686"/>
                  <a:pt x="323199" y="102407"/>
                  <a:pt x="320382" y="99180"/>
                </a:cubicBezTo>
                <a:moveTo>
                  <a:pt x="320382" y="91409"/>
                </a:moveTo>
                <a:cubicBezTo>
                  <a:pt x="324787" y="97665"/>
                  <a:pt x="329498" y="100793"/>
                  <a:pt x="334518" y="100793"/>
                </a:cubicBezTo>
                <a:cubicBezTo>
                  <a:pt x="337283" y="100793"/>
                  <a:pt x="339562" y="99332"/>
                  <a:pt x="341355" y="96410"/>
                </a:cubicBezTo>
                <a:cubicBezTo>
                  <a:pt x="344018" y="92101"/>
                  <a:pt x="345350" y="83895"/>
                  <a:pt x="345350" y="71792"/>
                </a:cubicBezTo>
                <a:cubicBezTo>
                  <a:pt x="345350" y="59382"/>
                  <a:pt x="343890" y="50894"/>
                  <a:pt x="340971" y="46330"/>
                </a:cubicBezTo>
                <a:cubicBezTo>
                  <a:pt x="339025" y="43305"/>
                  <a:pt x="336413" y="41792"/>
                  <a:pt x="333135" y="41792"/>
                </a:cubicBezTo>
                <a:cubicBezTo>
                  <a:pt x="327962" y="41792"/>
                  <a:pt x="323711" y="45536"/>
                  <a:pt x="320382" y="53023"/>
                </a:cubicBezTo>
                <a:lnTo>
                  <a:pt x="320382" y="91409"/>
                </a:lnTo>
                <a:close/>
                <a:moveTo>
                  <a:pt x="407954" y="8143"/>
                </a:moveTo>
                <a:lnTo>
                  <a:pt x="407954" y="34571"/>
                </a:lnTo>
                <a:lnTo>
                  <a:pt x="425009" y="34571"/>
                </a:lnTo>
                <a:lnTo>
                  <a:pt x="425009" y="42100"/>
                </a:lnTo>
                <a:lnTo>
                  <a:pt x="407954" y="42100"/>
                </a:lnTo>
                <a:lnTo>
                  <a:pt x="407954" y="86547"/>
                </a:lnTo>
                <a:cubicBezTo>
                  <a:pt x="407954" y="90707"/>
                  <a:pt x="408146" y="93390"/>
                  <a:pt x="408530" y="94597"/>
                </a:cubicBezTo>
                <a:cubicBezTo>
                  <a:pt x="408914" y="95804"/>
                  <a:pt x="409593" y="96780"/>
                  <a:pt x="410566" y="97526"/>
                </a:cubicBezTo>
                <a:cubicBezTo>
                  <a:pt x="411539" y="98270"/>
                  <a:pt x="412436" y="98642"/>
                  <a:pt x="413255" y="98642"/>
                </a:cubicBezTo>
                <a:cubicBezTo>
                  <a:pt x="416584" y="98642"/>
                  <a:pt x="419734" y="96081"/>
                  <a:pt x="422704" y="90960"/>
                </a:cubicBezTo>
                <a:lnTo>
                  <a:pt x="425009" y="92667"/>
                </a:lnTo>
                <a:cubicBezTo>
                  <a:pt x="420861" y="102591"/>
                  <a:pt x="414126" y="107554"/>
                  <a:pt x="404804" y="107554"/>
                </a:cubicBezTo>
                <a:cubicBezTo>
                  <a:pt x="400246" y="107554"/>
                  <a:pt x="396392" y="106282"/>
                  <a:pt x="393242" y="103739"/>
                </a:cubicBezTo>
                <a:cubicBezTo>
                  <a:pt x="390093" y="101194"/>
                  <a:pt x="388082" y="98354"/>
                  <a:pt x="387212" y="95219"/>
                </a:cubicBezTo>
                <a:cubicBezTo>
                  <a:pt x="386700" y="93471"/>
                  <a:pt x="386443" y="88742"/>
                  <a:pt x="386443" y="81033"/>
                </a:cubicBezTo>
                <a:lnTo>
                  <a:pt x="386443" y="42100"/>
                </a:lnTo>
                <a:lnTo>
                  <a:pt x="377071" y="42100"/>
                </a:lnTo>
                <a:lnTo>
                  <a:pt x="377071" y="39404"/>
                </a:lnTo>
                <a:cubicBezTo>
                  <a:pt x="383524" y="34836"/>
                  <a:pt x="389017" y="30037"/>
                  <a:pt x="393550" y="25006"/>
                </a:cubicBezTo>
                <a:cubicBezTo>
                  <a:pt x="398082" y="19976"/>
                  <a:pt x="402039" y="14355"/>
                  <a:pt x="405419" y="8143"/>
                </a:cubicBezTo>
                <a:lnTo>
                  <a:pt x="407954" y="8143"/>
                </a:lnTo>
                <a:close/>
                <a:moveTo>
                  <a:pt x="465441" y="32420"/>
                </a:moveTo>
                <a:cubicBezTo>
                  <a:pt x="471690" y="32420"/>
                  <a:pt x="477503" y="34035"/>
                  <a:pt x="482880" y="37265"/>
                </a:cubicBezTo>
                <a:cubicBezTo>
                  <a:pt x="488258" y="40494"/>
                  <a:pt x="492343" y="45083"/>
                  <a:pt x="495134" y="51030"/>
                </a:cubicBezTo>
                <a:cubicBezTo>
                  <a:pt x="497925" y="56978"/>
                  <a:pt x="499321" y="63489"/>
                  <a:pt x="499321" y="70563"/>
                </a:cubicBezTo>
                <a:cubicBezTo>
                  <a:pt x="499321" y="80765"/>
                  <a:pt x="496734" y="89301"/>
                  <a:pt x="491561" y="96172"/>
                </a:cubicBezTo>
                <a:cubicBezTo>
                  <a:pt x="485313" y="104477"/>
                  <a:pt x="476683" y="108629"/>
                  <a:pt x="465672" y="108629"/>
                </a:cubicBezTo>
                <a:cubicBezTo>
                  <a:pt x="454865" y="108629"/>
                  <a:pt x="446543" y="104835"/>
                  <a:pt x="440704" y="97247"/>
                </a:cubicBezTo>
                <a:cubicBezTo>
                  <a:pt x="434865" y="89659"/>
                  <a:pt x="431946" y="80867"/>
                  <a:pt x="431946" y="70870"/>
                </a:cubicBezTo>
                <a:cubicBezTo>
                  <a:pt x="431946" y="60566"/>
                  <a:pt x="434929" y="51582"/>
                  <a:pt x="440896" y="43917"/>
                </a:cubicBezTo>
                <a:cubicBezTo>
                  <a:pt x="446863" y="36252"/>
                  <a:pt x="455044" y="32420"/>
                  <a:pt x="465441" y="32420"/>
                </a:cubicBezTo>
                <a:moveTo>
                  <a:pt x="465749" y="37797"/>
                </a:moveTo>
                <a:cubicBezTo>
                  <a:pt x="463137" y="37797"/>
                  <a:pt x="460896" y="38785"/>
                  <a:pt x="459026" y="40760"/>
                </a:cubicBezTo>
                <a:cubicBezTo>
                  <a:pt x="457157" y="42733"/>
                  <a:pt x="455928" y="46630"/>
                  <a:pt x="455339" y="52449"/>
                </a:cubicBezTo>
                <a:cubicBezTo>
                  <a:pt x="454750" y="58269"/>
                  <a:pt x="454455" y="66358"/>
                  <a:pt x="454455" y="76716"/>
                </a:cubicBezTo>
                <a:cubicBezTo>
                  <a:pt x="454455" y="82203"/>
                  <a:pt x="454814" y="87331"/>
                  <a:pt x="455531" y="92100"/>
                </a:cubicBezTo>
                <a:cubicBezTo>
                  <a:pt x="456094" y="95740"/>
                  <a:pt x="457298" y="98509"/>
                  <a:pt x="459142" y="100407"/>
                </a:cubicBezTo>
                <a:cubicBezTo>
                  <a:pt x="460985" y="102303"/>
                  <a:pt x="463085" y="103252"/>
                  <a:pt x="465441" y="103252"/>
                </a:cubicBezTo>
                <a:cubicBezTo>
                  <a:pt x="467746" y="103252"/>
                  <a:pt x="469667" y="102611"/>
                  <a:pt x="471203" y="101329"/>
                </a:cubicBezTo>
                <a:cubicBezTo>
                  <a:pt x="473200" y="99586"/>
                  <a:pt x="474532" y="97150"/>
                  <a:pt x="475198" y="94021"/>
                </a:cubicBezTo>
                <a:cubicBezTo>
                  <a:pt x="476222" y="89150"/>
                  <a:pt x="476734" y="79306"/>
                  <a:pt x="476734" y="64487"/>
                </a:cubicBezTo>
                <a:cubicBezTo>
                  <a:pt x="476734" y="55770"/>
                  <a:pt x="476248" y="49784"/>
                  <a:pt x="475275" y="46529"/>
                </a:cubicBezTo>
                <a:cubicBezTo>
                  <a:pt x="474302" y="43272"/>
                  <a:pt x="472868" y="40900"/>
                  <a:pt x="470973" y="39413"/>
                </a:cubicBezTo>
                <a:cubicBezTo>
                  <a:pt x="469641" y="38336"/>
                  <a:pt x="467900" y="37797"/>
                  <a:pt x="465749" y="37797"/>
                </a:cubicBezTo>
                <a:close/>
                <a:moveTo>
                  <a:pt x="539597" y="34571"/>
                </a:moveTo>
                <a:lnTo>
                  <a:pt x="539597" y="44097"/>
                </a:lnTo>
                <a:cubicBezTo>
                  <a:pt x="543540" y="39766"/>
                  <a:pt x="547190" y="36737"/>
                  <a:pt x="550544" y="35010"/>
                </a:cubicBezTo>
                <a:cubicBezTo>
                  <a:pt x="553899" y="33283"/>
                  <a:pt x="557574" y="32420"/>
                  <a:pt x="561568" y="32420"/>
                </a:cubicBezTo>
                <a:cubicBezTo>
                  <a:pt x="566178" y="32420"/>
                  <a:pt x="570045" y="33502"/>
                  <a:pt x="573169" y="35666"/>
                </a:cubicBezTo>
                <a:cubicBezTo>
                  <a:pt x="576293" y="37829"/>
                  <a:pt x="578700" y="41127"/>
                  <a:pt x="580390" y="45557"/>
                </a:cubicBezTo>
                <a:cubicBezTo>
                  <a:pt x="584488" y="40920"/>
                  <a:pt x="588419" y="37572"/>
                  <a:pt x="592183" y="35512"/>
                </a:cubicBezTo>
                <a:cubicBezTo>
                  <a:pt x="595947" y="33451"/>
                  <a:pt x="599878" y="32420"/>
                  <a:pt x="603975" y="32420"/>
                </a:cubicBezTo>
                <a:cubicBezTo>
                  <a:pt x="608943" y="32420"/>
                  <a:pt x="612900" y="33561"/>
                  <a:pt x="615845" y="35843"/>
                </a:cubicBezTo>
                <a:cubicBezTo>
                  <a:pt x="618790" y="38126"/>
                  <a:pt x="620838" y="41023"/>
                  <a:pt x="621991" y="44536"/>
                </a:cubicBezTo>
                <a:cubicBezTo>
                  <a:pt x="623143" y="48050"/>
                  <a:pt x="623719" y="53652"/>
                  <a:pt x="623719" y="61344"/>
                </a:cubicBezTo>
                <a:lnTo>
                  <a:pt x="623719" y="90806"/>
                </a:lnTo>
                <a:cubicBezTo>
                  <a:pt x="623719" y="96338"/>
                  <a:pt x="624219" y="99769"/>
                  <a:pt x="625217" y="101101"/>
                </a:cubicBezTo>
                <a:cubicBezTo>
                  <a:pt x="626216" y="102432"/>
                  <a:pt x="628303" y="103303"/>
                  <a:pt x="631478" y="103713"/>
                </a:cubicBezTo>
                <a:lnTo>
                  <a:pt x="631478" y="106478"/>
                </a:lnTo>
                <a:lnTo>
                  <a:pt x="594372" y="106478"/>
                </a:lnTo>
                <a:lnTo>
                  <a:pt x="594372" y="103713"/>
                </a:lnTo>
                <a:cubicBezTo>
                  <a:pt x="597292" y="103457"/>
                  <a:pt x="599443" y="102330"/>
                  <a:pt x="600826" y="100332"/>
                </a:cubicBezTo>
                <a:cubicBezTo>
                  <a:pt x="601748" y="98950"/>
                  <a:pt x="602208" y="95774"/>
                  <a:pt x="602208" y="90806"/>
                </a:cubicBezTo>
                <a:lnTo>
                  <a:pt x="602208" y="59923"/>
                </a:lnTo>
                <a:cubicBezTo>
                  <a:pt x="602208" y="53521"/>
                  <a:pt x="601952" y="49449"/>
                  <a:pt x="601440" y="47708"/>
                </a:cubicBezTo>
                <a:cubicBezTo>
                  <a:pt x="600928" y="45966"/>
                  <a:pt x="600121" y="44673"/>
                  <a:pt x="599020" y="43828"/>
                </a:cubicBezTo>
                <a:cubicBezTo>
                  <a:pt x="597919" y="42983"/>
                  <a:pt x="596626" y="42561"/>
                  <a:pt x="595141" y="42561"/>
                </a:cubicBezTo>
                <a:cubicBezTo>
                  <a:pt x="592938" y="42561"/>
                  <a:pt x="590710" y="43367"/>
                  <a:pt x="588457" y="44981"/>
                </a:cubicBezTo>
                <a:cubicBezTo>
                  <a:pt x="586203" y="46594"/>
                  <a:pt x="583924" y="49014"/>
                  <a:pt x="581620" y="52240"/>
                </a:cubicBezTo>
                <a:lnTo>
                  <a:pt x="581620" y="90806"/>
                </a:lnTo>
                <a:cubicBezTo>
                  <a:pt x="581620" y="95979"/>
                  <a:pt x="582055" y="99231"/>
                  <a:pt x="582926" y="100563"/>
                </a:cubicBezTo>
                <a:cubicBezTo>
                  <a:pt x="584104" y="102458"/>
                  <a:pt x="586357" y="103508"/>
                  <a:pt x="589686" y="103713"/>
                </a:cubicBezTo>
                <a:lnTo>
                  <a:pt x="589686" y="106478"/>
                </a:lnTo>
                <a:lnTo>
                  <a:pt x="552503" y="106478"/>
                </a:lnTo>
                <a:lnTo>
                  <a:pt x="552503" y="103713"/>
                </a:lnTo>
                <a:cubicBezTo>
                  <a:pt x="554501" y="103610"/>
                  <a:pt x="556076" y="103111"/>
                  <a:pt x="557228" y="102215"/>
                </a:cubicBezTo>
                <a:cubicBezTo>
                  <a:pt x="558380" y="101318"/>
                  <a:pt x="559149" y="100243"/>
                  <a:pt x="559533" y="98988"/>
                </a:cubicBezTo>
                <a:cubicBezTo>
                  <a:pt x="559917" y="97733"/>
                  <a:pt x="560109" y="95006"/>
                  <a:pt x="560109" y="90806"/>
                </a:cubicBezTo>
                <a:lnTo>
                  <a:pt x="560109" y="59875"/>
                </a:lnTo>
                <a:cubicBezTo>
                  <a:pt x="560109" y="53359"/>
                  <a:pt x="559853" y="49281"/>
                  <a:pt x="559341" y="47641"/>
                </a:cubicBezTo>
                <a:cubicBezTo>
                  <a:pt x="558828" y="45998"/>
                  <a:pt x="557971" y="44716"/>
                  <a:pt x="556767" y="43792"/>
                </a:cubicBezTo>
                <a:cubicBezTo>
                  <a:pt x="555563" y="42869"/>
                  <a:pt x="554270" y="42407"/>
                  <a:pt x="552887" y="42407"/>
                </a:cubicBezTo>
                <a:cubicBezTo>
                  <a:pt x="550839" y="42407"/>
                  <a:pt x="548969" y="42949"/>
                  <a:pt x="547279" y="44032"/>
                </a:cubicBezTo>
                <a:cubicBezTo>
                  <a:pt x="544872" y="45633"/>
                  <a:pt x="542311" y="48369"/>
                  <a:pt x="539597" y="52240"/>
                </a:cubicBezTo>
                <a:lnTo>
                  <a:pt x="539597" y="90806"/>
                </a:lnTo>
                <a:cubicBezTo>
                  <a:pt x="539597" y="95877"/>
                  <a:pt x="540096" y="99218"/>
                  <a:pt x="541095" y="100832"/>
                </a:cubicBezTo>
                <a:cubicBezTo>
                  <a:pt x="542094" y="102445"/>
                  <a:pt x="544181" y="103405"/>
                  <a:pt x="547356" y="103713"/>
                </a:cubicBezTo>
                <a:lnTo>
                  <a:pt x="547356" y="106478"/>
                </a:lnTo>
                <a:lnTo>
                  <a:pt x="510327" y="106478"/>
                </a:lnTo>
                <a:lnTo>
                  <a:pt x="510327" y="103713"/>
                </a:lnTo>
                <a:cubicBezTo>
                  <a:pt x="513349" y="103405"/>
                  <a:pt x="515500" y="102432"/>
                  <a:pt x="516780" y="100793"/>
                </a:cubicBezTo>
                <a:cubicBezTo>
                  <a:pt x="517651" y="99667"/>
                  <a:pt x="518086" y="96338"/>
                  <a:pt x="518086" y="90806"/>
                </a:cubicBezTo>
                <a:lnTo>
                  <a:pt x="518086" y="50243"/>
                </a:lnTo>
                <a:cubicBezTo>
                  <a:pt x="518086" y="44748"/>
                  <a:pt x="517587" y="41327"/>
                  <a:pt x="516588" y="39980"/>
                </a:cubicBezTo>
                <a:cubicBezTo>
                  <a:pt x="515589" y="38632"/>
                  <a:pt x="513502" y="37751"/>
                  <a:pt x="510327" y="37337"/>
                </a:cubicBezTo>
                <a:lnTo>
                  <a:pt x="510327" y="34571"/>
                </a:lnTo>
                <a:lnTo>
                  <a:pt x="539597" y="34571"/>
                </a:lnTo>
                <a:close/>
                <a:moveTo>
                  <a:pt x="711566" y="108629"/>
                </a:moveTo>
                <a:lnTo>
                  <a:pt x="687366" y="52898"/>
                </a:lnTo>
                <a:cubicBezTo>
                  <a:pt x="684447" y="46136"/>
                  <a:pt x="682168" y="41852"/>
                  <a:pt x="680529" y="40047"/>
                </a:cubicBezTo>
                <a:cubicBezTo>
                  <a:pt x="679351" y="38704"/>
                  <a:pt x="677609" y="37801"/>
                  <a:pt x="675305" y="37337"/>
                </a:cubicBezTo>
                <a:lnTo>
                  <a:pt x="675305" y="34571"/>
                </a:lnTo>
                <a:lnTo>
                  <a:pt x="713486" y="34571"/>
                </a:lnTo>
                <a:lnTo>
                  <a:pt x="713486" y="37337"/>
                </a:lnTo>
                <a:cubicBezTo>
                  <a:pt x="711079" y="37337"/>
                  <a:pt x="709440" y="37774"/>
                  <a:pt x="708570" y="38650"/>
                </a:cubicBezTo>
                <a:cubicBezTo>
                  <a:pt x="707340" y="39785"/>
                  <a:pt x="706726" y="41124"/>
                  <a:pt x="706726" y="42669"/>
                </a:cubicBezTo>
                <a:cubicBezTo>
                  <a:pt x="706726" y="44575"/>
                  <a:pt x="707853" y="48156"/>
                  <a:pt x="710106" y="53412"/>
                </a:cubicBezTo>
                <a:lnTo>
                  <a:pt x="721937" y="80406"/>
                </a:lnTo>
                <a:lnTo>
                  <a:pt x="731386" y="57104"/>
                </a:lnTo>
                <a:cubicBezTo>
                  <a:pt x="734101" y="50413"/>
                  <a:pt x="735458" y="45677"/>
                  <a:pt x="735458" y="42897"/>
                </a:cubicBezTo>
                <a:cubicBezTo>
                  <a:pt x="735458" y="41301"/>
                  <a:pt x="734882" y="40001"/>
                  <a:pt x="733729" y="38998"/>
                </a:cubicBezTo>
                <a:cubicBezTo>
                  <a:pt x="732577" y="37993"/>
                  <a:pt x="730541" y="37439"/>
                  <a:pt x="727622" y="37337"/>
                </a:cubicBezTo>
                <a:lnTo>
                  <a:pt x="727622" y="34571"/>
                </a:lnTo>
                <a:lnTo>
                  <a:pt x="751130" y="34571"/>
                </a:lnTo>
                <a:lnTo>
                  <a:pt x="751130" y="37337"/>
                </a:lnTo>
                <a:cubicBezTo>
                  <a:pt x="748877" y="37645"/>
                  <a:pt x="747033" y="38495"/>
                  <a:pt x="745599" y="39884"/>
                </a:cubicBezTo>
                <a:cubicBezTo>
                  <a:pt x="744165" y="41273"/>
                  <a:pt x="742014" y="45363"/>
                  <a:pt x="739146" y="52154"/>
                </a:cubicBezTo>
                <a:lnTo>
                  <a:pt x="715176" y="108629"/>
                </a:lnTo>
                <a:lnTo>
                  <a:pt x="711566" y="108629"/>
                </a:lnTo>
                <a:close/>
                <a:moveTo>
                  <a:pt x="818218" y="67913"/>
                </a:moveTo>
                <a:lnTo>
                  <a:pt x="778808" y="67913"/>
                </a:lnTo>
                <a:cubicBezTo>
                  <a:pt x="779269" y="77464"/>
                  <a:pt x="781804" y="85013"/>
                  <a:pt x="786413" y="90559"/>
                </a:cubicBezTo>
                <a:cubicBezTo>
                  <a:pt x="789947" y="94821"/>
                  <a:pt x="794198" y="96952"/>
                  <a:pt x="799166" y="96952"/>
                </a:cubicBezTo>
                <a:cubicBezTo>
                  <a:pt x="802239" y="96952"/>
                  <a:pt x="805030" y="96094"/>
                  <a:pt x="807540" y="94378"/>
                </a:cubicBezTo>
                <a:cubicBezTo>
                  <a:pt x="810049" y="92663"/>
                  <a:pt x="812738" y="89577"/>
                  <a:pt x="815606" y="85121"/>
                </a:cubicBezTo>
                <a:lnTo>
                  <a:pt x="818218" y="86811"/>
                </a:lnTo>
                <a:cubicBezTo>
                  <a:pt x="814326" y="94750"/>
                  <a:pt x="810024" y="100371"/>
                  <a:pt x="805312" y="103674"/>
                </a:cubicBezTo>
                <a:cubicBezTo>
                  <a:pt x="800600" y="106978"/>
                  <a:pt x="795146" y="108629"/>
                  <a:pt x="788948" y="108629"/>
                </a:cubicBezTo>
                <a:cubicBezTo>
                  <a:pt x="778295" y="108629"/>
                  <a:pt x="770229" y="104528"/>
                  <a:pt x="764749" y="96325"/>
                </a:cubicBezTo>
                <a:cubicBezTo>
                  <a:pt x="760344" y="89712"/>
                  <a:pt x="758142" y="81510"/>
                  <a:pt x="758142" y="71718"/>
                </a:cubicBezTo>
                <a:cubicBezTo>
                  <a:pt x="758142" y="59720"/>
                  <a:pt x="761381" y="50172"/>
                  <a:pt x="767860" y="43072"/>
                </a:cubicBezTo>
                <a:cubicBezTo>
                  <a:pt x="774339" y="35971"/>
                  <a:pt x="781932" y="32420"/>
                  <a:pt x="790639" y="32420"/>
                </a:cubicBezTo>
                <a:cubicBezTo>
                  <a:pt x="797911" y="32420"/>
                  <a:pt x="804224" y="35403"/>
                  <a:pt x="809576" y="41370"/>
                </a:cubicBezTo>
                <a:cubicBezTo>
                  <a:pt x="814928" y="47336"/>
                  <a:pt x="817809" y="56184"/>
                  <a:pt x="818218" y="67913"/>
                </a:cubicBezTo>
                <a:moveTo>
                  <a:pt x="799320" y="62842"/>
                </a:moveTo>
                <a:cubicBezTo>
                  <a:pt x="799320" y="54596"/>
                  <a:pt x="798872" y="48937"/>
                  <a:pt x="797975" y="45864"/>
                </a:cubicBezTo>
                <a:cubicBezTo>
                  <a:pt x="797079" y="42791"/>
                  <a:pt x="795683" y="40461"/>
                  <a:pt x="793788" y="38873"/>
                </a:cubicBezTo>
                <a:cubicBezTo>
                  <a:pt x="792713" y="37951"/>
                  <a:pt x="791279" y="37490"/>
                  <a:pt x="789486" y="37490"/>
                </a:cubicBezTo>
                <a:cubicBezTo>
                  <a:pt x="786823" y="37490"/>
                  <a:pt x="784646" y="38796"/>
                  <a:pt x="782956" y="41408"/>
                </a:cubicBezTo>
                <a:cubicBezTo>
                  <a:pt x="779934" y="45966"/>
                  <a:pt x="778423" y="52215"/>
                  <a:pt x="778423" y="60153"/>
                </a:cubicBezTo>
                <a:lnTo>
                  <a:pt x="778423" y="62842"/>
                </a:lnTo>
                <a:lnTo>
                  <a:pt x="799320" y="62842"/>
                </a:lnTo>
                <a:close/>
                <a:moveTo>
                  <a:pt x="856755" y="34571"/>
                </a:moveTo>
                <a:lnTo>
                  <a:pt x="856755" y="50858"/>
                </a:lnTo>
                <a:cubicBezTo>
                  <a:pt x="861518" y="43431"/>
                  <a:pt x="865692" y="38502"/>
                  <a:pt x="869277" y="36069"/>
                </a:cubicBezTo>
                <a:cubicBezTo>
                  <a:pt x="872862" y="33636"/>
                  <a:pt x="876320" y="32420"/>
                  <a:pt x="879649" y="32420"/>
                </a:cubicBezTo>
                <a:cubicBezTo>
                  <a:pt x="882517" y="32420"/>
                  <a:pt x="884809" y="33306"/>
                  <a:pt x="886524" y="35080"/>
                </a:cubicBezTo>
                <a:cubicBezTo>
                  <a:pt x="888240" y="36853"/>
                  <a:pt x="889098" y="39359"/>
                  <a:pt x="889098" y="42597"/>
                </a:cubicBezTo>
                <a:cubicBezTo>
                  <a:pt x="889098" y="46041"/>
                  <a:pt x="888266" y="48715"/>
                  <a:pt x="886601" y="50618"/>
                </a:cubicBezTo>
                <a:cubicBezTo>
                  <a:pt x="884937" y="52519"/>
                  <a:pt x="882926" y="53470"/>
                  <a:pt x="880570" y="53470"/>
                </a:cubicBezTo>
                <a:cubicBezTo>
                  <a:pt x="877856" y="53470"/>
                  <a:pt x="875500" y="52599"/>
                  <a:pt x="873503" y="50858"/>
                </a:cubicBezTo>
                <a:cubicBezTo>
                  <a:pt x="871505" y="49116"/>
                  <a:pt x="870327" y="48143"/>
                  <a:pt x="869969" y="47938"/>
                </a:cubicBezTo>
                <a:cubicBezTo>
                  <a:pt x="869457" y="47631"/>
                  <a:pt x="868868" y="47477"/>
                  <a:pt x="868202" y="47477"/>
                </a:cubicBezTo>
                <a:cubicBezTo>
                  <a:pt x="866717" y="47477"/>
                  <a:pt x="865308" y="48041"/>
                  <a:pt x="863976" y="49167"/>
                </a:cubicBezTo>
                <a:cubicBezTo>
                  <a:pt x="861877" y="50909"/>
                  <a:pt x="860289" y="53393"/>
                  <a:pt x="859213" y="56619"/>
                </a:cubicBezTo>
                <a:cubicBezTo>
                  <a:pt x="857574" y="61587"/>
                  <a:pt x="856755" y="67067"/>
                  <a:pt x="856755" y="73060"/>
                </a:cubicBezTo>
                <a:lnTo>
                  <a:pt x="856755" y="89577"/>
                </a:lnTo>
                <a:lnTo>
                  <a:pt x="856832" y="93879"/>
                </a:lnTo>
                <a:cubicBezTo>
                  <a:pt x="856832" y="96798"/>
                  <a:pt x="857011" y="98668"/>
                  <a:pt x="857370" y="99487"/>
                </a:cubicBezTo>
                <a:cubicBezTo>
                  <a:pt x="857984" y="100870"/>
                  <a:pt x="858893" y="101882"/>
                  <a:pt x="860097" y="102522"/>
                </a:cubicBezTo>
                <a:cubicBezTo>
                  <a:pt x="861300" y="103162"/>
                  <a:pt x="863336" y="103559"/>
                  <a:pt x="866204" y="103713"/>
                </a:cubicBezTo>
                <a:lnTo>
                  <a:pt x="866204" y="106478"/>
                </a:lnTo>
                <a:lnTo>
                  <a:pt x="827408" y="106478"/>
                </a:lnTo>
                <a:lnTo>
                  <a:pt x="827408" y="103713"/>
                </a:lnTo>
                <a:cubicBezTo>
                  <a:pt x="830532" y="103457"/>
                  <a:pt x="832645" y="102599"/>
                  <a:pt x="833746" y="101139"/>
                </a:cubicBezTo>
                <a:cubicBezTo>
                  <a:pt x="834847" y="99679"/>
                  <a:pt x="835398" y="95825"/>
                  <a:pt x="835398" y="89577"/>
                </a:cubicBezTo>
                <a:lnTo>
                  <a:pt x="835398" y="49782"/>
                </a:lnTo>
                <a:cubicBezTo>
                  <a:pt x="835398" y="45659"/>
                  <a:pt x="835193" y="43031"/>
                  <a:pt x="834783" y="41898"/>
                </a:cubicBezTo>
                <a:cubicBezTo>
                  <a:pt x="834271" y="40454"/>
                  <a:pt x="833528" y="39398"/>
                  <a:pt x="832555" y="38729"/>
                </a:cubicBezTo>
                <a:cubicBezTo>
                  <a:pt x="831582" y="38058"/>
                  <a:pt x="829867" y="37594"/>
                  <a:pt x="827408" y="37337"/>
                </a:cubicBezTo>
                <a:lnTo>
                  <a:pt x="827408" y="34571"/>
                </a:lnTo>
                <a:lnTo>
                  <a:pt x="856755" y="34571"/>
                </a:lnTo>
                <a:close/>
                <a:moveTo>
                  <a:pt x="925023" y="8143"/>
                </a:moveTo>
                <a:lnTo>
                  <a:pt x="925023" y="34571"/>
                </a:lnTo>
                <a:lnTo>
                  <a:pt x="942078" y="34571"/>
                </a:lnTo>
                <a:lnTo>
                  <a:pt x="942078" y="42100"/>
                </a:lnTo>
                <a:lnTo>
                  <a:pt x="925023" y="42100"/>
                </a:lnTo>
                <a:lnTo>
                  <a:pt x="925023" y="86547"/>
                </a:lnTo>
                <a:cubicBezTo>
                  <a:pt x="925023" y="90707"/>
                  <a:pt x="925215" y="93390"/>
                  <a:pt x="925600" y="94597"/>
                </a:cubicBezTo>
                <a:cubicBezTo>
                  <a:pt x="925984" y="95804"/>
                  <a:pt x="926662" y="96780"/>
                  <a:pt x="927635" y="97526"/>
                </a:cubicBezTo>
                <a:cubicBezTo>
                  <a:pt x="928609" y="98270"/>
                  <a:pt x="929505" y="98642"/>
                  <a:pt x="930324" y="98642"/>
                </a:cubicBezTo>
                <a:cubicBezTo>
                  <a:pt x="933653" y="98642"/>
                  <a:pt x="936803" y="96081"/>
                  <a:pt x="939774" y="90960"/>
                </a:cubicBezTo>
                <a:lnTo>
                  <a:pt x="942078" y="92667"/>
                </a:lnTo>
                <a:cubicBezTo>
                  <a:pt x="937930" y="102591"/>
                  <a:pt x="931195" y="107554"/>
                  <a:pt x="921874" y="107554"/>
                </a:cubicBezTo>
                <a:cubicBezTo>
                  <a:pt x="917315" y="107554"/>
                  <a:pt x="913461" y="106282"/>
                  <a:pt x="910312" y="103739"/>
                </a:cubicBezTo>
                <a:cubicBezTo>
                  <a:pt x="907162" y="101194"/>
                  <a:pt x="905152" y="98354"/>
                  <a:pt x="904281" y="95219"/>
                </a:cubicBezTo>
                <a:cubicBezTo>
                  <a:pt x="903769" y="93471"/>
                  <a:pt x="903513" y="88742"/>
                  <a:pt x="903513" y="81033"/>
                </a:cubicBezTo>
                <a:lnTo>
                  <a:pt x="903513" y="42100"/>
                </a:lnTo>
                <a:lnTo>
                  <a:pt x="894140" y="42100"/>
                </a:lnTo>
                <a:lnTo>
                  <a:pt x="894140" y="39404"/>
                </a:lnTo>
                <a:cubicBezTo>
                  <a:pt x="900593" y="34836"/>
                  <a:pt x="906086" y="30037"/>
                  <a:pt x="910619" y="25006"/>
                </a:cubicBezTo>
                <a:cubicBezTo>
                  <a:pt x="915151" y="19976"/>
                  <a:pt x="919108" y="14355"/>
                  <a:pt x="922488" y="8143"/>
                </a:cubicBezTo>
                <a:lnTo>
                  <a:pt x="925023" y="8143"/>
                </a:lnTo>
                <a:close/>
                <a:moveTo>
                  <a:pt x="965916" y="0"/>
                </a:moveTo>
                <a:cubicBezTo>
                  <a:pt x="969245" y="0"/>
                  <a:pt x="972062" y="1169"/>
                  <a:pt x="974367" y="3508"/>
                </a:cubicBezTo>
                <a:cubicBezTo>
                  <a:pt x="976672" y="5844"/>
                  <a:pt x="977824" y="8657"/>
                  <a:pt x="977824" y="11946"/>
                </a:cubicBezTo>
                <a:cubicBezTo>
                  <a:pt x="977824" y="15235"/>
                  <a:pt x="976659" y="18036"/>
                  <a:pt x="974329" y="20349"/>
                </a:cubicBezTo>
                <a:cubicBezTo>
                  <a:pt x="971998" y="22660"/>
                  <a:pt x="969194" y="23815"/>
                  <a:pt x="965916" y="23815"/>
                </a:cubicBezTo>
                <a:cubicBezTo>
                  <a:pt x="962639" y="23815"/>
                  <a:pt x="959847" y="22660"/>
                  <a:pt x="957543" y="20349"/>
                </a:cubicBezTo>
                <a:cubicBezTo>
                  <a:pt x="955238" y="18036"/>
                  <a:pt x="954086" y="15235"/>
                  <a:pt x="954086" y="11946"/>
                </a:cubicBezTo>
                <a:cubicBezTo>
                  <a:pt x="954086" y="8657"/>
                  <a:pt x="955238" y="5844"/>
                  <a:pt x="957543" y="3508"/>
                </a:cubicBezTo>
                <a:cubicBezTo>
                  <a:pt x="959847" y="1169"/>
                  <a:pt x="962639" y="0"/>
                  <a:pt x="965916" y="0"/>
                </a:cubicBezTo>
                <a:moveTo>
                  <a:pt x="976672" y="34571"/>
                </a:moveTo>
                <a:lnTo>
                  <a:pt x="976672" y="91574"/>
                </a:lnTo>
                <a:cubicBezTo>
                  <a:pt x="976672" y="96645"/>
                  <a:pt x="977261" y="99884"/>
                  <a:pt x="978439" y="101293"/>
                </a:cubicBezTo>
                <a:cubicBezTo>
                  <a:pt x="979617" y="102701"/>
                  <a:pt x="981921" y="103508"/>
                  <a:pt x="985353" y="103713"/>
                </a:cubicBezTo>
                <a:lnTo>
                  <a:pt x="985353" y="106478"/>
                </a:lnTo>
                <a:lnTo>
                  <a:pt x="946557" y="106478"/>
                </a:lnTo>
                <a:lnTo>
                  <a:pt x="946557" y="103713"/>
                </a:lnTo>
                <a:cubicBezTo>
                  <a:pt x="949732" y="103610"/>
                  <a:pt x="952088" y="102688"/>
                  <a:pt x="953625" y="100947"/>
                </a:cubicBezTo>
                <a:cubicBezTo>
                  <a:pt x="954649" y="99769"/>
                  <a:pt x="955161" y="96645"/>
                  <a:pt x="955161" y="91574"/>
                </a:cubicBezTo>
                <a:lnTo>
                  <a:pt x="955161" y="49628"/>
                </a:lnTo>
                <a:cubicBezTo>
                  <a:pt x="955161" y="44494"/>
                  <a:pt x="954572" y="41214"/>
                  <a:pt x="953394" y="39788"/>
                </a:cubicBezTo>
                <a:cubicBezTo>
                  <a:pt x="952216" y="38362"/>
                  <a:pt x="949937" y="37545"/>
                  <a:pt x="946557" y="37337"/>
                </a:cubicBezTo>
                <a:lnTo>
                  <a:pt x="946557" y="34571"/>
                </a:lnTo>
                <a:lnTo>
                  <a:pt x="976672" y="34571"/>
                </a:lnTo>
                <a:close/>
                <a:moveTo>
                  <a:pt x="1050704" y="87904"/>
                </a:moveTo>
                <a:lnTo>
                  <a:pt x="1053085" y="89745"/>
                </a:lnTo>
                <a:cubicBezTo>
                  <a:pt x="1049705" y="96117"/>
                  <a:pt x="1045492" y="100857"/>
                  <a:pt x="1040448" y="103967"/>
                </a:cubicBezTo>
                <a:cubicBezTo>
                  <a:pt x="1035403" y="107075"/>
                  <a:pt x="1030038" y="108629"/>
                  <a:pt x="1024353" y="108629"/>
                </a:cubicBezTo>
                <a:cubicBezTo>
                  <a:pt x="1014775" y="108629"/>
                  <a:pt x="1007119" y="105015"/>
                  <a:pt x="1001382" y="97788"/>
                </a:cubicBezTo>
                <a:cubicBezTo>
                  <a:pt x="995646" y="90558"/>
                  <a:pt x="992778" y="81868"/>
                  <a:pt x="992778" y="71718"/>
                </a:cubicBezTo>
                <a:cubicBezTo>
                  <a:pt x="992778" y="61924"/>
                  <a:pt x="995390" y="53311"/>
                  <a:pt x="1000614" y="45878"/>
                </a:cubicBezTo>
                <a:cubicBezTo>
                  <a:pt x="1006914" y="36906"/>
                  <a:pt x="1015595" y="32420"/>
                  <a:pt x="1026658" y="32420"/>
                </a:cubicBezTo>
                <a:cubicBezTo>
                  <a:pt x="1034084" y="32420"/>
                  <a:pt x="1039987" y="34295"/>
                  <a:pt x="1044366" y="38045"/>
                </a:cubicBezTo>
                <a:cubicBezTo>
                  <a:pt x="1048745" y="41793"/>
                  <a:pt x="1050934" y="45978"/>
                  <a:pt x="1050934" y="50601"/>
                </a:cubicBezTo>
                <a:cubicBezTo>
                  <a:pt x="1050934" y="53528"/>
                  <a:pt x="1050051" y="55865"/>
                  <a:pt x="1048284" y="57611"/>
                </a:cubicBezTo>
                <a:cubicBezTo>
                  <a:pt x="1046517" y="59357"/>
                  <a:pt x="1044199" y="60230"/>
                  <a:pt x="1041331" y="60230"/>
                </a:cubicBezTo>
                <a:cubicBezTo>
                  <a:pt x="1038309" y="60230"/>
                  <a:pt x="1035812" y="59228"/>
                  <a:pt x="1033841" y="57224"/>
                </a:cubicBezTo>
                <a:cubicBezTo>
                  <a:pt x="1031869" y="55219"/>
                  <a:pt x="1030652" y="51647"/>
                  <a:pt x="1030191" y="46507"/>
                </a:cubicBezTo>
                <a:cubicBezTo>
                  <a:pt x="1029884" y="43270"/>
                  <a:pt x="1029142" y="41008"/>
                  <a:pt x="1027964" y="39723"/>
                </a:cubicBezTo>
                <a:cubicBezTo>
                  <a:pt x="1026786" y="38439"/>
                  <a:pt x="1025403" y="37797"/>
                  <a:pt x="1023815" y="37797"/>
                </a:cubicBezTo>
                <a:cubicBezTo>
                  <a:pt x="1021357" y="37797"/>
                  <a:pt x="1019257" y="39103"/>
                  <a:pt x="1017516" y="41716"/>
                </a:cubicBezTo>
                <a:cubicBezTo>
                  <a:pt x="1014852" y="45659"/>
                  <a:pt x="1013521" y="51703"/>
                  <a:pt x="1013521" y="59846"/>
                </a:cubicBezTo>
                <a:cubicBezTo>
                  <a:pt x="1013521" y="66607"/>
                  <a:pt x="1014596" y="73073"/>
                  <a:pt x="1016747" y="79244"/>
                </a:cubicBezTo>
                <a:cubicBezTo>
                  <a:pt x="1018898" y="85416"/>
                  <a:pt x="1021843" y="90012"/>
                  <a:pt x="1025582" y="93034"/>
                </a:cubicBezTo>
                <a:cubicBezTo>
                  <a:pt x="1028399" y="95236"/>
                  <a:pt x="1031728" y="96338"/>
                  <a:pt x="1035569" y="96338"/>
                </a:cubicBezTo>
                <a:cubicBezTo>
                  <a:pt x="1038079" y="96338"/>
                  <a:pt x="1040460" y="95750"/>
                  <a:pt x="1042714" y="94575"/>
                </a:cubicBezTo>
                <a:cubicBezTo>
                  <a:pt x="1044967" y="93399"/>
                  <a:pt x="1047631" y="91175"/>
                  <a:pt x="1050704" y="87904"/>
                </a:cubicBezTo>
                <a:close/>
                <a:moveTo>
                  <a:pt x="1122505" y="67913"/>
                </a:moveTo>
                <a:lnTo>
                  <a:pt x="1083094" y="67913"/>
                </a:lnTo>
                <a:cubicBezTo>
                  <a:pt x="1083555" y="77464"/>
                  <a:pt x="1086091" y="85013"/>
                  <a:pt x="1090700" y="90559"/>
                </a:cubicBezTo>
                <a:cubicBezTo>
                  <a:pt x="1094234" y="94821"/>
                  <a:pt x="1098485" y="96952"/>
                  <a:pt x="1103453" y="96952"/>
                </a:cubicBezTo>
                <a:cubicBezTo>
                  <a:pt x="1106526" y="96952"/>
                  <a:pt x="1109317" y="96094"/>
                  <a:pt x="1111827" y="94378"/>
                </a:cubicBezTo>
                <a:cubicBezTo>
                  <a:pt x="1114336" y="92663"/>
                  <a:pt x="1117025" y="89577"/>
                  <a:pt x="1119893" y="85121"/>
                </a:cubicBezTo>
                <a:lnTo>
                  <a:pt x="1122505" y="86811"/>
                </a:lnTo>
                <a:cubicBezTo>
                  <a:pt x="1118613" y="94750"/>
                  <a:pt x="1114311" y="100371"/>
                  <a:pt x="1109599" y="103674"/>
                </a:cubicBezTo>
                <a:cubicBezTo>
                  <a:pt x="1104887" y="106978"/>
                  <a:pt x="1099432" y="108629"/>
                  <a:pt x="1093235" y="108629"/>
                </a:cubicBezTo>
                <a:cubicBezTo>
                  <a:pt x="1082582" y="108629"/>
                  <a:pt x="1074516" y="104528"/>
                  <a:pt x="1069036" y="96325"/>
                </a:cubicBezTo>
                <a:cubicBezTo>
                  <a:pt x="1064631" y="89712"/>
                  <a:pt x="1062429" y="81510"/>
                  <a:pt x="1062429" y="71718"/>
                </a:cubicBezTo>
                <a:cubicBezTo>
                  <a:pt x="1062429" y="59720"/>
                  <a:pt x="1065668" y="50172"/>
                  <a:pt x="1072147" y="43072"/>
                </a:cubicBezTo>
                <a:cubicBezTo>
                  <a:pt x="1078626" y="35971"/>
                  <a:pt x="1086219" y="32420"/>
                  <a:pt x="1094925" y="32420"/>
                </a:cubicBezTo>
                <a:cubicBezTo>
                  <a:pt x="1102198" y="32420"/>
                  <a:pt x="1108510" y="35403"/>
                  <a:pt x="1113863" y="41370"/>
                </a:cubicBezTo>
                <a:cubicBezTo>
                  <a:pt x="1119215" y="47336"/>
                  <a:pt x="1122096" y="56184"/>
                  <a:pt x="1122505" y="67913"/>
                </a:cubicBezTo>
                <a:moveTo>
                  <a:pt x="1103607" y="62842"/>
                </a:moveTo>
                <a:cubicBezTo>
                  <a:pt x="1103607" y="54596"/>
                  <a:pt x="1103158" y="48937"/>
                  <a:pt x="1102262" y="45864"/>
                </a:cubicBezTo>
                <a:cubicBezTo>
                  <a:pt x="1101366" y="42791"/>
                  <a:pt x="1099970" y="40461"/>
                  <a:pt x="1098075" y="38873"/>
                </a:cubicBezTo>
                <a:cubicBezTo>
                  <a:pt x="1097000" y="37951"/>
                  <a:pt x="1095566" y="37490"/>
                  <a:pt x="1093773" y="37490"/>
                </a:cubicBezTo>
                <a:cubicBezTo>
                  <a:pt x="1091110" y="37490"/>
                  <a:pt x="1088933" y="38796"/>
                  <a:pt x="1087243" y="41408"/>
                </a:cubicBezTo>
                <a:cubicBezTo>
                  <a:pt x="1084221" y="45966"/>
                  <a:pt x="1082710" y="52215"/>
                  <a:pt x="1082710" y="60153"/>
                </a:cubicBezTo>
                <a:lnTo>
                  <a:pt x="1082710" y="62842"/>
                </a:lnTo>
                <a:lnTo>
                  <a:pt x="1103607" y="62842"/>
                </a:lnTo>
                <a:close/>
                <a:moveTo>
                  <a:pt x="1176638" y="32727"/>
                </a:moveTo>
                <a:lnTo>
                  <a:pt x="1177790" y="57311"/>
                </a:lnTo>
                <a:lnTo>
                  <a:pt x="1175178" y="57311"/>
                </a:lnTo>
                <a:cubicBezTo>
                  <a:pt x="1172054" y="49979"/>
                  <a:pt x="1168815" y="44971"/>
                  <a:pt x="1165460" y="42287"/>
                </a:cubicBezTo>
                <a:cubicBezTo>
                  <a:pt x="1162105" y="39601"/>
                  <a:pt x="1158763" y="38258"/>
                  <a:pt x="1155434" y="38258"/>
                </a:cubicBezTo>
                <a:cubicBezTo>
                  <a:pt x="1153334" y="38258"/>
                  <a:pt x="1151542" y="38963"/>
                  <a:pt x="1150057" y="40371"/>
                </a:cubicBezTo>
                <a:cubicBezTo>
                  <a:pt x="1148571" y="41780"/>
                  <a:pt x="1147829" y="43406"/>
                  <a:pt x="1147829" y="45249"/>
                </a:cubicBezTo>
                <a:cubicBezTo>
                  <a:pt x="1147829" y="46632"/>
                  <a:pt x="1148341" y="47964"/>
                  <a:pt x="1149365" y="49244"/>
                </a:cubicBezTo>
                <a:cubicBezTo>
                  <a:pt x="1151004" y="51344"/>
                  <a:pt x="1155588" y="54942"/>
                  <a:pt x="1163117" y="60038"/>
                </a:cubicBezTo>
                <a:cubicBezTo>
                  <a:pt x="1170645" y="65134"/>
                  <a:pt x="1175601" y="69462"/>
                  <a:pt x="1177982" y="73021"/>
                </a:cubicBezTo>
                <a:cubicBezTo>
                  <a:pt x="1180364" y="76581"/>
                  <a:pt x="1181555" y="80563"/>
                  <a:pt x="1181555" y="84968"/>
                </a:cubicBezTo>
                <a:cubicBezTo>
                  <a:pt x="1181555" y="88962"/>
                  <a:pt x="1180556" y="92880"/>
                  <a:pt x="1178558" y="96722"/>
                </a:cubicBezTo>
                <a:cubicBezTo>
                  <a:pt x="1176561" y="100563"/>
                  <a:pt x="1173744" y="103508"/>
                  <a:pt x="1170108" y="105556"/>
                </a:cubicBezTo>
                <a:cubicBezTo>
                  <a:pt x="1166471" y="107605"/>
                  <a:pt x="1162451" y="108629"/>
                  <a:pt x="1158046" y="108629"/>
                </a:cubicBezTo>
                <a:cubicBezTo>
                  <a:pt x="1154615" y="108629"/>
                  <a:pt x="1150031" y="107534"/>
                  <a:pt x="1144295" y="105343"/>
                </a:cubicBezTo>
                <a:cubicBezTo>
                  <a:pt x="1142758" y="104768"/>
                  <a:pt x="1141708" y="104481"/>
                  <a:pt x="1141145" y="104481"/>
                </a:cubicBezTo>
                <a:cubicBezTo>
                  <a:pt x="1139455" y="104481"/>
                  <a:pt x="1138046" y="105761"/>
                  <a:pt x="1136920" y="108322"/>
                </a:cubicBezTo>
                <a:lnTo>
                  <a:pt x="1134384" y="108322"/>
                </a:lnTo>
                <a:lnTo>
                  <a:pt x="1133155" y="82509"/>
                </a:lnTo>
                <a:lnTo>
                  <a:pt x="1135767" y="82509"/>
                </a:lnTo>
                <a:cubicBezTo>
                  <a:pt x="1138072" y="89270"/>
                  <a:pt x="1141235" y="94340"/>
                  <a:pt x="1145255" y="97720"/>
                </a:cubicBezTo>
                <a:cubicBezTo>
                  <a:pt x="1149276" y="101101"/>
                  <a:pt x="1153078" y="102791"/>
                  <a:pt x="1156663" y="102791"/>
                </a:cubicBezTo>
                <a:cubicBezTo>
                  <a:pt x="1159122" y="102791"/>
                  <a:pt x="1161132" y="102035"/>
                  <a:pt x="1162694" y="100524"/>
                </a:cubicBezTo>
                <a:cubicBezTo>
                  <a:pt x="1164256" y="99014"/>
                  <a:pt x="1165037" y="97183"/>
                  <a:pt x="1165037" y="95031"/>
                </a:cubicBezTo>
                <a:cubicBezTo>
                  <a:pt x="1165037" y="92573"/>
                  <a:pt x="1164269" y="90448"/>
                  <a:pt x="1162733" y="88655"/>
                </a:cubicBezTo>
                <a:cubicBezTo>
                  <a:pt x="1161196" y="86863"/>
                  <a:pt x="1157765" y="84148"/>
                  <a:pt x="1152438" y="80512"/>
                </a:cubicBezTo>
                <a:cubicBezTo>
                  <a:pt x="1144602" y="75083"/>
                  <a:pt x="1139532" y="70934"/>
                  <a:pt x="1137227" y="68066"/>
                </a:cubicBezTo>
                <a:cubicBezTo>
                  <a:pt x="1133847" y="63866"/>
                  <a:pt x="1132157" y="59231"/>
                  <a:pt x="1132157" y="54161"/>
                </a:cubicBezTo>
                <a:cubicBezTo>
                  <a:pt x="1132157" y="48630"/>
                  <a:pt x="1134064" y="43623"/>
                  <a:pt x="1137880" y="39142"/>
                </a:cubicBezTo>
                <a:cubicBezTo>
                  <a:pt x="1141696" y="34661"/>
                  <a:pt x="1147214" y="32420"/>
                  <a:pt x="1154436" y="32420"/>
                </a:cubicBezTo>
                <a:cubicBezTo>
                  <a:pt x="1158328" y="32420"/>
                  <a:pt x="1162092" y="33404"/>
                  <a:pt x="1165729" y="35373"/>
                </a:cubicBezTo>
                <a:cubicBezTo>
                  <a:pt x="1167112" y="36170"/>
                  <a:pt x="1168238" y="36568"/>
                  <a:pt x="1169109" y="36568"/>
                </a:cubicBezTo>
                <a:cubicBezTo>
                  <a:pt x="1170031" y="36568"/>
                  <a:pt x="1170774" y="36376"/>
                  <a:pt x="1171337" y="35992"/>
                </a:cubicBezTo>
                <a:cubicBezTo>
                  <a:pt x="1171900" y="35608"/>
                  <a:pt x="1172797" y="34520"/>
                  <a:pt x="1174026" y="32727"/>
                </a:cubicBezTo>
                <a:lnTo>
                  <a:pt x="1176638" y="32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F74EA-9B1D-4DF1-B120-1E6D736B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029" y="631196"/>
            <a:ext cx="557842" cy="52128"/>
          </a:xfrm>
          <a:custGeom xmlns:a="http://schemas.openxmlformats.org/drawingml/2006/main">
            <a:pathLst>
              <a:path w="557842" h="52128">
                <a:moveTo>
                  <a:pt x="155" y="12872"/>
                </a:moveTo>
                <a:lnTo>
                  <a:pt x="0" y="30247"/>
                </a:lnTo>
                <a:lnTo>
                  <a:pt x="505637" y="34752"/>
                </a:lnTo>
                <a:lnTo>
                  <a:pt x="505482" y="52128"/>
                </a:lnTo>
                <a:lnTo>
                  <a:pt x="557842" y="26528"/>
                </a:lnTo>
                <a:lnTo>
                  <a:pt x="505947" y="0"/>
                </a:lnTo>
                <a:lnTo>
                  <a:pt x="505792" y="17376"/>
                </a:lnTo>
                <a:lnTo>
                  <a:pt x="155" y="128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1DD7D-A008-47CF-9A08-4EE3C08D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52" y="1047042"/>
            <a:ext cx="3010235" cy="341210"/>
          </a:xfrm>
          <a:custGeom xmlns:a="http://schemas.openxmlformats.org/drawingml/2006/main">
            <a:pathLst>
              <a:path w="3010235" h="341210" fill="none">
                <a:moveTo>
                  <a:pt x="0" y="14597"/>
                </a:moveTo>
                <a:cubicBezTo>
                  <a:pt x="0" y="6535"/>
                  <a:pt x="6535" y="0"/>
                  <a:pt x="14597" y="0"/>
                </a:cubicBezTo>
                <a:lnTo>
                  <a:pt x="2995638" y="0"/>
                </a:lnTo>
                <a:cubicBezTo>
                  <a:pt x="3003699" y="0"/>
                  <a:pt x="3010235" y="6535"/>
                  <a:pt x="3010235" y="14597"/>
                </a:cubicBezTo>
                <a:lnTo>
                  <a:pt x="3010235" y="326613"/>
                </a:lnTo>
                <a:cubicBezTo>
                  <a:pt x="3010235" y="334675"/>
                  <a:pt x="3003699" y="341210"/>
                  <a:pt x="2995638" y="341210"/>
                </a:cubicBezTo>
                <a:lnTo>
                  <a:pt x="14597" y="341210"/>
                </a:lnTo>
                <a:cubicBezTo>
                  <a:pt x="6535" y="341210"/>
                  <a:pt x="0" y="334675"/>
                  <a:pt x="0" y="326613"/>
                </a:cubicBezTo>
                <a:lnTo>
                  <a:pt x="0" y="145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49" name="Text CausalAgent">
            <a:extLst xmlns:a="http://schemas.openxmlformats.org/drawingml/2006/main">
              <a:ext uri="{FF2B5EF4-FFF2-40B4-BE49-F238E27FC236}">
                <a16:creationId xmlns:a16="http://schemas.microsoft.com/office/drawing/2014/main" id="{C589FB16-4D83-4451-873E-1D9DF003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940" y="1173567"/>
            <a:ext cx="852555" cy="140435"/>
          </a:xfrm>
          <a:custGeom xmlns:a="http://schemas.openxmlformats.org/drawingml/2006/main">
            <a:pathLst>
              <a:path w="852555" h="140435">
                <a:moveTo>
                  <a:pt x="98796" y="0"/>
                </a:moveTo>
                <a:lnTo>
                  <a:pt x="98796" y="36107"/>
                </a:lnTo>
                <a:lnTo>
                  <a:pt x="95800" y="36107"/>
                </a:lnTo>
                <a:cubicBezTo>
                  <a:pt x="93546" y="26634"/>
                  <a:pt x="89347" y="19375"/>
                  <a:pt x="83201" y="14330"/>
                </a:cubicBezTo>
                <a:cubicBezTo>
                  <a:pt x="77055" y="9284"/>
                  <a:pt x="70089" y="6761"/>
                  <a:pt x="62304" y="6761"/>
                </a:cubicBezTo>
                <a:cubicBezTo>
                  <a:pt x="55800" y="6761"/>
                  <a:pt x="49833" y="8630"/>
                  <a:pt x="44404" y="12369"/>
                </a:cubicBezTo>
                <a:cubicBezTo>
                  <a:pt x="38975" y="16107"/>
                  <a:pt x="35006" y="20999"/>
                  <a:pt x="32497" y="27042"/>
                </a:cubicBezTo>
                <a:cubicBezTo>
                  <a:pt x="29270" y="34776"/>
                  <a:pt x="27657" y="43380"/>
                  <a:pt x="27657" y="52855"/>
                </a:cubicBezTo>
                <a:cubicBezTo>
                  <a:pt x="27657" y="62176"/>
                  <a:pt x="28835" y="70665"/>
                  <a:pt x="31191" y="78322"/>
                </a:cubicBezTo>
                <a:cubicBezTo>
                  <a:pt x="33547" y="85979"/>
                  <a:pt x="37234" y="91766"/>
                  <a:pt x="42253" y="95684"/>
                </a:cubicBezTo>
                <a:cubicBezTo>
                  <a:pt x="47272" y="99603"/>
                  <a:pt x="53777" y="101562"/>
                  <a:pt x="61767" y="101562"/>
                </a:cubicBezTo>
                <a:cubicBezTo>
                  <a:pt x="68322" y="101562"/>
                  <a:pt x="74327" y="100127"/>
                  <a:pt x="79782" y="97259"/>
                </a:cubicBezTo>
                <a:cubicBezTo>
                  <a:pt x="85236" y="94391"/>
                  <a:pt x="90985" y="89449"/>
                  <a:pt x="97029" y="82432"/>
                </a:cubicBezTo>
                <a:lnTo>
                  <a:pt x="97029" y="91421"/>
                </a:lnTo>
                <a:cubicBezTo>
                  <a:pt x="91190" y="97515"/>
                  <a:pt x="85108" y="101933"/>
                  <a:pt x="78783" y="104673"/>
                </a:cubicBezTo>
                <a:cubicBezTo>
                  <a:pt x="72458" y="107413"/>
                  <a:pt x="65070" y="108783"/>
                  <a:pt x="56619" y="108783"/>
                </a:cubicBezTo>
                <a:cubicBezTo>
                  <a:pt x="45506" y="108783"/>
                  <a:pt x="35634" y="106558"/>
                  <a:pt x="27004" y="102109"/>
                </a:cubicBezTo>
                <a:cubicBezTo>
                  <a:pt x="18374" y="97660"/>
                  <a:pt x="11716" y="91267"/>
                  <a:pt x="7029" y="82932"/>
                </a:cubicBezTo>
                <a:cubicBezTo>
                  <a:pt x="2343" y="74595"/>
                  <a:pt x="0" y="65721"/>
                  <a:pt x="0" y="56310"/>
                </a:cubicBezTo>
                <a:cubicBezTo>
                  <a:pt x="0" y="46388"/>
                  <a:pt x="2599" y="36978"/>
                  <a:pt x="7798" y="28079"/>
                </a:cubicBezTo>
                <a:cubicBezTo>
                  <a:pt x="12996" y="19179"/>
                  <a:pt x="20013" y="12274"/>
                  <a:pt x="28847" y="7366"/>
                </a:cubicBezTo>
                <a:cubicBezTo>
                  <a:pt x="37682" y="2455"/>
                  <a:pt x="47068" y="0"/>
                  <a:pt x="57004" y="0"/>
                </a:cubicBezTo>
                <a:cubicBezTo>
                  <a:pt x="64327" y="0"/>
                  <a:pt x="72061" y="1588"/>
                  <a:pt x="80204" y="4763"/>
                </a:cubicBezTo>
                <a:cubicBezTo>
                  <a:pt x="84916" y="6607"/>
                  <a:pt x="87912" y="7529"/>
                  <a:pt x="89193" y="7529"/>
                </a:cubicBezTo>
                <a:cubicBezTo>
                  <a:pt x="90832" y="7529"/>
                  <a:pt x="92253" y="6927"/>
                  <a:pt x="93457" y="5723"/>
                </a:cubicBezTo>
                <a:cubicBezTo>
                  <a:pt x="94660" y="4520"/>
                  <a:pt x="95441" y="2612"/>
                  <a:pt x="95800" y="0"/>
                </a:cubicBezTo>
                <a:lnTo>
                  <a:pt x="98796" y="0"/>
                </a:lnTo>
                <a:close/>
                <a:moveTo>
                  <a:pt x="151671" y="95877"/>
                </a:moveTo>
                <a:cubicBezTo>
                  <a:pt x="142913" y="103661"/>
                  <a:pt x="135051" y="107554"/>
                  <a:pt x="128086" y="107554"/>
                </a:cubicBezTo>
                <a:cubicBezTo>
                  <a:pt x="123988" y="107554"/>
                  <a:pt x="120582" y="106205"/>
                  <a:pt x="117868" y="103509"/>
                </a:cubicBezTo>
                <a:cubicBezTo>
                  <a:pt x="115154" y="100810"/>
                  <a:pt x="113796" y="97431"/>
                  <a:pt x="113796" y="93373"/>
                </a:cubicBezTo>
                <a:cubicBezTo>
                  <a:pt x="113796" y="87873"/>
                  <a:pt x="116152" y="82927"/>
                  <a:pt x="120864" y="78534"/>
                </a:cubicBezTo>
                <a:cubicBezTo>
                  <a:pt x="125576" y="74140"/>
                  <a:pt x="135845" y="68295"/>
                  <a:pt x="151671" y="60998"/>
                </a:cubicBezTo>
                <a:lnTo>
                  <a:pt x="151671" y="53777"/>
                </a:lnTo>
                <a:cubicBezTo>
                  <a:pt x="151671" y="48348"/>
                  <a:pt x="151376" y="44929"/>
                  <a:pt x="150787" y="43521"/>
                </a:cubicBezTo>
                <a:cubicBezTo>
                  <a:pt x="150198" y="42112"/>
                  <a:pt x="149084" y="40883"/>
                  <a:pt x="147445" y="39833"/>
                </a:cubicBezTo>
                <a:cubicBezTo>
                  <a:pt x="145806" y="38783"/>
                  <a:pt x="143963" y="38258"/>
                  <a:pt x="141914" y="38258"/>
                </a:cubicBezTo>
                <a:cubicBezTo>
                  <a:pt x="138585" y="38258"/>
                  <a:pt x="135845" y="39001"/>
                  <a:pt x="133694" y="40486"/>
                </a:cubicBezTo>
                <a:cubicBezTo>
                  <a:pt x="132362" y="41408"/>
                  <a:pt x="131696" y="42484"/>
                  <a:pt x="131696" y="43713"/>
                </a:cubicBezTo>
                <a:cubicBezTo>
                  <a:pt x="131696" y="44788"/>
                  <a:pt x="132413" y="46120"/>
                  <a:pt x="133847" y="47708"/>
                </a:cubicBezTo>
                <a:cubicBezTo>
                  <a:pt x="135794" y="49910"/>
                  <a:pt x="136767" y="52036"/>
                  <a:pt x="136767" y="54084"/>
                </a:cubicBezTo>
                <a:cubicBezTo>
                  <a:pt x="136767" y="56594"/>
                  <a:pt x="135832" y="58732"/>
                  <a:pt x="133963" y="60499"/>
                </a:cubicBezTo>
                <a:cubicBezTo>
                  <a:pt x="132093" y="62266"/>
                  <a:pt x="129648" y="63149"/>
                  <a:pt x="126626" y="63149"/>
                </a:cubicBezTo>
                <a:cubicBezTo>
                  <a:pt x="123399" y="63149"/>
                  <a:pt x="120698" y="62176"/>
                  <a:pt x="118521" y="60230"/>
                </a:cubicBezTo>
                <a:cubicBezTo>
                  <a:pt x="116344" y="58284"/>
                  <a:pt x="115256" y="56005"/>
                  <a:pt x="115256" y="53393"/>
                </a:cubicBezTo>
                <a:cubicBezTo>
                  <a:pt x="115256" y="49705"/>
                  <a:pt x="116716" y="46184"/>
                  <a:pt x="119635" y="42829"/>
                </a:cubicBezTo>
                <a:cubicBezTo>
                  <a:pt x="122554" y="39475"/>
                  <a:pt x="126626" y="36901"/>
                  <a:pt x="131850" y="35109"/>
                </a:cubicBezTo>
                <a:cubicBezTo>
                  <a:pt x="137074" y="33316"/>
                  <a:pt x="142503" y="32420"/>
                  <a:pt x="148137" y="32420"/>
                </a:cubicBezTo>
                <a:cubicBezTo>
                  <a:pt x="154948" y="32420"/>
                  <a:pt x="160339" y="33871"/>
                  <a:pt x="164308" y="36772"/>
                </a:cubicBezTo>
                <a:cubicBezTo>
                  <a:pt x="168277" y="39672"/>
                  <a:pt x="170851" y="42817"/>
                  <a:pt x="172029" y="46205"/>
                </a:cubicBezTo>
                <a:cubicBezTo>
                  <a:pt x="172746" y="48361"/>
                  <a:pt x="173105" y="53314"/>
                  <a:pt x="173105" y="61066"/>
                </a:cubicBezTo>
                <a:lnTo>
                  <a:pt x="173105" y="89018"/>
                </a:lnTo>
                <a:cubicBezTo>
                  <a:pt x="173105" y="92303"/>
                  <a:pt x="173233" y="94370"/>
                  <a:pt x="173489" y="95219"/>
                </a:cubicBezTo>
                <a:cubicBezTo>
                  <a:pt x="173745" y="96065"/>
                  <a:pt x="174129" y="96694"/>
                  <a:pt x="174641" y="97106"/>
                </a:cubicBezTo>
                <a:cubicBezTo>
                  <a:pt x="175153" y="97515"/>
                  <a:pt x="175742" y="97720"/>
                  <a:pt x="176408" y="97720"/>
                </a:cubicBezTo>
                <a:cubicBezTo>
                  <a:pt x="177740" y="97720"/>
                  <a:pt x="179097" y="96773"/>
                  <a:pt x="180480" y="94878"/>
                </a:cubicBezTo>
                <a:lnTo>
                  <a:pt x="182784" y="96722"/>
                </a:lnTo>
                <a:cubicBezTo>
                  <a:pt x="180224" y="100512"/>
                  <a:pt x="177573" y="103264"/>
                  <a:pt x="174833" y="104980"/>
                </a:cubicBezTo>
                <a:cubicBezTo>
                  <a:pt x="172093" y="106696"/>
                  <a:pt x="168982" y="107554"/>
                  <a:pt x="165499" y="107554"/>
                </a:cubicBezTo>
                <a:cubicBezTo>
                  <a:pt x="161402" y="107554"/>
                  <a:pt x="158201" y="106587"/>
                  <a:pt x="155896" y="104654"/>
                </a:cubicBezTo>
                <a:cubicBezTo>
                  <a:pt x="153591" y="102720"/>
                  <a:pt x="152183" y="99795"/>
                  <a:pt x="151671" y="95877"/>
                </a:cubicBezTo>
                <a:moveTo>
                  <a:pt x="151671" y="90192"/>
                </a:moveTo>
                <a:lnTo>
                  <a:pt x="151671" y="66160"/>
                </a:lnTo>
                <a:cubicBezTo>
                  <a:pt x="145473" y="69814"/>
                  <a:pt x="140864" y="73726"/>
                  <a:pt x="137842" y="77895"/>
                </a:cubicBezTo>
                <a:cubicBezTo>
                  <a:pt x="135845" y="80673"/>
                  <a:pt x="134846" y="83478"/>
                  <a:pt x="134846" y="86310"/>
                </a:cubicBezTo>
                <a:cubicBezTo>
                  <a:pt x="134846" y="88677"/>
                  <a:pt x="135691" y="90761"/>
                  <a:pt x="137381" y="92564"/>
                </a:cubicBezTo>
                <a:cubicBezTo>
                  <a:pt x="138662" y="93953"/>
                  <a:pt x="140454" y="94647"/>
                  <a:pt x="142759" y="94647"/>
                </a:cubicBezTo>
                <a:cubicBezTo>
                  <a:pt x="145320" y="94647"/>
                  <a:pt x="148290" y="93162"/>
                  <a:pt x="151671" y="90192"/>
                </a:cubicBezTo>
                <a:close/>
                <a:moveTo>
                  <a:pt x="259582" y="34571"/>
                </a:moveTo>
                <a:lnTo>
                  <a:pt x="259582" y="90806"/>
                </a:lnTo>
                <a:cubicBezTo>
                  <a:pt x="259582" y="96320"/>
                  <a:pt x="260094" y="99759"/>
                  <a:pt x="261118" y="101125"/>
                </a:cubicBezTo>
                <a:cubicBezTo>
                  <a:pt x="262143" y="102490"/>
                  <a:pt x="264217" y="103353"/>
                  <a:pt x="267341" y="103713"/>
                </a:cubicBezTo>
                <a:lnTo>
                  <a:pt x="267341" y="106478"/>
                </a:lnTo>
                <a:lnTo>
                  <a:pt x="238071" y="106478"/>
                </a:lnTo>
                <a:lnTo>
                  <a:pt x="238071" y="96875"/>
                </a:lnTo>
                <a:cubicBezTo>
                  <a:pt x="234640" y="100973"/>
                  <a:pt x="231208" y="103956"/>
                  <a:pt x="227777" y="105825"/>
                </a:cubicBezTo>
                <a:cubicBezTo>
                  <a:pt x="224345" y="107695"/>
                  <a:pt x="220504" y="108629"/>
                  <a:pt x="216253" y="108629"/>
                </a:cubicBezTo>
                <a:cubicBezTo>
                  <a:pt x="212207" y="108629"/>
                  <a:pt x="208609" y="107387"/>
                  <a:pt x="205459" y="104903"/>
                </a:cubicBezTo>
                <a:cubicBezTo>
                  <a:pt x="202310" y="102419"/>
                  <a:pt x="200197" y="99513"/>
                  <a:pt x="199121" y="96184"/>
                </a:cubicBezTo>
                <a:cubicBezTo>
                  <a:pt x="198046" y="92855"/>
                  <a:pt x="197508" y="87042"/>
                  <a:pt x="197508" y="78745"/>
                </a:cubicBezTo>
                <a:lnTo>
                  <a:pt x="197508" y="50243"/>
                </a:lnTo>
                <a:cubicBezTo>
                  <a:pt x="197508" y="44748"/>
                  <a:pt x="197009" y="41327"/>
                  <a:pt x="196010" y="39980"/>
                </a:cubicBezTo>
                <a:cubicBezTo>
                  <a:pt x="195011" y="38632"/>
                  <a:pt x="192924" y="37751"/>
                  <a:pt x="189749" y="37337"/>
                </a:cubicBezTo>
                <a:lnTo>
                  <a:pt x="189749" y="34571"/>
                </a:lnTo>
                <a:lnTo>
                  <a:pt x="219019" y="34571"/>
                </a:lnTo>
                <a:lnTo>
                  <a:pt x="219019" y="83722"/>
                </a:lnTo>
                <a:cubicBezTo>
                  <a:pt x="219019" y="88850"/>
                  <a:pt x="219262" y="92157"/>
                  <a:pt x="219749" y="93644"/>
                </a:cubicBezTo>
                <a:cubicBezTo>
                  <a:pt x="220235" y="95131"/>
                  <a:pt x="221003" y="96259"/>
                  <a:pt x="222053" y="97029"/>
                </a:cubicBezTo>
                <a:cubicBezTo>
                  <a:pt x="223103" y="97797"/>
                  <a:pt x="224320" y="98181"/>
                  <a:pt x="225702" y="98181"/>
                </a:cubicBezTo>
                <a:cubicBezTo>
                  <a:pt x="227546" y="98181"/>
                  <a:pt x="229211" y="97695"/>
                  <a:pt x="230696" y="96722"/>
                </a:cubicBezTo>
                <a:cubicBezTo>
                  <a:pt x="232745" y="95390"/>
                  <a:pt x="235203" y="92701"/>
                  <a:pt x="238071" y="88655"/>
                </a:cubicBezTo>
                <a:lnTo>
                  <a:pt x="238071" y="50243"/>
                </a:lnTo>
                <a:cubicBezTo>
                  <a:pt x="238071" y="44748"/>
                  <a:pt x="237572" y="41327"/>
                  <a:pt x="236573" y="39980"/>
                </a:cubicBezTo>
                <a:cubicBezTo>
                  <a:pt x="235574" y="38632"/>
                  <a:pt x="233487" y="37751"/>
                  <a:pt x="230312" y="37337"/>
                </a:cubicBezTo>
                <a:lnTo>
                  <a:pt x="230312" y="34571"/>
                </a:lnTo>
                <a:lnTo>
                  <a:pt x="259582" y="34571"/>
                </a:lnTo>
                <a:close/>
                <a:moveTo>
                  <a:pt x="322447" y="32727"/>
                </a:moveTo>
                <a:lnTo>
                  <a:pt x="323599" y="57311"/>
                </a:lnTo>
                <a:lnTo>
                  <a:pt x="320987" y="57311"/>
                </a:lnTo>
                <a:cubicBezTo>
                  <a:pt x="317863" y="49979"/>
                  <a:pt x="314623" y="44971"/>
                  <a:pt x="311269" y="42287"/>
                </a:cubicBezTo>
                <a:cubicBezTo>
                  <a:pt x="307914" y="39601"/>
                  <a:pt x="304572" y="38258"/>
                  <a:pt x="301243" y="38258"/>
                </a:cubicBezTo>
                <a:cubicBezTo>
                  <a:pt x="299143" y="38258"/>
                  <a:pt x="297351" y="38963"/>
                  <a:pt x="295865" y="40371"/>
                </a:cubicBezTo>
                <a:cubicBezTo>
                  <a:pt x="294380" y="41780"/>
                  <a:pt x="293637" y="43406"/>
                  <a:pt x="293637" y="45249"/>
                </a:cubicBezTo>
                <a:cubicBezTo>
                  <a:pt x="293637" y="46632"/>
                  <a:pt x="294150" y="47964"/>
                  <a:pt x="295174" y="49244"/>
                </a:cubicBezTo>
                <a:cubicBezTo>
                  <a:pt x="296813" y="51344"/>
                  <a:pt x="301397" y="54942"/>
                  <a:pt x="308925" y="60038"/>
                </a:cubicBezTo>
                <a:cubicBezTo>
                  <a:pt x="316454" y="65134"/>
                  <a:pt x="321409" y="69462"/>
                  <a:pt x="323791" y="73021"/>
                </a:cubicBezTo>
                <a:cubicBezTo>
                  <a:pt x="326172" y="76581"/>
                  <a:pt x="327363" y="80563"/>
                  <a:pt x="327363" y="84968"/>
                </a:cubicBezTo>
                <a:cubicBezTo>
                  <a:pt x="327363" y="88962"/>
                  <a:pt x="326365" y="92880"/>
                  <a:pt x="324367" y="96722"/>
                </a:cubicBezTo>
                <a:cubicBezTo>
                  <a:pt x="322370" y="100563"/>
                  <a:pt x="319553" y="103508"/>
                  <a:pt x="315916" y="105556"/>
                </a:cubicBezTo>
                <a:cubicBezTo>
                  <a:pt x="312280" y="107605"/>
                  <a:pt x="308260" y="108629"/>
                  <a:pt x="303855" y="108629"/>
                </a:cubicBezTo>
                <a:cubicBezTo>
                  <a:pt x="300424" y="108629"/>
                  <a:pt x="295840" y="107534"/>
                  <a:pt x="290104" y="105343"/>
                </a:cubicBezTo>
                <a:cubicBezTo>
                  <a:pt x="288567" y="104768"/>
                  <a:pt x="287517" y="104481"/>
                  <a:pt x="286954" y="104481"/>
                </a:cubicBezTo>
                <a:cubicBezTo>
                  <a:pt x="285264" y="104481"/>
                  <a:pt x="283855" y="105761"/>
                  <a:pt x="282728" y="108322"/>
                </a:cubicBezTo>
                <a:lnTo>
                  <a:pt x="280193" y="108322"/>
                </a:lnTo>
                <a:lnTo>
                  <a:pt x="278964" y="82509"/>
                </a:lnTo>
                <a:lnTo>
                  <a:pt x="281576" y="82509"/>
                </a:lnTo>
                <a:cubicBezTo>
                  <a:pt x="283881" y="89270"/>
                  <a:pt x="287043" y="94340"/>
                  <a:pt x="291064" y="97720"/>
                </a:cubicBezTo>
                <a:cubicBezTo>
                  <a:pt x="295084" y="101101"/>
                  <a:pt x="298887" y="102791"/>
                  <a:pt x="302472" y="102791"/>
                </a:cubicBezTo>
                <a:cubicBezTo>
                  <a:pt x="304931" y="102791"/>
                  <a:pt x="306941" y="102035"/>
                  <a:pt x="308503" y="100524"/>
                </a:cubicBezTo>
                <a:cubicBezTo>
                  <a:pt x="310065" y="99014"/>
                  <a:pt x="310846" y="97183"/>
                  <a:pt x="310846" y="95031"/>
                </a:cubicBezTo>
                <a:cubicBezTo>
                  <a:pt x="310846" y="92573"/>
                  <a:pt x="310078" y="90448"/>
                  <a:pt x="308541" y="88655"/>
                </a:cubicBezTo>
                <a:cubicBezTo>
                  <a:pt x="307005" y="86863"/>
                  <a:pt x="303573" y="84148"/>
                  <a:pt x="298247" y="80512"/>
                </a:cubicBezTo>
                <a:cubicBezTo>
                  <a:pt x="290411" y="75083"/>
                  <a:pt x="285340" y="70934"/>
                  <a:pt x="283036" y="68066"/>
                </a:cubicBezTo>
                <a:cubicBezTo>
                  <a:pt x="279655" y="63866"/>
                  <a:pt x="277965" y="59231"/>
                  <a:pt x="277965" y="54161"/>
                </a:cubicBezTo>
                <a:cubicBezTo>
                  <a:pt x="277965" y="48630"/>
                  <a:pt x="279873" y="43623"/>
                  <a:pt x="283689" y="39142"/>
                </a:cubicBezTo>
                <a:cubicBezTo>
                  <a:pt x="287504" y="34661"/>
                  <a:pt x="293023" y="32420"/>
                  <a:pt x="300244" y="32420"/>
                </a:cubicBezTo>
                <a:cubicBezTo>
                  <a:pt x="304137" y="32420"/>
                  <a:pt x="307901" y="33404"/>
                  <a:pt x="311537" y="35373"/>
                </a:cubicBezTo>
                <a:cubicBezTo>
                  <a:pt x="312920" y="36170"/>
                  <a:pt x="314047" y="36568"/>
                  <a:pt x="314918" y="36568"/>
                </a:cubicBezTo>
                <a:cubicBezTo>
                  <a:pt x="315840" y="36568"/>
                  <a:pt x="316582" y="36376"/>
                  <a:pt x="317146" y="35992"/>
                </a:cubicBezTo>
                <a:cubicBezTo>
                  <a:pt x="317709" y="35608"/>
                  <a:pt x="318605" y="34520"/>
                  <a:pt x="319834" y="32727"/>
                </a:cubicBezTo>
                <a:lnTo>
                  <a:pt x="322447" y="32727"/>
                </a:lnTo>
                <a:close/>
                <a:moveTo>
                  <a:pt x="377558" y="95877"/>
                </a:moveTo>
                <a:cubicBezTo>
                  <a:pt x="368800" y="103661"/>
                  <a:pt x="360938" y="107554"/>
                  <a:pt x="353973" y="107554"/>
                </a:cubicBezTo>
                <a:cubicBezTo>
                  <a:pt x="349875" y="107554"/>
                  <a:pt x="346470" y="106205"/>
                  <a:pt x="343755" y="103509"/>
                </a:cubicBezTo>
                <a:cubicBezTo>
                  <a:pt x="341041" y="100810"/>
                  <a:pt x="339683" y="97431"/>
                  <a:pt x="339683" y="93373"/>
                </a:cubicBezTo>
                <a:cubicBezTo>
                  <a:pt x="339683" y="87873"/>
                  <a:pt x="342039" y="82927"/>
                  <a:pt x="346751" y="78534"/>
                </a:cubicBezTo>
                <a:cubicBezTo>
                  <a:pt x="351463" y="74140"/>
                  <a:pt x="361732" y="68295"/>
                  <a:pt x="377558" y="60998"/>
                </a:cubicBezTo>
                <a:lnTo>
                  <a:pt x="377558" y="53777"/>
                </a:lnTo>
                <a:cubicBezTo>
                  <a:pt x="377558" y="48348"/>
                  <a:pt x="377263" y="44929"/>
                  <a:pt x="376674" y="43521"/>
                </a:cubicBezTo>
                <a:cubicBezTo>
                  <a:pt x="376085" y="42112"/>
                  <a:pt x="374971" y="40883"/>
                  <a:pt x="373332" y="39833"/>
                </a:cubicBezTo>
                <a:cubicBezTo>
                  <a:pt x="371693" y="38783"/>
                  <a:pt x="369850" y="38258"/>
                  <a:pt x="367801" y="38258"/>
                </a:cubicBezTo>
                <a:cubicBezTo>
                  <a:pt x="364472" y="38258"/>
                  <a:pt x="361732" y="39001"/>
                  <a:pt x="359581" y="40486"/>
                </a:cubicBezTo>
                <a:cubicBezTo>
                  <a:pt x="358249" y="41408"/>
                  <a:pt x="357583" y="42484"/>
                  <a:pt x="357583" y="43713"/>
                </a:cubicBezTo>
                <a:cubicBezTo>
                  <a:pt x="357583" y="44788"/>
                  <a:pt x="358300" y="46120"/>
                  <a:pt x="359735" y="47708"/>
                </a:cubicBezTo>
                <a:cubicBezTo>
                  <a:pt x="361681" y="49910"/>
                  <a:pt x="362654" y="52036"/>
                  <a:pt x="362654" y="54084"/>
                </a:cubicBezTo>
                <a:cubicBezTo>
                  <a:pt x="362654" y="56594"/>
                  <a:pt x="361719" y="58732"/>
                  <a:pt x="359850" y="60499"/>
                </a:cubicBezTo>
                <a:cubicBezTo>
                  <a:pt x="357980" y="62266"/>
                  <a:pt x="355535" y="63149"/>
                  <a:pt x="352513" y="63149"/>
                </a:cubicBezTo>
                <a:cubicBezTo>
                  <a:pt x="349286" y="63149"/>
                  <a:pt x="346585" y="62176"/>
                  <a:pt x="344408" y="60230"/>
                </a:cubicBezTo>
                <a:cubicBezTo>
                  <a:pt x="342231" y="58284"/>
                  <a:pt x="341143" y="56005"/>
                  <a:pt x="341143" y="53393"/>
                </a:cubicBezTo>
                <a:cubicBezTo>
                  <a:pt x="341143" y="49705"/>
                  <a:pt x="342603" y="46184"/>
                  <a:pt x="345522" y="42829"/>
                </a:cubicBezTo>
                <a:cubicBezTo>
                  <a:pt x="348441" y="39475"/>
                  <a:pt x="352513" y="36901"/>
                  <a:pt x="357737" y="35109"/>
                </a:cubicBezTo>
                <a:cubicBezTo>
                  <a:pt x="362961" y="33316"/>
                  <a:pt x="368390" y="32420"/>
                  <a:pt x="374024" y="32420"/>
                </a:cubicBezTo>
                <a:cubicBezTo>
                  <a:pt x="380836" y="32420"/>
                  <a:pt x="386226" y="33871"/>
                  <a:pt x="390195" y="36772"/>
                </a:cubicBezTo>
                <a:cubicBezTo>
                  <a:pt x="394165" y="39672"/>
                  <a:pt x="396738" y="42817"/>
                  <a:pt x="397916" y="46205"/>
                </a:cubicBezTo>
                <a:cubicBezTo>
                  <a:pt x="398633" y="48361"/>
                  <a:pt x="398992" y="53314"/>
                  <a:pt x="398992" y="61066"/>
                </a:cubicBezTo>
                <a:lnTo>
                  <a:pt x="398992" y="89018"/>
                </a:lnTo>
                <a:cubicBezTo>
                  <a:pt x="398992" y="92303"/>
                  <a:pt x="399120" y="94370"/>
                  <a:pt x="399376" y="95219"/>
                </a:cubicBezTo>
                <a:cubicBezTo>
                  <a:pt x="399632" y="96065"/>
                  <a:pt x="400016" y="96694"/>
                  <a:pt x="400528" y="97106"/>
                </a:cubicBezTo>
                <a:cubicBezTo>
                  <a:pt x="401040" y="97515"/>
                  <a:pt x="401629" y="97720"/>
                  <a:pt x="402295" y="97720"/>
                </a:cubicBezTo>
                <a:cubicBezTo>
                  <a:pt x="403627" y="97720"/>
                  <a:pt x="404984" y="96773"/>
                  <a:pt x="406367" y="94878"/>
                </a:cubicBezTo>
                <a:lnTo>
                  <a:pt x="408672" y="96722"/>
                </a:lnTo>
                <a:cubicBezTo>
                  <a:pt x="406111" y="100512"/>
                  <a:pt x="403460" y="103264"/>
                  <a:pt x="400720" y="104980"/>
                </a:cubicBezTo>
                <a:cubicBezTo>
                  <a:pt x="397980" y="106696"/>
                  <a:pt x="394869" y="107554"/>
                  <a:pt x="391386" y="107554"/>
                </a:cubicBezTo>
                <a:cubicBezTo>
                  <a:pt x="387289" y="107554"/>
                  <a:pt x="384088" y="106587"/>
                  <a:pt x="381783" y="104654"/>
                </a:cubicBezTo>
                <a:cubicBezTo>
                  <a:pt x="379478" y="102720"/>
                  <a:pt x="378070" y="99795"/>
                  <a:pt x="377558" y="95877"/>
                </a:cubicBezTo>
                <a:moveTo>
                  <a:pt x="377558" y="90192"/>
                </a:moveTo>
                <a:lnTo>
                  <a:pt x="377558" y="66160"/>
                </a:lnTo>
                <a:cubicBezTo>
                  <a:pt x="371361" y="69814"/>
                  <a:pt x="366751" y="73726"/>
                  <a:pt x="363729" y="77895"/>
                </a:cubicBezTo>
                <a:cubicBezTo>
                  <a:pt x="361732" y="80673"/>
                  <a:pt x="360733" y="83478"/>
                  <a:pt x="360733" y="86310"/>
                </a:cubicBezTo>
                <a:cubicBezTo>
                  <a:pt x="360733" y="88677"/>
                  <a:pt x="361578" y="90761"/>
                  <a:pt x="363268" y="92564"/>
                </a:cubicBezTo>
                <a:cubicBezTo>
                  <a:pt x="364549" y="93953"/>
                  <a:pt x="366341" y="94647"/>
                  <a:pt x="368646" y="94647"/>
                </a:cubicBezTo>
                <a:cubicBezTo>
                  <a:pt x="371207" y="94647"/>
                  <a:pt x="374177" y="93162"/>
                  <a:pt x="377558" y="90192"/>
                </a:cubicBezTo>
                <a:close/>
                <a:moveTo>
                  <a:pt x="444214" y="2305"/>
                </a:moveTo>
                <a:lnTo>
                  <a:pt x="444214" y="91574"/>
                </a:lnTo>
                <a:cubicBezTo>
                  <a:pt x="444214" y="96645"/>
                  <a:pt x="444803" y="99884"/>
                  <a:pt x="445981" y="101293"/>
                </a:cubicBezTo>
                <a:cubicBezTo>
                  <a:pt x="447159" y="102701"/>
                  <a:pt x="449464" y="103508"/>
                  <a:pt x="452895" y="103713"/>
                </a:cubicBezTo>
                <a:lnTo>
                  <a:pt x="452895" y="106478"/>
                </a:lnTo>
                <a:lnTo>
                  <a:pt x="414099" y="106478"/>
                </a:lnTo>
                <a:lnTo>
                  <a:pt x="414099" y="103713"/>
                </a:lnTo>
                <a:cubicBezTo>
                  <a:pt x="417274" y="103610"/>
                  <a:pt x="419630" y="102688"/>
                  <a:pt x="421167" y="100947"/>
                </a:cubicBezTo>
                <a:cubicBezTo>
                  <a:pt x="422191" y="99769"/>
                  <a:pt x="422703" y="96645"/>
                  <a:pt x="422703" y="91574"/>
                </a:cubicBezTo>
                <a:lnTo>
                  <a:pt x="422703" y="17209"/>
                </a:lnTo>
                <a:cubicBezTo>
                  <a:pt x="422703" y="12157"/>
                  <a:pt x="422114" y="8924"/>
                  <a:pt x="420936" y="7507"/>
                </a:cubicBezTo>
                <a:cubicBezTo>
                  <a:pt x="419758" y="6089"/>
                  <a:pt x="417479" y="5277"/>
                  <a:pt x="414099" y="5070"/>
                </a:cubicBezTo>
                <a:lnTo>
                  <a:pt x="414099" y="2305"/>
                </a:lnTo>
                <a:lnTo>
                  <a:pt x="444214" y="2305"/>
                </a:lnTo>
                <a:close/>
                <a:moveTo>
                  <a:pt x="519660" y="76671"/>
                </a:moveTo>
                <a:lnTo>
                  <a:pt x="482861" y="76671"/>
                </a:lnTo>
                <a:lnTo>
                  <a:pt x="478482" y="86862"/>
                </a:lnTo>
                <a:cubicBezTo>
                  <a:pt x="477048" y="90279"/>
                  <a:pt x="476331" y="93100"/>
                  <a:pt x="476331" y="95327"/>
                </a:cubicBezTo>
                <a:cubicBezTo>
                  <a:pt x="476331" y="98277"/>
                  <a:pt x="477509" y="100451"/>
                  <a:pt x="479865" y="101850"/>
                </a:cubicBezTo>
                <a:cubicBezTo>
                  <a:pt x="481247" y="102677"/>
                  <a:pt x="484653" y="103298"/>
                  <a:pt x="490082" y="103713"/>
                </a:cubicBezTo>
                <a:lnTo>
                  <a:pt x="490082" y="106478"/>
                </a:lnTo>
                <a:lnTo>
                  <a:pt x="455435" y="106478"/>
                </a:lnTo>
                <a:lnTo>
                  <a:pt x="455435" y="103713"/>
                </a:lnTo>
                <a:cubicBezTo>
                  <a:pt x="459173" y="103144"/>
                  <a:pt x="462246" y="101581"/>
                  <a:pt x="464653" y="99022"/>
                </a:cubicBezTo>
                <a:cubicBezTo>
                  <a:pt x="467061" y="96461"/>
                  <a:pt x="470031" y="91173"/>
                  <a:pt x="473565" y="83157"/>
                </a:cubicBezTo>
                <a:lnTo>
                  <a:pt x="510825" y="0"/>
                </a:lnTo>
                <a:lnTo>
                  <a:pt x="512284" y="0"/>
                </a:lnTo>
                <a:lnTo>
                  <a:pt x="549851" y="85474"/>
                </a:lnTo>
                <a:cubicBezTo>
                  <a:pt x="553437" y="93649"/>
                  <a:pt x="556382" y="98797"/>
                  <a:pt x="558686" y="100918"/>
                </a:cubicBezTo>
                <a:cubicBezTo>
                  <a:pt x="560428" y="102522"/>
                  <a:pt x="562886" y="103453"/>
                  <a:pt x="566061" y="103713"/>
                </a:cubicBezTo>
                <a:lnTo>
                  <a:pt x="566061" y="106478"/>
                </a:lnTo>
                <a:lnTo>
                  <a:pt x="515665" y="106478"/>
                </a:lnTo>
                <a:lnTo>
                  <a:pt x="515665" y="103713"/>
                </a:lnTo>
                <a:lnTo>
                  <a:pt x="517739" y="103713"/>
                </a:lnTo>
                <a:cubicBezTo>
                  <a:pt x="521785" y="103713"/>
                  <a:pt x="524628" y="103140"/>
                  <a:pt x="526266" y="101994"/>
                </a:cubicBezTo>
                <a:cubicBezTo>
                  <a:pt x="527393" y="101161"/>
                  <a:pt x="527957" y="99963"/>
                  <a:pt x="527957" y="98400"/>
                </a:cubicBezTo>
                <a:cubicBezTo>
                  <a:pt x="527957" y="97463"/>
                  <a:pt x="527803" y="96500"/>
                  <a:pt x="527496" y="95509"/>
                </a:cubicBezTo>
                <a:cubicBezTo>
                  <a:pt x="527393" y="95042"/>
                  <a:pt x="526625" y="93089"/>
                  <a:pt x="525191" y="89651"/>
                </a:cubicBezTo>
                <a:lnTo>
                  <a:pt x="519660" y="76671"/>
                </a:lnTo>
                <a:moveTo>
                  <a:pt x="517048" y="70986"/>
                </a:moveTo>
                <a:lnTo>
                  <a:pt x="501529" y="35065"/>
                </a:lnTo>
                <a:lnTo>
                  <a:pt x="485550" y="70986"/>
                </a:lnTo>
                <a:lnTo>
                  <a:pt x="517048" y="70986"/>
                </a:lnTo>
                <a:close/>
                <a:moveTo>
                  <a:pt x="618553" y="35493"/>
                </a:moveTo>
                <a:lnTo>
                  <a:pt x="642752" y="35493"/>
                </a:lnTo>
                <a:lnTo>
                  <a:pt x="642752" y="43943"/>
                </a:lnTo>
                <a:lnTo>
                  <a:pt x="629001" y="43943"/>
                </a:lnTo>
                <a:cubicBezTo>
                  <a:pt x="631510" y="46453"/>
                  <a:pt x="633252" y="48732"/>
                  <a:pt x="634225" y="50781"/>
                </a:cubicBezTo>
                <a:cubicBezTo>
                  <a:pt x="635454" y="53546"/>
                  <a:pt x="636068" y="56440"/>
                  <a:pt x="636068" y="59462"/>
                </a:cubicBezTo>
                <a:cubicBezTo>
                  <a:pt x="636068" y="64584"/>
                  <a:pt x="634647" y="69027"/>
                  <a:pt x="631805" y="72791"/>
                </a:cubicBezTo>
                <a:cubicBezTo>
                  <a:pt x="628962" y="76555"/>
                  <a:pt x="625095" y="79500"/>
                  <a:pt x="620204" y="81626"/>
                </a:cubicBezTo>
                <a:cubicBezTo>
                  <a:pt x="615313" y="83751"/>
                  <a:pt x="610973" y="84814"/>
                  <a:pt x="607183" y="84814"/>
                </a:cubicBezTo>
                <a:cubicBezTo>
                  <a:pt x="606875" y="84814"/>
                  <a:pt x="603802" y="84686"/>
                  <a:pt x="597964" y="84430"/>
                </a:cubicBezTo>
                <a:cubicBezTo>
                  <a:pt x="595659" y="84430"/>
                  <a:pt x="593726" y="85181"/>
                  <a:pt x="592163" y="86684"/>
                </a:cubicBezTo>
                <a:cubicBezTo>
                  <a:pt x="590601" y="88187"/>
                  <a:pt x="589820" y="89982"/>
                  <a:pt x="589820" y="92069"/>
                </a:cubicBezTo>
                <a:cubicBezTo>
                  <a:pt x="589820" y="93903"/>
                  <a:pt x="590525" y="95406"/>
                  <a:pt x="591933" y="96578"/>
                </a:cubicBezTo>
                <a:cubicBezTo>
                  <a:pt x="593341" y="97749"/>
                  <a:pt x="595633" y="98335"/>
                  <a:pt x="598809" y="98335"/>
                </a:cubicBezTo>
                <a:lnTo>
                  <a:pt x="612099" y="98181"/>
                </a:lnTo>
                <a:cubicBezTo>
                  <a:pt x="622855" y="98181"/>
                  <a:pt x="630255" y="99362"/>
                  <a:pt x="634302" y="101722"/>
                </a:cubicBezTo>
                <a:cubicBezTo>
                  <a:pt x="640089" y="105005"/>
                  <a:pt x="642983" y="110059"/>
                  <a:pt x="642983" y="116883"/>
                </a:cubicBezTo>
                <a:cubicBezTo>
                  <a:pt x="642983" y="121245"/>
                  <a:pt x="641651" y="125208"/>
                  <a:pt x="638988" y="128774"/>
                </a:cubicBezTo>
                <a:cubicBezTo>
                  <a:pt x="636325" y="132340"/>
                  <a:pt x="632816" y="134970"/>
                  <a:pt x="628463" y="136663"/>
                </a:cubicBezTo>
                <a:cubicBezTo>
                  <a:pt x="621856" y="139177"/>
                  <a:pt x="614250" y="140435"/>
                  <a:pt x="605646" y="140435"/>
                </a:cubicBezTo>
                <a:cubicBezTo>
                  <a:pt x="599193" y="140435"/>
                  <a:pt x="593303" y="139807"/>
                  <a:pt x="587977" y="138552"/>
                </a:cubicBezTo>
                <a:cubicBezTo>
                  <a:pt x="582650" y="137298"/>
                  <a:pt x="578834" y="135555"/>
                  <a:pt x="576530" y="133326"/>
                </a:cubicBezTo>
                <a:cubicBezTo>
                  <a:pt x="574225" y="131098"/>
                  <a:pt x="573073" y="128754"/>
                  <a:pt x="573073" y="126294"/>
                </a:cubicBezTo>
                <a:cubicBezTo>
                  <a:pt x="573073" y="123938"/>
                  <a:pt x="573956" y="121825"/>
                  <a:pt x="575723" y="119954"/>
                </a:cubicBezTo>
                <a:cubicBezTo>
                  <a:pt x="577490" y="118084"/>
                  <a:pt x="580781" y="116509"/>
                  <a:pt x="585595" y="115229"/>
                </a:cubicBezTo>
                <a:cubicBezTo>
                  <a:pt x="578937" y="111951"/>
                  <a:pt x="575608" y="107394"/>
                  <a:pt x="575608" y="101557"/>
                </a:cubicBezTo>
                <a:cubicBezTo>
                  <a:pt x="575608" y="98023"/>
                  <a:pt x="576965" y="94592"/>
                  <a:pt x="579680" y="91265"/>
                </a:cubicBezTo>
                <a:cubicBezTo>
                  <a:pt x="582394" y="87936"/>
                  <a:pt x="586696" y="85042"/>
                  <a:pt x="592586" y="82584"/>
                </a:cubicBezTo>
                <a:cubicBezTo>
                  <a:pt x="585723" y="80071"/>
                  <a:pt x="580755" y="76763"/>
                  <a:pt x="577682" y="72659"/>
                </a:cubicBezTo>
                <a:cubicBezTo>
                  <a:pt x="574609" y="68555"/>
                  <a:pt x="573073" y="63810"/>
                  <a:pt x="573073" y="58425"/>
                </a:cubicBezTo>
                <a:cubicBezTo>
                  <a:pt x="573073" y="51399"/>
                  <a:pt x="575941" y="45308"/>
                  <a:pt x="581677" y="40153"/>
                </a:cubicBezTo>
                <a:cubicBezTo>
                  <a:pt x="587413" y="34997"/>
                  <a:pt x="594788" y="32420"/>
                  <a:pt x="603802" y="32420"/>
                </a:cubicBezTo>
                <a:cubicBezTo>
                  <a:pt x="608565" y="32420"/>
                  <a:pt x="613482" y="33444"/>
                  <a:pt x="618553" y="35493"/>
                </a:cubicBezTo>
                <a:moveTo>
                  <a:pt x="605262" y="37337"/>
                </a:moveTo>
                <a:cubicBezTo>
                  <a:pt x="602291" y="37337"/>
                  <a:pt x="599782" y="38832"/>
                  <a:pt x="597733" y="41824"/>
                </a:cubicBezTo>
                <a:cubicBezTo>
                  <a:pt x="595685" y="44813"/>
                  <a:pt x="594660" y="51012"/>
                  <a:pt x="594660" y="60420"/>
                </a:cubicBezTo>
                <a:cubicBezTo>
                  <a:pt x="594660" y="68037"/>
                  <a:pt x="595672" y="73264"/>
                  <a:pt x="597695" y="76102"/>
                </a:cubicBezTo>
                <a:cubicBezTo>
                  <a:pt x="599718" y="78939"/>
                  <a:pt x="602112" y="80358"/>
                  <a:pt x="604878" y="80358"/>
                </a:cubicBezTo>
                <a:cubicBezTo>
                  <a:pt x="607951" y="80358"/>
                  <a:pt x="610512" y="78952"/>
                  <a:pt x="612560" y="76140"/>
                </a:cubicBezTo>
                <a:cubicBezTo>
                  <a:pt x="614609" y="73328"/>
                  <a:pt x="615633" y="67857"/>
                  <a:pt x="615633" y="59728"/>
                </a:cubicBezTo>
                <a:cubicBezTo>
                  <a:pt x="615633" y="50578"/>
                  <a:pt x="614481" y="44341"/>
                  <a:pt x="612176" y="41017"/>
                </a:cubicBezTo>
                <a:cubicBezTo>
                  <a:pt x="610537" y="38563"/>
                  <a:pt x="608233" y="37337"/>
                  <a:pt x="605262" y="37337"/>
                </a:cubicBezTo>
                <a:moveTo>
                  <a:pt x="600729" y="117080"/>
                </a:moveTo>
                <a:cubicBezTo>
                  <a:pt x="595505" y="117080"/>
                  <a:pt x="592048" y="117514"/>
                  <a:pt x="590358" y="118381"/>
                </a:cubicBezTo>
                <a:cubicBezTo>
                  <a:pt x="587439" y="119961"/>
                  <a:pt x="585979" y="122102"/>
                  <a:pt x="585979" y="124806"/>
                </a:cubicBezTo>
                <a:cubicBezTo>
                  <a:pt x="585979" y="127406"/>
                  <a:pt x="587490" y="129765"/>
                  <a:pt x="590512" y="131881"/>
                </a:cubicBezTo>
                <a:cubicBezTo>
                  <a:pt x="593533" y="133998"/>
                  <a:pt x="599218" y="135057"/>
                  <a:pt x="607567" y="135057"/>
                </a:cubicBezTo>
                <a:cubicBezTo>
                  <a:pt x="614686" y="135057"/>
                  <a:pt x="620281" y="134113"/>
                  <a:pt x="624353" y="132226"/>
                </a:cubicBezTo>
                <a:cubicBezTo>
                  <a:pt x="628424" y="130339"/>
                  <a:pt x="630460" y="127687"/>
                  <a:pt x="630460" y="124270"/>
                </a:cubicBezTo>
                <a:cubicBezTo>
                  <a:pt x="630460" y="122996"/>
                  <a:pt x="630076" y="121926"/>
                  <a:pt x="629308" y="121058"/>
                </a:cubicBezTo>
                <a:cubicBezTo>
                  <a:pt x="627925" y="119528"/>
                  <a:pt x="625838" y="118482"/>
                  <a:pt x="623047" y="117920"/>
                </a:cubicBezTo>
                <a:cubicBezTo>
                  <a:pt x="620255" y="117360"/>
                  <a:pt x="612816" y="117080"/>
                  <a:pt x="600729" y="117080"/>
                </a:cubicBezTo>
                <a:close/>
                <a:moveTo>
                  <a:pt x="711483" y="67913"/>
                </a:moveTo>
                <a:lnTo>
                  <a:pt x="672072" y="67913"/>
                </a:lnTo>
                <a:cubicBezTo>
                  <a:pt x="672533" y="77464"/>
                  <a:pt x="675068" y="85013"/>
                  <a:pt x="679678" y="90559"/>
                </a:cubicBezTo>
                <a:cubicBezTo>
                  <a:pt x="683212" y="94821"/>
                  <a:pt x="687463" y="96952"/>
                  <a:pt x="692430" y="96952"/>
                </a:cubicBezTo>
                <a:cubicBezTo>
                  <a:pt x="695503" y="96952"/>
                  <a:pt x="698295" y="96094"/>
                  <a:pt x="700804" y="94378"/>
                </a:cubicBezTo>
                <a:cubicBezTo>
                  <a:pt x="703314" y="92663"/>
                  <a:pt x="706003" y="89577"/>
                  <a:pt x="708871" y="85121"/>
                </a:cubicBezTo>
                <a:lnTo>
                  <a:pt x="711483" y="86811"/>
                </a:lnTo>
                <a:cubicBezTo>
                  <a:pt x="707590" y="94750"/>
                  <a:pt x="703288" y="100371"/>
                  <a:pt x="698576" y="103674"/>
                </a:cubicBezTo>
                <a:cubicBezTo>
                  <a:pt x="693865" y="106978"/>
                  <a:pt x="688410" y="108629"/>
                  <a:pt x="682213" y="108629"/>
                </a:cubicBezTo>
                <a:cubicBezTo>
                  <a:pt x="671560" y="108629"/>
                  <a:pt x="663493" y="104528"/>
                  <a:pt x="658013" y="96325"/>
                </a:cubicBezTo>
                <a:cubicBezTo>
                  <a:pt x="653609" y="89712"/>
                  <a:pt x="651406" y="81510"/>
                  <a:pt x="651406" y="71718"/>
                </a:cubicBezTo>
                <a:cubicBezTo>
                  <a:pt x="651406" y="59720"/>
                  <a:pt x="654646" y="50172"/>
                  <a:pt x="661125" y="43072"/>
                </a:cubicBezTo>
                <a:cubicBezTo>
                  <a:pt x="667603" y="35971"/>
                  <a:pt x="675196" y="32420"/>
                  <a:pt x="683903" y="32420"/>
                </a:cubicBezTo>
                <a:cubicBezTo>
                  <a:pt x="691176" y="32420"/>
                  <a:pt x="697488" y="35403"/>
                  <a:pt x="702840" y="41370"/>
                </a:cubicBezTo>
                <a:cubicBezTo>
                  <a:pt x="708192" y="47336"/>
                  <a:pt x="711073" y="56184"/>
                  <a:pt x="711483" y="67913"/>
                </a:cubicBezTo>
                <a:moveTo>
                  <a:pt x="692584" y="62842"/>
                </a:moveTo>
                <a:cubicBezTo>
                  <a:pt x="692584" y="54596"/>
                  <a:pt x="692136" y="48937"/>
                  <a:pt x="691240" y="45864"/>
                </a:cubicBezTo>
                <a:cubicBezTo>
                  <a:pt x="690343" y="42791"/>
                  <a:pt x="688948" y="40461"/>
                  <a:pt x="687053" y="38873"/>
                </a:cubicBezTo>
                <a:cubicBezTo>
                  <a:pt x="685977" y="37951"/>
                  <a:pt x="684543" y="37490"/>
                  <a:pt x="682751" y="37490"/>
                </a:cubicBezTo>
                <a:cubicBezTo>
                  <a:pt x="680087" y="37490"/>
                  <a:pt x="677911" y="38796"/>
                  <a:pt x="676221" y="41408"/>
                </a:cubicBezTo>
                <a:cubicBezTo>
                  <a:pt x="673199" y="45966"/>
                  <a:pt x="671688" y="52215"/>
                  <a:pt x="671688" y="60153"/>
                </a:cubicBezTo>
                <a:lnTo>
                  <a:pt x="671688" y="62842"/>
                </a:lnTo>
                <a:lnTo>
                  <a:pt x="692584" y="62842"/>
                </a:lnTo>
                <a:close/>
                <a:moveTo>
                  <a:pt x="749511" y="34571"/>
                </a:moveTo>
                <a:lnTo>
                  <a:pt x="749511" y="43943"/>
                </a:lnTo>
                <a:cubicBezTo>
                  <a:pt x="753198" y="39921"/>
                  <a:pt x="756732" y="36996"/>
                  <a:pt x="760113" y="35166"/>
                </a:cubicBezTo>
                <a:cubicBezTo>
                  <a:pt x="763493" y="33335"/>
                  <a:pt x="767129" y="32420"/>
                  <a:pt x="771022" y="32420"/>
                </a:cubicBezTo>
                <a:cubicBezTo>
                  <a:pt x="775682" y="32420"/>
                  <a:pt x="779549" y="33715"/>
                  <a:pt x="782622" y="36304"/>
                </a:cubicBezTo>
                <a:cubicBezTo>
                  <a:pt x="785695" y="38894"/>
                  <a:pt x="787744" y="42112"/>
                  <a:pt x="788768" y="45958"/>
                </a:cubicBezTo>
                <a:cubicBezTo>
                  <a:pt x="789587" y="48882"/>
                  <a:pt x="789997" y="54498"/>
                  <a:pt x="789997" y="62806"/>
                </a:cubicBezTo>
                <a:lnTo>
                  <a:pt x="789997" y="90806"/>
                </a:lnTo>
                <a:cubicBezTo>
                  <a:pt x="789997" y="96338"/>
                  <a:pt x="790496" y="99782"/>
                  <a:pt x="791495" y="101139"/>
                </a:cubicBezTo>
                <a:cubicBezTo>
                  <a:pt x="792494" y="102496"/>
                  <a:pt x="794581" y="103354"/>
                  <a:pt x="797756" y="103713"/>
                </a:cubicBezTo>
                <a:lnTo>
                  <a:pt x="797756" y="106478"/>
                </a:lnTo>
                <a:lnTo>
                  <a:pt x="761419" y="106478"/>
                </a:lnTo>
                <a:lnTo>
                  <a:pt x="761419" y="103713"/>
                </a:lnTo>
                <a:cubicBezTo>
                  <a:pt x="764133" y="103354"/>
                  <a:pt x="766079" y="102227"/>
                  <a:pt x="767257" y="100332"/>
                </a:cubicBezTo>
                <a:cubicBezTo>
                  <a:pt x="768077" y="99052"/>
                  <a:pt x="768486" y="95877"/>
                  <a:pt x="768486" y="90806"/>
                </a:cubicBezTo>
                <a:lnTo>
                  <a:pt x="768486" y="58847"/>
                </a:lnTo>
                <a:cubicBezTo>
                  <a:pt x="768486" y="52957"/>
                  <a:pt x="768256" y="49244"/>
                  <a:pt x="767795" y="47708"/>
                </a:cubicBezTo>
                <a:cubicBezTo>
                  <a:pt x="767334" y="46171"/>
                  <a:pt x="766553" y="44981"/>
                  <a:pt x="765452" y="44135"/>
                </a:cubicBezTo>
                <a:cubicBezTo>
                  <a:pt x="764351" y="43290"/>
                  <a:pt x="763134" y="42868"/>
                  <a:pt x="761803" y="42868"/>
                </a:cubicBezTo>
                <a:cubicBezTo>
                  <a:pt x="757398" y="42868"/>
                  <a:pt x="753301" y="46043"/>
                  <a:pt x="749511" y="52394"/>
                </a:cubicBezTo>
                <a:lnTo>
                  <a:pt x="749511" y="90806"/>
                </a:lnTo>
                <a:cubicBezTo>
                  <a:pt x="749511" y="96184"/>
                  <a:pt x="750010" y="99590"/>
                  <a:pt x="751009" y="101024"/>
                </a:cubicBezTo>
                <a:cubicBezTo>
                  <a:pt x="752008" y="102458"/>
                  <a:pt x="753864" y="103354"/>
                  <a:pt x="756579" y="103713"/>
                </a:cubicBezTo>
                <a:lnTo>
                  <a:pt x="756579" y="106478"/>
                </a:lnTo>
                <a:lnTo>
                  <a:pt x="720241" y="106478"/>
                </a:lnTo>
                <a:lnTo>
                  <a:pt x="720241" y="103713"/>
                </a:lnTo>
                <a:cubicBezTo>
                  <a:pt x="723263" y="103405"/>
                  <a:pt x="725414" y="102432"/>
                  <a:pt x="726694" y="100793"/>
                </a:cubicBezTo>
                <a:cubicBezTo>
                  <a:pt x="727565" y="99667"/>
                  <a:pt x="728000" y="96338"/>
                  <a:pt x="728000" y="90806"/>
                </a:cubicBezTo>
                <a:lnTo>
                  <a:pt x="728000" y="50243"/>
                </a:lnTo>
                <a:cubicBezTo>
                  <a:pt x="728000" y="44748"/>
                  <a:pt x="727501" y="41327"/>
                  <a:pt x="726502" y="39980"/>
                </a:cubicBezTo>
                <a:cubicBezTo>
                  <a:pt x="725503" y="38632"/>
                  <a:pt x="723416" y="37751"/>
                  <a:pt x="720241" y="37337"/>
                </a:cubicBezTo>
                <a:lnTo>
                  <a:pt x="720241" y="34571"/>
                </a:lnTo>
                <a:lnTo>
                  <a:pt x="749511" y="34571"/>
                </a:lnTo>
                <a:close/>
                <a:moveTo>
                  <a:pt x="835500" y="8143"/>
                </a:moveTo>
                <a:lnTo>
                  <a:pt x="835500" y="34571"/>
                </a:lnTo>
                <a:lnTo>
                  <a:pt x="852555" y="34571"/>
                </a:lnTo>
                <a:lnTo>
                  <a:pt x="852555" y="42100"/>
                </a:lnTo>
                <a:lnTo>
                  <a:pt x="835500" y="42100"/>
                </a:lnTo>
                <a:lnTo>
                  <a:pt x="835500" y="86547"/>
                </a:lnTo>
                <a:cubicBezTo>
                  <a:pt x="835500" y="90707"/>
                  <a:pt x="835692" y="93390"/>
                  <a:pt x="836076" y="94597"/>
                </a:cubicBezTo>
                <a:cubicBezTo>
                  <a:pt x="836460" y="95804"/>
                  <a:pt x="837139" y="96780"/>
                  <a:pt x="838112" y="97526"/>
                </a:cubicBezTo>
                <a:cubicBezTo>
                  <a:pt x="839085" y="98270"/>
                  <a:pt x="839981" y="98642"/>
                  <a:pt x="840801" y="98642"/>
                </a:cubicBezTo>
                <a:cubicBezTo>
                  <a:pt x="844130" y="98642"/>
                  <a:pt x="847280" y="96081"/>
                  <a:pt x="850250" y="90960"/>
                </a:cubicBezTo>
                <a:lnTo>
                  <a:pt x="852555" y="92667"/>
                </a:lnTo>
                <a:cubicBezTo>
                  <a:pt x="848406" y="102591"/>
                  <a:pt x="841672" y="107554"/>
                  <a:pt x="832350" y="107554"/>
                </a:cubicBezTo>
                <a:cubicBezTo>
                  <a:pt x="827792" y="107554"/>
                  <a:pt x="823938" y="106282"/>
                  <a:pt x="820788" y="103739"/>
                </a:cubicBezTo>
                <a:cubicBezTo>
                  <a:pt x="817638" y="101194"/>
                  <a:pt x="815628" y="98354"/>
                  <a:pt x="814757" y="95219"/>
                </a:cubicBezTo>
                <a:cubicBezTo>
                  <a:pt x="814245" y="93471"/>
                  <a:pt x="813989" y="88742"/>
                  <a:pt x="813989" y="81033"/>
                </a:cubicBezTo>
                <a:lnTo>
                  <a:pt x="813989" y="42100"/>
                </a:lnTo>
                <a:lnTo>
                  <a:pt x="804617" y="42100"/>
                </a:lnTo>
                <a:lnTo>
                  <a:pt x="804617" y="39404"/>
                </a:lnTo>
                <a:cubicBezTo>
                  <a:pt x="811070" y="34836"/>
                  <a:pt x="816563" y="30037"/>
                  <a:pt x="821095" y="25006"/>
                </a:cubicBezTo>
                <a:cubicBezTo>
                  <a:pt x="825628" y="19976"/>
                  <a:pt x="829585" y="14355"/>
                  <a:pt x="832965" y="8143"/>
                </a:cubicBezTo>
                <a:lnTo>
                  <a:pt x="835500" y="8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19947b6154c30"/>
          <a:stretch xmlns:a="http://schemas.openxmlformats.org/drawingml/2006/main"/>
        </p:blipFill>
        <p:spPr>
          <a:xfrm xmlns:a="http://schemas.openxmlformats.org/drawingml/2006/main">
            <a:off x="6530495" y="1084006"/>
            <a:ext cx="252116" cy="252116"/>
          </a:xfrm>
          <a:prstGeom xmlns:a="http://schemas.openxmlformats.org/drawingml/2006/main" prst="rect">
            <a:avLst/>
          </a:prstGeom>
        </p:spPr>
      </p:pic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8222E-46F8-494F-93BC-F6AB2D55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395" y="2006223"/>
            <a:ext cx="140275" cy="142171"/>
          </a:xfrm>
          <a:custGeom xmlns:a="http://schemas.openxmlformats.org/drawingml/2006/main">
            <a:pathLst>
              <a:path w="140275" h="142171">
                <a:moveTo>
                  <a:pt x="0" y="71085"/>
                </a:moveTo>
                <a:cubicBezTo>
                  <a:pt x="0" y="31826"/>
                  <a:pt x="31401" y="0"/>
                  <a:pt x="70137" y="0"/>
                </a:cubicBezTo>
                <a:cubicBezTo>
                  <a:pt x="108873" y="0"/>
                  <a:pt x="140275" y="31826"/>
                  <a:pt x="140275" y="71085"/>
                </a:cubicBezTo>
                <a:cubicBezTo>
                  <a:pt x="140275" y="110345"/>
                  <a:pt x="108873" y="142171"/>
                  <a:pt x="70137" y="142171"/>
                </a:cubicBezTo>
                <a:cubicBezTo>
                  <a:pt x="31401" y="142171"/>
                  <a:pt x="0" y="110345"/>
                  <a:pt x="0" y="71085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33301-469D-4712-A935-A25157BF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870" y="1999699"/>
            <a:ext cx="153324" cy="155220"/>
          </a:xfrm>
          <a:custGeom xmlns:a="http://schemas.openxmlformats.org/drawingml/2006/main">
            <a:pathLst>
              <a:path w="153324" h="155220">
                <a:moveTo>
                  <a:pt x="22409" y="132473"/>
                </a:moveTo>
                <a:lnTo>
                  <a:pt x="33753" y="141960"/>
                </a:lnTo>
                <a:lnTo>
                  <a:pt x="46788" y="149131"/>
                </a:lnTo>
                <a:lnTo>
                  <a:pt x="61043" y="153615"/>
                </a:lnTo>
                <a:lnTo>
                  <a:pt x="68825" y="154819"/>
                </a:lnTo>
                <a:lnTo>
                  <a:pt x="76662" y="155220"/>
                </a:lnTo>
                <a:lnTo>
                  <a:pt x="84500" y="154819"/>
                </a:lnTo>
                <a:lnTo>
                  <a:pt x="92282" y="153615"/>
                </a:lnTo>
                <a:lnTo>
                  <a:pt x="106536" y="149131"/>
                </a:lnTo>
                <a:lnTo>
                  <a:pt x="119572" y="141960"/>
                </a:lnTo>
                <a:lnTo>
                  <a:pt x="130916" y="132473"/>
                </a:lnTo>
                <a:lnTo>
                  <a:pt x="140270" y="120983"/>
                </a:lnTo>
                <a:lnTo>
                  <a:pt x="147332" y="107796"/>
                </a:lnTo>
                <a:lnTo>
                  <a:pt x="151747" y="93384"/>
                </a:lnTo>
                <a:lnTo>
                  <a:pt x="152929" y="85527"/>
                </a:lnTo>
                <a:lnTo>
                  <a:pt x="153324" y="77610"/>
                </a:lnTo>
                <a:lnTo>
                  <a:pt x="152929" y="69693"/>
                </a:lnTo>
                <a:lnTo>
                  <a:pt x="151747" y="61837"/>
                </a:lnTo>
                <a:lnTo>
                  <a:pt x="147332" y="47425"/>
                </a:lnTo>
                <a:lnTo>
                  <a:pt x="140270" y="34237"/>
                </a:lnTo>
                <a:lnTo>
                  <a:pt x="130916" y="22747"/>
                </a:lnTo>
                <a:lnTo>
                  <a:pt x="119572" y="13260"/>
                </a:lnTo>
                <a:lnTo>
                  <a:pt x="106536" y="6090"/>
                </a:lnTo>
                <a:lnTo>
                  <a:pt x="92282" y="1605"/>
                </a:lnTo>
                <a:lnTo>
                  <a:pt x="84500" y="401"/>
                </a:lnTo>
                <a:lnTo>
                  <a:pt x="76662" y="0"/>
                </a:lnTo>
                <a:lnTo>
                  <a:pt x="68825" y="401"/>
                </a:lnTo>
                <a:lnTo>
                  <a:pt x="61043" y="1605"/>
                </a:lnTo>
                <a:lnTo>
                  <a:pt x="46788" y="6090"/>
                </a:lnTo>
                <a:lnTo>
                  <a:pt x="33753" y="13260"/>
                </a:lnTo>
                <a:lnTo>
                  <a:pt x="22409" y="22747"/>
                </a:lnTo>
                <a:lnTo>
                  <a:pt x="13054" y="34237"/>
                </a:lnTo>
                <a:lnTo>
                  <a:pt x="5992" y="47425"/>
                </a:lnTo>
                <a:lnTo>
                  <a:pt x="1578" y="61837"/>
                </a:lnTo>
                <a:lnTo>
                  <a:pt x="394" y="69693"/>
                </a:lnTo>
                <a:lnTo>
                  <a:pt x="0" y="77610"/>
                </a:lnTo>
                <a:lnTo>
                  <a:pt x="394" y="85527"/>
                </a:lnTo>
                <a:lnTo>
                  <a:pt x="1578" y="93384"/>
                </a:lnTo>
                <a:lnTo>
                  <a:pt x="5992" y="107796"/>
                </a:lnTo>
                <a:lnTo>
                  <a:pt x="13054" y="120983"/>
                </a:lnTo>
                <a:lnTo>
                  <a:pt x="22409" y="132473"/>
                </a:lnTo>
                <a:close/>
                <a:moveTo>
                  <a:pt x="13378" y="70993"/>
                </a:moveTo>
                <a:lnTo>
                  <a:pt x="14321" y="64732"/>
                </a:lnTo>
                <a:lnTo>
                  <a:pt x="18082" y="52454"/>
                </a:lnTo>
                <a:lnTo>
                  <a:pt x="23951" y="41494"/>
                </a:lnTo>
                <a:lnTo>
                  <a:pt x="31727" y="31943"/>
                </a:lnTo>
                <a:lnTo>
                  <a:pt x="41143" y="24068"/>
                </a:lnTo>
                <a:lnTo>
                  <a:pt x="51934" y="18133"/>
                </a:lnTo>
                <a:lnTo>
                  <a:pt x="64009" y="14333"/>
                </a:lnTo>
                <a:lnTo>
                  <a:pt x="70160" y="13382"/>
                </a:lnTo>
                <a:lnTo>
                  <a:pt x="76662" y="13049"/>
                </a:lnTo>
                <a:lnTo>
                  <a:pt x="83164" y="13382"/>
                </a:lnTo>
                <a:lnTo>
                  <a:pt x="89314" y="14333"/>
                </a:lnTo>
                <a:lnTo>
                  <a:pt x="101388" y="18132"/>
                </a:lnTo>
                <a:lnTo>
                  <a:pt x="112183" y="24070"/>
                </a:lnTo>
                <a:lnTo>
                  <a:pt x="121597" y="31943"/>
                </a:lnTo>
                <a:lnTo>
                  <a:pt x="129371" y="41491"/>
                </a:lnTo>
                <a:lnTo>
                  <a:pt x="135244" y="52458"/>
                </a:lnTo>
                <a:lnTo>
                  <a:pt x="139004" y="64732"/>
                </a:lnTo>
                <a:lnTo>
                  <a:pt x="139945" y="70985"/>
                </a:lnTo>
                <a:lnTo>
                  <a:pt x="140275" y="77610"/>
                </a:lnTo>
                <a:lnTo>
                  <a:pt x="139945" y="84235"/>
                </a:lnTo>
                <a:lnTo>
                  <a:pt x="139004" y="90489"/>
                </a:lnTo>
                <a:lnTo>
                  <a:pt x="135245" y="102761"/>
                </a:lnTo>
                <a:lnTo>
                  <a:pt x="129371" y="113729"/>
                </a:lnTo>
                <a:lnTo>
                  <a:pt x="121598" y="123276"/>
                </a:lnTo>
                <a:lnTo>
                  <a:pt x="112182" y="131150"/>
                </a:lnTo>
                <a:lnTo>
                  <a:pt x="101388" y="137088"/>
                </a:lnTo>
                <a:lnTo>
                  <a:pt x="89312" y="140887"/>
                </a:lnTo>
                <a:lnTo>
                  <a:pt x="83167" y="141838"/>
                </a:lnTo>
                <a:lnTo>
                  <a:pt x="76662" y="142171"/>
                </a:lnTo>
                <a:lnTo>
                  <a:pt x="70156" y="141838"/>
                </a:lnTo>
                <a:lnTo>
                  <a:pt x="64011" y="140887"/>
                </a:lnTo>
                <a:lnTo>
                  <a:pt x="51934" y="137088"/>
                </a:lnTo>
                <a:lnTo>
                  <a:pt x="41144" y="131152"/>
                </a:lnTo>
                <a:lnTo>
                  <a:pt x="31726" y="123276"/>
                </a:lnTo>
                <a:lnTo>
                  <a:pt x="23951" y="113726"/>
                </a:lnTo>
                <a:lnTo>
                  <a:pt x="18081" y="102765"/>
                </a:lnTo>
                <a:lnTo>
                  <a:pt x="14321" y="90489"/>
                </a:lnTo>
                <a:lnTo>
                  <a:pt x="13378" y="84226"/>
                </a:lnTo>
                <a:lnTo>
                  <a:pt x="13048" y="77610"/>
                </a:lnTo>
                <a:lnTo>
                  <a:pt x="13378" y="709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E54C5-94FB-43EC-8E14-1C66AE2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415" y="2305730"/>
            <a:ext cx="142171" cy="140276"/>
          </a:xfrm>
          <a:custGeom xmlns:a="http://schemas.openxmlformats.org/drawingml/2006/main">
            <a:pathLst>
              <a:path w="142171" h="140276">
                <a:moveTo>
                  <a:pt x="0" y="70138"/>
                </a:moveTo>
                <a:cubicBezTo>
                  <a:pt x="0" y="31402"/>
                  <a:pt x="31826" y="0"/>
                  <a:pt x="71085" y="0"/>
                </a:cubicBezTo>
                <a:cubicBezTo>
                  <a:pt x="110345" y="0"/>
                  <a:pt x="142171" y="31402"/>
                  <a:pt x="142171" y="70138"/>
                </a:cubicBezTo>
                <a:cubicBezTo>
                  <a:pt x="142171" y="108874"/>
                  <a:pt x="110345" y="140276"/>
                  <a:pt x="71085" y="140276"/>
                </a:cubicBezTo>
                <a:cubicBezTo>
                  <a:pt x="31826" y="140276"/>
                  <a:pt x="0" y="108874"/>
                  <a:pt x="0" y="70138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0E1E0-5900-4084-8586-E92444C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891" y="2299205"/>
            <a:ext cx="155220" cy="153324"/>
          </a:xfrm>
          <a:custGeom xmlns:a="http://schemas.openxmlformats.org/drawingml/2006/main">
            <a:pathLst>
              <a:path w="155220" h="153324">
                <a:moveTo>
                  <a:pt x="22748" y="130916"/>
                </a:moveTo>
                <a:lnTo>
                  <a:pt x="34238" y="140270"/>
                </a:lnTo>
                <a:lnTo>
                  <a:pt x="47425" y="147333"/>
                </a:lnTo>
                <a:lnTo>
                  <a:pt x="61837" y="151747"/>
                </a:lnTo>
                <a:lnTo>
                  <a:pt x="69693" y="152930"/>
                </a:lnTo>
                <a:lnTo>
                  <a:pt x="77610" y="153324"/>
                </a:lnTo>
                <a:lnTo>
                  <a:pt x="85527" y="152930"/>
                </a:lnTo>
                <a:lnTo>
                  <a:pt x="93384" y="151747"/>
                </a:lnTo>
                <a:lnTo>
                  <a:pt x="107796" y="147333"/>
                </a:lnTo>
                <a:lnTo>
                  <a:pt x="120984" y="140270"/>
                </a:lnTo>
                <a:lnTo>
                  <a:pt x="132474" y="130916"/>
                </a:lnTo>
                <a:lnTo>
                  <a:pt x="141960" y="119572"/>
                </a:lnTo>
                <a:lnTo>
                  <a:pt x="149131" y="106536"/>
                </a:lnTo>
                <a:lnTo>
                  <a:pt x="153616" y="92282"/>
                </a:lnTo>
                <a:lnTo>
                  <a:pt x="154819" y="84500"/>
                </a:lnTo>
                <a:lnTo>
                  <a:pt x="155220" y="76662"/>
                </a:lnTo>
                <a:lnTo>
                  <a:pt x="154819" y="68825"/>
                </a:lnTo>
                <a:lnTo>
                  <a:pt x="153616" y="61043"/>
                </a:lnTo>
                <a:lnTo>
                  <a:pt x="149131" y="46788"/>
                </a:lnTo>
                <a:lnTo>
                  <a:pt x="141960" y="33752"/>
                </a:lnTo>
                <a:lnTo>
                  <a:pt x="132474" y="22408"/>
                </a:lnTo>
                <a:lnTo>
                  <a:pt x="120984" y="13054"/>
                </a:lnTo>
                <a:lnTo>
                  <a:pt x="107796" y="5992"/>
                </a:lnTo>
                <a:lnTo>
                  <a:pt x="93384" y="1577"/>
                </a:lnTo>
                <a:lnTo>
                  <a:pt x="85527" y="394"/>
                </a:lnTo>
                <a:lnTo>
                  <a:pt x="77610" y="0"/>
                </a:lnTo>
                <a:lnTo>
                  <a:pt x="69693" y="394"/>
                </a:lnTo>
                <a:lnTo>
                  <a:pt x="61837" y="1577"/>
                </a:lnTo>
                <a:lnTo>
                  <a:pt x="47425" y="5992"/>
                </a:lnTo>
                <a:lnTo>
                  <a:pt x="34238" y="13054"/>
                </a:lnTo>
                <a:lnTo>
                  <a:pt x="22748" y="22408"/>
                </a:lnTo>
                <a:lnTo>
                  <a:pt x="13261" y="33752"/>
                </a:lnTo>
                <a:lnTo>
                  <a:pt x="6090" y="46788"/>
                </a:lnTo>
                <a:lnTo>
                  <a:pt x="1605" y="61043"/>
                </a:lnTo>
                <a:lnTo>
                  <a:pt x="401" y="68825"/>
                </a:lnTo>
                <a:lnTo>
                  <a:pt x="0" y="76662"/>
                </a:lnTo>
                <a:lnTo>
                  <a:pt x="401" y="84500"/>
                </a:lnTo>
                <a:lnTo>
                  <a:pt x="1605" y="92282"/>
                </a:lnTo>
                <a:lnTo>
                  <a:pt x="6090" y="106536"/>
                </a:lnTo>
                <a:lnTo>
                  <a:pt x="13261" y="119572"/>
                </a:lnTo>
                <a:lnTo>
                  <a:pt x="22748" y="130916"/>
                </a:lnTo>
                <a:close/>
                <a:moveTo>
                  <a:pt x="13383" y="70152"/>
                </a:moveTo>
                <a:lnTo>
                  <a:pt x="14333" y="64014"/>
                </a:lnTo>
                <a:lnTo>
                  <a:pt x="18133" y="51935"/>
                </a:lnTo>
                <a:lnTo>
                  <a:pt x="24070" y="41142"/>
                </a:lnTo>
                <a:lnTo>
                  <a:pt x="31945" y="31725"/>
                </a:lnTo>
                <a:lnTo>
                  <a:pt x="41494" y="23952"/>
                </a:lnTo>
                <a:lnTo>
                  <a:pt x="52458" y="18080"/>
                </a:lnTo>
                <a:lnTo>
                  <a:pt x="64731" y="14321"/>
                </a:lnTo>
                <a:lnTo>
                  <a:pt x="70991" y="13378"/>
                </a:lnTo>
                <a:lnTo>
                  <a:pt x="77610" y="13048"/>
                </a:lnTo>
                <a:lnTo>
                  <a:pt x="84231" y="13378"/>
                </a:lnTo>
                <a:lnTo>
                  <a:pt x="90489" y="14321"/>
                </a:lnTo>
                <a:lnTo>
                  <a:pt x="102765" y="18081"/>
                </a:lnTo>
                <a:lnTo>
                  <a:pt x="113727" y="23952"/>
                </a:lnTo>
                <a:lnTo>
                  <a:pt x="123278" y="31727"/>
                </a:lnTo>
                <a:lnTo>
                  <a:pt x="131151" y="41142"/>
                </a:lnTo>
                <a:lnTo>
                  <a:pt x="137088" y="51935"/>
                </a:lnTo>
                <a:lnTo>
                  <a:pt x="140887" y="64009"/>
                </a:lnTo>
                <a:lnTo>
                  <a:pt x="141839" y="70160"/>
                </a:lnTo>
                <a:lnTo>
                  <a:pt x="142171" y="76662"/>
                </a:lnTo>
                <a:lnTo>
                  <a:pt x="141839" y="83164"/>
                </a:lnTo>
                <a:lnTo>
                  <a:pt x="140887" y="89315"/>
                </a:lnTo>
                <a:lnTo>
                  <a:pt x="137088" y="101390"/>
                </a:lnTo>
                <a:lnTo>
                  <a:pt x="131151" y="112183"/>
                </a:lnTo>
                <a:lnTo>
                  <a:pt x="123278" y="121597"/>
                </a:lnTo>
                <a:lnTo>
                  <a:pt x="113727" y="129373"/>
                </a:lnTo>
                <a:lnTo>
                  <a:pt x="102765" y="135244"/>
                </a:lnTo>
                <a:lnTo>
                  <a:pt x="90489" y="139004"/>
                </a:lnTo>
                <a:lnTo>
                  <a:pt x="84230" y="139946"/>
                </a:lnTo>
                <a:lnTo>
                  <a:pt x="77610" y="140276"/>
                </a:lnTo>
                <a:lnTo>
                  <a:pt x="70992" y="139946"/>
                </a:lnTo>
                <a:lnTo>
                  <a:pt x="64731" y="139003"/>
                </a:lnTo>
                <a:lnTo>
                  <a:pt x="52457" y="135244"/>
                </a:lnTo>
                <a:lnTo>
                  <a:pt x="41494" y="129373"/>
                </a:lnTo>
                <a:lnTo>
                  <a:pt x="31945" y="121599"/>
                </a:lnTo>
                <a:lnTo>
                  <a:pt x="24070" y="112183"/>
                </a:lnTo>
                <a:lnTo>
                  <a:pt x="18133" y="101390"/>
                </a:lnTo>
                <a:lnTo>
                  <a:pt x="14333" y="89310"/>
                </a:lnTo>
                <a:lnTo>
                  <a:pt x="13383" y="83172"/>
                </a:lnTo>
                <a:lnTo>
                  <a:pt x="13049" y="76662"/>
                </a:lnTo>
                <a:lnTo>
                  <a:pt x="13383" y="70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98DAC-D121-4BE4-8768-2503F4D2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731" y="2305730"/>
            <a:ext cx="142171" cy="140276"/>
          </a:xfrm>
          <a:custGeom xmlns:a="http://schemas.openxmlformats.org/drawingml/2006/main">
            <a:pathLst>
              <a:path w="142171" h="140276">
                <a:moveTo>
                  <a:pt x="0" y="70138"/>
                </a:moveTo>
                <a:cubicBezTo>
                  <a:pt x="0" y="31402"/>
                  <a:pt x="31826" y="0"/>
                  <a:pt x="71085" y="0"/>
                </a:cubicBezTo>
                <a:cubicBezTo>
                  <a:pt x="110345" y="0"/>
                  <a:pt x="142171" y="31402"/>
                  <a:pt x="142171" y="70138"/>
                </a:cubicBezTo>
                <a:cubicBezTo>
                  <a:pt x="142171" y="108874"/>
                  <a:pt x="110345" y="140276"/>
                  <a:pt x="71085" y="140276"/>
                </a:cubicBezTo>
                <a:cubicBezTo>
                  <a:pt x="31826" y="140276"/>
                  <a:pt x="0" y="108874"/>
                  <a:pt x="0" y="70138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1B210-86AE-409D-A531-C2496D86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06" y="2299205"/>
            <a:ext cx="155220" cy="153324"/>
          </a:xfrm>
          <a:custGeom xmlns:a="http://schemas.openxmlformats.org/drawingml/2006/main">
            <a:pathLst>
              <a:path w="155220" h="153324">
                <a:moveTo>
                  <a:pt x="22747" y="130916"/>
                </a:moveTo>
                <a:lnTo>
                  <a:pt x="34237" y="140270"/>
                </a:lnTo>
                <a:lnTo>
                  <a:pt x="47424" y="147333"/>
                </a:lnTo>
                <a:lnTo>
                  <a:pt x="61837" y="151747"/>
                </a:lnTo>
                <a:lnTo>
                  <a:pt x="69693" y="152930"/>
                </a:lnTo>
                <a:lnTo>
                  <a:pt x="77610" y="153324"/>
                </a:lnTo>
                <a:lnTo>
                  <a:pt x="85527" y="152930"/>
                </a:lnTo>
                <a:lnTo>
                  <a:pt x="93384" y="151747"/>
                </a:lnTo>
                <a:lnTo>
                  <a:pt x="107796" y="147333"/>
                </a:lnTo>
                <a:lnTo>
                  <a:pt x="120983" y="140270"/>
                </a:lnTo>
                <a:lnTo>
                  <a:pt x="132473" y="130916"/>
                </a:lnTo>
                <a:lnTo>
                  <a:pt x="141960" y="119572"/>
                </a:lnTo>
                <a:lnTo>
                  <a:pt x="149131" y="106536"/>
                </a:lnTo>
                <a:lnTo>
                  <a:pt x="153615" y="92282"/>
                </a:lnTo>
                <a:lnTo>
                  <a:pt x="154819" y="84500"/>
                </a:lnTo>
                <a:lnTo>
                  <a:pt x="155220" y="76662"/>
                </a:lnTo>
                <a:lnTo>
                  <a:pt x="154819" y="68825"/>
                </a:lnTo>
                <a:lnTo>
                  <a:pt x="153615" y="61043"/>
                </a:lnTo>
                <a:lnTo>
                  <a:pt x="149131" y="46788"/>
                </a:lnTo>
                <a:lnTo>
                  <a:pt x="141960" y="33752"/>
                </a:lnTo>
                <a:lnTo>
                  <a:pt x="132473" y="22408"/>
                </a:lnTo>
                <a:lnTo>
                  <a:pt x="120983" y="13054"/>
                </a:lnTo>
                <a:lnTo>
                  <a:pt x="107796" y="5992"/>
                </a:lnTo>
                <a:lnTo>
                  <a:pt x="93384" y="1577"/>
                </a:lnTo>
                <a:lnTo>
                  <a:pt x="85527" y="394"/>
                </a:lnTo>
                <a:lnTo>
                  <a:pt x="77610" y="0"/>
                </a:lnTo>
                <a:lnTo>
                  <a:pt x="69693" y="394"/>
                </a:lnTo>
                <a:lnTo>
                  <a:pt x="61837" y="1577"/>
                </a:lnTo>
                <a:lnTo>
                  <a:pt x="47424" y="5992"/>
                </a:lnTo>
                <a:lnTo>
                  <a:pt x="34237" y="13054"/>
                </a:lnTo>
                <a:lnTo>
                  <a:pt x="22747" y="22408"/>
                </a:lnTo>
                <a:lnTo>
                  <a:pt x="13260" y="33752"/>
                </a:lnTo>
                <a:lnTo>
                  <a:pt x="6090" y="46788"/>
                </a:lnTo>
                <a:lnTo>
                  <a:pt x="1605" y="61043"/>
                </a:lnTo>
                <a:lnTo>
                  <a:pt x="401" y="68825"/>
                </a:lnTo>
                <a:lnTo>
                  <a:pt x="0" y="76662"/>
                </a:lnTo>
                <a:lnTo>
                  <a:pt x="401" y="84500"/>
                </a:lnTo>
                <a:lnTo>
                  <a:pt x="1605" y="92282"/>
                </a:lnTo>
                <a:lnTo>
                  <a:pt x="6090" y="106536"/>
                </a:lnTo>
                <a:lnTo>
                  <a:pt x="13260" y="119572"/>
                </a:lnTo>
                <a:lnTo>
                  <a:pt x="22747" y="130916"/>
                </a:lnTo>
                <a:close/>
                <a:moveTo>
                  <a:pt x="13382" y="70160"/>
                </a:moveTo>
                <a:lnTo>
                  <a:pt x="14333" y="64009"/>
                </a:lnTo>
                <a:lnTo>
                  <a:pt x="18133" y="51935"/>
                </a:lnTo>
                <a:lnTo>
                  <a:pt x="24069" y="41142"/>
                </a:lnTo>
                <a:lnTo>
                  <a:pt x="31942" y="31727"/>
                </a:lnTo>
                <a:lnTo>
                  <a:pt x="41493" y="23952"/>
                </a:lnTo>
                <a:lnTo>
                  <a:pt x="52456" y="18081"/>
                </a:lnTo>
                <a:lnTo>
                  <a:pt x="64731" y="14321"/>
                </a:lnTo>
                <a:lnTo>
                  <a:pt x="70990" y="13378"/>
                </a:lnTo>
                <a:lnTo>
                  <a:pt x="77610" y="13049"/>
                </a:lnTo>
                <a:lnTo>
                  <a:pt x="84229" y="13378"/>
                </a:lnTo>
                <a:lnTo>
                  <a:pt x="90488" y="14321"/>
                </a:lnTo>
                <a:lnTo>
                  <a:pt x="102763" y="18080"/>
                </a:lnTo>
                <a:lnTo>
                  <a:pt x="113727" y="23952"/>
                </a:lnTo>
                <a:lnTo>
                  <a:pt x="123276" y="31725"/>
                </a:lnTo>
                <a:lnTo>
                  <a:pt x="131150" y="41142"/>
                </a:lnTo>
                <a:lnTo>
                  <a:pt x="137088" y="51935"/>
                </a:lnTo>
                <a:lnTo>
                  <a:pt x="140888" y="64014"/>
                </a:lnTo>
                <a:lnTo>
                  <a:pt x="141837" y="70152"/>
                </a:lnTo>
                <a:lnTo>
                  <a:pt x="142171" y="76662"/>
                </a:lnTo>
                <a:lnTo>
                  <a:pt x="141837" y="83172"/>
                </a:lnTo>
                <a:lnTo>
                  <a:pt x="140888" y="89310"/>
                </a:lnTo>
                <a:lnTo>
                  <a:pt x="137088" y="101390"/>
                </a:lnTo>
                <a:lnTo>
                  <a:pt x="131150" y="112183"/>
                </a:lnTo>
                <a:lnTo>
                  <a:pt x="123275" y="121599"/>
                </a:lnTo>
                <a:lnTo>
                  <a:pt x="113727" y="129373"/>
                </a:lnTo>
                <a:lnTo>
                  <a:pt x="102763" y="135244"/>
                </a:lnTo>
                <a:lnTo>
                  <a:pt x="90488" y="139004"/>
                </a:lnTo>
                <a:lnTo>
                  <a:pt x="84228" y="139946"/>
                </a:lnTo>
                <a:lnTo>
                  <a:pt x="77610" y="140276"/>
                </a:lnTo>
                <a:lnTo>
                  <a:pt x="70991" y="139946"/>
                </a:lnTo>
                <a:lnTo>
                  <a:pt x="64731" y="139004"/>
                </a:lnTo>
                <a:lnTo>
                  <a:pt x="52455" y="135244"/>
                </a:lnTo>
                <a:lnTo>
                  <a:pt x="41493" y="129373"/>
                </a:lnTo>
                <a:lnTo>
                  <a:pt x="31942" y="121597"/>
                </a:lnTo>
                <a:lnTo>
                  <a:pt x="24069" y="112183"/>
                </a:lnTo>
                <a:lnTo>
                  <a:pt x="18133" y="101390"/>
                </a:lnTo>
                <a:lnTo>
                  <a:pt x="14333" y="89315"/>
                </a:lnTo>
                <a:lnTo>
                  <a:pt x="13382" y="83164"/>
                </a:lnTo>
                <a:lnTo>
                  <a:pt x="13049" y="76662"/>
                </a:lnTo>
                <a:lnTo>
                  <a:pt x="13382" y="70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59D89-A438-4ED4-B799-1E8EFCE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689" y="2593863"/>
            <a:ext cx="140276" cy="142172"/>
          </a:xfrm>
          <a:custGeom xmlns:a="http://schemas.openxmlformats.org/drawingml/2006/main">
            <a:pathLst>
              <a:path w="140276" h="142172">
                <a:moveTo>
                  <a:pt x="0" y="71086"/>
                </a:moveTo>
                <a:cubicBezTo>
                  <a:pt x="0" y="31826"/>
                  <a:pt x="31402" y="0"/>
                  <a:pt x="70137" y="0"/>
                </a:cubicBezTo>
                <a:cubicBezTo>
                  <a:pt x="108874" y="0"/>
                  <a:pt x="140276" y="31826"/>
                  <a:pt x="140276" y="71086"/>
                </a:cubicBezTo>
                <a:cubicBezTo>
                  <a:pt x="140276" y="110345"/>
                  <a:pt x="108874" y="142172"/>
                  <a:pt x="70137" y="142172"/>
                </a:cubicBezTo>
                <a:cubicBezTo>
                  <a:pt x="31402" y="142172"/>
                  <a:pt x="0" y="110345"/>
                  <a:pt x="0" y="71086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74605-1496-4A8A-BAA4-7BC8694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165" y="2587338"/>
            <a:ext cx="153325" cy="155221"/>
          </a:xfrm>
          <a:custGeom xmlns:a="http://schemas.openxmlformats.org/drawingml/2006/main">
            <a:pathLst>
              <a:path w="153325" h="155221">
                <a:moveTo>
                  <a:pt x="22409" y="132474"/>
                </a:moveTo>
                <a:lnTo>
                  <a:pt x="33753" y="141960"/>
                </a:lnTo>
                <a:lnTo>
                  <a:pt x="46789" y="149131"/>
                </a:lnTo>
                <a:lnTo>
                  <a:pt x="61043" y="153616"/>
                </a:lnTo>
                <a:lnTo>
                  <a:pt x="68825" y="154820"/>
                </a:lnTo>
                <a:lnTo>
                  <a:pt x="76662" y="155221"/>
                </a:lnTo>
                <a:lnTo>
                  <a:pt x="84500" y="154820"/>
                </a:lnTo>
                <a:lnTo>
                  <a:pt x="92282" y="153616"/>
                </a:lnTo>
                <a:lnTo>
                  <a:pt x="106537" y="149131"/>
                </a:lnTo>
                <a:lnTo>
                  <a:pt x="119573" y="141960"/>
                </a:lnTo>
                <a:lnTo>
                  <a:pt x="130917" y="132474"/>
                </a:lnTo>
                <a:lnTo>
                  <a:pt x="140271" y="120983"/>
                </a:lnTo>
                <a:lnTo>
                  <a:pt x="147333" y="107796"/>
                </a:lnTo>
                <a:lnTo>
                  <a:pt x="151748" y="93384"/>
                </a:lnTo>
                <a:lnTo>
                  <a:pt x="152930" y="85527"/>
                </a:lnTo>
                <a:lnTo>
                  <a:pt x="153325" y="77610"/>
                </a:lnTo>
                <a:lnTo>
                  <a:pt x="152930" y="69693"/>
                </a:lnTo>
                <a:lnTo>
                  <a:pt x="151748" y="61837"/>
                </a:lnTo>
                <a:lnTo>
                  <a:pt x="147333" y="47425"/>
                </a:lnTo>
                <a:lnTo>
                  <a:pt x="140271" y="34237"/>
                </a:lnTo>
                <a:lnTo>
                  <a:pt x="130917" y="22747"/>
                </a:lnTo>
                <a:lnTo>
                  <a:pt x="119573" y="13261"/>
                </a:lnTo>
                <a:lnTo>
                  <a:pt x="106537" y="6089"/>
                </a:lnTo>
                <a:lnTo>
                  <a:pt x="92282" y="1605"/>
                </a:lnTo>
                <a:lnTo>
                  <a:pt x="84500" y="401"/>
                </a:lnTo>
                <a:lnTo>
                  <a:pt x="76662" y="0"/>
                </a:lnTo>
                <a:lnTo>
                  <a:pt x="68825" y="401"/>
                </a:lnTo>
                <a:lnTo>
                  <a:pt x="61043" y="1605"/>
                </a:lnTo>
                <a:lnTo>
                  <a:pt x="46789" y="6089"/>
                </a:lnTo>
                <a:lnTo>
                  <a:pt x="33753" y="13261"/>
                </a:lnTo>
                <a:lnTo>
                  <a:pt x="22409" y="22747"/>
                </a:lnTo>
                <a:lnTo>
                  <a:pt x="13054" y="34237"/>
                </a:lnTo>
                <a:lnTo>
                  <a:pt x="5992" y="47425"/>
                </a:lnTo>
                <a:lnTo>
                  <a:pt x="1578" y="61837"/>
                </a:lnTo>
                <a:lnTo>
                  <a:pt x="394" y="69693"/>
                </a:lnTo>
                <a:lnTo>
                  <a:pt x="0" y="77610"/>
                </a:lnTo>
                <a:lnTo>
                  <a:pt x="394" y="85527"/>
                </a:lnTo>
                <a:lnTo>
                  <a:pt x="1578" y="93384"/>
                </a:lnTo>
                <a:lnTo>
                  <a:pt x="5992" y="107796"/>
                </a:lnTo>
                <a:lnTo>
                  <a:pt x="13054" y="120983"/>
                </a:lnTo>
                <a:lnTo>
                  <a:pt x="22409" y="132474"/>
                </a:lnTo>
                <a:close/>
                <a:moveTo>
                  <a:pt x="13378" y="70994"/>
                </a:moveTo>
                <a:lnTo>
                  <a:pt x="14321" y="64732"/>
                </a:lnTo>
                <a:lnTo>
                  <a:pt x="18081" y="52455"/>
                </a:lnTo>
                <a:lnTo>
                  <a:pt x="23951" y="41495"/>
                </a:lnTo>
                <a:lnTo>
                  <a:pt x="31727" y="31944"/>
                </a:lnTo>
                <a:lnTo>
                  <a:pt x="41143" y="24070"/>
                </a:lnTo>
                <a:lnTo>
                  <a:pt x="51934" y="18133"/>
                </a:lnTo>
                <a:lnTo>
                  <a:pt x="64012" y="14333"/>
                </a:lnTo>
                <a:lnTo>
                  <a:pt x="70157" y="13382"/>
                </a:lnTo>
                <a:lnTo>
                  <a:pt x="76663" y="13049"/>
                </a:lnTo>
                <a:lnTo>
                  <a:pt x="83168" y="13382"/>
                </a:lnTo>
                <a:lnTo>
                  <a:pt x="89314" y="14333"/>
                </a:lnTo>
                <a:lnTo>
                  <a:pt x="101390" y="18133"/>
                </a:lnTo>
                <a:lnTo>
                  <a:pt x="112183" y="24070"/>
                </a:lnTo>
                <a:lnTo>
                  <a:pt x="121599" y="31944"/>
                </a:lnTo>
                <a:lnTo>
                  <a:pt x="129373" y="41494"/>
                </a:lnTo>
                <a:lnTo>
                  <a:pt x="135245" y="52459"/>
                </a:lnTo>
                <a:lnTo>
                  <a:pt x="139003" y="64727"/>
                </a:lnTo>
                <a:lnTo>
                  <a:pt x="139946" y="70986"/>
                </a:lnTo>
                <a:lnTo>
                  <a:pt x="140276" y="77610"/>
                </a:lnTo>
                <a:lnTo>
                  <a:pt x="139946" y="84235"/>
                </a:lnTo>
                <a:lnTo>
                  <a:pt x="139003" y="90494"/>
                </a:lnTo>
                <a:lnTo>
                  <a:pt x="135245" y="102762"/>
                </a:lnTo>
                <a:lnTo>
                  <a:pt x="129373" y="113726"/>
                </a:lnTo>
                <a:lnTo>
                  <a:pt x="121599" y="123277"/>
                </a:lnTo>
                <a:lnTo>
                  <a:pt x="112183" y="131151"/>
                </a:lnTo>
                <a:lnTo>
                  <a:pt x="101390" y="137088"/>
                </a:lnTo>
                <a:lnTo>
                  <a:pt x="89313" y="140888"/>
                </a:lnTo>
                <a:lnTo>
                  <a:pt x="83167" y="141839"/>
                </a:lnTo>
                <a:lnTo>
                  <a:pt x="76663" y="142172"/>
                </a:lnTo>
                <a:lnTo>
                  <a:pt x="70158" y="141839"/>
                </a:lnTo>
                <a:lnTo>
                  <a:pt x="64013" y="140888"/>
                </a:lnTo>
                <a:lnTo>
                  <a:pt x="51934" y="137088"/>
                </a:lnTo>
                <a:lnTo>
                  <a:pt x="41143" y="131151"/>
                </a:lnTo>
                <a:lnTo>
                  <a:pt x="31727" y="123277"/>
                </a:lnTo>
                <a:lnTo>
                  <a:pt x="23951" y="113726"/>
                </a:lnTo>
                <a:lnTo>
                  <a:pt x="18081" y="102766"/>
                </a:lnTo>
                <a:lnTo>
                  <a:pt x="14321" y="90489"/>
                </a:lnTo>
                <a:lnTo>
                  <a:pt x="13378" y="84227"/>
                </a:lnTo>
                <a:lnTo>
                  <a:pt x="13049" y="77610"/>
                </a:lnTo>
                <a:lnTo>
                  <a:pt x="13378" y="70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68958-AA04-42A5-832D-8988D240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06" y="2590072"/>
            <a:ext cx="140276" cy="142171"/>
          </a:xfrm>
          <a:custGeom xmlns:a="http://schemas.openxmlformats.org/drawingml/2006/main">
            <a:pathLst>
              <a:path w="140276" h="142171">
                <a:moveTo>
                  <a:pt x="0" y="71085"/>
                </a:moveTo>
                <a:cubicBezTo>
                  <a:pt x="0" y="31826"/>
                  <a:pt x="31402" y="0"/>
                  <a:pt x="70137" y="0"/>
                </a:cubicBezTo>
                <a:cubicBezTo>
                  <a:pt x="108874" y="0"/>
                  <a:pt x="140276" y="31826"/>
                  <a:pt x="140276" y="71085"/>
                </a:cubicBezTo>
                <a:cubicBezTo>
                  <a:pt x="140276" y="110345"/>
                  <a:pt x="108874" y="142171"/>
                  <a:pt x="70137" y="142171"/>
                </a:cubicBezTo>
                <a:cubicBezTo>
                  <a:pt x="31402" y="142171"/>
                  <a:pt x="0" y="110345"/>
                  <a:pt x="0" y="71085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AFC39-2D4F-4C18-A557-B847201E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281" y="2583547"/>
            <a:ext cx="153325" cy="155220"/>
          </a:xfrm>
          <a:custGeom xmlns:a="http://schemas.openxmlformats.org/drawingml/2006/main">
            <a:pathLst>
              <a:path w="153325" h="155220">
                <a:moveTo>
                  <a:pt x="22409" y="132473"/>
                </a:moveTo>
                <a:lnTo>
                  <a:pt x="33753" y="141960"/>
                </a:lnTo>
                <a:lnTo>
                  <a:pt x="46788" y="149131"/>
                </a:lnTo>
                <a:lnTo>
                  <a:pt x="61043" y="153615"/>
                </a:lnTo>
                <a:lnTo>
                  <a:pt x="68825" y="154819"/>
                </a:lnTo>
                <a:lnTo>
                  <a:pt x="76662" y="155220"/>
                </a:lnTo>
                <a:lnTo>
                  <a:pt x="84500" y="154819"/>
                </a:lnTo>
                <a:lnTo>
                  <a:pt x="92282" y="153615"/>
                </a:lnTo>
                <a:lnTo>
                  <a:pt x="106537" y="149131"/>
                </a:lnTo>
                <a:lnTo>
                  <a:pt x="119572" y="141960"/>
                </a:lnTo>
                <a:lnTo>
                  <a:pt x="130917" y="132473"/>
                </a:lnTo>
                <a:lnTo>
                  <a:pt x="140271" y="120983"/>
                </a:lnTo>
                <a:lnTo>
                  <a:pt x="147333" y="107796"/>
                </a:lnTo>
                <a:lnTo>
                  <a:pt x="151747" y="93384"/>
                </a:lnTo>
                <a:lnTo>
                  <a:pt x="152930" y="85527"/>
                </a:lnTo>
                <a:lnTo>
                  <a:pt x="153325" y="77610"/>
                </a:lnTo>
                <a:lnTo>
                  <a:pt x="152930" y="69693"/>
                </a:lnTo>
                <a:lnTo>
                  <a:pt x="151747" y="61837"/>
                </a:lnTo>
                <a:lnTo>
                  <a:pt x="147333" y="47425"/>
                </a:lnTo>
                <a:lnTo>
                  <a:pt x="140271" y="34237"/>
                </a:lnTo>
                <a:lnTo>
                  <a:pt x="130917" y="22747"/>
                </a:lnTo>
                <a:lnTo>
                  <a:pt x="119572" y="13260"/>
                </a:lnTo>
                <a:lnTo>
                  <a:pt x="106537" y="6089"/>
                </a:lnTo>
                <a:lnTo>
                  <a:pt x="92282" y="1605"/>
                </a:lnTo>
                <a:lnTo>
                  <a:pt x="84500" y="401"/>
                </a:lnTo>
                <a:lnTo>
                  <a:pt x="76662" y="0"/>
                </a:lnTo>
                <a:lnTo>
                  <a:pt x="68825" y="401"/>
                </a:lnTo>
                <a:lnTo>
                  <a:pt x="61043" y="1605"/>
                </a:lnTo>
                <a:lnTo>
                  <a:pt x="46788" y="6089"/>
                </a:lnTo>
                <a:lnTo>
                  <a:pt x="33753" y="13260"/>
                </a:lnTo>
                <a:lnTo>
                  <a:pt x="22409" y="22747"/>
                </a:lnTo>
                <a:lnTo>
                  <a:pt x="13054" y="34237"/>
                </a:lnTo>
                <a:lnTo>
                  <a:pt x="5992" y="47425"/>
                </a:lnTo>
                <a:lnTo>
                  <a:pt x="1578" y="61837"/>
                </a:lnTo>
                <a:lnTo>
                  <a:pt x="394" y="69693"/>
                </a:lnTo>
                <a:lnTo>
                  <a:pt x="0" y="77610"/>
                </a:lnTo>
                <a:lnTo>
                  <a:pt x="394" y="85527"/>
                </a:lnTo>
                <a:lnTo>
                  <a:pt x="1578" y="93384"/>
                </a:lnTo>
                <a:lnTo>
                  <a:pt x="5992" y="107796"/>
                </a:lnTo>
                <a:lnTo>
                  <a:pt x="13054" y="120983"/>
                </a:lnTo>
                <a:lnTo>
                  <a:pt x="22409" y="132473"/>
                </a:lnTo>
                <a:close/>
                <a:moveTo>
                  <a:pt x="13378" y="70994"/>
                </a:moveTo>
                <a:lnTo>
                  <a:pt x="14321" y="64732"/>
                </a:lnTo>
                <a:lnTo>
                  <a:pt x="18081" y="52455"/>
                </a:lnTo>
                <a:lnTo>
                  <a:pt x="23951" y="41494"/>
                </a:lnTo>
                <a:lnTo>
                  <a:pt x="31726" y="31944"/>
                </a:lnTo>
                <a:lnTo>
                  <a:pt x="41142" y="24070"/>
                </a:lnTo>
                <a:lnTo>
                  <a:pt x="51934" y="18133"/>
                </a:lnTo>
                <a:lnTo>
                  <a:pt x="64013" y="14333"/>
                </a:lnTo>
                <a:lnTo>
                  <a:pt x="70157" y="13382"/>
                </a:lnTo>
                <a:lnTo>
                  <a:pt x="76662" y="13049"/>
                </a:lnTo>
                <a:lnTo>
                  <a:pt x="83168" y="13382"/>
                </a:lnTo>
                <a:lnTo>
                  <a:pt x="89313" y="14333"/>
                </a:lnTo>
                <a:lnTo>
                  <a:pt x="101390" y="18133"/>
                </a:lnTo>
                <a:lnTo>
                  <a:pt x="112181" y="24068"/>
                </a:lnTo>
                <a:lnTo>
                  <a:pt x="121599" y="31944"/>
                </a:lnTo>
                <a:lnTo>
                  <a:pt x="129373" y="41494"/>
                </a:lnTo>
                <a:lnTo>
                  <a:pt x="135245" y="52459"/>
                </a:lnTo>
                <a:lnTo>
                  <a:pt x="139004" y="64732"/>
                </a:lnTo>
                <a:lnTo>
                  <a:pt x="139946" y="70985"/>
                </a:lnTo>
                <a:lnTo>
                  <a:pt x="140276" y="77610"/>
                </a:lnTo>
                <a:lnTo>
                  <a:pt x="139946" y="84235"/>
                </a:lnTo>
                <a:lnTo>
                  <a:pt x="139004" y="90488"/>
                </a:lnTo>
                <a:lnTo>
                  <a:pt x="135245" y="102762"/>
                </a:lnTo>
                <a:lnTo>
                  <a:pt x="129373" y="113726"/>
                </a:lnTo>
                <a:lnTo>
                  <a:pt x="121599" y="123277"/>
                </a:lnTo>
                <a:lnTo>
                  <a:pt x="112181" y="131152"/>
                </a:lnTo>
                <a:lnTo>
                  <a:pt x="101390" y="137088"/>
                </a:lnTo>
                <a:lnTo>
                  <a:pt x="89314" y="140887"/>
                </a:lnTo>
                <a:lnTo>
                  <a:pt x="83168" y="141838"/>
                </a:lnTo>
                <a:lnTo>
                  <a:pt x="76662" y="142171"/>
                </a:lnTo>
                <a:lnTo>
                  <a:pt x="70157" y="141838"/>
                </a:lnTo>
                <a:lnTo>
                  <a:pt x="64012" y="140887"/>
                </a:lnTo>
                <a:lnTo>
                  <a:pt x="51934" y="137088"/>
                </a:lnTo>
                <a:lnTo>
                  <a:pt x="41142" y="131151"/>
                </a:lnTo>
                <a:lnTo>
                  <a:pt x="31726" y="123277"/>
                </a:lnTo>
                <a:lnTo>
                  <a:pt x="23951" y="113726"/>
                </a:lnTo>
                <a:lnTo>
                  <a:pt x="18081" y="102765"/>
                </a:lnTo>
                <a:lnTo>
                  <a:pt x="14321" y="90488"/>
                </a:lnTo>
                <a:lnTo>
                  <a:pt x="13378" y="84227"/>
                </a:lnTo>
                <a:lnTo>
                  <a:pt x="13049" y="77610"/>
                </a:lnTo>
                <a:lnTo>
                  <a:pt x="13378" y="70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27C1E-CBB8-46F9-9D5F-E1720D8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548" y="2584385"/>
            <a:ext cx="142172" cy="140275"/>
          </a:xfrm>
          <a:custGeom xmlns:a="http://schemas.openxmlformats.org/drawingml/2006/main">
            <a:pathLst>
              <a:path w="142172" h="140275">
                <a:moveTo>
                  <a:pt x="0" y="70138"/>
                </a:moveTo>
                <a:cubicBezTo>
                  <a:pt x="0" y="31402"/>
                  <a:pt x="31827" y="0"/>
                  <a:pt x="71086" y="0"/>
                </a:cubicBezTo>
                <a:cubicBezTo>
                  <a:pt x="110345" y="0"/>
                  <a:pt x="142172" y="31402"/>
                  <a:pt x="142172" y="70138"/>
                </a:cubicBezTo>
                <a:cubicBezTo>
                  <a:pt x="142172" y="108874"/>
                  <a:pt x="110345" y="140275"/>
                  <a:pt x="71086" y="140275"/>
                </a:cubicBezTo>
                <a:cubicBezTo>
                  <a:pt x="31827" y="140275"/>
                  <a:pt x="0" y="108874"/>
                  <a:pt x="0" y="70138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9C26B-D64F-46A1-8BF0-AE58F719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024" y="2577861"/>
            <a:ext cx="155220" cy="153324"/>
          </a:xfrm>
          <a:custGeom xmlns:a="http://schemas.openxmlformats.org/drawingml/2006/main">
            <a:pathLst>
              <a:path w="155220" h="153324">
                <a:moveTo>
                  <a:pt x="22747" y="130916"/>
                </a:moveTo>
                <a:lnTo>
                  <a:pt x="34237" y="140270"/>
                </a:lnTo>
                <a:lnTo>
                  <a:pt x="47424" y="147332"/>
                </a:lnTo>
                <a:lnTo>
                  <a:pt x="61837" y="151746"/>
                </a:lnTo>
                <a:lnTo>
                  <a:pt x="69693" y="152929"/>
                </a:lnTo>
                <a:lnTo>
                  <a:pt x="77610" y="153324"/>
                </a:lnTo>
                <a:lnTo>
                  <a:pt x="85527" y="152929"/>
                </a:lnTo>
                <a:lnTo>
                  <a:pt x="93383" y="151746"/>
                </a:lnTo>
                <a:lnTo>
                  <a:pt x="107796" y="147332"/>
                </a:lnTo>
                <a:lnTo>
                  <a:pt x="120983" y="140270"/>
                </a:lnTo>
                <a:lnTo>
                  <a:pt x="132473" y="130916"/>
                </a:lnTo>
                <a:lnTo>
                  <a:pt x="141960" y="119571"/>
                </a:lnTo>
                <a:lnTo>
                  <a:pt x="149131" y="106536"/>
                </a:lnTo>
                <a:lnTo>
                  <a:pt x="153615" y="92281"/>
                </a:lnTo>
                <a:lnTo>
                  <a:pt x="154819" y="84499"/>
                </a:lnTo>
                <a:lnTo>
                  <a:pt x="155220" y="76662"/>
                </a:lnTo>
                <a:lnTo>
                  <a:pt x="154819" y="68824"/>
                </a:lnTo>
                <a:lnTo>
                  <a:pt x="153615" y="61042"/>
                </a:lnTo>
                <a:lnTo>
                  <a:pt x="149131" y="46788"/>
                </a:lnTo>
                <a:lnTo>
                  <a:pt x="141960" y="33752"/>
                </a:lnTo>
                <a:lnTo>
                  <a:pt x="132473" y="22408"/>
                </a:lnTo>
                <a:lnTo>
                  <a:pt x="120983" y="13054"/>
                </a:lnTo>
                <a:lnTo>
                  <a:pt x="107796" y="5992"/>
                </a:lnTo>
                <a:lnTo>
                  <a:pt x="93383" y="1578"/>
                </a:lnTo>
                <a:lnTo>
                  <a:pt x="85527" y="394"/>
                </a:lnTo>
                <a:lnTo>
                  <a:pt x="77610" y="0"/>
                </a:lnTo>
                <a:lnTo>
                  <a:pt x="69693" y="394"/>
                </a:lnTo>
                <a:lnTo>
                  <a:pt x="61837" y="1578"/>
                </a:lnTo>
                <a:lnTo>
                  <a:pt x="47424" y="5992"/>
                </a:lnTo>
                <a:lnTo>
                  <a:pt x="34237" y="13054"/>
                </a:lnTo>
                <a:lnTo>
                  <a:pt x="22747" y="22408"/>
                </a:lnTo>
                <a:lnTo>
                  <a:pt x="13260" y="33752"/>
                </a:lnTo>
                <a:lnTo>
                  <a:pt x="6090" y="46788"/>
                </a:lnTo>
                <a:lnTo>
                  <a:pt x="1605" y="61042"/>
                </a:lnTo>
                <a:lnTo>
                  <a:pt x="401" y="68824"/>
                </a:lnTo>
                <a:lnTo>
                  <a:pt x="0" y="76662"/>
                </a:lnTo>
                <a:lnTo>
                  <a:pt x="401" y="84499"/>
                </a:lnTo>
                <a:lnTo>
                  <a:pt x="1605" y="92281"/>
                </a:lnTo>
                <a:lnTo>
                  <a:pt x="6090" y="106536"/>
                </a:lnTo>
                <a:lnTo>
                  <a:pt x="13260" y="119571"/>
                </a:lnTo>
                <a:lnTo>
                  <a:pt x="22747" y="130916"/>
                </a:lnTo>
                <a:close/>
                <a:moveTo>
                  <a:pt x="13382" y="70160"/>
                </a:moveTo>
                <a:lnTo>
                  <a:pt x="14333" y="64009"/>
                </a:lnTo>
                <a:lnTo>
                  <a:pt x="18132" y="51934"/>
                </a:lnTo>
                <a:lnTo>
                  <a:pt x="24069" y="41142"/>
                </a:lnTo>
                <a:lnTo>
                  <a:pt x="31944" y="31725"/>
                </a:lnTo>
                <a:lnTo>
                  <a:pt x="41493" y="23952"/>
                </a:lnTo>
                <a:lnTo>
                  <a:pt x="52456" y="18081"/>
                </a:lnTo>
                <a:lnTo>
                  <a:pt x="64731" y="14321"/>
                </a:lnTo>
                <a:lnTo>
                  <a:pt x="70991" y="13378"/>
                </a:lnTo>
                <a:lnTo>
                  <a:pt x="77610" y="13049"/>
                </a:lnTo>
                <a:lnTo>
                  <a:pt x="84228" y="13378"/>
                </a:lnTo>
                <a:lnTo>
                  <a:pt x="90488" y="14321"/>
                </a:lnTo>
                <a:lnTo>
                  <a:pt x="102764" y="18081"/>
                </a:lnTo>
                <a:lnTo>
                  <a:pt x="113727" y="23952"/>
                </a:lnTo>
                <a:lnTo>
                  <a:pt x="123276" y="31725"/>
                </a:lnTo>
                <a:lnTo>
                  <a:pt x="131150" y="41142"/>
                </a:lnTo>
                <a:lnTo>
                  <a:pt x="137088" y="51934"/>
                </a:lnTo>
                <a:lnTo>
                  <a:pt x="140888" y="64014"/>
                </a:lnTo>
                <a:lnTo>
                  <a:pt x="141838" y="70160"/>
                </a:lnTo>
                <a:lnTo>
                  <a:pt x="142171" y="76662"/>
                </a:lnTo>
                <a:lnTo>
                  <a:pt x="141838" y="83164"/>
                </a:lnTo>
                <a:lnTo>
                  <a:pt x="140888" y="89310"/>
                </a:lnTo>
                <a:lnTo>
                  <a:pt x="137088" y="101389"/>
                </a:lnTo>
                <a:lnTo>
                  <a:pt x="131150" y="112182"/>
                </a:lnTo>
                <a:lnTo>
                  <a:pt x="123276" y="121598"/>
                </a:lnTo>
                <a:lnTo>
                  <a:pt x="113727" y="129372"/>
                </a:lnTo>
                <a:lnTo>
                  <a:pt x="102764" y="135243"/>
                </a:lnTo>
                <a:lnTo>
                  <a:pt x="90488" y="139003"/>
                </a:lnTo>
                <a:lnTo>
                  <a:pt x="84229" y="139946"/>
                </a:lnTo>
                <a:lnTo>
                  <a:pt x="77610" y="140275"/>
                </a:lnTo>
                <a:lnTo>
                  <a:pt x="70991" y="139946"/>
                </a:lnTo>
                <a:lnTo>
                  <a:pt x="64731" y="139003"/>
                </a:lnTo>
                <a:lnTo>
                  <a:pt x="52456" y="135243"/>
                </a:lnTo>
                <a:lnTo>
                  <a:pt x="41493" y="129372"/>
                </a:lnTo>
                <a:lnTo>
                  <a:pt x="31944" y="121598"/>
                </a:lnTo>
                <a:lnTo>
                  <a:pt x="24069" y="112182"/>
                </a:lnTo>
                <a:lnTo>
                  <a:pt x="18132" y="101389"/>
                </a:lnTo>
                <a:lnTo>
                  <a:pt x="14333" y="89315"/>
                </a:lnTo>
                <a:lnTo>
                  <a:pt x="13382" y="83164"/>
                </a:lnTo>
                <a:lnTo>
                  <a:pt x="13049" y="76662"/>
                </a:lnTo>
                <a:lnTo>
                  <a:pt x="13382" y="7016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EB6F6-CBF5-40C7-97B2-5E3ED067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665" y="2584385"/>
            <a:ext cx="142172" cy="140275"/>
          </a:xfrm>
          <a:custGeom xmlns:a="http://schemas.openxmlformats.org/drawingml/2006/main">
            <a:pathLst>
              <a:path w="142172" h="140275">
                <a:moveTo>
                  <a:pt x="0" y="70138"/>
                </a:moveTo>
                <a:cubicBezTo>
                  <a:pt x="0" y="31402"/>
                  <a:pt x="31827" y="0"/>
                  <a:pt x="71085" y="0"/>
                </a:cubicBezTo>
                <a:cubicBezTo>
                  <a:pt x="110345" y="0"/>
                  <a:pt x="142172" y="31402"/>
                  <a:pt x="142172" y="70138"/>
                </a:cubicBezTo>
                <a:cubicBezTo>
                  <a:pt x="142172" y="108874"/>
                  <a:pt x="110345" y="140275"/>
                  <a:pt x="71085" y="140275"/>
                </a:cubicBezTo>
                <a:cubicBezTo>
                  <a:pt x="31827" y="140275"/>
                  <a:pt x="0" y="108874"/>
                  <a:pt x="0" y="70138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73D23-46CD-4489-861C-58F1F190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140" y="2577861"/>
            <a:ext cx="155220" cy="153324"/>
          </a:xfrm>
          <a:custGeom xmlns:a="http://schemas.openxmlformats.org/drawingml/2006/main">
            <a:pathLst>
              <a:path w="155220" h="153324">
                <a:moveTo>
                  <a:pt x="22748" y="130916"/>
                </a:moveTo>
                <a:lnTo>
                  <a:pt x="34238" y="140270"/>
                </a:lnTo>
                <a:lnTo>
                  <a:pt x="47425" y="147332"/>
                </a:lnTo>
                <a:lnTo>
                  <a:pt x="61838" y="151746"/>
                </a:lnTo>
                <a:lnTo>
                  <a:pt x="69693" y="152929"/>
                </a:lnTo>
                <a:lnTo>
                  <a:pt x="77610" y="153324"/>
                </a:lnTo>
                <a:lnTo>
                  <a:pt x="85528" y="152929"/>
                </a:lnTo>
                <a:lnTo>
                  <a:pt x="93384" y="151746"/>
                </a:lnTo>
                <a:lnTo>
                  <a:pt x="107797" y="147332"/>
                </a:lnTo>
                <a:lnTo>
                  <a:pt x="120984" y="140270"/>
                </a:lnTo>
                <a:lnTo>
                  <a:pt x="132474" y="130916"/>
                </a:lnTo>
                <a:lnTo>
                  <a:pt x="141960" y="119571"/>
                </a:lnTo>
                <a:lnTo>
                  <a:pt x="149131" y="106536"/>
                </a:lnTo>
                <a:lnTo>
                  <a:pt x="153616" y="92281"/>
                </a:lnTo>
                <a:lnTo>
                  <a:pt x="154820" y="84499"/>
                </a:lnTo>
                <a:lnTo>
                  <a:pt x="155220" y="76662"/>
                </a:lnTo>
                <a:lnTo>
                  <a:pt x="154820" y="68824"/>
                </a:lnTo>
                <a:lnTo>
                  <a:pt x="153616" y="61042"/>
                </a:lnTo>
                <a:lnTo>
                  <a:pt x="149131" y="46788"/>
                </a:lnTo>
                <a:lnTo>
                  <a:pt x="141960" y="33752"/>
                </a:lnTo>
                <a:lnTo>
                  <a:pt x="132474" y="22408"/>
                </a:lnTo>
                <a:lnTo>
                  <a:pt x="120984" y="13054"/>
                </a:lnTo>
                <a:lnTo>
                  <a:pt x="107797" y="5992"/>
                </a:lnTo>
                <a:lnTo>
                  <a:pt x="93384" y="1578"/>
                </a:lnTo>
                <a:lnTo>
                  <a:pt x="85528" y="394"/>
                </a:lnTo>
                <a:lnTo>
                  <a:pt x="77610" y="0"/>
                </a:lnTo>
                <a:lnTo>
                  <a:pt x="69693" y="394"/>
                </a:lnTo>
                <a:lnTo>
                  <a:pt x="61838" y="1578"/>
                </a:lnTo>
                <a:lnTo>
                  <a:pt x="47425" y="5992"/>
                </a:lnTo>
                <a:lnTo>
                  <a:pt x="34238" y="13054"/>
                </a:lnTo>
                <a:lnTo>
                  <a:pt x="22748" y="22408"/>
                </a:lnTo>
                <a:lnTo>
                  <a:pt x="13261" y="33752"/>
                </a:lnTo>
                <a:lnTo>
                  <a:pt x="6090" y="46788"/>
                </a:lnTo>
                <a:lnTo>
                  <a:pt x="1606" y="61042"/>
                </a:lnTo>
                <a:lnTo>
                  <a:pt x="401" y="68824"/>
                </a:lnTo>
                <a:lnTo>
                  <a:pt x="0" y="76662"/>
                </a:lnTo>
                <a:lnTo>
                  <a:pt x="401" y="84499"/>
                </a:lnTo>
                <a:lnTo>
                  <a:pt x="1606" y="92281"/>
                </a:lnTo>
                <a:lnTo>
                  <a:pt x="6090" y="106536"/>
                </a:lnTo>
                <a:lnTo>
                  <a:pt x="13261" y="119571"/>
                </a:lnTo>
                <a:lnTo>
                  <a:pt x="22748" y="130916"/>
                </a:lnTo>
                <a:close/>
                <a:moveTo>
                  <a:pt x="13383" y="70160"/>
                </a:moveTo>
                <a:lnTo>
                  <a:pt x="14333" y="64014"/>
                </a:lnTo>
                <a:lnTo>
                  <a:pt x="18133" y="51934"/>
                </a:lnTo>
                <a:lnTo>
                  <a:pt x="24070" y="41142"/>
                </a:lnTo>
                <a:lnTo>
                  <a:pt x="31945" y="31725"/>
                </a:lnTo>
                <a:lnTo>
                  <a:pt x="41494" y="23952"/>
                </a:lnTo>
                <a:lnTo>
                  <a:pt x="52458" y="18080"/>
                </a:lnTo>
                <a:lnTo>
                  <a:pt x="64732" y="14321"/>
                </a:lnTo>
                <a:lnTo>
                  <a:pt x="70992" y="13378"/>
                </a:lnTo>
                <a:lnTo>
                  <a:pt x="77611" y="13049"/>
                </a:lnTo>
                <a:lnTo>
                  <a:pt x="84229" y="13378"/>
                </a:lnTo>
                <a:lnTo>
                  <a:pt x="90489" y="14321"/>
                </a:lnTo>
                <a:lnTo>
                  <a:pt x="102765" y="18081"/>
                </a:lnTo>
                <a:lnTo>
                  <a:pt x="113727" y="23952"/>
                </a:lnTo>
                <a:lnTo>
                  <a:pt x="123277" y="31725"/>
                </a:lnTo>
                <a:lnTo>
                  <a:pt x="131151" y="41142"/>
                </a:lnTo>
                <a:lnTo>
                  <a:pt x="137089" y="51934"/>
                </a:lnTo>
                <a:lnTo>
                  <a:pt x="140887" y="64009"/>
                </a:lnTo>
                <a:lnTo>
                  <a:pt x="141839" y="70160"/>
                </a:lnTo>
                <a:lnTo>
                  <a:pt x="142171" y="76662"/>
                </a:lnTo>
                <a:lnTo>
                  <a:pt x="141839" y="83164"/>
                </a:lnTo>
                <a:lnTo>
                  <a:pt x="140887" y="89315"/>
                </a:lnTo>
                <a:lnTo>
                  <a:pt x="137089" y="101389"/>
                </a:lnTo>
                <a:lnTo>
                  <a:pt x="131151" y="112182"/>
                </a:lnTo>
                <a:lnTo>
                  <a:pt x="123277" y="121598"/>
                </a:lnTo>
                <a:lnTo>
                  <a:pt x="113727" y="129372"/>
                </a:lnTo>
                <a:lnTo>
                  <a:pt x="102765" y="135243"/>
                </a:lnTo>
                <a:lnTo>
                  <a:pt x="90489" y="139003"/>
                </a:lnTo>
                <a:lnTo>
                  <a:pt x="84229" y="139946"/>
                </a:lnTo>
                <a:lnTo>
                  <a:pt x="77611" y="140275"/>
                </a:lnTo>
                <a:lnTo>
                  <a:pt x="70992" y="139946"/>
                </a:lnTo>
                <a:lnTo>
                  <a:pt x="64732" y="139003"/>
                </a:lnTo>
                <a:lnTo>
                  <a:pt x="52458" y="135244"/>
                </a:lnTo>
                <a:lnTo>
                  <a:pt x="41494" y="129372"/>
                </a:lnTo>
                <a:lnTo>
                  <a:pt x="31945" y="121598"/>
                </a:lnTo>
                <a:lnTo>
                  <a:pt x="24070" y="112182"/>
                </a:lnTo>
                <a:lnTo>
                  <a:pt x="18133" y="101389"/>
                </a:lnTo>
                <a:lnTo>
                  <a:pt x="14333" y="89310"/>
                </a:lnTo>
                <a:lnTo>
                  <a:pt x="13383" y="83164"/>
                </a:lnTo>
                <a:lnTo>
                  <a:pt x="13049" y="76662"/>
                </a:lnTo>
                <a:lnTo>
                  <a:pt x="13383" y="70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B02BF-8B84-4D13-B068-63500EC7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426" y="2139200"/>
            <a:ext cx="189664" cy="166407"/>
          </a:xfrm>
          <a:custGeom xmlns:a="http://schemas.openxmlformats.org/drawingml/2006/main">
            <a:pathLst>
              <a:path w="189664" h="166407">
                <a:moveTo>
                  <a:pt x="189664" y="9827"/>
                </a:moveTo>
                <a:lnTo>
                  <a:pt x="181104" y="0"/>
                </a:lnTo>
                <a:lnTo>
                  <a:pt x="23645" y="137167"/>
                </a:lnTo>
                <a:lnTo>
                  <a:pt x="35256" y="102829"/>
                </a:lnTo>
                <a:lnTo>
                  <a:pt x="35385" y="102402"/>
                </a:lnTo>
                <a:lnTo>
                  <a:pt x="35483" y="101973"/>
                </a:lnTo>
                <a:lnTo>
                  <a:pt x="35551" y="101543"/>
                </a:lnTo>
                <a:lnTo>
                  <a:pt x="35590" y="101114"/>
                </a:lnTo>
                <a:lnTo>
                  <a:pt x="35601" y="100687"/>
                </a:lnTo>
                <a:lnTo>
                  <a:pt x="35583" y="100263"/>
                </a:lnTo>
                <a:lnTo>
                  <a:pt x="35539" y="99843"/>
                </a:lnTo>
                <a:lnTo>
                  <a:pt x="35467" y="99429"/>
                </a:lnTo>
                <a:lnTo>
                  <a:pt x="35369" y="99022"/>
                </a:lnTo>
                <a:lnTo>
                  <a:pt x="35245" y="98623"/>
                </a:lnTo>
                <a:lnTo>
                  <a:pt x="35097" y="98233"/>
                </a:lnTo>
                <a:lnTo>
                  <a:pt x="34924" y="97853"/>
                </a:lnTo>
                <a:lnTo>
                  <a:pt x="34728" y="97486"/>
                </a:lnTo>
                <a:lnTo>
                  <a:pt x="34508" y="97131"/>
                </a:lnTo>
                <a:lnTo>
                  <a:pt x="34266" y="96791"/>
                </a:lnTo>
                <a:lnTo>
                  <a:pt x="34001" y="96466"/>
                </a:lnTo>
                <a:lnTo>
                  <a:pt x="33716" y="96157"/>
                </a:lnTo>
                <a:lnTo>
                  <a:pt x="33409" y="95867"/>
                </a:lnTo>
                <a:lnTo>
                  <a:pt x="33083" y="95596"/>
                </a:lnTo>
                <a:lnTo>
                  <a:pt x="32737" y="95345"/>
                </a:lnTo>
                <a:lnTo>
                  <a:pt x="32372" y="95115"/>
                </a:lnTo>
                <a:lnTo>
                  <a:pt x="31989" y="94909"/>
                </a:lnTo>
                <a:lnTo>
                  <a:pt x="31589" y="94726"/>
                </a:lnTo>
                <a:lnTo>
                  <a:pt x="31171" y="94569"/>
                </a:lnTo>
                <a:lnTo>
                  <a:pt x="30743" y="94441"/>
                </a:lnTo>
                <a:lnTo>
                  <a:pt x="30314" y="94342"/>
                </a:lnTo>
                <a:lnTo>
                  <a:pt x="29884" y="94274"/>
                </a:lnTo>
                <a:lnTo>
                  <a:pt x="29455" y="94235"/>
                </a:lnTo>
                <a:lnTo>
                  <a:pt x="29028" y="94224"/>
                </a:lnTo>
                <a:lnTo>
                  <a:pt x="28604" y="94242"/>
                </a:lnTo>
                <a:lnTo>
                  <a:pt x="28184" y="94287"/>
                </a:lnTo>
                <a:lnTo>
                  <a:pt x="27770" y="94358"/>
                </a:lnTo>
                <a:lnTo>
                  <a:pt x="27363" y="94456"/>
                </a:lnTo>
                <a:lnTo>
                  <a:pt x="26964" y="94580"/>
                </a:lnTo>
                <a:lnTo>
                  <a:pt x="26574" y="94728"/>
                </a:lnTo>
                <a:lnTo>
                  <a:pt x="26195" y="94901"/>
                </a:lnTo>
                <a:lnTo>
                  <a:pt x="25827" y="95098"/>
                </a:lnTo>
                <a:lnTo>
                  <a:pt x="25472" y="95318"/>
                </a:lnTo>
                <a:lnTo>
                  <a:pt x="25132" y="95560"/>
                </a:lnTo>
                <a:lnTo>
                  <a:pt x="24807" y="95824"/>
                </a:lnTo>
                <a:lnTo>
                  <a:pt x="24499" y="96110"/>
                </a:lnTo>
                <a:lnTo>
                  <a:pt x="24208" y="96416"/>
                </a:lnTo>
                <a:lnTo>
                  <a:pt x="23937" y="96742"/>
                </a:lnTo>
                <a:lnTo>
                  <a:pt x="23686" y="97088"/>
                </a:lnTo>
                <a:lnTo>
                  <a:pt x="23457" y="97453"/>
                </a:lnTo>
                <a:lnTo>
                  <a:pt x="23250" y="97836"/>
                </a:lnTo>
                <a:lnTo>
                  <a:pt x="23068" y="98237"/>
                </a:lnTo>
                <a:lnTo>
                  <a:pt x="22911" y="98655"/>
                </a:lnTo>
                <a:lnTo>
                  <a:pt x="0" y="166407"/>
                </a:lnTo>
                <a:lnTo>
                  <a:pt x="70253" y="153001"/>
                </a:lnTo>
                <a:lnTo>
                  <a:pt x="70688" y="152902"/>
                </a:lnTo>
                <a:lnTo>
                  <a:pt x="71110" y="152776"/>
                </a:lnTo>
                <a:lnTo>
                  <a:pt x="71518" y="152624"/>
                </a:lnTo>
                <a:lnTo>
                  <a:pt x="71911" y="152447"/>
                </a:lnTo>
                <a:lnTo>
                  <a:pt x="72288" y="152246"/>
                </a:lnTo>
                <a:lnTo>
                  <a:pt x="72649" y="152022"/>
                </a:lnTo>
                <a:lnTo>
                  <a:pt x="72992" y="151776"/>
                </a:lnTo>
                <a:lnTo>
                  <a:pt x="73317" y="151510"/>
                </a:lnTo>
                <a:lnTo>
                  <a:pt x="73623" y="151224"/>
                </a:lnTo>
                <a:lnTo>
                  <a:pt x="73910" y="150921"/>
                </a:lnTo>
                <a:lnTo>
                  <a:pt x="74176" y="150599"/>
                </a:lnTo>
                <a:lnTo>
                  <a:pt x="74421" y="150262"/>
                </a:lnTo>
                <a:lnTo>
                  <a:pt x="74645" y="149910"/>
                </a:lnTo>
                <a:lnTo>
                  <a:pt x="74845" y="149544"/>
                </a:lnTo>
                <a:lnTo>
                  <a:pt x="75022" y="149166"/>
                </a:lnTo>
                <a:lnTo>
                  <a:pt x="75175" y="148776"/>
                </a:lnTo>
                <a:lnTo>
                  <a:pt x="75303" y="148375"/>
                </a:lnTo>
                <a:lnTo>
                  <a:pt x="75405" y="147966"/>
                </a:lnTo>
                <a:lnTo>
                  <a:pt x="75480" y="147548"/>
                </a:lnTo>
                <a:lnTo>
                  <a:pt x="75528" y="147124"/>
                </a:lnTo>
                <a:lnTo>
                  <a:pt x="75548" y="146693"/>
                </a:lnTo>
                <a:lnTo>
                  <a:pt x="75539" y="146258"/>
                </a:lnTo>
                <a:lnTo>
                  <a:pt x="75501" y="145820"/>
                </a:lnTo>
                <a:lnTo>
                  <a:pt x="75432" y="145378"/>
                </a:lnTo>
                <a:lnTo>
                  <a:pt x="75334" y="144943"/>
                </a:lnTo>
                <a:lnTo>
                  <a:pt x="75208" y="144521"/>
                </a:lnTo>
                <a:lnTo>
                  <a:pt x="75056" y="144113"/>
                </a:lnTo>
                <a:lnTo>
                  <a:pt x="74879" y="143721"/>
                </a:lnTo>
                <a:lnTo>
                  <a:pt x="74678" y="143344"/>
                </a:lnTo>
                <a:lnTo>
                  <a:pt x="74454" y="142983"/>
                </a:lnTo>
                <a:lnTo>
                  <a:pt x="74208" y="142640"/>
                </a:lnTo>
                <a:lnTo>
                  <a:pt x="73942" y="142315"/>
                </a:lnTo>
                <a:lnTo>
                  <a:pt x="73656" y="142008"/>
                </a:lnTo>
                <a:lnTo>
                  <a:pt x="73352" y="141722"/>
                </a:lnTo>
                <a:lnTo>
                  <a:pt x="73031" y="141455"/>
                </a:lnTo>
                <a:lnTo>
                  <a:pt x="72694" y="141210"/>
                </a:lnTo>
                <a:lnTo>
                  <a:pt x="72342" y="140987"/>
                </a:lnTo>
                <a:lnTo>
                  <a:pt x="71976" y="140786"/>
                </a:lnTo>
                <a:lnTo>
                  <a:pt x="71597" y="140609"/>
                </a:lnTo>
                <a:lnTo>
                  <a:pt x="71207" y="140457"/>
                </a:lnTo>
                <a:lnTo>
                  <a:pt x="70807" y="140329"/>
                </a:lnTo>
                <a:lnTo>
                  <a:pt x="70397" y="140227"/>
                </a:lnTo>
                <a:lnTo>
                  <a:pt x="69980" y="140151"/>
                </a:lnTo>
                <a:lnTo>
                  <a:pt x="69555" y="140103"/>
                </a:lnTo>
                <a:lnTo>
                  <a:pt x="69125" y="140083"/>
                </a:lnTo>
                <a:lnTo>
                  <a:pt x="68690" y="140092"/>
                </a:lnTo>
                <a:lnTo>
                  <a:pt x="68251" y="140130"/>
                </a:lnTo>
                <a:lnTo>
                  <a:pt x="67810" y="140199"/>
                </a:lnTo>
                <a:lnTo>
                  <a:pt x="32205" y="146994"/>
                </a:lnTo>
                <a:lnTo>
                  <a:pt x="189664" y="9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FACCD-DF9D-47C1-9188-FBB87BA3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317" y="2139179"/>
            <a:ext cx="167488" cy="166430"/>
          </a:xfrm>
          <a:custGeom xmlns:a="http://schemas.openxmlformats.org/drawingml/2006/main">
            <a:pathLst>
              <a:path w="167488" h="166430">
                <a:moveTo>
                  <a:pt x="0" y="9246"/>
                </a:moveTo>
                <a:lnTo>
                  <a:pt x="136621" y="144953"/>
                </a:lnTo>
                <a:lnTo>
                  <a:pt x="101536" y="135846"/>
                </a:lnTo>
                <a:lnTo>
                  <a:pt x="101100" y="135748"/>
                </a:lnTo>
                <a:lnTo>
                  <a:pt x="100665" y="135681"/>
                </a:lnTo>
                <a:lnTo>
                  <a:pt x="100231" y="135644"/>
                </a:lnTo>
                <a:lnTo>
                  <a:pt x="99800" y="135636"/>
                </a:lnTo>
                <a:lnTo>
                  <a:pt x="99374" y="135656"/>
                </a:lnTo>
                <a:lnTo>
                  <a:pt x="98952" y="135704"/>
                </a:lnTo>
                <a:lnTo>
                  <a:pt x="98537" y="135779"/>
                </a:lnTo>
                <a:lnTo>
                  <a:pt x="98129" y="135881"/>
                </a:lnTo>
                <a:lnTo>
                  <a:pt x="97730" y="136008"/>
                </a:lnTo>
                <a:lnTo>
                  <a:pt x="97340" y="136160"/>
                </a:lnTo>
                <a:lnTo>
                  <a:pt x="96962" y="136336"/>
                </a:lnTo>
                <a:lnTo>
                  <a:pt x="96596" y="136536"/>
                </a:lnTo>
                <a:lnTo>
                  <a:pt x="96244" y="136758"/>
                </a:lnTo>
                <a:lnTo>
                  <a:pt x="95906" y="137003"/>
                </a:lnTo>
                <a:lnTo>
                  <a:pt x="95584" y="137269"/>
                </a:lnTo>
                <a:lnTo>
                  <a:pt x="95279" y="137556"/>
                </a:lnTo>
                <a:lnTo>
                  <a:pt x="94992" y="137863"/>
                </a:lnTo>
                <a:lnTo>
                  <a:pt x="94724" y="138190"/>
                </a:lnTo>
                <a:lnTo>
                  <a:pt x="94477" y="138535"/>
                </a:lnTo>
                <a:lnTo>
                  <a:pt x="94252" y="138898"/>
                </a:lnTo>
                <a:lnTo>
                  <a:pt x="94049" y="139278"/>
                </a:lnTo>
                <a:lnTo>
                  <a:pt x="93871" y="139675"/>
                </a:lnTo>
                <a:lnTo>
                  <a:pt x="93718" y="140088"/>
                </a:lnTo>
                <a:lnTo>
                  <a:pt x="93591" y="140516"/>
                </a:lnTo>
                <a:lnTo>
                  <a:pt x="93494" y="140952"/>
                </a:lnTo>
                <a:lnTo>
                  <a:pt x="93427" y="141387"/>
                </a:lnTo>
                <a:lnTo>
                  <a:pt x="93389" y="141820"/>
                </a:lnTo>
                <a:lnTo>
                  <a:pt x="93381" y="142251"/>
                </a:lnTo>
                <a:lnTo>
                  <a:pt x="93402" y="142678"/>
                </a:lnTo>
                <a:lnTo>
                  <a:pt x="93450" y="143100"/>
                </a:lnTo>
                <a:lnTo>
                  <a:pt x="93525" y="143515"/>
                </a:lnTo>
                <a:lnTo>
                  <a:pt x="93626" y="143923"/>
                </a:lnTo>
                <a:lnTo>
                  <a:pt x="93753" y="144322"/>
                </a:lnTo>
                <a:lnTo>
                  <a:pt x="93905" y="144711"/>
                </a:lnTo>
                <a:lnTo>
                  <a:pt x="94081" y="145089"/>
                </a:lnTo>
                <a:lnTo>
                  <a:pt x="94281" y="145455"/>
                </a:lnTo>
                <a:lnTo>
                  <a:pt x="94504" y="145808"/>
                </a:lnTo>
                <a:lnTo>
                  <a:pt x="94748" y="146146"/>
                </a:lnTo>
                <a:lnTo>
                  <a:pt x="95015" y="146468"/>
                </a:lnTo>
                <a:lnTo>
                  <a:pt x="95302" y="146773"/>
                </a:lnTo>
                <a:lnTo>
                  <a:pt x="95609" y="147060"/>
                </a:lnTo>
                <a:lnTo>
                  <a:pt x="95935" y="147327"/>
                </a:lnTo>
                <a:lnTo>
                  <a:pt x="96280" y="147574"/>
                </a:lnTo>
                <a:lnTo>
                  <a:pt x="96643" y="147800"/>
                </a:lnTo>
                <a:lnTo>
                  <a:pt x="97023" y="148002"/>
                </a:lnTo>
                <a:lnTo>
                  <a:pt x="97420" y="148181"/>
                </a:lnTo>
                <a:lnTo>
                  <a:pt x="97833" y="148334"/>
                </a:lnTo>
                <a:lnTo>
                  <a:pt x="98261" y="148460"/>
                </a:lnTo>
                <a:lnTo>
                  <a:pt x="167488" y="166430"/>
                </a:lnTo>
                <a:lnTo>
                  <a:pt x="149054" y="97325"/>
                </a:lnTo>
                <a:lnTo>
                  <a:pt x="148925" y="96898"/>
                </a:lnTo>
                <a:lnTo>
                  <a:pt x="148769" y="96486"/>
                </a:lnTo>
                <a:lnTo>
                  <a:pt x="148588" y="96090"/>
                </a:lnTo>
                <a:lnTo>
                  <a:pt x="148383" y="95711"/>
                </a:lnTo>
                <a:lnTo>
                  <a:pt x="148155" y="95350"/>
                </a:lnTo>
                <a:lnTo>
                  <a:pt x="147906" y="95006"/>
                </a:lnTo>
                <a:lnTo>
                  <a:pt x="147636" y="94682"/>
                </a:lnTo>
                <a:lnTo>
                  <a:pt x="147347" y="94377"/>
                </a:lnTo>
                <a:lnTo>
                  <a:pt x="147040" y="94092"/>
                </a:lnTo>
                <a:lnTo>
                  <a:pt x="146717" y="93828"/>
                </a:lnTo>
                <a:lnTo>
                  <a:pt x="146377" y="93585"/>
                </a:lnTo>
                <a:lnTo>
                  <a:pt x="146023" y="93365"/>
                </a:lnTo>
                <a:lnTo>
                  <a:pt x="145656" y="93168"/>
                </a:lnTo>
                <a:lnTo>
                  <a:pt x="145276" y="92994"/>
                </a:lnTo>
                <a:lnTo>
                  <a:pt x="144886" y="92845"/>
                </a:lnTo>
                <a:lnTo>
                  <a:pt x="144486" y="92720"/>
                </a:lnTo>
                <a:lnTo>
                  <a:pt x="144078" y="92622"/>
                </a:lnTo>
                <a:lnTo>
                  <a:pt x="143662" y="92550"/>
                </a:lnTo>
                <a:lnTo>
                  <a:pt x="143240" y="92504"/>
                </a:lnTo>
                <a:lnTo>
                  <a:pt x="142813" y="92487"/>
                </a:lnTo>
                <a:lnTo>
                  <a:pt x="142382" y="92498"/>
                </a:lnTo>
                <a:lnTo>
                  <a:pt x="141948" y="92538"/>
                </a:lnTo>
                <a:lnTo>
                  <a:pt x="141514" y="92608"/>
                </a:lnTo>
                <a:lnTo>
                  <a:pt x="141079" y="92709"/>
                </a:lnTo>
                <a:lnTo>
                  <a:pt x="140651" y="92838"/>
                </a:lnTo>
                <a:lnTo>
                  <a:pt x="140240" y="92994"/>
                </a:lnTo>
                <a:lnTo>
                  <a:pt x="139844" y="93175"/>
                </a:lnTo>
                <a:lnTo>
                  <a:pt x="139465" y="93380"/>
                </a:lnTo>
                <a:lnTo>
                  <a:pt x="139103" y="93608"/>
                </a:lnTo>
                <a:lnTo>
                  <a:pt x="138760" y="93857"/>
                </a:lnTo>
                <a:lnTo>
                  <a:pt x="138435" y="94127"/>
                </a:lnTo>
                <a:lnTo>
                  <a:pt x="138130" y="94416"/>
                </a:lnTo>
                <a:lnTo>
                  <a:pt x="137845" y="94723"/>
                </a:lnTo>
                <a:lnTo>
                  <a:pt x="137581" y="95047"/>
                </a:lnTo>
                <a:lnTo>
                  <a:pt x="137339" y="95386"/>
                </a:lnTo>
                <a:lnTo>
                  <a:pt x="137119" y="95740"/>
                </a:lnTo>
                <a:lnTo>
                  <a:pt x="136921" y="96107"/>
                </a:lnTo>
                <a:lnTo>
                  <a:pt x="136748" y="96487"/>
                </a:lnTo>
                <a:lnTo>
                  <a:pt x="136599" y="96877"/>
                </a:lnTo>
                <a:lnTo>
                  <a:pt x="136474" y="97277"/>
                </a:lnTo>
                <a:lnTo>
                  <a:pt x="136376" y="97686"/>
                </a:lnTo>
                <a:lnTo>
                  <a:pt x="136303" y="98101"/>
                </a:lnTo>
                <a:lnTo>
                  <a:pt x="136258" y="98523"/>
                </a:lnTo>
                <a:lnTo>
                  <a:pt x="136241" y="98950"/>
                </a:lnTo>
                <a:lnTo>
                  <a:pt x="136252" y="99381"/>
                </a:lnTo>
                <a:lnTo>
                  <a:pt x="136292" y="99814"/>
                </a:lnTo>
                <a:lnTo>
                  <a:pt x="136362" y="100249"/>
                </a:lnTo>
                <a:lnTo>
                  <a:pt x="136463" y="100684"/>
                </a:lnTo>
                <a:lnTo>
                  <a:pt x="145805" y="135707"/>
                </a:lnTo>
                <a:lnTo>
                  <a:pt x="9184" y="0"/>
                </a:lnTo>
                <a:lnTo>
                  <a:pt x="0" y="92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1DE07-C89D-4D35-96D6-51467340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803" y="2436911"/>
            <a:ext cx="215079" cy="157081"/>
          </a:xfrm>
          <a:custGeom xmlns:a="http://schemas.openxmlformats.org/drawingml/2006/main">
            <a:pathLst>
              <a:path w="215079" h="157081">
                <a:moveTo>
                  <a:pt x="215079" y="10584"/>
                </a:moveTo>
                <a:lnTo>
                  <a:pt x="207474" y="0"/>
                </a:lnTo>
                <a:lnTo>
                  <a:pt x="26276" y="130180"/>
                </a:lnTo>
                <a:lnTo>
                  <a:pt x="41047" y="97079"/>
                </a:lnTo>
                <a:lnTo>
                  <a:pt x="41215" y="96665"/>
                </a:lnTo>
                <a:lnTo>
                  <a:pt x="41353" y="96247"/>
                </a:lnTo>
                <a:lnTo>
                  <a:pt x="41461" y="95826"/>
                </a:lnTo>
                <a:lnTo>
                  <a:pt x="41540" y="95402"/>
                </a:lnTo>
                <a:lnTo>
                  <a:pt x="41590" y="94978"/>
                </a:lnTo>
                <a:lnTo>
                  <a:pt x="41613" y="94554"/>
                </a:lnTo>
                <a:lnTo>
                  <a:pt x="41607" y="94132"/>
                </a:lnTo>
                <a:lnTo>
                  <a:pt x="41575" y="93713"/>
                </a:lnTo>
                <a:lnTo>
                  <a:pt x="41515" y="93298"/>
                </a:lnTo>
                <a:lnTo>
                  <a:pt x="41430" y="92889"/>
                </a:lnTo>
                <a:lnTo>
                  <a:pt x="41318" y="92487"/>
                </a:lnTo>
                <a:lnTo>
                  <a:pt x="41182" y="92094"/>
                </a:lnTo>
                <a:lnTo>
                  <a:pt x="41020" y="91709"/>
                </a:lnTo>
                <a:lnTo>
                  <a:pt x="40835" y="91335"/>
                </a:lnTo>
                <a:lnTo>
                  <a:pt x="40625" y="90974"/>
                </a:lnTo>
                <a:lnTo>
                  <a:pt x="40393" y="90626"/>
                </a:lnTo>
                <a:lnTo>
                  <a:pt x="40137" y="90292"/>
                </a:lnTo>
                <a:lnTo>
                  <a:pt x="39859" y="89974"/>
                </a:lnTo>
                <a:lnTo>
                  <a:pt x="39560" y="89674"/>
                </a:lnTo>
                <a:lnTo>
                  <a:pt x="39239" y="89391"/>
                </a:lnTo>
                <a:lnTo>
                  <a:pt x="38897" y="89129"/>
                </a:lnTo>
                <a:lnTo>
                  <a:pt x="38535" y="88888"/>
                </a:lnTo>
                <a:lnTo>
                  <a:pt x="38153" y="88669"/>
                </a:lnTo>
                <a:lnTo>
                  <a:pt x="37752" y="88473"/>
                </a:lnTo>
                <a:lnTo>
                  <a:pt x="37339" y="88305"/>
                </a:lnTo>
                <a:lnTo>
                  <a:pt x="36920" y="88167"/>
                </a:lnTo>
                <a:lnTo>
                  <a:pt x="36499" y="88059"/>
                </a:lnTo>
                <a:lnTo>
                  <a:pt x="36075" y="87980"/>
                </a:lnTo>
                <a:lnTo>
                  <a:pt x="35651" y="87929"/>
                </a:lnTo>
                <a:lnTo>
                  <a:pt x="35227" y="87907"/>
                </a:lnTo>
                <a:lnTo>
                  <a:pt x="34805" y="87912"/>
                </a:lnTo>
                <a:lnTo>
                  <a:pt x="34386" y="87945"/>
                </a:lnTo>
                <a:lnTo>
                  <a:pt x="33971" y="88005"/>
                </a:lnTo>
                <a:lnTo>
                  <a:pt x="33562" y="88090"/>
                </a:lnTo>
                <a:lnTo>
                  <a:pt x="33160" y="88202"/>
                </a:lnTo>
                <a:lnTo>
                  <a:pt x="32766" y="88338"/>
                </a:lnTo>
                <a:lnTo>
                  <a:pt x="32382" y="88500"/>
                </a:lnTo>
                <a:lnTo>
                  <a:pt x="32008" y="88685"/>
                </a:lnTo>
                <a:lnTo>
                  <a:pt x="31647" y="88895"/>
                </a:lnTo>
                <a:lnTo>
                  <a:pt x="31298" y="89127"/>
                </a:lnTo>
                <a:lnTo>
                  <a:pt x="30965" y="89383"/>
                </a:lnTo>
                <a:lnTo>
                  <a:pt x="30647" y="89661"/>
                </a:lnTo>
                <a:lnTo>
                  <a:pt x="30346" y="89960"/>
                </a:lnTo>
                <a:lnTo>
                  <a:pt x="30064" y="90281"/>
                </a:lnTo>
                <a:lnTo>
                  <a:pt x="29802" y="90623"/>
                </a:lnTo>
                <a:lnTo>
                  <a:pt x="29560" y="90985"/>
                </a:lnTo>
                <a:lnTo>
                  <a:pt x="29341" y="91367"/>
                </a:lnTo>
                <a:lnTo>
                  <a:pt x="29146" y="91768"/>
                </a:lnTo>
                <a:lnTo>
                  <a:pt x="0" y="157081"/>
                </a:lnTo>
                <a:lnTo>
                  <a:pt x="71199" y="150303"/>
                </a:lnTo>
                <a:lnTo>
                  <a:pt x="71642" y="150245"/>
                </a:lnTo>
                <a:lnTo>
                  <a:pt x="72074" y="150160"/>
                </a:lnTo>
                <a:lnTo>
                  <a:pt x="72494" y="150046"/>
                </a:lnTo>
                <a:lnTo>
                  <a:pt x="72902" y="149907"/>
                </a:lnTo>
                <a:lnTo>
                  <a:pt x="73296" y="149742"/>
                </a:lnTo>
                <a:lnTo>
                  <a:pt x="73676" y="149552"/>
                </a:lnTo>
                <a:lnTo>
                  <a:pt x="74040" y="149340"/>
                </a:lnTo>
                <a:lnTo>
                  <a:pt x="74389" y="149105"/>
                </a:lnTo>
                <a:lnTo>
                  <a:pt x="74721" y="148849"/>
                </a:lnTo>
                <a:lnTo>
                  <a:pt x="75035" y="148574"/>
                </a:lnTo>
                <a:lnTo>
                  <a:pt x="75330" y="148279"/>
                </a:lnTo>
                <a:lnTo>
                  <a:pt x="75605" y="147966"/>
                </a:lnTo>
                <a:lnTo>
                  <a:pt x="75861" y="147636"/>
                </a:lnTo>
                <a:lnTo>
                  <a:pt x="76094" y="147291"/>
                </a:lnTo>
                <a:lnTo>
                  <a:pt x="76306" y="146930"/>
                </a:lnTo>
                <a:lnTo>
                  <a:pt x="76495" y="146556"/>
                </a:lnTo>
                <a:lnTo>
                  <a:pt x="76659" y="146170"/>
                </a:lnTo>
                <a:lnTo>
                  <a:pt x="76799" y="145772"/>
                </a:lnTo>
                <a:lnTo>
                  <a:pt x="76914" y="145363"/>
                </a:lnTo>
                <a:lnTo>
                  <a:pt x="77001" y="144945"/>
                </a:lnTo>
                <a:lnTo>
                  <a:pt x="77061" y="144518"/>
                </a:lnTo>
                <a:lnTo>
                  <a:pt x="77093" y="144084"/>
                </a:lnTo>
                <a:lnTo>
                  <a:pt x="77096" y="143644"/>
                </a:lnTo>
                <a:lnTo>
                  <a:pt x="77069" y="143198"/>
                </a:lnTo>
                <a:lnTo>
                  <a:pt x="77012" y="142755"/>
                </a:lnTo>
                <a:lnTo>
                  <a:pt x="76926" y="142323"/>
                </a:lnTo>
                <a:lnTo>
                  <a:pt x="76813" y="141903"/>
                </a:lnTo>
                <a:lnTo>
                  <a:pt x="76673" y="141496"/>
                </a:lnTo>
                <a:lnTo>
                  <a:pt x="76508" y="141102"/>
                </a:lnTo>
                <a:lnTo>
                  <a:pt x="76319" y="140722"/>
                </a:lnTo>
                <a:lnTo>
                  <a:pt x="76106" y="140357"/>
                </a:lnTo>
                <a:lnTo>
                  <a:pt x="75871" y="140008"/>
                </a:lnTo>
                <a:lnTo>
                  <a:pt x="75615" y="139677"/>
                </a:lnTo>
                <a:lnTo>
                  <a:pt x="75340" y="139363"/>
                </a:lnTo>
                <a:lnTo>
                  <a:pt x="75045" y="139068"/>
                </a:lnTo>
                <a:lnTo>
                  <a:pt x="74732" y="138792"/>
                </a:lnTo>
                <a:lnTo>
                  <a:pt x="74402" y="138537"/>
                </a:lnTo>
                <a:lnTo>
                  <a:pt x="74057" y="138303"/>
                </a:lnTo>
                <a:lnTo>
                  <a:pt x="73696" y="138091"/>
                </a:lnTo>
                <a:lnTo>
                  <a:pt x="73322" y="137903"/>
                </a:lnTo>
                <a:lnTo>
                  <a:pt x="72936" y="137738"/>
                </a:lnTo>
                <a:lnTo>
                  <a:pt x="72537" y="137598"/>
                </a:lnTo>
                <a:lnTo>
                  <a:pt x="72129" y="137484"/>
                </a:lnTo>
                <a:lnTo>
                  <a:pt x="71710" y="137396"/>
                </a:lnTo>
                <a:lnTo>
                  <a:pt x="71284" y="137336"/>
                </a:lnTo>
                <a:lnTo>
                  <a:pt x="70850" y="137304"/>
                </a:lnTo>
                <a:lnTo>
                  <a:pt x="70409" y="137302"/>
                </a:lnTo>
                <a:lnTo>
                  <a:pt x="69964" y="137329"/>
                </a:lnTo>
                <a:lnTo>
                  <a:pt x="33880" y="140764"/>
                </a:lnTo>
                <a:lnTo>
                  <a:pt x="215079" y="10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1E4CC-6F83-438A-B610-C89D9113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787" y="2437801"/>
            <a:ext cx="72260" cy="152194"/>
          </a:xfrm>
          <a:custGeom xmlns:a="http://schemas.openxmlformats.org/drawingml/2006/main">
            <a:pathLst>
              <a:path w="72260" h="152194">
                <a:moveTo>
                  <a:pt x="1457" y="4008"/>
                </a:moveTo>
                <a:lnTo>
                  <a:pt x="38609" y="118957"/>
                </a:lnTo>
                <a:lnTo>
                  <a:pt x="11601" y="94782"/>
                </a:lnTo>
                <a:lnTo>
                  <a:pt x="11259" y="94496"/>
                </a:lnTo>
                <a:lnTo>
                  <a:pt x="10903" y="94236"/>
                </a:lnTo>
                <a:lnTo>
                  <a:pt x="10535" y="94005"/>
                </a:lnTo>
                <a:lnTo>
                  <a:pt x="10156" y="93800"/>
                </a:lnTo>
                <a:lnTo>
                  <a:pt x="9767" y="93622"/>
                </a:lnTo>
                <a:lnTo>
                  <a:pt x="9370" y="93472"/>
                </a:lnTo>
                <a:lnTo>
                  <a:pt x="8967" y="93348"/>
                </a:lnTo>
                <a:lnTo>
                  <a:pt x="8558" y="93251"/>
                </a:lnTo>
                <a:lnTo>
                  <a:pt x="8145" y="93181"/>
                </a:lnTo>
                <a:lnTo>
                  <a:pt x="7729" y="93138"/>
                </a:lnTo>
                <a:lnTo>
                  <a:pt x="7312" y="93121"/>
                </a:lnTo>
                <a:lnTo>
                  <a:pt x="6895" y="93131"/>
                </a:lnTo>
                <a:lnTo>
                  <a:pt x="6480" y="93167"/>
                </a:lnTo>
                <a:lnTo>
                  <a:pt x="6067" y="93230"/>
                </a:lnTo>
                <a:lnTo>
                  <a:pt x="5659" y="93319"/>
                </a:lnTo>
                <a:lnTo>
                  <a:pt x="5256" y="93434"/>
                </a:lnTo>
                <a:lnTo>
                  <a:pt x="4861" y="93575"/>
                </a:lnTo>
                <a:lnTo>
                  <a:pt x="4473" y="93743"/>
                </a:lnTo>
                <a:lnTo>
                  <a:pt x="4095" y="93936"/>
                </a:lnTo>
                <a:lnTo>
                  <a:pt x="3729" y="94156"/>
                </a:lnTo>
                <a:lnTo>
                  <a:pt x="3374" y="94401"/>
                </a:lnTo>
                <a:lnTo>
                  <a:pt x="3034" y="94672"/>
                </a:lnTo>
                <a:lnTo>
                  <a:pt x="2708" y="94969"/>
                </a:lnTo>
                <a:lnTo>
                  <a:pt x="2400" y="95291"/>
                </a:lnTo>
                <a:lnTo>
                  <a:pt x="2113" y="95634"/>
                </a:lnTo>
                <a:lnTo>
                  <a:pt x="1854" y="95990"/>
                </a:lnTo>
                <a:lnTo>
                  <a:pt x="1623" y="96358"/>
                </a:lnTo>
                <a:lnTo>
                  <a:pt x="1418" y="96737"/>
                </a:lnTo>
                <a:lnTo>
                  <a:pt x="1240" y="97126"/>
                </a:lnTo>
                <a:lnTo>
                  <a:pt x="1090" y="97522"/>
                </a:lnTo>
                <a:lnTo>
                  <a:pt x="966" y="97926"/>
                </a:lnTo>
                <a:lnTo>
                  <a:pt x="869" y="98335"/>
                </a:lnTo>
                <a:lnTo>
                  <a:pt x="799" y="98748"/>
                </a:lnTo>
                <a:lnTo>
                  <a:pt x="756" y="99164"/>
                </a:lnTo>
                <a:lnTo>
                  <a:pt x="739" y="99580"/>
                </a:lnTo>
                <a:lnTo>
                  <a:pt x="749" y="99997"/>
                </a:lnTo>
                <a:lnTo>
                  <a:pt x="785" y="100412"/>
                </a:lnTo>
                <a:lnTo>
                  <a:pt x="848" y="100825"/>
                </a:lnTo>
                <a:lnTo>
                  <a:pt x="937" y="101233"/>
                </a:lnTo>
                <a:lnTo>
                  <a:pt x="1052" y="101636"/>
                </a:lnTo>
                <a:lnTo>
                  <a:pt x="1194" y="102032"/>
                </a:lnTo>
                <a:lnTo>
                  <a:pt x="1361" y="102419"/>
                </a:lnTo>
                <a:lnTo>
                  <a:pt x="1555" y="102797"/>
                </a:lnTo>
                <a:lnTo>
                  <a:pt x="1774" y="103164"/>
                </a:lnTo>
                <a:lnTo>
                  <a:pt x="2019" y="103518"/>
                </a:lnTo>
                <a:lnTo>
                  <a:pt x="2290" y="103858"/>
                </a:lnTo>
                <a:lnTo>
                  <a:pt x="2587" y="104184"/>
                </a:lnTo>
                <a:lnTo>
                  <a:pt x="2910" y="104492"/>
                </a:lnTo>
                <a:lnTo>
                  <a:pt x="56199" y="152194"/>
                </a:lnTo>
                <a:lnTo>
                  <a:pt x="71491" y="82327"/>
                </a:lnTo>
                <a:lnTo>
                  <a:pt x="71572" y="81887"/>
                </a:lnTo>
                <a:lnTo>
                  <a:pt x="71622" y="81450"/>
                </a:lnTo>
                <a:lnTo>
                  <a:pt x="71642" y="81015"/>
                </a:lnTo>
                <a:lnTo>
                  <a:pt x="71634" y="80585"/>
                </a:lnTo>
                <a:lnTo>
                  <a:pt x="71597" y="80159"/>
                </a:lnTo>
                <a:lnTo>
                  <a:pt x="71533" y="79739"/>
                </a:lnTo>
                <a:lnTo>
                  <a:pt x="71442" y="79327"/>
                </a:lnTo>
                <a:lnTo>
                  <a:pt x="71325" y="78924"/>
                </a:lnTo>
                <a:lnTo>
                  <a:pt x="71183" y="78530"/>
                </a:lnTo>
                <a:lnTo>
                  <a:pt x="71016" y="78146"/>
                </a:lnTo>
                <a:lnTo>
                  <a:pt x="70825" y="77775"/>
                </a:lnTo>
                <a:lnTo>
                  <a:pt x="70612" y="77417"/>
                </a:lnTo>
                <a:lnTo>
                  <a:pt x="70376" y="77074"/>
                </a:lnTo>
                <a:lnTo>
                  <a:pt x="70118" y="76745"/>
                </a:lnTo>
                <a:lnTo>
                  <a:pt x="69840" y="76434"/>
                </a:lnTo>
                <a:lnTo>
                  <a:pt x="69541" y="76140"/>
                </a:lnTo>
                <a:lnTo>
                  <a:pt x="69223" y="75865"/>
                </a:lnTo>
                <a:lnTo>
                  <a:pt x="68887" y="75610"/>
                </a:lnTo>
                <a:lnTo>
                  <a:pt x="68533" y="75377"/>
                </a:lnTo>
                <a:lnTo>
                  <a:pt x="68161" y="75166"/>
                </a:lnTo>
                <a:lnTo>
                  <a:pt x="67773" y="74978"/>
                </a:lnTo>
                <a:lnTo>
                  <a:pt x="67370" y="74815"/>
                </a:lnTo>
                <a:lnTo>
                  <a:pt x="66951" y="74678"/>
                </a:lnTo>
                <a:lnTo>
                  <a:pt x="66519" y="74568"/>
                </a:lnTo>
                <a:lnTo>
                  <a:pt x="66080" y="74487"/>
                </a:lnTo>
                <a:lnTo>
                  <a:pt x="65642" y="74437"/>
                </a:lnTo>
                <a:lnTo>
                  <a:pt x="65207" y="74416"/>
                </a:lnTo>
                <a:lnTo>
                  <a:pt x="64777" y="74425"/>
                </a:lnTo>
                <a:lnTo>
                  <a:pt x="64351" y="74461"/>
                </a:lnTo>
                <a:lnTo>
                  <a:pt x="63931" y="74526"/>
                </a:lnTo>
                <a:lnTo>
                  <a:pt x="63519" y="74617"/>
                </a:lnTo>
                <a:lnTo>
                  <a:pt x="63115" y="74734"/>
                </a:lnTo>
                <a:lnTo>
                  <a:pt x="62722" y="74876"/>
                </a:lnTo>
                <a:lnTo>
                  <a:pt x="62338" y="75043"/>
                </a:lnTo>
                <a:lnTo>
                  <a:pt x="61967" y="75233"/>
                </a:lnTo>
                <a:lnTo>
                  <a:pt x="61609" y="75447"/>
                </a:lnTo>
                <a:lnTo>
                  <a:pt x="61266" y="75683"/>
                </a:lnTo>
                <a:lnTo>
                  <a:pt x="60937" y="75941"/>
                </a:lnTo>
                <a:lnTo>
                  <a:pt x="60626" y="76219"/>
                </a:lnTo>
                <a:lnTo>
                  <a:pt x="60332" y="76518"/>
                </a:lnTo>
                <a:lnTo>
                  <a:pt x="60057" y="76835"/>
                </a:lnTo>
                <a:lnTo>
                  <a:pt x="59802" y="77172"/>
                </a:lnTo>
                <a:lnTo>
                  <a:pt x="59569" y="77526"/>
                </a:lnTo>
                <a:lnTo>
                  <a:pt x="59358" y="77898"/>
                </a:lnTo>
                <a:lnTo>
                  <a:pt x="59170" y="78286"/>
                </a:lnTo>
                <a:lnTo>
                  <a:pt x="59007" y="78689"/>
                </a:lnTo>
                <a:lnTo>
                  <a:pt x="58870" y="79108"/>
                </a:lnTo>
                <a:lnTo>
                  <a:pt x="58760" y="79540"/>
                </a:lnTo>
                <a:lnTo>
                  <a:pt x="51010" y="114950"/>
                </a:lnTo>
                <a:lnTo>
                  <a:pt x="13858" y="0"/>
                </a:lnTo>
                <a:lnTo>
                  <a:pt x="1457" y="4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F88F2-097B-41DE-942C-FE8E18ED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745" y="2437630"/>
            <a:ext cx="72336" cy="146000"/>
          </a:xfrm>
          <a:custGeom xmlns:a="http://schemas.openxmlformats.org/drawingml/2006/main">
            <a:pathLst>
              <a:path w="72336" h="146000">
                <a:moveTo>
                  <a:pt x="72336" y="4531"/>
                </a:moveTo>
                <a:lnTo>
                  <a:pt x="60117" y="0"/>
                </a:lnTo>
                <a:lnTo>
                  <a:pt x="19697" y="109011"/>
                </a:lnTo>
                <a:lnTo>
                  <a:pt x="13457" y="73304"/>
                </a:lnTo>
                <a:lnTo>
                  <a:pt x="13366" y="72867"/>
                </a:lnTo>
                <a:lnTo>
                  <a:pt x="13246" y="72443"/>
                </a:lnTo>
                <a:lnTo>
                  <a:pt x="13101" y="72033"/>
                </a:lnTo>
                <a:lnTo>
                  <a:pt x="12930" y="71637"/>
                </a:lnTo>
                <a:lnTo>
                  <a:pt x="12735" y="71257"/>
                </a:lnTo>
                <a:lnTo>
                  <a:pt x="12516" y="70893"/>
                </a:lnTo>
                <a:lnTo>
                  <a:pt x="12276" y="70546"/>
                </a:lnTo>
                <a:lnTo>
                  <a:pt x="12015" y="70217"/>
                </a:lnTo>
                <a:lnTo>
                  <a:pt x="11734" y="69906"/>
                </a:lnTo>
                <a:lnTo>
                  <a:pt x="11435" y="69615"/>
                </a:lnTo>
                <a:lnTo>
                  <a:pt x="11118" y="69344"/>
                </a:lnTo>
                <a:lnTo>
                  <a:pt x="10784" y="69093"/>
                </a:lnTo>
                <a:lnTo>
                  <a:pt x="10436" y="68865"/>
                </a:lnTo>
                <a:lnTo>
                  <a:pt x="10073" y="68658"/>
                </a:lnTo>
                <a:lnTo>
                  <a:pt x="9697" y="68476"/>
                </a:lnTo>
                <a:lnTo>
                  <a:pt x="9310" y="68317"/>
                </a:lnTo>
                <a:lnTo>
                  <a:pt x="8912" y="68183"/>
                </a:lnTo>
                <a:lnTo>
                  <a:pt x="8504" y="68074"/>
                </a:lnTo>
                <a:lnTo>
                  <a:pt x="8087" y="67992"/>
                </a:lnTo>
                <a:lnTo>
                  <a:pt x="7663" y="67938"/>
                </a:lnTo>
                <a:lnTo>
                  <a:pt x="7233" y="67911"/>
                </a:lnTo>
                <a:lnTo>
                  <a:pt x="6798" y="67913"/>
                </a:lnTo>
                <a:lnTo>
                  <a:pt x="6359" y="67944"/>
                </a:lnTo>
                <a:lnTo>
                  <a:pt x="5917" y="68006"/>
                </a:lnTo>
                <a:lnTo>
                  <a:pt x="5480" y="68098"/>
                </a:lnTo>
                <a:lnTo>
                  <a:pt x="5056" y="68217"/>
                </a:lnTo>
                <a:lnTo>
                  <a:pt x="4646" y="68363"/>
                </a:lnTo>
                <a:lnTo>
                  <a:pt x="4250" y="68534"/>
                </a:lnTo>
                <a:lnTo>
                  <a:pt x="3870" y="68729"/>
                </a:lnTo>
                <a:lnTo>
                  <a:pt x="3506" y="68947"/>
                </a:lnTo>
                <a:lnTo>
                  <a:pt x="3159" y="69188"/>
                </a:lnTo>
                <a:lnTo>
                  <a:pt x="2830" y="69449"/>
                </a:lnTo>
                <a:lnTo>
                  <a:pt x="2520" y="69730"/>
                </a:lnTo>
                <a:lnTo>
                  <a:pt x="2228" y="70029"/>
                </a:lnTo>
                <a:lnTo>
                  <a:pt x="1957" y="70346"/>
                </a:lnTo>
                <a:lnTo>
                  <a:pt x="1706" y="70680"/>
                </a:lnTo>
                <a:lnTo>
                  <a:pt x="1478" y="71028"/>
                </a:lnTo>
                <a:lnTo>
                  <a:pt x="1272" y="71391"/>
                </a:lnTo>
                <a:lnTo>
                  <a:pt x="1089" y="71767"/>
                </a:lnTo>
                <a:lnTo>
                  <a:pt x="930" y="72154"/>
                </a:lnTo>
                <a:lnTo>
                  <a:pt x="796" y="72552"/>
                </a:lnTo>
                <a:lnTo>
                  <a:pt x="687" y="72960"/>
                </a:lnTo>
                <a:lnTo>
                  <a:pt x="605" y="73377"/>
                </a:lnTo>
                <a:lnTo>
                  <a:pt x="551" y="73801"/>
                </a:lnTo>
                <a:lnTo>
                  <a:pt x="524" y="74231"/>
                </a:lnTo>
                <a:lnTo>
                  <a:pt x="526" y="74666"/>
                </a:lnTo>
                <a:lnTo>
                  <a:pt x="557" y="75105"/>
                </a:lnTo>
                <a:lnTo>
                  <a:pt x="619" y="75547"/>
                </a:lnTo>
                <a:lnTo>
                  <a:pt x="12931" y="146000"/>
                </a:lnTo>
                <a:lnTo>
                  <a:pt x="68198" y="100605"/>
                </a:lnTo>
                <a:lnTo>
                  <a:pt x="68533" y="100310"/>
                </a:lnTo>
                <a:lnTo>
                  <a:pt x="68844" y="99997"/>
                </a:lnTo>
                <a:lnTo>
                  <a:pt x="69129" y="99669"/>
                </a:lnTo>
                <a:lnTo>
                  <a:pt x="69389" y="99325"/>
                </a:lnTo>
                <a:lnTo>
                  <a:pt x="69624" y="98968"/>
                </a:lnTo>
                <a:lnTo>
                  <a:pt x="69833" y="98599"/>
                </a:lnTo>
                <a:lnTo>
                  <a:pt x="70017" y="98219"/>
                </a:lnTo>
                <a:lnTo>
                  <a:pt x="70175" y="97830"/>
                </a:lnTo>
                <a:lnTo>
                  <a:pt x="70307" y="97432"/>
                </a:lnTo>
                <a:lnTo>
                  <a:pt x="70413" y="97028"/>
                </a:lnTo>
                <a:lnTo>
                  <a:pt x="70493" y="96619"/>
                </a:lnTo>
                <a:lnTo>
                  <a:pt x="70547" y="96205"/>
                </a:lnTo>
                <a:lnTo>
                  <a:pt x="70575" y="95789"/>
                </a:lnTo>
                <a:lnTo>
                  <a:pt x="70576" y="95372"/>
                </a:lnTo>
                <a:lnTo>
                  <a:pt x="70550" y="94955"/>
                </a:lnTo>
                <a:lnTo>
                  <a:pt x="70498" y="94539"/>
                </a:lnTo>
                <a:lnTo>
                  <a:pt x="70418" y="94127"/>
                </a:lnTo>
                <a:lnTo>
                  <a:pt x="70312" y="93718"/>
                </a:lnTo>
                <a:lnTo>
                  <a:pt x="70178" y="93316"/>
                </a:lnTo>
                <a:lnTo>
                  <a:pt x="70017" y="92920"/>
                </a:lnTo>
                <a:lnTo>
                  <a:pt x="69829" y="92532"/>
                </a:lnTo>
                <a:lnTo>
                  <a:pt x="69613" y="92154"/>
                </a:lnTo>
                <a:lnTo>
                  <a:pt x="69369" y="91788"/>
                </a:lnTo>
                <a:lnTo>
                  <a:pt x="69097" y="91433"/>
                </a:lnTo>
                <a:lnTo>
                  <a:pt x="68803" y="91098"/>
                </a:lnTo>
                <a:lnTo>
                  <a:pt x="68490" y="90788"/>
                </a:lnTo>
                <a:lnTo>
                  <a:pt x="68162" y="90503"/>
                </a:lnTo>
                <a:lnTo>
                  <a:pt x="67818" y="90243"/>
                </a:lnTo>
                <a:lnTo>
                  <a:pt x="67461" y="90008"/>
                </a:lnTo>
                <a:lnTo>
                  <a:pt x="67092" y="89798"/>
                </a:lnTo>
                <a:lnTo>
                  <a:pt x="66712" y="89615"/>
                </a:lnTo>
                <a:lnTo>
                  <a:pt x="66323" y="89457"/>
                </a:lnTo>
                <a:lnTo>
                  <a:pt x="65925" y="89324"/>
                </a:lnTo>
                <a:lnTo>
                  <a:pt x="65521" y="89218"/>
                </a:lnTo>
                <a:lnTo>
                  <a:pt x="65112" y="89138"/>
                </a:lnTo>
                <a:lnTo>
                  <a:pt x="64698" y="89084"/>
                </a:lnTo>
                <a:lnTo>
                  <a:pt x="64282" y="89057"/>
                </a:lnTo>
                <a:lnTo>
                  <a:pt x="63865" y="89056"/>
                </a:lnTo>
                <a:lnTo>
                  <a:pt x="63448" y="89081"/>
                </a:lnTo>
                <a:lnTo>
                  <a:pt x="63032" y="89134"/>
                </a:lnTo>
                <a:lnTo>
                  <a:pt x="62620" y="89213"/>
                </a:lnTo>
                <a:lnTo>
                  <a:pt x="62211" y="89320"/>
                </a:lnTo>
                <a:lnTo>
                  <a:pt x="61808" y="89453"/>
                </a:lnTo>
                <a:lnTo>
                  <a:pt x="61413" y="89614"/>
                </a:lnTo>
                <a:lnTo>
                  <a:pt x="61025" y="89803"/>
                </a:lnTo>
                <a:lnTo>
                  <a:pt x="60647" y="90019"/>
                </a:lnTo>
                <a:lnTo>
                  <a:pt x="60280" y="90262"/>
                </a:lnTo>
                <a:lnTo>
                  <a:pt x="59926" y="90534"/>
                </a:lnTo>
                <a:lnTo>
                  <a:pt x="31916" y="113541"/>
                </a:lnTo>
                <a:lnTo>
                  <a:pt x="72336" y="45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1B746-5E38-4BB4-B350-74D58951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812" y="2436950"/>
            <a:ext cx="210548" cy="146670"/>
          </a:xfrm>
          <a:custGeom xmlns:a="http://schemas.openxmlformats.org/drawingml/2006/main">
            <a:pathLst>
              <a:path w="210548" h="146670">
                <a:moveTo>
                  <a:pt x="0" y="10762"/>
                </a:moveTo>
                <a:lnTo>
                  <a:pt x="176290" y="131164"/>
                </a:lnTo>
                <a:lnTo>
                  <a:pt x="140134" y="128587"/>
                </a:lnTo>
                <a:lnTo>
                  <a:pt x="139688" y="128571"/>
                </a:lnTo>
                <a:lnTo>
                  <a:pt x="139248" y="128584"/>
                </a:lnTo>
                <a:lnTo>
                  <a:pt x="138815" y="128626"/>
                </a:lnTo>
                <a:lnTo>
                  <a:pt x="138390" y="128696"/>
                </a:lnTo>
                <a:lnTo>
                  <a:pt x="137974" y="128794"/>
                </a:lnTo>
                <a:lnTo>
                  <a:pt x="137568" y="128918"/>
                </a:lnTo>
                <a:lnTo>
                  <a:pt x="137173" y="129067"/>
                </a:lnTo>
                <a:lnTo>
                  <a:pt x="136791" y="129241"/>
                </a:lnTo>
                <a:lnTo>
                  <a:pt x="136421" y="129439"/>
                </a:lnTo>
                <a:lnTo>
                  <a:pt x="136066" y="129659"/>
                </a:lnTo>
                <a:lnTo>
                  <a:pt x="135727" y="129901"/>
                </a:lnTo>
                <a:lnTo>
                  <a:pt x="135403" y="130164"/>
                </a:lnTo>
                <a:lnTo>
                  <a:pt x="135097" y="130447"/>
                </a:lnTo>
                <a:lnTo>
                  <a:pt x="134809" y="130749"/>
                </a:lnTo>
                <a:lnTo>
                  <a:pt x="134541" y="131069"/>
                </a:lnTo>
                <a:lnTo>
                  <a:pt x="134293" y="131407"/>
                </a:lnTo>
                <a:lnTo>
                  <a:pt x="134067" y="131761"/>
                </a:lnTo>
                <a:lnTo>
                  <a:pt x="133863" y="132130"/>
                </a:lnTo>
                <a:lnTo>
                  <a:pt x="133683" y="132515"/>
                </a:lnTo>
                <a:lnTo>
                  <a:pt x="133527" y="132913"/>
                </a:lnTo>
                <a:lnTo>
                  <a:pt x="133397" y="133324"/>
                </a:lnTo>
                <a:lnTo>
                  <a:pt x="133294" y="133746"/>
                </a:lnTo>
                <a:lnTo>
                  <a:pt x="133218" y="134180"/>
                </a:lnTo>
                <a:lnTo>
                  <a:pt x="133171" y="134624"/>
                </a:lnTo>
                <a:lnTo>
                  <a:pt x="133155" y="135070"/>
                </a:lnTo>
                <a:lnTo>
                  <a:pt x="133168" y="135510"/>
                </a:lnTo>
                <a:lnTo>
                  <a:pt x="133210" y="135943"/>
                </a:lnTo>
                <a:lnTo>
                  <a:pt x="133281" y="136368"/>
                </a:lnTo>
                <a:lnTo>
                  <a:pt x="133378" y="136784"/>
                </a:lnTo>
                <a:lnTo>
                  <a:pt x="133502" y="137190"/>
                </a:lnTo>
                <a:lnTo>
                  <a:pt x="133652" y="137585"/>
                </a:lnTo>
                <a:lnTo>
                  <a:pt x="133825" y="137968"/>
                </a:lnTo>
                <a:lnTo>
                  <a:pt x="134023" y="138337"/>
                </a:lnTo>
                <a:lnTo>
                  <a:pt x="134243" y="138692"/>
                </a:lnTo>
                <a:lnTo>
                  <a:pt x="134485" y="139032"/>
                </a:lnTo>
                <a:lnTo>
                  <a:pt x="134748" y="139356"/>
                </a:lnTo>
                <a:lnTo>
                  <a:pt x="135031" y="139662"/>
                </a:lnTo>
                <a:lnTo>
                  <a:pt x="135333" y="139949"/>
                </a:lnTo>
                <a:lnTo>
                  <a:pt x="135653" y="140218"/>
                </a:lnTo>
                <a:lnTo>
                  <a:pt x="135991" y="140466"/>
                </a:lnTo>
                <a:lnTo>
                  <a:pt x="136345" y="140692"/>
                </a:lnTo>
                <a:lnTo>
                  <a:pt x="136715" y="140896"/>
                </a:lnTo>
                <a:lnTo>
                  <a:pt x="137099" y="141076"/>
                </a:lnTo>
                <a:lnTo>
                  <a:pt x="137497" y="141231"/>
                </a:lnTo>
                <a:lnTo>
                  <a:pt x="137908" y="141361"/>
                </a:lnTo>
                <a:lnTo>
                  <a:pt x="138330" y="141465"/>
                </a:lnTo>
                <a:lnTo>
                  <a:pt x="138764" y="141540"/>
                </a:lnTo>
                <a:lnTo>
                  <a:pt x="139208" y="141587"/>
                </a:lnTo>
                <a:lnTo>
                  <a:pt x="210548" y="146670"/>
                </a:lnTo>
                <a:lnTo>
                  <a:pt x="179858" y="82069"/>
                </a:lnTo>
                <a:lnTo>
                  <a:pt x="179653" y="81672"/>
                </a:lnTo>
                <a:lnTo>
                  <a:pt x="179424" y="81296"/>
                </a:lnTo>
                <a:lnTo>
                  <a:pt x="179174" y="80939"/>
                </a:lnTo>
                <a:lnTo>
                  <a:pt x="178904" y="80604"/>
                </a:lnTo>
                <a:lnTo>
                  <a:pt x="178614" y="80290"/>
                </a:lnTo>
                <a:lnTo>
                  <a:pt x="178306" y="79997"/>
                </a:lnTo>
                <a:lnTo>
                  <a:pt x="177982" y="79727"/>
                </a:lnTo>
                <a:lnTo>
                  <a:pt x="177642" y="79480"/>
                </a:lnTo>
                <a:lnTo>
                  <a:pt x="177289" y="79256"/>
                </a:lnTo>
                <a:lnTo>
                  <a:pt x="176922" y="79055"/>
                </a:lnTo>
                <a:lnTo>
                  <a:pt x="176544" y="78878"/>
                </a:lnTo>
                <a:lnTo>
                  <a:pt x="176156" y="78726"/>
                </a:lnTo>
                <a:lnTo>
                  <a:pt x="175759" y="78599"/>
                </a:lnTo>
                <a:lnTo>
                  <a:pt x="175354" y="78497"/>
                </a:lnTo>
                <a:lnTo>
                  <a:pt x="174944" y="78421"/>
                </a:lnTo>
                <a:lnTo>
                  <a:pt x="174528" y="78371"/>
                </a:lnTo>
                <a:lnTo>
                  <a:pt x="174108" y="78349"/>
                </a:lnTo>
                <a:lnTo>
                  <a:pt x="173686" y="78353"/>
                </a:lnTo>
                <a:lnTo>
                  <a:pt x="173263" y="78386"/>
                </a:lnTo>
                <a:lnTo>
                  <a:pt x="172840" y="78446"/>
                </a:lnTo>
                <a:lnTo>
                  <a:pt x="172418" y="78535"/>
                </a:lnTo>
                <a:lnTo>
                  <a:pt x="172000" y="78654"/>
                </a:lnTo>
                <a:lnTo>
                  <a:pt x="171585" y="78801"/>
                </a:lnTo>
                <a:lnTo>
                  <a:pt x="171175" y="78979"/>
                </a:lnTo>
                <a:lnTo>
                  <a:pt x="170779" y="79184"/>
                </a:lnTo>
                <a:lnTo>
                  <a:pt x="170402" y="79412"/>
                </a:lnTo>
                <a:lnTo>
                  <a:pt x="170046" y="79662"/>
                </a:lnTo>
                <a:lnTo>
                  <a:pt x="169711" y="79933"/>
                </a:lnTo>
                <a:lnTo>
                  <a:pt x="169397" y="80222"/>
                </a:lnTo>
                <a:lnTo>
                  <a:pt x="169104" y="80530"/>
                </a:lnTo>
                <a:lnTo>
                  <a:pt x="168834" y="80854"/>
                </a:lnTo>
                <a:lnTo>
                  <a:pt x="168587" y="81194"/>
                </a:lnTo>
                <a:lnTo>
                  <a:pt x="168362" y="81548"/>
                </a:lnTo>
                <a:lnTo>
                  <a:pt x="168162" y="81914"/>
                </a:lnTo>
                <a:lnTo>
                  <a:pt x="167985" y="82292"/>
                </a:lnTo>
                <a:lnTo>
                  <a:pt x="167833" y="82680"/>
                </a:lnTo>
                <a:lnTo>
                  <a:pt x="167705" y="83077"/>
                </a:lnTo>
                <a:lnTo>
                  <a:pt x="167604" y="83482"/>
                </a:lnTo>
                <a:lnTo>
                  <a:pt x="167528" y="83893"/>
                </a:lnTo>
                <a:lnTo>
                  <a:pt x="167478" y="84309"/>
                </a:lnTo>
                <a:lnTo>
                  <a:pt x="167455" y="84728"/>
                </a:lnTo>
                <a:lnTo>
                  <a:pt x="167460" y="85150"/>
                </a:lnTo>
                <a:lnTo>
                  <a:pt x="167492" y="85574"/>
                </a:lnTo>
                <a:lnTo>
                  <a:pt x="167553" y="85997"/>
                </a:lnTo>
                <a:lnTo>
                  <a:pt x="167642" y="86418"/>
                </a:lnTo>
                <a:lnTo>
                  <a:pt x="167760" y="86837"/>
                </a:lnTo>
                <a:lnTo>
                  <a:pt x="167908" y="87252"/>
                </a:lnTo>
                <a:lnTo>
                  <a:pt x="168086" y="87661"/>
                </a:lnTo>
                <a:lnTo>
                  <a:pt x="183640" y="120402"/>
                </a:lnTo>
                <a:lnTo>
                  <a:pt x="7349" y="0"/>
                </a:lnTo>
                <a:lnTo>
                  <a:pt x="0" y="10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5AD40-C0BB-49BC-BA5D-AF47BD1F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070" y="2338017"/>
            <a:ext cx="204005" cy="75701"/>
          </a:xfrm>
          <a:custGeom xmlns:a="http://schemas.openxmlformats.org/drawingml/2006/main">
            <a:pathLst>
              <a:path w="204005" h="75701">
                <a:moveTo>
                  <a:pt x="0" y="44366"/>
                </a:moveTo>
                <a:lnTo>
                  <a:pt x="166970" y="44367"/>
                </a:lnTo>
                <a:lnTo>
                  <a:pt x="135660" y="62631"/>
                </a:lnTo>
                <a:lnTo>
                  <a:pt x="135282" y="62869"/>
                </a:lnTo>
                <a:lnTo>
                  <a:pt x="134926" y="63128"/>
                </a:lnTo>
                <a:lnTo>
                  <a:pt x="134592" y="63407"/>
                </a:lnTo>
                <a:lnTo>
                  <a:pt x="134281" y="63705"/>
                </a:lnTo>
                <a:lnTo>
                  <a:pt x="133992" y="64020"/>
                </a:lnTo>
                <a:lnTo>
                  <a:pt x="133727" y="64351"/>
                </a:lnTo>
                <a:lnTo>
                  <a:pt x="133485" y="64697"/>
                </a:lnTo>
                <a:lnTo>
                  <a:pt x="133267" y="65057"/>
                </a:lnTo>
                <a:lnTo>
                  <a:pt x="133074" y="65428"/>
                </a:lnTo>
                <a:lnTo>
                  <a:pt x="132905" y="65810"/>
                </a:lnTo>
                <a:lnTo>
                  <a:pt x="132760" y="66202"/>
                </a:lnTo>
                <a:lnTo>
                  <a:pt x="132642" y="66601"/>
                </a:lnTo>
                <a:lnTo>
                  <a:pt x="132548" y="67007"/>
                </a:lnTo>
                <a:lnTo>
                  <a:pt x="132481" y="67419"/>
                </a:lnTo>
                <a:lnTo>
                  <a:pt x="132440" y="67835"/>
                </a:lnTo>
                <a:lnTo>
                  <a:pt x="132426" y="68254"/>
                </a:lnTo>
                <a:lnTo>
                  <a:pt x="132439" y="68674"/>
                </a:lnTo>
                <a:lnTo>
                  <a:pt x="132479" y="69094"/>
                </a:lnTo>
                <a:lnTo>
                  <a:pt x="132547" y="69513"/>
                </a:lnTo>
                <a:lnTo>
                  <a:pt x="132643" y="69929"/>
                </a:lnTo>
                <a:lnTo>
                  <a:pt x="132767" y="70342"/>
                </a:lnTo>
                <a:lnTo>
                  <a:pt x="132921" y="70749"/>
                </a:lnTo>
                <a:lnTo>
                  <a:pt x="133103" y="71150"/>
                </a:lnTo>
                <a:lnTo>
                  <a:pt x="133315" y="71543"/>
                </a:lnTo>
                <a:lnTo>
                  <a:pt x="133553" y="71921"/>
                </a:lnTo>
                <a:lnTo>
                  <a:pt x="133812" y="72277"/>
                </a:lnTo>
                <a:lnTo>
                  <a:pt x="134091" y="72610"/>
                </a:lnTo>
                <a:lnTo>
                  <a:pt x="134389" y="72922"/>
                </a:lnTo>
                <a:lnTo>
                  <a:pt x="134704" y="73210"/>
                </a:lnTo>
                <a:lnTo>
                  <a:pt x="135035" y="73476"/>
                </a:lnTo>
                <a:lnTo>
                  <a:pt x="135381" y="73717"/>
                </a:lnTo>
                <a:lnTo>
                  <a:pt x="135740" y="73935"/>
                </a:lnTo>
                <a:lnTo>
                  <a:pt x="136112" y="74129"/>
                </a:lnTo>
                <a:lnTo>
                  <a:pt x="136494" y="74298"/>
                </a:lnTo>
                <a:lnTo>
                  <a:pt x="136885" y="74442"/>
                </a:lnTo>
                <a:lnTo>
                  <a:pt x="137285" y="74561"/>
                </a:lnTo>
                <a:lnTo>
                  <a:pt x="137691" y="74654"/>
                </a:lnTo>
                <a:lnTo>
                  <a:pt x="138103" y="74722"/>
                </a:lnTo>
                <a:lnTo>
                  <a:pt x="138519" y="74762"/>
                </a:lnTo>
                <a:lnTo>
                  <a:pt x="138937" y="74777"/>
                </a:lnTo>
                <a:lnTo>
                  <a:pt x="139357" y="74764"/>
                </a:lnTo>
                <a:lnTo>
                  <a:pt x="139777" y="74724"/>
                </a:lnTo>
                <a:lnTo>
                  <a:pt x="140196" y="74656"/>
                </a:lnTo>
                <a:lnTo>
                  <a:pt x="140613" y="74560"/>
                </a:lnTo>
                <a:lnTo>
                  <a:pt x="141025" y="74435"/>
                </a:lnTo>
                <a:lnTo>
                  <a:pt x="141433" y="74282"/>
                </a:lnTo>
                <a:lnTo>
                  <a:pt x="141833" y="74100"/>
                </a:lnTo>
                <a:lnTo>
                  <a:pt x="142226" y="73888"/>
                </a:lnTo>
                <a:lnTo>
                  <a:pt x="204005" y="37851"/>
                </a:lnTo>
                <a:lnTo>
                  <a:pt x="142227" y="1813"/>
                </a:lnTo>
                <a:lnTo>
                  <a:pt x="141834" y="1602"/>
                </a:lnTo>
                <a:lnTo>
                  <a:pt x="141433" y="1419"/>
                </a:lnTo>
                <a:lnTo>
                  <a:pt x="141026" y="1266"/>
                </a:lnTo>
                <a:lnTo>
                  <a:pt x="140614" y="1142"/>
                </a:lnTo>
                <a:lnTo>
                  <a:pt x="140197" y="1046"/>
                </a:lnTo>
                <a:lnTo>
                  <a:pt x="139778" y="978"/>
                </a:lnTo>
                <a:lnTo>
                  <a:pt x="139358" y="937"/>
                </a:lnTo>
                <a:lnTo>
                  <a:pt x="138938" y="925"/>
                </a:lnTo>
                <a:lnTo>
                  <a:pt x="138519" y="939"/>
                </a:lnTo>
                <a:lnTo>
                  <a:pt x="138103" y="980"/>
                </a:lnTo>
                <a:lnTo>
                  <a:pt x="137692" y="1047"/>
                </a:lnTo>
                <a:lnTo>
                  <a:pt x="137285" y="1140"/>
                </a:lnTo>
                <a:lnTo>
                  <a:pt x="136886" y="1259"/>
                </a:lnTo>
                <a:lnTo>
                  <a:pt x="136494" y="1403"/>
                </a:lnTo>
                <a:lnTo>
                  <a:pt x="136112" y="1572"/>
                </a:lnTo>
                <a:lnTo>
                  <a:pt x="135740" y="1766"/>
                </a:lnTo>
                <a:lnTo>
                  <a:pt x="135381" y="1984"/>
                </a:lnTo>
                <a:lnTo>
                  <a:pt x="135035" y="2226"/>
                </a:lnTo>
                <a:lnTo>
                  <a:pt x="134704" y="2491"/>
                </a:lnTo>
                <a:lnTo>
                  <a:pt x="134389" y="2780"/>
                </a:lnTo>
                <a:lnTo>
                  <a:pt x="134091" y="3091"/>
                </a:lnTo>
                <a:lnTo>
                  <a:pt x="133812" y="3425"/>
                </a:lnTo>
                <a:lnTo>
                  <a:pt x="133553" y="3781"/>
                </a:lnTo>
                <a:lnTo>
                  <a:pt x="133315" y="4159"/>
                </a:lnTo>
                <a:lnTo>
                  <a:pt x="133103" y="4551"/>
                </a:lnTo>
                <a:lnTo>
                  <a:pt x="132921" y="4952"/>
                </a:lnTo>
                <a:lnTo>
                  <a:pt x="132767" y="5360"/>
                </a:lnTo>
                <a:lnTo>
                  <a:pt x="132643" y="5772"/>
                </a:lnTo>
                <a:lnTo>
                  <a:pt x="132547" y="6189"/>
                </a:lnTo>
                <a:lnTo>
                  <a:pt x="132479" y="6607"/>
                </a:lnTo>
                <a:lnTo>
                  <a:pt x="132439" y="7028"/>
                </a:lnTo>
                <a:lnTo>
                  <a:pt x="132426" y="7448"/>
                </a:lnTo>
                <a:lnTo>
                  <a:pt x="132440" y="7866"/>
                </a:lnTo>
                <a:lnTo>
                  <a:pt x="132481" y="8282"/>
                </a:lnTo>
                <a:lnTo>
                  <a:pt x="132549" y="8694"/>
                </a:lnTo>
                <a:lnTo>
                  <a:pt x="132642" y="9100"/>
                </a:lnTo>
                <a:lnTo>
                  <a:pt x="132761" y="9500"/>
                </a:lnTo>
                <a:lnTo>
                  <a:pt x="132905" y="9891"/>
                </a:lnTo>
                <a:lnTo>
                  <a:pt x="133074" y="10273"/>
                </a:lnTo>
                <a:lnTo>
                  <a:pt x="133268" y="10645"/>
                </a:lnTo>
                <a:lnTo>
                  <a:pt x="133485" y="11004"/>
                </a:lnTo>
                <a:lnTo>
                  <a:pt x="133727" y="11350"/>
                </a:lnTo>
                <a:lnTo>
                  <a:pt x="133993" y="11681"/>
                </a:lnTo>
                <a:lnTo>
                  <a:pt x="134281" y="11997"/>
                </a:lnTo>
                <a:lnTo>
                  <a:pt x="134592" y="12294"/>
                </a:lnTo>
                <a:lnTo>
                  <a:pt x="134926" y="12573"/>
                </a:lnTo>
                <a:lnTo>
                  <a:pt x="135282" y="12833"/>
                </a:lnTo>
                <a:lnTo>
                  <a:pt x="135660" y="13070"/>
                </a:lnTo>
                <a:lnTo>
                  <a:pt x="166970" y="31335"/>
                </a:lnTo>
                <a:lnTo>
                  <a:pt x="1" y="31334"/>
                </a:lnTo>
                <a:lnTo>
                  <a:pt x="0" y="44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322C1-B9AB-46E7-A71B-51CBF895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164" y="2620872"/>
            <a:ext cx="106857" cy="75548"/>
          </a:xfrm>
          <a:custGeom xmlns:a="http://schemas.openxmlformats.org/drawingml/2006/main">
            <a:pathLst>
              <a:path w="106857" h="75548">
                <a:moveTo>
                  <a:pt x="40226" y="62724"/>
                </a:moveTo>
                <a:lnTo>
                  <a:pt x="39865" y="62985"/>
                </a:lnTo>
                <a:lnTo>
                  <a:pt x="39526" y="63267"/>
                </a:lnTo>
                <a:lnTo>
                  <a:pt x="39210" y="63566"/>
                </a:lnTo>
                <a:lnTo>
                  <a:pt x="38919" y="63883"/>
                </a:lnTo>
                <a:lnTo>
                  <a:pt x="38651" y="64216"/>
                </a:lnTo>
                <a:lnTo>
                  <a:pt x="38407" y="64564"/>
                </a:lnTo>
                <a:lnTo>
                  <a:pt x="38188" y="64924"/>
                </a:lnTo>
                <a:lnTo>
                  <a:pt x="37993" y="65297"/>
                </a:lnTo>
                <a:lnTo>
                  <a:pt x="37823" y="65680"/>
                </a:lnTo>
                <a:lnTo>
                  <a:pt x="37679" y="66072"/>
                </a:lnTo>
                <a:lnTo>
                  <a:pt x="37560" y="66472"/>
                </a:lnTo>
                <a:lnTo>
                  <a:pt x="37467" y="66878"/>
                </a:lnTo>
                <a:lnTo>
                  <a:pt x="37399" y="67290"/>
                </a:lnTo>
                <a:lnTo>
                  <a:pt x="37359" y="67705"/>
                </a:lnTo>
                <a:lnTo>
                  <a:pt x="37344" y="68122"/>
                </a:lnTo>
                <a:lnTo>
                  <a:pt x="37357" y="68541"/>
                </a:lnTo>
                <a:lnTo>
                  <a:pt x="37396" y="68959"/>
                </a:lnTo>
                <a:lnTo>
                  <a:pt x="37463" y="69376"/>
                </a:lnTo>
                <a:lnTo>
                  <a:pt x="37557" y="69790"/>
                </a:lnTo>
                <a:lnTo>
                  <a:pt x="37679" y="70199"/>
                </a:lnTo>
                <a:lnTo>
                  <a:pt x="37830" y="70603"/>
                </a:lnTo>
                <a:lnTo>
                  <a:pt x="38009" y="71000"/>
                </a:lnTo>
                <a:lnTo>
                  <a:pt x="38216" y="71388"/>
                </a:lnTo>
                <a:lnTo>
                  <a:pt x="38452" y="71767"/>
                </a:lnTo>
                <a:lnTo>
                  <a:pt x="38714" y="72129"/>
                </a:lnTo>
                <a:lnTo>
                  <a:pt x="38995" y="72468"/>
                </a:lnTo>
                <a:lnTo>
                  <a:pt x="39295" y="72783"/>
                </a:lnTo>
                <a:lnTo>
                  <a:pt x="39612" y="73075"/>
                </a:lnTo>
                <a:lnTo>
                  <a:pt x="39945" y="73343"/>
                </a:lnTo>
                <a:lnTo>
                  <a:pt x="40292" y="73587"/>
                </a:lnTo>
                <a:lnTo>
                  <a:pt x="40653" y="73806"/>
                </a:lnTo>
                <a:lnTo>
                  <a:pt x="41025" y="74000"/>
                </a:lnTo>
                <a:lnTo>
                  <a:pt x="41408" y="74170"/>
                </a:lnTo>
                <a:lnTo>
                  <a:pt x="41800" y="74315"/>
                </a:lnTo>
                <a:lnTo>
                  <a:pt x="42200" y="74434"/>
                </a:lnTo>
                <a:lnTo>
                  <a:pt x="42606" y="74527"/>
                </a:lnTo>
                <a:lnTo>
                  <a:pt x="43018" y="74594"/>
                </a:lnTo>
                <a:lnTo>
                  <a:pt x="43433" y="74635"/>
                </a:lnTo>
                <a:lnTo>
                  <a:pt x="43850" y="74649"/>
                </a:lnTo>
                <a:lnTo>
                  <a:pt x="44269" y="74637"/>
                </a:lnTo>
                <a:lnTo>
                  <a:pt x="44687" y="74597"/>
                </a:lnTo>
                <a:lnTo>
                  <a:pt x="45104" y="74531"/>
                </a:lnTo>
                <a:lnTo>
                  <a:pt x="45518" y="74436"/>
                </a:lnTo>
                <a:lnTo>
                  <a:pt x="45927" y="74314"/>
                </a:lnTo>
                <a:lnTo>
                  <a:pt x="46331" y="74163"/>
                </a:lnTo>
                <a:lnTo>
                  <a:pt x="46728" y="73985"/>
                </a:lnTo>
                <a:lnTo>
                  <a:pt x="47116" y="73777"/>
                </a:lnTo>
                <a:lnTo>
                  <a:pt x="47495" y="73541"/>
                </a:lnTo>
                <a:lnTo>
                  <a:pt x="106857" y="33649"/>
                </a:lnTo>
                <a:lnTo>
                  <a:pt x="42914" y="1612"/>
                </a:lnTo>
                <a:lnTo>
                  <a:pt x="42508" y="1426"/>
                </a:lnTo>
                <a:lnTo>
                  <a:pt x="42096" y="1269"/>
                </a:lnTo>
                <a:lnTo>
                  <a:pt x="41680" y="1142"/>
                </a:lnTo>
                <a:lnTo>
                  <a:pt x="41261" y="1044"/>
                </a:lnTo>
                <a:lnTo>
                  <a:pt x="40839" y="975"/>
                </a:lnTo>
                <a:lnTo>
                  <a:pt x="40416" y="934"/>
                </a:lnTo>
                <a:lnTo>
                  <a:pt x="39995" y="920"/>
                </a:lnTo>
                <a:lnTo>
                  <a:pt x="39574" y="934"/>
                </a:lnTo>
                <a:lnTo>
                  <a:pt x="39158" y="975"/>
                </a:lnTo>
                <a:lnTo>
                  <a:pt x="38745" y="1042"/>
                </a:lnTo>
                <a:lnTo>
                  <a:pt x="38339" y="1136"/>
                </a:lnTo>
                <a:lnTo>
                  <a:pt x="37939" y="1254"/>
                </a:lnTo>
                <a:lnTo>
                  <a:pt x="37548" y="1398"/>
                </a:lnTo>
                <a:lnTo>
                  <a:pt x="37166" y="1567"/>
                </a:lnTo>
                <a:lnTo>
                  <a:pt x="36796" y="1760"/>
                </a:lnTo>
                <a:lnTo>
                  <a:pt x="36437" y="1977"/>
                </a:lnTo>
                <a:lnTo>
                  <a:pt x="36093" y="2217"/>
                </a:lnTo>
                <a:lnTo>
                  <a:pt x="35763" y="2481"/>
                </a:lnTo>
                <a:lnTo>
                  <a:pt x="35449" y="2767"/>
                </a:lnTo>
                <a:lnTo>
                  <a:pt x="35153" y="3075"/>
                </a:lnTo>
                <a:lnTo>
                  <a:pt x="34876" y="3404"/>
                </a:lnTo>
                <a:lnTo>
                  <a:pt x="34618" y="3755"/>
                </a:lnTo>
                <a:lnTo>
                  <a:pt x="34382" y="4127"/>
                </a:lnTo>
                <a:lnTo>
                  <a:pt x="34169" y="4519"/>
                </a:lnTo>
                <a:lnTo>
                  <a:pt x="33983" y="4925"/>
                </a:lnTo>
                <a:lnTo>
                  <a:pt x="33826" y="5336"/>
                </a:lnTo>
                <a:lnTo>
                  <a:pt x="33699" y="5752"/>
                </a:lnTo>
                <a:lnTo>
                  <a:pt x="33601" y="6172"/>
                </a:lnTo>
                <a:lnTo>
                  <a:pt x="33532" y="6594"/>
                </a:lnTo>
                <a:lnTo>
                  <a:pt x="33490" y="7016"/>
                </a:lnTo>
                <a:lnTo>
                  <a:pt x="33477" y="7438"/>
                </a:lnTo>
                <a:lnTo>
                  <a:pt x="33491" y="7858"/>
                </a:lnTo>
                <a:lnTo>
                  <a:pt x="33532" y="8275"/>
                </a:lnTo>
                <a:lnTo>
                  <a:pt x="33599" y="8687"/>
                </a:lnTo>
                <a:lnTo>
                  <a:pt x="33692" y="9094"/>
                </a:lnTo>
                <a:lnTo>
                  <a:pt x="33811" y="9493"/>
                </a:lnTo>
                <a:lnTo>
                  <a:pt x="33955" y="9885"/>
                </a:lnTo>
                <a:lnTo>
                  <a:pt x="34124" y="10266"/>
                </a:lnTo>
                <a:lnTo>
                  <a:pt x="34317" y="10637"/>
                </a:lnTo>
                <a:lnTo>
                  <a:pt x="34534" y="10995"/>
                </a:lnTo>
                <a:lnTo>
                  <a:pt x="34774" y="11340"/>
                </a:lnTo>
                <a:lnTo>
                  <a:pt x="35037" y="11670"/>
                </a:lnTo>
                <a:lnTo>
                  <a:pt x="35323" y="11983"/>
                </a:lnTo>
                <a:lnTo>
                  <a:pt x="35631" y="12280"/>
                </a:lnTo>
                <a:lnTo>
                  <a:pt x="35961" y="12557"/>
                </a:lnTo>
                <a:lnTo>
                  <a:pt x="36311" y="12814"/>
                </a:lnTo>
                <a:lnTo>
                  <a:pt x="36683" y="13050"/>
                </a:lnTo>
                <a:lnTo>
                  <a:pt x="37075" y="13264"/>
                </a:lnTo>
                <a:lnTo>
                  <a:pt x="69483" y="29500"/>
                </a:lnTo>
                <a:lnTo>
                  <a:pt x="0" y="33927"/>
                </a:lnTo>
                <a:lnTo>
                  <a:pt x="829" y="46933"/>
                </a:lnTo>
                <a:lnTo>
                  <a:pt x="70312" y="42506"/>
                </a:lnTo>
                <a:lnTo>
                  <a:pt x="40226" y="627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00F34-6F0C-4E1D-84CC-16DA9E6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649" y="1710507"/>
            <a:ext cx="1237836" cy="1116516"/>
          </a:xfrm>
          <a:custGeom xmlns:a="http://schemas.openxmlformats.org/drawingml/2006/main">
            <a:pathLst>
              <a:path w="1237836" h="1116516" fill="none">
                <a:moveTo>
                  <a:pt x="0" y="47764"/>
                </a:moveTo>
                <a:cubicBezTo>
                  <a:pt x="0" y="21385"/>
                  <a:pt x="21385" y="0"/>
                  <a:pt x="47764" y="0"/>
                </a:cubicBezTo>
                <a:lnTo>
                  <a:pt x="1190071" y="0"/>
                </a:lnTo>
                <a:cubicBezTo>
                  <a:pt x="1216451" y="0"/>
                  <a:pt x="1237836" y="21385"/>
                  <a:pt x="1237836" y="47764"/>
                </a:cubicBezTo>
                <a:lnTo>
                  <a:pt x="1237836" y="1068751"/>
                </a:lnTo>
                <a:cubicBezTo>
                  <a:pt x="1237836" y="1095131"/>
                  <a:pt x="1216451" y="1116516"/>
                  <a:pt x="1190071" y="1116516"/>
                </a:cubicBezTo>
                <a:lnTo>
                  <a:pt x="47764" y="1116516"/>
                </a:lnTo>
                <a:cubicBezTo>
                  <a:pt x="21385" y="1116516"/>
                  <a:pt x="0" y="1095131"/>
                  <a:pt x="0" y="1068751"/>
                </a:cubicBezTo>
                <a:lnTo>
                  <a:pt x="0" y="477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74" name="Text CIGofIssue">
            <a:extLst xmlns:a="http://schemas.openxmlformats.org/drawingml/2006/main">
              <a:ext uri="{FF2B5EF4-FFF2-40B4-BE49-F238E27FC236}">
                <a16:creationId xmlns:a16="http://schemas.microsoft.com/office/drawing/2014/main" id="{938FB417-E438-4FB3-84DE-04D974E1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659" y="1821866"/>
            <a:ext cx="833370" cy="108783"/>
          </a:xfrm>
          <a:custGeom xmlns:a="http://schemas.openxmlformats.org/drawingml/2006/main">
            <a:pathLst>
              <a:path w="833370" h="108783">
                <a:moveTo>
                  <a:pt x="98796" y="0"/>
                </a:moveTo>
                <a:lnTo>
                  <a:pt x="98796" y="36107"/>
                </a:lnTo>
                <a:lnTo>
                  <a:pt x="95800" y="36107"/>
                </a:lnTo>
                <a:cubicBezTo>
                  <a:pt x="93546" y="26634"/>
                  <a:pt x="89347" y="19375"/>
                  <a:pt x="83201" y="14330"/>
                </a:cubicBezTo>
                <a:cubicBezTo>
                  <a:pt x="77055" y="9284"/>
                  <a:pt x="70089" y="6761"/>
                  <a:pt x="62304" y="6761"/>
                </a:cubicBezTo>
                <a:cubicBezTo>
                  <a:pt x="55800" y="6761"/>
                  <a:pt x="49833" y="8630"/>
                  <a:pt x="44404" y="12369"/>
                </a:cubicBezTo>
                <a:cubicBezTo>
                  <a:pt x="38975" y="16107"/>
                  <a:pt x="35006" y="20999"/>
                  <a:pt x="32497" y="27042"/>
                </a:cubicBezTo>
                <a:cubicBezTo>
                  <a:pt x="29270" y="34776"/>
                  <a:pt x="27657" y="43380"/>
                  <a:pt x="27657" y="52855"/>
                </a:cubicBezTo>
                <a:cubicBezTo>
                  <a:pt x="27657" y="62176"/>
                  <a:pt x="28835" y="70665"/>
                  <a:pt x="31191" y="78322"/>
                </a:cubicBezTo>
                <a:cubicBezTo>
                  <a:pt x="33547" y="85979"/>
                  <a:pt x="37234" y="91766"/>
                  <a:pt x="42253" y="95684"/>
                </a:cubicBezTo>
                <a:cubicBezTo>
                  <a:pt x="47272" y="99603"/>
                  <a:pt x="53777" y="101562"/>
                  <a:pt x="61767" y="101562"/>
                </a:cubicBezTo>
                <a:cubicBezTo>
                  <a:pt x="68322" y="101562"/>
                  <a:pt x="74327" y="100127"/>
                  <a:pt x="79782" y="97259"/>
                </a:cubicBezTo>
                <a:cubicBezTo>
                  <a:pt x="85236" y="94391"/>
                  <a:pt x="90985" y="89449"/>
                  <a:pt x="97029" y="82432"/>
                </a:cubicBezTo>
                <a:lnTo>
                  <a:pt x="97029" y="91421"/>
                </a:lnTo>
                <a:cubicBezTo>
                  <a:pt x="91190" y="97515"/>
                  <a:pt x="85108" y="101933"/>
                  <a:pt x="78783" y="104673"/>
                </a:cubicBezTo>
                <a:cubicBezTo>
                  <a:pt x="72458" y="107413"/>
                  <a:pt x="65070" y="108783"/>
                  <a:pt x="56619" y="108783"/>
                </a:cubicBezTo>
                <a:cubicBezTo>
                  <a:pt x="45506" y="108783"/>
                  <a:pt x="35634" y="106558"/>
                  <a:pt x="27004" y="102109"/>
                </a:cubicBezTo>
                <a:cubicBezTo>
                  <a:pt x="18374" y="97660"/>
                  <a:pt x="11716" y="91267"/>
                  <a:pt x="7029" y="82932"/>
                </a:cubicBezTo>
                <a:cubicBezTo>
                  <a:pt x="2343" y="74595"/>
                  <a:pt x="0" y="65721"/>
                  <a:pt x="0" y="56310"/>
                </a:cubicBezTo>
                <a:cubicBezTo>
                  <a:pt x="0" y="46388"/>
                  <a:pt x="2599" y="36978"/>
                  <a:pt x="7798" y="28079"/>
                </a:cubicBezTo>
                <a:cubicBezTo>
                  <a:pt x="12996" y="19179"/>
                  <a:pt x="20013" y="12274"/>
                  <a:pt x="28847" y="7366"/>
                </a:cubicBezTo>
                <a:cubicBezTo>
                  <a:pt x="37682" y="2455"/>
                  <a:pt x="47068" y="0"/>
                  <a:pt x="57004" y="0"/>
                </a:cubicBezTo>
                <a:cubicBezTo>
                  <a:pt x="64327" y="0"/>
                  <a:pt x="72061" y="1588"/>
                  <a:pt x="80204" y="4763"/>
                </a:cubicBezTo>
                <a:cubicBezTo>
                  <a:pt x="84916" y="6607"/>
                  <a:pt x="87912" y="7529"/>
                  <a:pt x="89193" y="7529"/>
                </a:cubicBezTo>
                <a:cubicBezTo>
                  <a:pt x="90832" y="7529"/>
                  <a:pt x="92253" y="6927"/>
                  <a:pt x="93457" y="5723"/>
                </a:cubicBezTo>
                <a:cubicBezTo>
                  <a:pt x="94660" y="4520"/>
                  <a:pt x="95441" y="2612"/>
                  <a:pt x="95800" y="0"/>
                </a:cubicBezTo>
                <a:lnTo>
                  <a:pt x="98796" y="0"/>
                </a:lnTo>
                <a:close/>
                <a:moveTo>
                  <a:pt x="164348" y="103713"/>
                </a:moveTo>
                <a:lnTo>
                  <a:pt x="164348" y="106478"/>
                </a:lnTo>
                <a:lnTo>
                  <a:pt x="109879" y="106478"/>
                </a:lnTo>
                <a:lnTo>
                  <a:pt x="109879" y="103713"/>
                </a:lnTo>
                <a:lnTo>
                  <a:pt x="113337" y="103713"/>
                </a:lnTo>
                <a:cubicBezTo>
                  <a:pt x="116358" y="103713"/>
                  <a:pt x="118791" y="103172"/>
                  <a:pt x="120635" y="102092"/>
                </a:cubicBezTo>
                <a:cubicBezTo>
                  <a:pt x="121966" y="101370"/>
                  <a:pt x="122991" y="100135"/>
                  <a:pt x="123708" y="98385"/>
                </a:cubicBezTo>
                <a:cubicBezTo>
                  <a:pt x="124271" y="97150"/>
                  <a:pt x="124553" y="93906"/>
                  <a:pt x="124553" y="88655"/>
                </a:cubicBezTo>
                <a:lnTo>
                  <a:pt x="124553" y="20128"/>
                </a:lnTo>
                <a:cubicBezTo>
                  <a:pt x="124553" y="14774"/>
                  <a:pt x="124271" y="11428"/>
                  <a:pt x="123708" y="10090"/>
                </a:cubicBezTo>
                <a:cubicBezTo>
                  <a:pt x="123144" y="8751"/>
                  <a:pt x="122005" y="7579"/>
                  <a:pt x="120289" y="6576"/>
                </a:cubicBezTo>
                <a:cubicBezTo>
                  <a:pt x="118573" y="5572"/>
                  <a:pt x="116256" y="5070"/>
                  <a:pt x="113337" y="5070"/>
                </a:cubicBezTo>
                <a:lnTo>
                  <a:pt x="109879" y="5070"/>
                </a:lnTo>
                <a:lnTo>
                  <a:pt x="109879" y="2305"/>
                </a:lnTo>
                <a:lnTo>
                  <a:pt x="164348" y="2305"/>
                </a:lnTo>
                <a:lnTo>
                  <a:pt x="164348" y="5070"/>
                </a:lnTo>
                <a:lnTo>
                  <a:pt x="160891" y="5070"/>
                </a:lnTo>
                <a:cubicBezTo>
                  <a:pt x="157869" y="5070"/>
                  <a:pt x="155436" y="5611"/>
                  <a:pt x="153592" y="6691"/>
                </a:cubicBezTo>
                <a:cubicBezTo>
                  <a:pt x="152261" y="7413"/>
                  <a:pt x="151211" y="8648"/>
                  <a:pt x="150443" y="10398"/>
                </a:cubicBezTo>
                <a:cubicBezTo>
                  <a:pt x="149879" y="11633"/>
                  <a:pt x="149598" y="14877"/>
                  <a:pt x="149598" y="20128"/>
                </a:cubicBezTo>
                <a:lnTo>
                  <a:pt x="149598" y="88655"/>
                </a:lnTo>
                <a:cubicBezTo>
                  <a:pt x="149598" y="94009"/>
                  <a:pt x="149892" y="97355"/>
                  <a:pt x="150481" y="98695"/>
                </a:cubicBezTo>
                <a:cubicBezTo>
                  <a:pt x="151070" y="100033"/>
                  <a:pt x="152222" y="101204"/>
                  <a:pt x="153938" y="102207"/>
                </a:cubicBezTo>
                <a:cubicBezTo>
                  <a:pt x="155654" y="103211"/>
                  <a:pt x="157971" y="103713"/>
                  <a:pt x="160891" y="103713"/>
                </a:cubicBezTo>
                <a:lnTo>
                  <a:pt x="164348" y="103713"/>
                </a:lnTo>
                <a:close/>
                <a:moveTo>
                  <a:pt x="276154" y="0"/>
                </a:moveTo>
                <a:lnTo>
                  <a:pt x="276154" y="36722"/>
                </a:lnTo>
                <a:lnTo>
                  <a:pt x="273312" y="36722"/>
                </a:lnTo>
                <a:cubicBezTo>
                  <a:pt x="269880" y="26733"/>
                  <a:pt x="264733" y="19140"/>
                  <a:pt x="257870" y="13944"/>
                </a:cubicBezTo>
                <a:cubicBezTo>
                  <a:pt x="251007" y="8745"/>
                  <a:pt x="243504" y="6146"/>
                  <a:pt x="235361" y="6146"/>
                </a:cubicBezTo>
                <a:cubicBezTo>
                  <a:pt x="227576" y="6146"/>
                  <a:pt x="221097" y="8327"/>
                  <a:pt x="215924" y="12688"/>
                </a:cubicBezTo>
                <a:cubicBezTo>
                  <a:pt x="210751" y="17049"/>
                  <a:pt x="207089" y="23133"/>
                  <a:pt x="204938" y="30939"/>
                </a:cubicBezTo>
                <a:cubicBezTo>
                  <a:pt x="202787" y="38744"/>
                  <a:pt x="201712" y="46753"/>
                  <a:pt x="201712" y="54965"/>
                </a:cubicBezTo>
                <a:cubicBezTo>
                  <a:pt x="201712" y="64914"/>
                  <a:pt x="202890" y="73638"/>
                  <a:pt x="205246" y="81136"/>
                </a:cubicBezTo>
                <a:cubicBezTo>
                  <a:pt x="207602" y="88634"/>
                  <a:pt x="211404" y="94144"/>
                  <a:pt x="216654" y="97665"/>
                </a:cubicBezTo>
                <a:cubicBezTo>
                  <a:pt x="221904" y="101185"/>
                  <a:pt x="228139" y="102944"/>
                  <a:pt x="235361" y="102944"/>
                </a:cubicBezTo>
                <a:cubicBezTo>
                  <a:pt x="237870" y="102944"/>
                  <a:pt x="240444" y="102676"/>
                  <a:pt x="243082" y="102140"/>
                </a:cubicBezTo>
                <a:cubicBezTo>
                  <a:pt x="245719" y="101602"/>
                  <a:pt x="248421" y="100822"/>
                  <a:pt x="251187" y="99799"/>
                </a:cubicBezTo>
                <a:lnTo>
                  <a:pt x="251187" y="78207"/>
                </a:lnTo>
                <a:cubicBezTo>
                  <a:pt x="251187" y="74084"/>
                  <a:pt x="250905" y="71418"/>
                  <a:pt x="250341" y="70208"/>
                </a:cubicBezTo>
                <a:cubicBezTo>
                  <a:pt x="249778" y="68996"/>
                  <a:pt x="248613" y="67901"/>
                  <a:pt x="246846" y="66923"/>
                </a:cubicBezTo>
                <a:cubicBezTo>
                  <a:pt x="245079" y="65944"/>
                  <a:pt x="242941" y="65454"/>
                  <a:pt x="240431" y="65454"/>
                </a:cubicBezTo>
                <a:lnTo>
                  <a:pt x="237742" y="65454"/>
                </a:lnTo>
                <a:lnTo>
                  <a:pt x="237742" y="62689"/>
                </a:lnTo>
                <a:lnTo>
                  <a:pt x="288369" y="62689"/>
                </a:lnTo>
                <a:lnTo>
                  <a:pt x="288369" y="65454"/>
                </a:lnTo>
                <a:cubicBezTo>
                  <a:pt x="284528" y="65712"/>
                  <a:pt x="281852" y="66240"/>
                  <a:pt x="280341" y="67039"/>
                </a:cubicBezTo>
                <a:cubicBezTo>
                  <a:pt x="278830" y="67837"/>
                  <a:pt x="277665" y="69164"/>
                  <a:pt x="276846" y="71019"/>
                </a:cubicBezTo>
                <a:cubicBezTo>
                  <a:pt x="276385" y="71999"/>
                  <a:pt x="276154" y="74395"/>
                  <a:pt x="276154" y="78207"/>
                </a:cubicBezTo>
                <a:lnTo>
                  <a:pt x="276154" y="99799"/>
                </a:lnTo>
                <a:cubicBezTo>
                  <a:pt x="269496" y="102768"/>
                  <a:pt x="262569" y="105007"/>
                  <a:pt x="255373" y="106517"/>
                </a:cubicBezTo>
                <a:cubicBezTo>
                  <a:pt x="248178" y="108028"/>
                  <a:pt x="240713" y="108783"/>
                  <a:pt x="232979" y="108783"/>
                </a:cubicBezTo>
                <a:cubicBezTo>
                  <a:pt x="223094" y="108783"/>
                  <a:pt x="214887" y="107443"/>
                  <a:pt x="208357" y="104762"/>
                </a:cubicBezTo>
                <a:cubicBezTo>
                  <a:pt x="201827" y="102079"/>
                  <a:pt x="196065" y="98555"/>
                  <a:pt x="191072" y="94189"/>
                </a:cubicBezTo>
                <a:cubicBezTo>
                  <a:pt x="186078" y="89823"/>
                  <a:pt x="182173" y="84908"/>
                  <a:pt x="179356" y="79443"/>
                </a:cubicBezTo>
                <a:cubicBezTo>
                  <a:pt x="175771" y="72395"/>
                  <a:pt x="173978" y="64503"/>
                  <a:pt x="173978" y="55770"/>
                </a:cubicBezTo>
                <a:cubicBezTo>
                  <a:pt x="173978" y="40142"/>
                  <a:pt x="179484" y="26940"/>
                  <a:pt x="190495" y="16164"/>
                </a:cubicBezTo>
                <a:cubicBezTo>
                  <a:pt x="201507" y="5388"/>
                  <a:pt x="215361" y="0"/>
                  <a:pt x="232057" y="0"/>
                </a:cubicBezTo>
                <a:cubicBezTo>
                  <a:pt x="237230" y="0"/>
                  <a:pt x="241891" y="414"/>
                  <a:pt x="246039" y="1241"/>
                </a:cubicBezTo>
                <a:cubicBezTo>
                  <a:pt x="248293" y="1656"/>
                  <a:pt x="251942" y="2833"/>
                  <a:pt x="256987" y="4773"/>
                </a:cubicBezTo>
                <a:cubicBezTo>
                  <a:pt x="262032" y="6713"/>
                  <a:pt x="265015" y="7682"/>
                  <a:pt x="265937" y="7682"/>
                </a:cubicBezTo>
                <a:cubicBezTo>
                  <a:pt x="267371" y="7682"/>
                  <a:pt x="268702" y="7147"/>
                  <a:pt x="269932" y="6076"/>
                </a:cubicBezTo>
                <a:cubicBezTo>
                  <a:pt x="271161" y="5004"/>
                  <a:pt x="272288" y="2979"/>
                  <a:pt x="273312" y="0"/>
                </a:cubicBezTo>
                <a:lnTo>
                  <a:pt x="276154" y="0"/>
                </a:lnTo>
                <a:close/>
                <a:moveTo>
                  <a:pt x="367548" y="32420"/>
                </a:moveTo>
                <a:cubicBezTo>
                  <a:pt x="373796" y="32420"/>
                  <a:pt x="379609" y="34035"/>
                  <a:pt x="384987" y="37265"/>
                </a:cubicBezTo>
                <a:cubicBezTo>
                  <a:pt x="390365" y="40494"/>
                  <a:pt x="394449" y="45083"/>
                  <a:pt x="397240" y="51030"/>
                </a:cubicBezTo>
                <a:cubicBezTo>
                  <a:pt x="400032" y="56978"/>
                  <a:pt x="401427" y="63489"/>
                  <a:pt x="401427" y="70563"/>
                </a:cubicBezTo>
                <a:cubicBezTo>
                  <a:pt x="401427" y="80765"/>
                  <a:pt x="398841" y="89301"/>
                  <a:pt x="393668" y="96172"/>
                </a:cubicBezTo>
                <a:cubicBezTo>
                  <a:pt x="387420" y="104477"/>
                  <a:pt x="378790" y="108629"/>
                  <a:pt x="367778" y="108629"/>
                </a:cubicBezTo>
                <a:cubicBezTo>
                  <a:pt x="356972" y="108629"/>
                  <a:pt x="348649" y="104835"/>
                  <a:pt x="342811" y="97247"/>
                </a:cubicBezTo>
                <a:cubicBezTo>
                  <a:pt x="336972" y="89659"/>
                  <a:pt x="334053" y="80867"/>
                  <a:pt x="334053" y="70870"/>
                </a:cubicBezTo>
                <a:cubicBezTo>
                  <a:pt x="334053" y="60566"/>
                  <a:pt x="337036" y="51582"/>
                  <a:pt x="343003" y="43917"/>
                </a:cubicBezTo>
                <a:cubicBezTo>
                  <a:pt x="348969" y="36252"/>
                  <a:pt x="357151" y="32420"/>
                  <a:pt x="367548" y="32420"/>
                </a:cubicBezTo>
                <a:moveTo>
                  <a:pt x="367855" y="37797"/>
                </a:moveTo>
                <a:cubicBezTo>
                  <a:pt x="365243" y="37797"/>
                  <a:pt x="363003" y="38785"/>
                  <a:pt x="361133" y="40760"/>
                </a:cubicBezTo>
                <a:cubicBezTo>
                  <a:pt x="359264" y="42733"/>
                  <a:pt x="358035" y="46630"/>
                  <a:pt x="357446" y="52449"/>
                </a:cubicBezTo>
                <a:cubicBezTo>
                  <a:pt x="356857" y="58269"/>
                  <a:pt x="356562" y="66358"/>
                  <a:pt x="356562" y="76716"/>
                </a:cubicBezTo>
                <a:cubicBezTo>
                  <a:pt x="356562" y="82203"/>
                  <a:pt x="356921" y="87331"/>
                  <a:pt x="357638" y="92100"/>
                </a:cubicBezTo>
                <a:cubicBezTo>
                  <a:pt x="358201" y="95740"/>
                  <a:pt x="359405" y="98509"/>
                  <a:pt x="361248" y="100407"/>
                </a:cubicBezTo>
                <a:cubicBezTo>
                  <a:pt x="363092" y="102303"/>
                  <a:pt x="365192" y="103252"/>
                  <a:pt x="367548" y="103252"/>
                </a:cubicBezTo>
                <a:cubicBezTo>
                  <a:pt x="369853" y="103252"/>
                  <a:pt x="371773" y="102611"/>
                  <a:pt x="373310" y="101329"/>
                </a:cubicBezTo>
                <a:cubicBezTo>
                  <a:pt x="375307" y="99586"/>
                  <a:pt x="376639" y="97150"/>
                  <a:pt x="377305" y="94021"/>
                </a:cubicBezTo>
                <a:cubicBezTo>
                  <a:pt x="378329" y="89150"/>
                  <a:pt x="378841" y="79306"/>
                  <a:pt x="378841" y="64487"/>
                </a:cubicBezTo>
                <a:cubicBezTo>
                  <a:pt x="378841" y="55770"/>
                  <a:pt x="378355" y="49784"/>
                  <a:pt x="377381" y="46529"/>
                </a:cubicBezTo>
                <a:cubicBezTo>
                  <a:pt x="376408" y="43272"/>
                  <a:pt x="374974" y="40900"/>
                  <a:pt x="373079" y="39413"/>
                </a:cubicBezTo>
                <a:cubicBezTo>
                  <a:pt x="371748" y="38336"/>
                  <a:pt x="370006" y="37797"/>
                  <a:pt x="367855" y="37797"/>
                </a:cubicBezTo>
                <a:close/>
                <a:moveTo>
                  <a:pt x="443347" y="42100"/>
                </a:moveTo>
                <a:lnTo>
                  <a:pt x="443347" y="92035"/>
                </a:lnTo>
                <a:cubicBezTo>
                  <a:pt x="443347" y="96850"/>
                  <a:pt x="443859" y="99871"/>
                  <a:pt x="444884" y="101101"/>
                </a:cubicBezTo>
                <a:cubicBezTo>
                  <a:pt x="446522" y="102996"/>
                  <a:pt x="449544" y="103866"/>
                  <a:pt x="453949" y="103713"/>
                </a:cubicBezTo>
                <a:lnTo>
                  <a:pt x="453949" y="106478"/>
                </a:lnTo>
                <a:lnTo>
                  <a:pt x="411619" y="106478"/>
                </a:lnTo>
                <a:lnTo>
                  <a:pt x="411619" y="103713"/>
                </a:lnTo>
                <a:cubicBezTo>
                  <a:pt x="414845" y="103661"/>
                  <a:pt x="417137" y="103290"/>
                  <a:pt x="418494" y="102599"/>
                </a:cubicBezTo>
                <a:cubicBezTo>
                  <a:pt x="419852" y="101907"/>
                  <a:pt x="420786" y="100947"/>
                  <a:pt x="421299" y="99718"/>
                </a:cubicBezTo>
                <a:cubicBezTo>
                  <a:pt x="421811" y="98489"/>
                  <a:pt x="422067" y="95928"/>
                  <a:pt x="422067" y="92035"/>
                </a:cubicBezTo>
                <a:lnTo>
                  <a:pt x="422067" y="42100"/>
                </a:lnTo>
                <a:lnTo>
                  <a:pt x="411619" y="42100"/>
                </a:lnTo>
                <a:lnTo>
                  <a:pt x="411619" y="34571"/>
                </a:lnTo>
                <a:lnTo>
                  <a:pt x="422067" y="34571"/>
                </a:lnTo>
                <a:lnTo>
                  <a:pt x="422067" y="29294"/>
                </a:lnTo>
                <a:lnTo>
                  <a:pt x="421990" y="25698"/>
                </a:lnTo>
                <a:cubicBezTo>
                  <a:pt x="421990" y="18356"/>
                  <a:pt x="424692" y="12238"/>
                  <a:pt x="430095" y="7344"/>
                </a:cubicBezTo>
                <a:cubicBezTo>
                  <a:pt x="435498" y="2448"/>
                  <a:pt x="442809" y="0"/>
                  <a:pt x="452028" y="0"/>
                </a:cubicBezTo>
                <a:cubicBezTo>
                  <a:pt x="458328" y="0"/>
                  <a:pt x="463001" y="1183"/>
                  <a:pt x="466049" y="3548"/>
                </a:cubicBezTo>
                <a:cubicBezTo>
                  <a:pt x="469096" y="5912"/>
                  <a:pt x="470620" y="8534"/>
                  <a:pt x="470620" y="11413"/>
                </a:cubicBezTo>
                <a:cubicBezTo>
                  <a:pt x="470620" y="13728"/>
                  <a:pt x="469672" y="15733"/>
                  <a:pt x="467777" y="17429"/>
                </a:cubicBezTo>
                <a:cubicBezTo>
                  <a:pt x="465882" y="19126"/>
                  <a:pt x="463373" y="19974"/>
                  <a:pt x="460248" y="19974"/>
                </a:cubicBezTo>
                <a:cubicBezTo>
                  <a:pt x="457585" y="19974"/>
                  <a:pt x="455472" y="19283"/>
                  <a:pt x="453910" y="17900"/>
                </a:cubicBezTo>
                <a:cubicBezTo>
                  <a:pt x="452348" y="16517"/>
                  <a:pt x="451567" y="14981"/>
                  <a:pt x="451567" y="13291"/>
                </a:cubicBezTo>
                <a:cubicBezTo>
                  <a:pt x="451567" y="12830"/>
                  <a:pt x="451721" y="11882"/>
                  <a:pt x="452028" y="10448"/>
                </a:cubicBezTo>
                <a:cubicBezTo>
                  <a:pt x="452233" y="9577"/>
                  <a:pt x="452335" y="8758"/>
                  <a:pt x="452335" y="7990"/>
                </a:cubicBezTo>
                <a:cubicBezTo>
                  <a:pt x="452335" y="6914"/>
                  <a:pt x="452028" y="6120"/>
                  <a:pt x="451414" y="5608"/>
                </a:cubicBezTo>
                <a:cubicBezTo>
                  <a:pt x="450594" y="4840"/>
                  <a:pt x="449595" y="4456"/>
                  <a:pt x="448417" y="4456"/>
                </a:cubicBezTo>
                <a:cubicBezTo>
                  <a:pt x="446932" y="4456"/>
                  <a:pt x="445690" y="5066"/>
                  <a:pt x="444691" y="6285"/>
                </a:cubicBezTo>
                <a:cubicBezTo>
                  <a:pt x="443693" y="7505"/>
                  <a:pt x="443193" y="9461"/>
                  <a:pt x="443193" y="12155"/>
                </a:cubicBezTo>
                <a:lnTo>
                  <a:pt x="443347" y="25498"/>
                </a:lnTo>
                <a:lnTo>
                  <a:pt x="443347" y="34571"/>
                </a:lnTo>
                <a:lnTo>
                  <a:pt x="453949" y="34571"/>
                </a:lnTo>
                <a:lnTo>
                  <a:pt x="453949" y="42100"/>
                </a:lnTo>
                <a:lnTo>
                  <a:pt x="443347" y="42100"/>
                </a:lnTo>
                <a:close/>
                <a:moveTo>
                  <a:pt x="555390" y="103713"/>
                </a:moveTo>
                <a:lnTo>
                  <a:pt x="555390" y="106478"/>
                </a:lnTo>
                <a:lnTo>
                  <a:pt x="500921" y="106478"/>
                </a:lnTo>
                <a:lnTo>
                  <a:pt x="500921" y="103713"/>
                </a:lnTo>
                <a:lnTo>
                  <a:pt x="504378" y="103713"/>
                </a:lnTo>
                <a:cubicBezTo>
                  <a:pt x="507400" y="103713"/>
                  <a:pt x="509833" y="103172"/>
                  <a:pt x="511677" y="102092"/>
                </a:cubicBezTo>
                <a:cubicBezTo>
                  <a:pt x="513008" y="101370"/>
                  <a:pt x="514032" y="100135"/>
                  <a:pt x="514750" y="98385"/>
                </a:cubicBezTo>
                <a:cubicBezTo>
                  <a:pt x="515313" y="97150"/>
                  <a:pt x="515595" y="93906"/>
                  <a:pt x="515595" y="88655"/>
                </a:cubicBezTo>
                <a:lnTo>
                  <a:pt x="515595" y="20128"/>
                </a:lnTo>
                <a:cubicBezTo>
                  <a:pt x="515595" y="14774"/>
                  <a:pt x="515313" y="11428"/>
                  <a:pt x="514750" y="10090"/>
                </a:cubicBezTo>
                <a:cubicBezTo>
                  <a:pt x="514186" y="8751"/>
                  <a:pt x="513047" y="7579"/>
                  <a:pt x="511331" y="6576"/>
                </a:cubicBezTo>
                <a:cubicBezTo>
                  <a:pt x="509615" y="5572"/>
                  <a:pt x="507298" y="5070"/>
                  <a:pt x="504378" y="5070"/>
                </a:cubicBezTo>
                <a:lnTo>
                  <a:pt x="500921" y="5070"/>
                </a:lnTo>
                <a:lnTo>
                  <a:pt x="500921" y="2305"/>
                </a:lnTo>
                <a:lnTo>
                  <a:pt x="555390" y="2305"/>
                </a:lnTo>
                <a:lnTo>
                  <a:pt x="555390" y="5070"/>
                </a:lnTo>
                <a:lnTo>
                  <a:pt x="551932" y="5070"/>
                </a:lnTo>
                <a:cubicBezTo>
                  <a:pt x="548911" y="5070"/>
                  <a:pt x="546478" y="5611"/>
                  <a:pt x="544634" y="6691"/>
                </a:cubicBezTo>
                <a:cubicBezTo>
                  <a:pt x="543303" y="7413"/>
                  <a:pt x="542253" y="8648"/>
                  <a:pt x="541484" y="10398"/>
                </a:cubicBezTo>
                <a:cubicBezTo>
                  <a:pt x="540921" y="11633"/>
                  <a:pt x="540639" y="14877"/>
                  <a:pt x="540639" y="20128"/>
                </a:cubicBezTo>
                <a:lnTo>
                  <a:pt x="540639" y="88655"/>
                </a:lnTo>
                <a:cubicBezTo>
                  <a:pt x="540639" y="94009"/>
                  <a:pt x="540934" y="97355"/>
                  <a:pt x="541523" y="98695"/>
                </a:cubicBezTo>
                <a:cubicBezTo>
                  <a:pt x="542112" y="100033"/>
                  <a:pt x="543264" y="101204"/>
                  <a:pt x="544980" y="102207"/>
                </a:cubicBezTo>
                <a:cubicBezTo>
                  <a:pt x="546696" y="103211"/>
                  <a:pt x="549013" y="103713"/>
                  <a:pt x="551932" y="103713"/>
                </a:cubicBezTo>
                <a:lnTo>
                  <a:pt x="555390" y="103713"/>
                </a:lnTo>
                <a:close/>
                <a:moveTo>
                  <a:pt x="609349" y="32727"/>
                </a:moveTo>
                <a:lnTo>
                  <a:pt x="610501" y="57311"/>
                </a:lnTo>
                <a:lnTo>
                  <a:pt x="607889" y="57311"/>
                </a:lnTo>
                <a:cubicBezTo>
                  <a:pt x="604765" y="49979"/>
                  <a:pt x="601526" y="44971"/>
                  <a:pt x="598171" y="42287"/>
                </a:cubicBezTo>
                <a:cubicBezTo>
                  <a:pt x="594816" y="39601"/>
                  <a:pt x="591475" y="38258"/>
                  <a:pt x="588145" y="38258"/>
                </a:cubicBezTo>
                <a:cubicBezTo>
                  <a:pt x="586046" y="38258"/>
                  <a:pt x="584253" y="38963"/>
                  <a:pt x="582768" y="40371"/>
                </a:cubicBezTo>
                <a:cubicBezTo>
                  <a:pt x="581283" y="41780"/>
                  <a:pt x="580540" y="43406"/>
                  <a:pt x="580540" y="45249"/>
                </a:cubicBezTo>
                <a:cubicBezTo>
                  <a:pt x="580540" y="46632"/>
                  <a:pt x="581052" y="47964"/>
                  <a:pt x="582076" y="49244"/>
                </a:cubicBezTo>
                <a:cubicBezTo>
                  <a:pt x="583715" y="51344"/>
                  <a:pt x="588299" y="54942"/>
                  <a:pt x="595828" y="60038"/>
                </a:cubicBezTo>
                <a:cubicBezTo>
                  <a:pt x="603357" y="65134"/>
                  <a:pt x="608312" y="69462"/>
                  <a:pt x="610693" y="73021"/>
                </a:cubicBezTo>
                <a:cubicBezTo>
                  <a:pt x="613075" y="76581"/>
                  <a:pt x="614266" y="80563"/>
                  <a:pt x="614266" y="84968"/>
                </a:cubicBezTo>
                <a:cubicBezTo>
                  <a:pt x="614266" y="88962"/>
                  <a:pt x="613267" y="92880"/>
                  <a:pt x="611270" y="96722"/>
                </a:cubicBezTo>
                <a:cubicBezTo>
                  <a:pt x="609272" y="100563"/>
                  <a:pt x="606455" y="103508"/>
                  <a:pt x="602819" y="105556"/>
                </a:cubicBezTo>
                <a:cubicBezTo>
                  <a:pt x="599183" y="107605"/>
                  <a:pt x="595162" y="108629"/>
                  <a:pt x="590757" y="108629"/>
                </a:cubicBezTo>
                <a:cubicBezTo>
                  <a:pt x="587326" y="108629"/>
                  <a:pt x="582742" y="107534"/>
                  <a:pt x="577006" y="105343"/>
                </a:cubicBezTo>
                <a:cubicBezTo>
                  <a:pt x="575469" y="104768"/>
                  <a:pt x="574420" y="104481"/>
                  <a:pt x="573856" y="104481"/>
                </a:cubicBezTo>
                <a:cubicBezTo>
                  <a:pt x="572166" y="104481"/>
                  <a:pt x="570758" y="105761"/>
                  <a:pt x="569631" y="108322"/>
                </a:cubicBezTo>
                <a:lnTo>
                  <a:pt x="567096" y="108322"/>
                </a:lnTo>
                <a:lnTo>
                  <a:pt x="565866" y="82509"/>
                </a:lnTo>
                <a:lnTo>
                  <a:pt x="568478" y="82509"/>
                </a:lnTo>
                <a:cubicBezTo>
                  <a:pt x="570783" y="89270"/>
                  <a:pt x="573946" y="94340"/>
                  <a:pt x="577966" y="97720"/>
                </a:cubicBezTo>
                <a:cubicBezTo>
                  <a:pt x="581987" y="101101"/>
                  <a:pt x="585790" y="102791"/>
                  <a:pt x="589375" y="102791"/>
                </a:cubicBezTo>
                <a:cubicBezTo>
                  <a:pt x="591833" y="102791"/>
                  <a:pt x="593843" y="102035"/>
                  <a:pt x="595405" y="100524"/>
                </a:cubicBezTo>
                <a:cubicBezTo>
                  <a:pt x="596967" y="99014"/>
                  <a:pt x="597748" y="97183"/>
                  <a:pt x="597748" y="95031"/>
                </a:cubicBezTo>
                <a:cubicBezTo>
                  <a:pt x="597748" y="92573"/>
                  <a:pt x="596980" y="90448"/>
                  <a:pt x="595444" y="88655"/>
                </a:cubicBezTo>
                <a:cubicBezTo>
                  <a:pt x="593907" y="86863"/>
                  <a:pt x="590476" y="84148"/>
                  <a:pt x="585149" y="80512"/>
                </a:cubicBezTo>
                <a:cubicBezTo>
                  <a:pt x="577313" y="75083"/>
                  <a:pt x="572243" y="70934"/>
                  <a:pt x="569938" y="68066"/>
                </a:cubicBezTo>
                <a:cubicBezTo>
                  <a:pt x="566558" y="63866"/>
                  <a:pt x="564868" y="59231"/>
                  <a:pt x="564868" y="54161"/>
                </a:cubicBezTo>
                <a:cubicBezTo>
                  <a:pt x="564868" y="48630"/>
                  <a:pt x="566776" y="43623"/>
                  <a:pt x="570591" y="39142"/>
                </a:cubicBezTo>
                <a:cubicBezTo>
                  <a:pt x="574407" y="34661"/>
                  <a:pt x="579925" y="32420"/>
                  <a:pt x="587147" y="32420"/>
                </a:cubicBezTo>
                <a:cubicBezTo>
                  <a:pt x="591039" y="32420"/>
                  <a:pt x="594804" y="33404"/>
                  <a:pt x="598440" y="35373"/>
                </a:cubicBezTo>
                <a:cubicBezTo>
                  <a:pt x="599823" y="36170"/>
                  <a:pt x="600949" y="36568"/>
                  <a:pt x="601820" y="36568"/>
                </a:cubicBezTo>
                <a:cubicBezTo>
                  <a:pt x="602742" y="36568"/>
                  <a:pt x="603485" y="36376"/>
                  <a:pt x="604048" y="35992"/>
                </a:cubicBezTo>
                <a:cubicBezTo>
                  <a:pt x="604611" y="35608"/>
                  <a:pt x="605508" y="34520"/>
                  <a:pt x="606737" y="32727"/>
                </a:cubicBezTo>
                <a:lnTo>
                  <a:pt x="609349" y="32727"/>
                </a:lnTo>
                <a:close/>
                <a:moveTo>
                  <a:pt x="670222" y="32727"/>
                </a:moveTo>
                <a:lnTo>
                  <a:pt x="671375" y="57311"/>
                </a:lnTo>
                <a:lnTo>
                  <a:pt x="668763" y="57311"/>
                </a:lnTo>
                <a:cubicBezTo>
                  <a:pt x="665638" y="49979"/>
                  <a:pt x="662399" y="44971"/>
                  <a:pt x="659044" y="42287"/>
                </a:cubicBezTo>
                <a:cubicBezTo>
                  <a:pt x="655690" y="39601"/>
                  <a:pt x="652348" y="38258"/>
                  <a:pt x="649019" y="38258"/>
                </a:cubicBezTo>
                <a:cubicBezTo>
                  <a:pt x="646919" y="38258"/>
                  <a:pt x="645126" y="38963"/>
                  <a:pt x="643641" y="40371"/>
                </a:cubicBezTo>
                <a:cubicBezTo>
                  <a:pt x="642156" y="41780"/>
                  <a:pt x="641413" y="43406"/>
                  <a:pt x="641413" y="45249"/>
                </a:cubicBezTo>
                <a:cubicBezTo>
                  <a:pt x="641413" y="46632"/>
                  <a:pt x="641925" y="47964"/>
                  <a:pt x="642950" y="49244"/>
                </a:cubicBezTo>
                <a:cubicBezTo>
                  <a:pt x="644589" y="51344"/>
                  <a:pt x="649172" y="54942"/>
                  <a:pt x="656701" y="60038"/>
                </a:cubicBezTo>
                <a:cubicBezTo>
                  <a:pt x="664230" y="65134"/>
                  <a:pt x="669185" y="69462"/>
                  <a:pt x="671567" y="73021"/>
                </a:cubicBezTo>
                <a:cubicBezTo>
                  <a:pt x="673948" y="76581"/>
                  <a:pt x="675139" y="80563"/>
                  <a:pt x="675139" y="84968"/>
                </a:cubicBezTo>
                <a:cubicBezTo>
                  <a:pt x="675139" y="88962"/>
                  <a:pt x="674140" y="92880"/>
                  <a:pt x="672143" y="96722"/>
                </a:cubicBezTo>
                <a:cubicBezTo>
                  <a:pt x="670145" y="100563"/>
                  <a:pt x="667329" y="103508"/>
                  <a:pt x="663692" y="105556"/>
                </a:cubicBezTo>
                <a:cubicBezTo>
                  <a:pt x="660056" y="107605"/>
                  <a:pt x="656035" y="108629"/>
                  <a:pt x="651631" y="108629"/>
                </a:cubicBezTo>
                <a:cubicBezTo>
                  <a:pt x="648199" y="108629"/>
                  <a:pt x="643615" y="107534"/>
                  <a:pt x="637879" y="105343"/>
                </a:cubicBezTo>
                <a:cubicBezTo>
                  <a:pt x="636343" y="104768"/>
                  <a:pt x="635293" y="104481"/>
                  <a:pt x="634729" y="104481"/>
                </a:cubicBezTo>
                <a:cubicBezTo>
                  <a:pt x="633039" y="104481"/>
                  <a:pt x="631631" y="105761"/>
                  <a:pt x="630504" y="108322"/>
                </a:cubicBezTo>
                <a:lnTo>
                  <a:pt x="627969" y="108322"/>
                </a:lnTo>
                <a:lnTo>
                  <a:pt x="626740" y="82509"/>
                </a:lnTo>
                <a:lnTo>
                  <a:pt x="629352" y="82509"/>
                </a:lnTo>
                <a:cubicBezTo>
                  <a:pt x="631657" y="89270"/>
                  <a:pt x="634819" y="94340"/>
                  <a:pt x="638840" y="97720"/>
                </a:cubicBezTo>
                <a:cubicBezTo>
                  <a:pt x="642860" y="101101"/>
                  <a:pt x="646663" y="102791"/>
                  <a:pt x="650248" y="102791"/>
                </a:cubicBezTo>
                <a:cubicBezTo>
                  <a:pt x="652706" y="102791"/>
                  <a:pt x="654717" y="102035"/>
                  <a:pt x="656279" y="100524"/>
                </a:cubicBezTo>
                <a:cubicBezTo>
                  <a:pt x="657841" y="99014"/>
                  <a:pt x="658622" y="97183"/>
                  <a:pt x="658622" y="95031"/>
                </a:cubicBezTo>
                <a:cubicBezTo>
                  <a:pt x="658622" y="92573"/>
                  <a:pt x="657854" y="90448"/>
                  <a:pt x="656317" y="88655"/>
                </a:cubicBezTo>
                <a:cubicBezTo>
                  <a:pt x="654781" y="86863"/>
                  <a:pt x="651349" y="84148"/>
                  <a:pt x="646023" y="80512"/>
                </a:cubicBezTo>
                <a:cubicBezTo>
                  <a:pt x="638187" y="75083"/>
                  <a:pt x="633116" y="70934"/>
                  <a:pt x="630811" y="68066"/>
                </a:cubicBezTo>
                <a:cubicBezTo>
                  <a:pt x="627431" y="63866"/>
                  <a:pt x="625741" y="59231"/>
                  <a:pt x="625741" y="54161"/>
                </a:cubicBezTo>
                <a:cubicBezTo>
                  <a:pt x="625741" y="48630"/>
                  <a:pt x="627649" y="43623"/>
                  <a:pt x="631464" y="39142"/>
                </a:cubicBezTo>
                <a:cubicBezTo>
                  <a:pt x="635280" y="34661"/>
                  <a:pt x="640799" y="32420"/>
                  <a:pt x="648020" y="32420"/>
                </a:cubicBezTo>
                <a:cubicBezTo>
                  <a:pt x="651912" y="32420"/>
                  <a:pt x="655677" y="33404"/>
                  <a:pt x="659313" y="35373"/>
                </a:cubicBezTo>
                <a:cubicBezTo>
                  <a:pt x="660696" y="36170"/>
                  <a:pt x="661823" y="36568"/>
                  <a:pt x="662693" y="36568"/>
                </a:cubicBezTo>
                <a:cubicBezTo>
                  <a:pt x="663615" y="36568"/>
                  <a:pt x="664358" y="36376"/>
                  <a:pt x="664921" y="35992"/>
                </a:cubicBezTo>
                <a:cubicBezTo>
                  <a:pt x="665485" y="35608"/>
                  <a:pt x="666381" y="34520"/>
                  <a:pt x="667610" y="32727"/>
                </a:cubicBezTo>
                <a:lnTo>
                  <a:pt x="670222" y="32727"/>
                </a:lnTo>
                <a:close/>
                <a:moveTo>
                  <a:pt x="755064" y="34571"/>
                </a:moveTo>
                <a:lnTo>
                  <a:pt x="755064" y="90806"/>
                </a:lnTo>
                <a:cubicBezTo>
                  <a:pt x="755064" y="96320"/>
                  <a:pt x="755577" y="99759"/>
                  <a:pt x="756601" y="101125"/>
                </a:cubicBezTo>
                <a:cubicBezTo>
                  <a:pt x="757625" y="102490"/>
                  <a:pt x="759699" y="103353"/>
                  <a:pt x="762824" y="103713"/>
                </a:cubicBezTo>
                <a:lnTo>
                  <a:pt x="762824" y="106478"/>
                </a:lnTo>
                <a:lnTo>
                  <a:pt x="733554" y="106478"/>
                </a:lnTo>
                <a:lnTo>
                  <a:pt x="733554" y="96875"/>
                </a:lnTo>
                <a:cubicBezTo>
                  <a:pt x="730122" y="100973"/>
                  <a:pt x="726691" y="103956"/>
                  <a:pt x="723259" y="105825"/>
                </a:cubicBezTo>
                <a:cubicBezTo>
                  <a:pt x="719828" y="107695"/>
                  <a:pt x="715987" y="108629"/>
                  <a:pt x="711736" y="108629"/>
                </a:cubicBezTo>
                <a:cubicBezTo>
                  <a:pt x="707690" y="108629"/>
                  <a:pt x="704092" y="107387"/>
                  <a:pt x="700942" y="104903"/>
                </a:cubicBezTo>
                <a:cubicBezTo>
                  <a:pt x="697792" y="102419"/>
                  <a:pt x="695679" y="99513"/>
                  <a:pt x="694604" y="96184"/>
                </a:cubicBezTo>
                <a:cubicBezTo>
                  <a:pt x="693528" y="92855"/>
                  <a:pt x="692991" y="87042"/>
                  <a:pt x="692991" y="78745"/>
                </a:cubicBezTo>
                <a:lnTo>
                  <a:pt x="692991" y="50243"/>
                </a:lnTo>
                <a:cubicBezTo>
                  <a:pt x="692991" y="44748"/>
                  <a:pt x="692491" y="41327"/>
                  <a:pt x="691492" y="39980"/>
                </a:cubicBezTo>
                <a:cubicBezTo>
                  <a:pt x="690494" y="38632"/>
                  <a:pt x="688407" y="37751"/>
                  <a:pt x="685231" y="37337"/>
                </a:cubicBezTo>
                <a:lnTo>
                  <a:pt x="685231" y="34571"/>
                </a:lnTo>
                <a:lnTo>
                  <a:pt x="714501" y="34571"/>
                </a:lnTo>
                <a:lnTo>
                  <a:pt x="714501" y="83722"/>
                </a:lnTo>
                <a:cubicBezTo>
                  <a:pt x="714501" y="88850"/>
                  <a:pt x="714745" y="92157"/>
                  <a:pt x="715231" y="93644"/>
                </a:cubicBezTo>
                <a:cubicBezTo>
                  <a:pt x="715718" y="95131"/>
                  <a:pt x="716486" y="96259"/>
                  <a:pt x="717536" y="97029"/>
                </a:cubicBezTo>
                <a:cubicBezTo>
                  <a:pt x="718586" y="97797"/>
                  <a:pt x="719802" y="98181"/>
                  <a:pt x="721185" y="98181"/>
                </a:cubicBezTo>
                <a:cubicBezTo>
                  <a:pt x="723029" y="98181"/>
                  <a:pt x="724693" y="97695"/>
                  <a:pt x="726179" y="96722"/>
                </a:cubicBezTo>
                <a:cubicBezTo>
                  <a:pt x="728227" y="95390"/>
                  <a:pt x="730686" y="92701"/>
                  <a:pt x="733554" y="88655"/>
                </a:cubicBezTo>
                <a:lnTo>
                  <a:pt x="733554" y="50243"/>
                </a:lnTo>
                <a:cubicBezTo>
                  <a:pt x="733554" y="44748"/>
                  <a:pt x="733054" y="41327"/>
                  <a:pt x="732056" y="39980"/>
                </a:cubicBezTo>
                <a:cubicBezTo>
                  <a:pt x="731057" y="38632"/>
                  <a:pt x="728970" y="37751"/>
                  <a:pt x="725794" y="37337"/>
                </a:cubicBezTo>
                <a:lnTo>
                  <a:pt x="725794" y="34571"/>
                </a:lnTo>
                <a:lnTo>
                  <a:pt x="755064" y="34571"/>
                </a:lnTo>
                <a:close/>
                <a:moveTo>
                  <a:pt x="833370" y="67913"/>
                </a:moveTo>
                <a:lnTo>
                  <a:pt x="793960" y="67913"/>
                </a:lnTo>
                <a:cubicBezTo>
                  <a:pt x="794421" y="77464"/>
                  <a:pt x="796956" y="85013"/>
                  <a:pt x="801565" y="90559"/>
                </a:cubicBezTo>
                <a:cubicBezTo>
                  <a:pt x="805099" y="94821"/>
                  <a:pt x="809350" y="96952"/>
                  <a:pt x="814318" y="96952"/>
                </a:cubicBezTo>
                <a:cubicBezTo>
                  <a:pt x="817391" y="96952"/>
                  <a:pt x="820182" y="96094"/>
                  <a:pt x="822692" y="94378"/>
                </a:cubicBezTo>
                <a:cubicBezTo>
                  <a:pt x="825201" y="92663"/>
                  <a:pt x="827890" y="89577"/>
                  <a:pt x="830758" y="85121"/>
                </a:cubicBezTo>
                <a:lnTo>
                  <a:pt x="833370" y="86811"/>
                </a:lnTo>
                <a:cubicBezTo>
                  <a:pt x="829478" y="94750"/>
                  <a:pt x="825176" y="100371"/>
                  <a:pt x="820464" y="103674"/>
                </a:cubicBezTo>
                <a:cubicBezTo>
                  <a:pt x="815752" y="106978"/>
                  <a:pt x="810298" y="108629"/>
                  <a:pt x="804100" y="108629"/>
                </a:cubicBezTo>
                <a:cubicBezTo>
                  <a:pt x="793447" y="108629"/>
                  <a:pt x="785381" y="104528"/>
                  <a:pt x="779901" y="96325"/>
                </a:cubicBezTo>
                <a:cubicBezTo>
                  <a:pt x="775496" y="89712"/>
                  <a:pt x="773294" y="81510"/>
                  <a:pt x="773294" y="71718"/>
                </a:cubicBezTo>
                <a:cubicBezTo>
                  <a:pt x="773294" y="59720"/>
                  <a:pt x="776533" y="50172"/>
                  <a:pt x="783012" y="43072"/>
                </a:cubicBezTo>
                <a:cubicBezTo>
                  <a:pt x="789491" y="35971"/>
                  <a:pt x="797084" y="32420"/>
                  <a:pt x="805791" y="32420"/>
                </a:cubicBezTo>
                <a:cubicBezTo>
                  <a:pt x="813063" y="32420"/>
                  <a:pt x="819376" y="35403"/>
                  <a:pt x="824728" y="41370"/>
                </a:cubicBezTo>
                <a:cubicBezTo>
                  <a:pt x="830080" y="47336"/>
                  <a:pt x="832961" y="56184"/>
                  <a:pt x="833370" y="67913"/>
                </a:cubicBezTo>
                <a:moveTo>
                  <a:pt x="814472" y="62842"/>
                </a:moveTo>
                <a:cubicBezTo>
                  <a:pt x="814472" y="54596"/>
                  <a:pt x="814023" y="48937"/>
                  <a:pt x="813127" y="45864"/>
                </a:cubicBezTo>
                <a:cubicBezTo>
                  <a:pt x="812231" y="42791"/>
                  <a:pt x="810835" y="40461"/>
                  <a:pt x="808940" y="38873"/>
                </a:cubicBezTo>
                <a:cubicBezTo>
                  <a:pt x="807865" y="37951"/>
                  <a:pt x="806431" y="37490"/>
                  <a:pt x="804638" y="37490"/>
                </a:cubicBezTo>
                <a:cubicBezTo>
                  <a:pt x="801975" y="37490"/>
                  <a:pt x="799798" y="38796"/>
                  <a:pt x="798108" y="41408"/>
                </a:cubicBezTo>
                <a:cubicBezTo>
                  <a:pt x="795086" y="45966"/>
                  <a:pt x="793575" y="52215"/>
                  <a:pt x="793575" y="60153"/>
                </a:cubicBezTo>
                <a:lnTo>
                  <a:pt x="793575" y="62842"/>
                </a:lnTo>
                <a:lnTo>
                  <a:pt x="814472" y="62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CAF33-16F4-426E-985E-AC80D046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669" y="1721880"/>
            <a:ext cx="1273852" cy="1097561"/>
          </a:xfrm>
          <a:custGeom xmlns:a="http://schemas.openxmlformats.org/drawingml/2006/main">
            <a:pathLst>
              <a:path w="1273852" h="1097561" fill="none">
                <a:moveTo>
                  <a:pt x="0" y="46953"/>
                </a:moveTo>
                <a:cubicBezTo>
                  <a:pt x="0" y="21022"/>
                  <a:pt x="21022" y="0"/>
                  <a:pt x="46953" y="0"/>
                </a:cubicBezTo>
                <a:lnTo>
                  <a:pt x="1226899" y="0"/>
                </a:lnTo>
                <a:cubicBezTo>
                  <a:pt x="1252831" y="0"/>
                  <a:pt x="1273852" y="21022"/>
                  <a:pt x="1273852" y="46953"/>
                </a:cubicBezTo>
                <a:lnTo>
                  <a:pt x="1273852" y="1050607"/>
                </a:lnTo>
                <a:cubicBezTo>
                  <a:pt x="1273852" y="1076539"/>
                  <a:pt x="1252831" y="1097561"/>
                  <a:pt x="1226899" y="1097561"/>
                </a:cubicBezTo>
                <a:lnTo>
                  <a:pt x="46953" y="1097561"/>
                </a:lnTo>
                <a:cubicBezTo>
                  <a:pt x="21022" y="1097561"/>
                  <a:pt x="0" y="1076539"/>
                  <a:pt x="0" y="1050607"/>
                </a:cubicBezTo>
                <a:lnTo>
                  <a:pt x="0" y="469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76" name="Text RDFSNeighbors">
            <a:extLst xmlns:a="http://schemas.openxmlformats.org/drawingml/2006/main">
              <a:ext uri="{FF2B5EF4-FFF2-40B4-BE49-F238E27FC236}">
                <a16:creationId xmlns:a16="http://schemas.microsoft.com/office/drawing/2014/main" id="{0B189DA8-C394-454D-81FA-EBC515CF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742" y="1837031"/>
            <a:ext cx="1125528" cy="140435"/>
          </a:xfrm>
          <a:custGeom xmlns:a="http://schemas.openxmlformats.org/drawingml/2006/main">
            <a:pathLst>
              <a:path w="1125528" h="140435">
                <a:moveTo>
                  <a:pt x="38873" y="59001"/>
                </a:moveTo>
                <a:lnTo>
                  <a:pt x="38873" y="88348"/>
                </a:lnTo>
                <a:cubicBezTo>
                  <a:pt x="38873" y="93953"/>
                  <a:pt x="39219" y="97482"/>
                  <a:pt x="39910" y="98935"/>
                </a:cubicBezTo>
                <a:cubicBezTo>
                  <a:pt x="40602" y="100387"/>
                  <a:pt x="41818" y="101546"/>
                  <a:pt x="43559" y="102414"/>
                </a:cubicBezTo>
                <a:cubicBezTo>
                  <a:pt x="45301" y="103280"/>
                  <a:pt x="48553" y="103713"/>
                  <a:pt x="53316" y="103713"/>
                </a:cubicBezTo>
                <a:lnTo>
                  <a:pt x="53316" y="106478"/>
                </a:lnTo>
                <a:lnTo>
                  <a:pt x="0" y="106478"/>
                </a:lnTo>
                <a:lnTo>
                  <a:pt x="0" y="103713"/>
                </a:lnTo>
                <a:cubicBezTo>
                  <a:pt x="4814" y="103713"/>
                  <a:pt x="8079" y="103267"/>
                  <a:pt x="9795" y="102375"/>
                </a:cubicBezTo>
                <a:cubicBezTo>
                  <a:pt x="11511" y="101484"/>
                  <a:pt x="12714" y="100324"/>
                  <a:pt x="13406" y="98897"/>
                </a:cubicBezTo>
                <a:cubicBezTo>
                  <a:pt x="14097" y="97469"/>
                  <a:pt x="14443" y="93953"/>
                  <a:pt x="14443" y="88348"/>
                </a:cubicBezTo>
                <a:lnTo>
                  <a:pt x="14443" y="20435"/>
                </a:lnTo>
                <a:cubicBezTo>
                  <a:pt x="14443" y="14830"/>
                  <a:pt x="14097" y="11302"/>
                  <a:pt x="13406" y="9850"/>
                </a:cubicBezTo>
                <a:cubicBezTo>
                  <a:pt x="12714" y="8397"/>
                  <a:pt x="11498" y="7237"/>
                  <a:pt x="9757" y="6372"/>
                </a:cubicBezTo>
                <a:cubicBezTo>
                  <a:pt x="8015" y="5504"/>
                  <a:pt x="4763" y="5070"/>
                  <a:pt x="0" y="5070"/>
                </a:cubicBezTo>
                <a:lnTo>
                  <a:pt x="0" y="2305"/>
                </a:lnTo>
                <a:lnTo>
                  <a:pt x="48399" y="2305"/>
                </a:lnTo>
                <a:cubicBezTo>
                  <a:pt x="60998" y="2305"/>
                  <a:pt x="70217" y="3175"/>
                  <a:pt x="76056" y="4914"/>
                </a:cubicBezTo>
                <a:cubicBezTo>
                  <a:pt x="81895" y="6654"/>
                  <a:pt x="86658" y="9865"/>
                  <a:pt x="90345" y="14546"/>
                </a:cubicBezTo>
                <a:cubicBezTo>
                  <a:pt x="94033" y="19228"/>
                  <a:pt x="95877" y="24715"/>
                  <a:pt x="95877" y="31008"/>
                </a:cubicBezTo>
                <a:cubicBezTo>
                  <a:pt x="95877" y="38684"/>
                  <a:pt x="93111" y="45029"/>
                  <a:pt x="87580" y="50044"/>
                </a:cubicBezTo>
                <a:cubicBezTo>
                  <a:pt x="84046" y="53216"/>
                  <a:pt x="79103" y="55595"/>
                  <a:pt x="72752" y="57181"/>
                </a:cubicBezTo>
                <a:lnTo>
                  <a:pt x="97797" y="92530"/>
                </a:lnTo>
                <a:cubicBezTo>
                  <a:pt x="101075" y="97043"/>
                  <a:pt x="103405" y="99858"/>
                  <a:pt x="104788" y="100973"/>
                </a:cubicBezTo>
                <a:cubicBezTo>
                  <a:pt x="106888" y="102545"/>
                  <a:pt x="109321" y="103407"/>
                  <a:pt x="112086" y="103559"/>
                </a:cubicBezTo>
                <a:lnTo>
                  <a:pt x="112086" y="106478"/>
                </a:lnTo>
                <a:lnTo>
                  <a:pt x="79283" y="106478"/>
                </a:lnTo>
                <a:lnTo>
                  <a:pt x="45710" y="59001"/>
                </a:lnTo>
                <a:lnTo>
                  <a:pt x="38873" y="59001"/>
                </a:lnTo>
                <a:moveTo>
                  <a:pt x="38873" y="8143"/>
                </a:moveTo>
                <a:lnTo>
                  <a:pt x="38873" y="53470"/>
                </a:lnTo>
                <a:lnTo>
                  <a:pt x="43252" y="53470"/>
                </a:lnTo>
                <a:cubicBezTo>
                  <a:pt x="50371" y="53470"/>
                  <a:pt x="55698" y="52821"/>
                  <a:pt x="59231" y="51525"/>
                </a:cubicBezTo>
                <a:cubicBezTo>
                  <a:pt x="62765" y="50227"/>
                  <a:pt x="65544" y="47887"/>
                  <a:pt x="67567" y="44505"/>
                </a:cubicBezTo>
                <a:cubicBezTo>
                  <a:pt x="69590" y="41122"/>
                  <a:pt x="70601" y="36708"/>
                  <a:pt x="70601" y="31265"/>
                </a:cubicBezTo>
                <a:cubicBezTo>
                  <a:pt x="70601" y="23379"/>
                  <a:pt x="68745" y="17554"/>
                  <a:pt x="65032" y="13790"/>
                </a:cubicBezTo>
                <a:cubicBezTo>
                  <a:pt x="61318" y="10026"/>
                  <a:pt x="55339" y="8143"/>
                  <a:pt x="47093" y="8143"/>
                </a:cubicBezTo>
                <a:lnTo>
                  <a:pt x="38873" y="8143"/>
                </a:lnTo>
                <a:close/>
                <a:moveTo>
                  <a:pt x="112106" y="106478"/>
                </a:moveTo>
                <a:lnTo>
                  <a:pt x="112106" y="103713"/>
                </a:lnTo>
                <a:lnTo>
                  <a:pt x="115563" y="103713"/>
                </a:lnTo>
                <a:cubicBezTo>
                  <a:pt x="118585" y="103713"/>
                  <a:pt x="120903" y="103236"/>
                  <a:pt x="122516" y="102284"/>
                </a:cubicBezTo>
                <a:cubicBezTo>
                  <a:pt x="124129" y="101332"/>
                  <a:pt x="125320" y="100032"/>
                  <a:pt x="126088" y="98385"/>
                </a:cubicBezTo>
                <a:cubicBezTo>
                  <a:pt x="126549" y="97303"/>
                  <a:pt x="126780" y="94060"/>
                  <a:pt x="126780" y="88655"/>
                </a:cubicBezTo>
                <a:lnTo>
                  <a:pt x="126780" y="20128"/>
                </a:lnTo>
                <a:cubicBezTo>
                  <a:pt x="126780" y="14774"/>
                  <a:pt x="126498" y="11428"/>
                  <a:pt x="125935" y="10090"/>
                </a:cubicBezTo>
                <a:cubicBezTo>
                  <a:pt x="125371" y="8751"/>
                  <a:pt x="124232" y="7579"/>
                  <a:pt x="122516" y="6576"/>
                </a:cubicBezTo>
                <a:cubicBezTo>
                  <a:pt x="120800" y="5572"/>
                  <a:pt x="118483" y="5070"/>
                  <a:pt x="115563" y="5070"/>
                </a:cubicBezTo>
                <a:lnTo>
                  <a:pt x="112106" y="5070"/>
                </a:lnTo>
                <a:lnTo>
                  <a:pt x="112106" y="2305"/>
                </a:lnTo>
                <a:lnTo>
                  <a:pt x="158738" y="2305"/>
                </a:lnTo>
                <a:cubicBezTo>
                  <a:pt x="171184" y="2305"/>
                  <a:pt x="181197" y="3995"/>
                  <a:pt x="188777" y="7375"/>
                </a:cubicBezTo>
                <a:cubicBezTo>
                  <a:pt x="198047" y="11524"/>
                  <a:pt x="205076" y="17798"/>
                  <a:pt x="209865" y="26197"/>
                </a:cubicBezTo>
                <a:cubicBezTo>
                  <a:pt x="214654" y="34596"/>
                  <a:pt x="217048" y="44097"/>
                  <a:pt x="217048" y="54699"/>
                </a:cubicBezTo>
                <a:cubicBezTo>
                  <a:pt x="217048" y="62023"/>
                  <a:pt x="215870" y="68770"/>
                  <a:pt x="213514" y="74942"/>
                </a:cubicBezTo>
                <a:cubicBezTo>
                  <a:pt x="211158" y="81114"/>
                  <a:pt x="208111" y="86210"/>
                  <a:pt x="204372" y="90230"/>
                </a:cubicBezTo>
                <a:cubicBezTo>
                  <a:pt x="200633" y="94250"/>
                  <a:pt x="196318" y="97477"/>
                  <a:pt x="191427" y="99910"/>
                </a:cubicBezTo>
                <a:cubicBezTo>
                  <a:pt x="186536" y="102343"/>
                  <a:pt x="180557" y="104225"/>
                  <a:pt x="173489" y="105556"/>
                </a:cubicBezTo>
                <a:cubicBezTo>
                  <a:pt x="170365" y="106171"/>
                  <a:pt x="165448" y="106478"/>
                  <a:pt x="158738" y="106478"/>
                </a:cubicBezTo>
                <a:lnTo>
                  <a:pt x="112106" y="106478"/>
                </a:lnTo>
                <a:moveTo>
                  <a:pt x="151824" y="8143"/>
                </a:moveTo>
                <a:lnTo>
                  <a:pt x="151824" y="89356"/>
                </a:lnTo>
                <a:cubicBezTo>
                  <a:pt x="151824" y="93655"/>
                  <a:pt x="152029" y="96291"/>
                  <a:pt x="152439" y="97264"/>
                </a:cubicBezTo>
                <a:cubicBezTo>
                  <a:pt x="152849" y="98236"/>
                  <a:pt x="153540" y="98977"/>
                  <a:pt x="154513" y="99487"/>
                </a:cubicBezTo>
                <a:cubicBezTo>
                  <a:pt x="155896" y="100256"/>
                  <a:pt x="157893" y="100640"/>
                  <a:pt x="160505" y="100640"/>
                </a:cubicBezTo>
                <a:cubicBezTo>
                  <a:pt x="169059" y="100640"/>
                  <a:pt x="175589" y="97723"/>
                  <a:pt x="180096" y="91889"/>
                </a:cubicBezTo>
                <a:cubicBezTo>
                  <a:pt x="186242" y="84008"/>
                  <a:pt x="189314" y="71778"/>
                  <a:pt x="189314" y="55198"/>
                </a:cubicBezTo>
                <a:cubicBezTo>
                  <a:pt x="189314" y="41842"/>
                  <a:pt x="187215" y="31172"/>
                  <a:pt x="183015" y="23189"/>
                </a:cubicBezTo>
                <a:cubicBezTo>
                  <a:pt x="179686" y="16945"/>
                  <a:pt x="175409" y="12698"/>
                  <a:pt x="170185" y="10446"/>
                </a:cubicBezTo>
                <a:cubicBezTo>
                  <a:pt x="166498" y="8860"/>
                  <a:pt x="160377" y="8092"/>
                  <a:pt x="151824" y="8143"/>
                </a:cubicBezTo>
                <a:close/>
                <a:moveTo>
                  <a:pt x="266235" y="8297"/>
                </a:moveTo>
                <a:lnTo>
                  <a:pt x="266235" y="51011"/>
                </a:lnTo>
                <a:lnTo>
                  <a:pt x="269232" y="51011"/>
                </a:lnTo>
                <a:cubicBezTo>
                  <a:pt x="273841" y="51011"/>
                  <a:pt x="277605" y="50317"/>
                  <a:pt x="280525" y="48930"/>
                </a:cubicBezTo>
                <a:cubicBezTo>
                  <a:pt x="283444" y="47542"/>
                  <a:pt x="285915" y="45204"/>
                  <a:pt x="287938" y="41915"/>
                </a:cubicBezTo>
                <a:cubicBezTo>
                  <a:pt x="289961" y="38626"/>
                  <a:pt x="291280" y="34180"/>
                  <a:pt x="291895" y="28579"/>
                </a:cubicBezTo>
                <a:lnTo>
                  <a:pt x="294584" y="28579"/>
                </a:lnTo>
                <a:lnTo>
                  <a:pt x="294584" y="80973"/>
                </a:lnTo>
                <a:lnTo>
                  <a:pt x="291895" y="80973"/>
                </a:lnTo>
                <a:cubicBezTo>
                  <a:pt x="290922" y="71088"/>
                  <a:pt x="288271" y="64571"/>
                  <a:pt x="283943" y="61421"/>
                </a:cubicBezTo>
                <a:cubicBezTo>
                  <a:pt x="279616" y="58271"/>
                  <a:pt x="274712" y="56696"/>
                  <a:pt x="269232" y="56696"/>
                </a:cubicBezTo>
                <a:lnTo>
                  <a:pt x="266235" y="56696"/>
                </a:lnTo>
                <a:lnTo>
                  <a:pt x="266235" y="88655"/>
                </a:lnTo>
                <a:cubicBezTo>
                  <a:pt x="266235" y="94009"/>
                  <a:pt x="266530" y="97355"/>
                  <a:pt x="267119" y="98695"/>
                </a:cubicBezTo>
                <a:cubicBezTo>
                  <a:pt x="267708" y="100033"/>
                  <a:pt x="268860" y="101204"/>
                  <a:pt x="270576" y="102207"/>
                </a:cubicBezTo>
                <a:cubicBezTo>
                  <a:pt x="272292" y="103211"/>
                  <a:pt x="274609" y="103713"/>
                  <a:pt x="277529" y="103713"/>
                </a:cubicBezTo>
                <a:lnTo>
                  <a:pt x="280986" y="103713"/>
                </a:lnTo>
                <a:lnTo>
                  <a:pt x="280986" y="106478"/>
                </a:lnTo>
                <a:lnTo>
                  <a:pt x="226517" y="106478"/>
                </a:lnTo>
                <a:lnTo>
                  <a:pt x="226517" y="103713"/>
                </a:lnTo>
                <a:lnTo>
                  <a:pt x="229974" y="103713"/>
                </a:lnTo>
                <a:cubicBezTo>
                  <a:pt x="232996" y="103713"/>
                  <a:pt x="235429" y="103172"/>
                  <a:pt x="237273" y="102092"/>
                </a:cubicBezTo>
                <a:cubicBezTo>
                  <a:pt x="238604" y="101370"/>
                  <a:pt x="239629" y="100135"/>
                  <a:pt x="240346" y="98385"/>
                </a:cubicBezTo>
                <a:cubicBezTo>
                  <a:pt x="240909" y="97150"/>
                  <a:pt x="241191" y="93906"/>
                  <a:pt x="241191" y="88655"/>
                </a:cubicBezTo>
                <a:lnTo>
                  <a:pt x="241191" y="20128"/>
                </a:lnTo>
                <a:cubicBezTo>
                  <a:pt x="241191" y="14774"/>
                  <a:pt x="240909" y="11428"/>
                  <a:pt x="240346" y="10090"/>
                </a:cubicBezTo>
                <a:cubicBezTo>
                  <a:pt x="239782" y="8751"/>
                  <a:pt x="238643" y="7579"/>
                  <a:pt x="236927" y="6576"/>
                </a:cubicBezTo>
                <a:cubicBezTo>
                  <a:pt x="235211" y="5572"/>
                  <a:pt x="232894" y="5070"/>
                  <a:pt x="229974" y="5070"/>
                </a:cubicBezTo>
                <a:lnTo>
                  <a:pt x="226517" y="5070"/>
                </a:lnTo>
                <a:lnTo>
                  <a:pt x="226517" y="2305"/>
                </a:lnTo>
                <a:lnTo>
                  <a:pt x="314404" y="2305"/>
                </a:lnTo>
                <a:lnTo>
                  <a:pt x="314404" y="32266"/>
                </a:lnTo>
                <a:lnTo>
                  <a:pt x="311254" y="32266"/>
                </a:lnTo>
                <a:cubicBezTo>
                  <a:pt x="310537" y="25227"/>
                  <a:pt x="308706" y="20012"/>
                  <a:pt x="305762" y="16620"/>
                </a:cubicBezTo>
                <a:cubicBezTo>
                  <a:pt x="302817" y="13229"/>
                  <a:pt x="298553" y="10840"/>
                  <a:pt x="292970" y="9454"/>
                </a:cubicBezTo>
                <a:cubicBezTo>
                  <a:pt x="289897" y="8683"/>
                  <a:pt x="284212" y="8297"/>
                  <a:pt x="275915" y="8297"/>
                </a:cubicBezTo>
                <a:lnTo>
                  <a:pt x="266235" y="8297"/>
                </a:lnTo>
                <a:close/>
                <a:moveTo>
                  <a:pt x="392375" y="0"/>
                </a:moveTo>
                <a:lnTo>
                  <a:pt x="393220" y="34725"/>
                </a:lnTo>
                <a:lnTo>
                  <a:pt x="390071" y="34725"/>
                </a:lnTo>
                <a:cubicBezTo>
                  <a:pt x="388585" y="26040"/>
                  <a:pt x="384936" y="19055"/>
                  <a:pt x="379123" y="13768"/>
                </a:cubicBezTo>
                <a:cubicBezTo>
                  <a:pt x="373310" y="8482"/>
                  <a:pt x="367023" y="5839"/>
                  <a:pt x="360263" y="5839"/>
                </a:cubicBezTo>
                <a:cubicBezTo>
                  <a:pt x="355039" y="5839"/>
                  <a:pt x="350903" y="7230"/>
                  <a:pt x="347856" y="10014"/>
                </a:cubicBezTo>
                <a:cubicBezTo>
                  <a:pt x="344808" y="12795"/>
                  <a:pt x="343285" y="15999"/>
                  <a:pt x="343285" y="19624"/>
                </a:cubicBezTo>
                <a:cubicBezTo>
                  <a:pt x="343285" y="21920"/>
                  <a:pt x="343823" y="23963"/>
                  <a:pt x="344898" y="25750"/>
                </a:cubicBezTo>
                <a:cubicBezTo>
                  <a:pt x="346383" y="28150"/>
                  <a:pt x="348765" y="30523"/>
                  <a:pt x="352043" y="32871"/>
                </a:cubicBezTo>
                <a:cubicBezTo>
                  <a:pt x="354450" y="34556"/>
                  <a:pt x="360007" y="37544"/>
                  <a:pt x="368714" y="41833"/>
                </a:cubicBezTo>
                <a:cubicBezTo>
                  <a:pt x="380903" y="47806"/>
                  <a:pt x="389123" y="53449"/>
                  <a:pt x="393374" y="58761"/>
                </a:cubicBezTo>
                <a:cubicBezTo>
                  <a:pt x="397574" y="64071"/>
                  <a:pt x="399674" y="70148"/>
                  <a:pt x="399674" y="76992"/>
                </a:cubicBezTo>
                <a:cubicBezTo>
                  <a:pt x="399674" y="85673"/>
                  <a:pt x="396281" y="93142"/>
                  <a:pt x="389495" y="99398"/>
                </a:cubicBezTo>
                <a:cubicBezTo>
                  <a:pt x="382708" y="105655"/>
                  <a:pt x="374091" y="108783"/>
                  <a:pt x="363643" y="108783"/>
                </a:cubicBezTo>
                <a:cubicBezTo>
                  <a:pt x="360365" y="108783"/>
                  <a:pt x="357267" y="108450"/>
                  <a:pt x="354347" y="107784"/>
                </a:cubicBezTo>
                <a:cubicBezTo>
                  <a:pt x="351428" y="107118"/>
                  <a:pt x="347766" y="105864"/>
                  <a:pt x="343362" y="104020"/>
                </a:cubicBezTo>
                <a:cubicBezTo>
                  <a:pt x="340903" y="102996"/>
                  <a:pt x="338880" y="102483"/>
                  <a:pt x="337292" y="102483"/>
                </a:cubicBezTo>
                <a:cubicBezTo>
                  <a:pt x="335961" y="102483"/>
                  <a:pt x="334552" y="103002"/>
                  <a:pt x="333067" y="104039"/>
                </a:cubicBezTo>
                <a:cubicBezTo>
                  <a:pt x="331582" y="105076"/>
                  <a:pt x="330378" y="106658"/>
                  <a:pt x="329456" y="108783"/>
                </a:cubicBezTo>
                <a:lnTo>
                  <a:pt x="326614" y="108783"/>
                </a:lnTo>
                <a:lnTo>
                  <a:pt x="326614" y="69449"/>
                </a:lnTo>
                <a:lnTo>
                  <a:pt x="329456" y="69449"/>
                </a:lnTo>
                <a:cubicBezTo>
                  <a:pt x="331710" y="80486"/>
                  <a:pt x="336050" y="88905"/>
                  <a:pt x="342478" y="94705"/>
                </a:cubicBezTo>
                <a:cubicBezTo>
                  <a:pt x="348906" y="100505"/>
                  <a:pt x="355833" y="103405"/>
                  <a:pt x="363259" y="103405"/>
                </a:cubicBezTo>
                <a:cubicBezTo>
                  <a:pt x="368995" y="103405"/>
                  <a:pt x="373566" y="101848"/>
                  <a:pt x="376972" y="98733"/>
                </a:cubicBezTo>
                <a:cubicBezTo>
                  <a:pt x="380378" y="95619"/>
                  <a:pt x="382081" y="91994"/>
                  <a:pt x="382081" y="87858"/>
                </a:cubicBezTo>
                <a:cubicBezTo>
                  <a:pt x="382081" y="85408"/>
                  <a:pt x="381428" y="83034"/>
                  <a:pt x="380122" y="80737"/>
                </a:cubicBezTo>
                <a:cubicBezTo>
                  <a:pt x="378816" y="78439"/>
                  <a:pt x="376831" y="76256"/>
                  <a:pt x="374168" y="74188"/>
                </a:cubicBezTo>
                <a:cubicBezTo>
                  <a:pt x="371505" y="72120"/>
                  <a:pt x="366793" y="69427"/>
                  <a:pt x="360032" y="66110"/>
                </a:cubicBezTo>
                <a:cubicBezTo>
                  <a:pt x="350557" y="61463"/>
                  <a:pt x="343746" y="57504"/>
                  <a:pt x="339597" y="54231"/>
                </a:cubicBezTo>
                <a:cubicBezTo>
                  <a:pt x="335449" y="50958"/>
                  <a:pt x="332261" y="47301"/>
                  <a:pt x="330033" y="43262"/>
                </a:cubicBezTo>
                <a:cubicBezTo>
                  <a:pt x="327805" y="39222"/>
                  <a:pt x="326691" y="34773"/>
                  <a:pt x="326691" y="29916"/>
                </a:cubicBezTo>
                <a:cubicBezTo>
                  <a:pt x="326691" y="21632"/>
                  <a:pt x="329738" y="14575"/>
                  <a:pt x="335833" y="8746"/>
                </a:cubicBezTo>
                <a:cubicBezTo>
                  <a:pt x="341928" y="2915"/>
                  <a:pt x="349610" y="0"/>
                  <a:pt x="358880" y="0"/>
                </a:cubicBezTo>
                <a:cubicBezTo>
                  <a:pt x="362260" y="0"/>
                  <a:pt x="365538" y="415"/>
                  <a:pt x="368714" y="1244"/>
                </a:cubicBezTo>
                <a:cubicBezTo>
                  <a:pt x="371121" y="1865"/>
                  <a:pt x="374053" y="3016"/>
                  <a:pt x="377510" y="4698"/>
                </a:cubicBezTo>
                <a:cubicBezTo>
                  <a:pt x="380967" y="6380"/>
                  <a:pt x="383387" y="7221"/>
                  <a:pt x="384770" y="7221"/>
                </a:cubicBezTo>
                <a:cubicBezTo>
                  <a:pt x="386101" y="7221"/>
                  <a:pt x="387151" y="6808"/>
                  <a:pt x="387920" y="5980"/>
                </a:cubicBezTo>
                <a:cubicBezTo>
                  <a:pt x="388688" y="5151"/>
                  <a:pt x="389405" y="3158"/>
                  <a:pt x="390071" y="0"/>
                </a:cubicBezTo>
                <a:lnTo>
                  <a:pt x="392375" y="0"/>
                </a:lnTo>
                <a:close/>
                <a:moveTo>
                  <a:pt x="483646" y="2305"/>
                </a:moveTo>
                <a:lnTo>
                  <a:pt x="535041" y="66784"/>
                </a:lnTo>
                <a:lnTo>
                  <a:pt x="535041" y="22125"/>
                </a:lnTo>
                <a:cubicBezTo>
                  <a:pt x="535041" y="15848"/>
                  <a:pt x="534145" y="11604"/>
                  <a:pt x="532352" y="9392"/>
                </a:cubicBezTo>
                <a:cubicBezTo>
                  <a:pt x="529894" y="6408"/>
                  <a:pt x="525771" y="4968"/>
                  <a:pt x="519984" y="5070"/>
                </a:cubicBezTo>
                <a:lnTo>
                  <a:pt x="519984" y="2305"/>
                </a:lnTo>
                <a:lnTo>
                  <a:pt x="554401" y="2305"/>
                </a:lnTo>
                <a:lnTo>
                  <a:pt x="554401" y="5070"/>
                </a:lnTo>
                <a:cubicBezTo>
                  <a:pt x="549996" y="5637"/>
                  <a:pt x="547039" y="6371"/>
                  <a:pt x="545528" y="7272"/>
                </a:cubicBezTo>
                <a:cubicBezTo>
                  <a:pt x="544017" y="8171"/>
                  <a:pt x="542839" y="9637"/>
                  <a:pt x="541994" y="11670"/>
                </a:cubicBezTo>
                <a:cubicBezTo>
                  <a:pt x="541149" y="13701"/>
                  <a:pt x="540726" y="17186"/>
                  <a:pt x="540726" y="22125"/>
                </a:cubicBezTo>
                <a:lnTo>
                  <a:pt x="540726" y="108783"/>
                </a:lnTo>
                <a:lnTo>
                  <a:pt x="538114" y="108783"/>
                </a:lnTo>
                <a:lnTo>
                  <a:pt x="467666" y="21989"/>
                </a:lnTo>
                <a:lnTo>
                  <a:pt x="467666" y="88348"/>
                </a:lnTo>
                <a:cubicBezTo>
                  <a:pt x="467666" y="94370"/>
                  <a:pt x="469036" y="98437"/>
                  <a:pt x="471776" y="100548"/>
                </a:cubicBezTo>
                <a:cubicBezTo>
                  <a:pt x="474517" y="102658"/>
                  <a:pt x="477653" y="103713"/>
                  <a:pt x="481187" y="103713"/>
                </a:cubicBezTo>
                <a:lnTo>
                  <a:pt x="483646" y="103713"/>
                </a:lnTo>
                <a:lnTo>
                  <a:pt x="483646" y="106478"/>
                </a:lnTo>
                <a:lnTo>
                  <a:pt x="446693" y="106478"/>
                </a:lnTo>
                <a:lnTo>
                  <a:pt x="446693" y="103713"/>
                </a:lnTo>
                <a:cubicBezTo>
                  <a:pt x="452430" y="103661"/>
                  <a:pt x="456424" y="102478"/>
                  <a:pt x="458678" y="100162"/>
                </a:cubicBezTo>
                <a:cubicBezTo>
                  <a:pt x="460931" y="97844"/>
                  <a:pt x="462058" y="93906"/>
                  <a:pt x="462058" y="88348"/>
                </a:cubicBezTo>
                <a:lnTo>
                  <a:pt x="462058" y="14815"/>
                </a:lnTo>
                <a:lnTo>
                  <a:pt x="459830" y="12061"/>
                </a:lnTo>
                <a:cubicBezTo>
                  <a:pt x="457628" y="9265"/>
                  <a:pt x="455682" y="7427"/>
                  <a:pt x="453992" y="6547"/>
                </a:cubicBezTo>
                <a:cubicBezTo>
                  <a:pt x="452302" y="5667"/>
                  <a:pt x="449869" y="5174"/>
                  <a:pt x="446693" y="5070"/>
                </a:cubicBezTo>
                <a:lnTo>
                  <a:pt x="446693" y="2305"/>
                </a:lnTo>
                <a:lnTo>
                  <a:pt x="483646" y="2305"/>
                </a:lnTo>
                <a:close/>
                <a:moveTo>
                  <a:pt x="623562" y="67913"/>
                </a:moveTo>
                <a:lnTo>
                  <a:pt x="584152" y="67913"/>
                </a:lnTo>
                <a:cubicBezTo>
                  <a:pt x="584612" y="77464"/>
                  <a:pt x="587148" y="85013"/>
                  <a:pt x="591757" y="90559"/>
                </a:cubicBezTo>
                <a:cubicBezTo>
                  <a:pt x="595291" y="94821"/>
                  <a:pt x="599542" y="96952"/>
                  <a:pt x="604510" y="96952"/>
                </a:cubicBezTo>
                <a:cubicBezTo>
                  <a:pt x="607583" y="96952"/>
                  <a:pt x="610374" y="96094"/>
                  <a:pt x="612884" y="94378"/>
                </a:cubicBezTo>
                <a:cubicBezTo>
                  <a:pt x="615393" y="92663"/>
                  <a:pt x="618082" y="89577"/>
                  <a:pt x="620950" y="85121"/>
                </a:cubicBezTo>
                <a:lnTo>
                  <a:pt x="623562" y="86811"/>
                </a:lnTo>
                <a:cubicBezTo>
                  <a:pt x="619670" y="94750"/>
                  <a:pt x="615368" y="100371"/>
                  <a:pt x="610656" y="103674"/>
                </a:cubicBezTo>
                <a:cubicBezTo>
                  <a:pt x="605944" y="106978"/>
                  <a:pt x="600489" y="108629"/>
                  <a:pt x="594292" y="108629"/>
                </a:cubicBezTo>
                <a:cubicBezTo>
                  <a:pt x="583639" y="108629"/>
                  <a:pt x="575573" y="104528"/>
                  <a:pt x="570093" y="96325"/>
                </a:cubicBezTo>
                <a:cubicBezTo>
                  <a:pt x="565688" y="89712"/>
                  <a:pt x="563486" y="81510"/>
                  <a:pt x="563486" y="71718"/>
                </a:cubicBezTo>
                <a:cubicBezTo>
                  <a:pt x="563486" y="59720"/>
                  <a:pt x="566725" y="50172"/>
                  <a:pt x="573204" y="43072"/>
                </a:cubicBezTo>
                <a:cubicBezTo>
                  <a:pt x="579683" y="35971"/>
                  <a:pt x="587276" y="32420"/>
                  <a:pt x="595982" y="32420"/>
                </a:cubicBezTo>
                <a:cubicBezTo>
                  <a:pt x="603255" y="32420"/>
                  <a:pt x="609568" y="35403"/>
                  <a:pt x="614920" y="41370"/>
                </a:cubicBezTo>
                <a:cubicBezTo>
                  <a:pt x="620272" y="47336"/>
                  <a:pt x="623153" y="56184"/>
                  <a:pt x="623562" y="67913"/>
                </a:cubicBezTo>
                <a:moveTo>
                  <a:pt x="604664" y="62842"/>
                </a:moveTo>
                <a:cubicBezTo>
                  <a:pt x="604664" y="54596"/>
                  <a:pt x="604215" y="48937"/>
                  <a:pt x="603319" y="45864"/>
                </a:cubicBezTo>
                <a:cubicBezTo>
                  <a:pt x="602423" y="42791"/>
                  <a:pt x="601027" y="40461"/>
                  <a:pt x="599132" y="38873"/>
                </a:cubicBezTo>
                <a:cubicBezTo>
                  <a:pt x="598057" y="37951"/>
                  <a:pt x="596623" y="37490"/>
                  <a:pt x="594830" y="37490"/>
                </a:cubicBezTo>
                <a:cubicBezTo>
                  <a:pt x="592167" y="37490"/>
                  <a:pt x="589990" y="38796"/>
                  <a:pt x="588300" y="41408"/>
                </a:cubicBezTo>
                <a:cubicBezTo>
                  <a:pt x="585278" y="45966"/>
                  <a:pt x="583767" y="52215"/>
                  <a:pt x="583767" y="60153"/>
                </a:cubicBezTo>
                <a:lnTo>
                  <a:pt x="583767" y="62842"/>
                </a:lnTo>
                <a:lnTo>
                  <a:pt x="604664" y="62842"/>
                </a:lnTo>
                <a:close/>
                <a:moveTo>
                  <a:pt x="649529" y="0"/>
                </a:moveTo>
                <a:cubicBezTo>
                  <a:pt x="652858" y="0"/>
                  <a:pt x="655675" y="1169"/>
                  <a:pt x="657980" y="3508"/>
                </a:cubicBezTo>
                <a:cubicBezTo>
                  <a:pt x="660285" y="5844"/>
                  <a:pt x="661437" y="8657"/>
                  <a:pt x="661437" y="11946"/>
                </a:cubicBezTo>
                <a:cubicBezTo>
                  <a:pt x="661437" y="15235"/>
                  <a:pt x="660272" y="18036"/>
                  <a:pt x="657942" y="20349"/>
                </a:cubicBezTo>
                <a:cubicBezTo>
                  <a:pt x="655611" y="22660"/>
                  <a:pt x="652807" y="23815"/>
                  <a:pt x="649529" y="23815"/>
                </a:cubicBezTo>
                <a:cubicBezTo>
                  <a:pt x="646252" y="23815"/>
                  <a:pt x="643460" y="22660"/>
                  <a:pt x="641156" y="20349"/>
                </a:cubicBezTo>
                <a:cubicBezTo>
                  <a:pt x="638851" y="18036"/>
                  <a:pt x="637699" y="15235"/>
                  <a:pt x="637699" y="11946"/>
                </a:cubicBezTo>
                <a:cubicBezTo>
                  <a:pt x="637699" y="8657"/>
                  <a:pt x="638851" y="5844"/>
                  <a:pt x="641156" y="3508"/>
                </a:cubicBezTo>
                <a:cubicBezTo>
                  <a:pt x="643460" y="1169"/>
                  <a:pt x="646252" y="0"/>
                  <a:pt x="649529" y="0"/>
                </a:cubicBezTo>
                <a:moveTo>
                  <a:pt x="660285" y="34571"/>
                </a:moveTo>
                <a:lnTo>
                  <a:pt x="660285" y="91574"/>
                </a:lnTo>
                <a:cubicBezTo>
                  <a:pt x="660285" y="96645"/>
                  <a:pt x="660874" y="99884"/>
                  <a:pt x="662052" y="101293"/>
                </a:cubicBezTo>
                <a:cubicBezTo>
                  <a:pt x="663230" y="102701"/>
                  <a:pt x="665534" y="103508"/>
                  <a:pt x="668966" y="103713"/>
                </a:cubicBezTo>
                <a:lnTo>
                  <a:pt x="668966" y="106478"/>
                </a:lnTo>
                <a:lnTo>
                  <a:pt x="630170" y="106478"/>
                </a:lnTo>
                <a:lnTo>
                  <a:pt x="630170" y="103713"/>
                </a:lnTo>
                <a:cubicBezTo>
                  <a:pt x="633345" y="103610"/>
                  <a:pt x="635701" y="102688"/>
                  <a:pt x="637238" y="100947"/>
                </a:cubicBezTo>
                <a:cubicBezTo>
                  <a:pt x="638262" y="99769"/>
                  <a:pt x="638774" y="96645"/>
                  <a:pt x="638774" y="91574"/>
                </a:cubicBezTo>
                <a:lnTo>
                  <a:pt x="638774" y="49628"/>
                </a:lnTo>
                <a:cubicBezTo>
                  <a:pt x="638774" y="44494"/>
                  <a:pt x="638185" y="41214"/>
                  <a:pt x="637007" y="39788"/>
                </a:cubicBezTo>
                <a:cubicBezTo>
                  <a:pt x="635829" y="38362"/>
                  <a:pt x="633550" y="37545"/>
                  <a:pt x="630170" y="37337"/>
                </a:cubicBezTo>
                <a:lnTo>
                  <a:pt x="630170" y="34571"/>
                </a:lnTo>
                <a:lnTo>
                  <a:pt x="660285" y="34571"/>
                </a:lnTo>
                <a:close/>
                <a:moveTo>
                  <a:pt x="721748" y="35493"/>
                </a:moveTo>
                <a:lnTo>
                  <a:pt x="745948" y="35493"/>
                </a:lnTo>
                <a:lnTo>
                  <a:pt x="745948" y="43943"/>
                </a:lnTo>
                <a:lnTo>
                  <a:pt x="732196" y="43943"/>
                </a:lnTo>
                <a:cubicBezTo>
                  <a:pt x="734706" y="46453"/>
                  <a:pt x="736447" y="48732"/>
                  <a:pt x="737420" y="50781"/>
                </a:cubicBezTo>
                <a:cubicBezTo>
                  <a:pt x="738649" y="53546"/>
                  <a:pt x="739264" y="56440"/>
                  <a:pt x="739264" y="59462"/>
                </a:cubicBezTo>
                <a:cubicBezTo>
                  <a:pt x="739264" y="64584"/>
                  <a:pt x="737843" y="69027"/>
                  <a:pt x="735000" y="72791"/>
                </a:cubicBezTo>
                <a:cubicBezTo>
                  <a:pt x="732158" y="76555"/>
                  <a:pt x="728291" y="79500"/>
                  <a:pt x="723400" y="81626"/>
                </a:cubicBezTo>
                <a:cubicBezTo>
                  <a:pt x="718508" y="83751"/>
                  <a:pt x="714168" y="84814"/>
                  <a:pt x="710378" y="84814"/>
                </a:cubicBezTo>
                <a:cubicBezTo>
                  <a:pt x="710071" y="84814"/>
                  <a:pt x="706998" y="84686"/>
                  <a:pt x="701159" y="84430"/>
                </a:cubicBezTo>
                <a:cubicBezTo>
                  <a:pt x="698854" y="84430"/>
                  <a:pt x="696921" y="85181"/>
                  <a:pt x="695359" y="86684"/>
                </a:cubicBezTo>
                <a:cubicBezTo>
                  <a:pt x="693797" y="88187"/>
                  <a:pt x="693016" y="89982"/>
                  <a:pt x="693016" y="92069"/>
                </a:cubicBezTo>
                <a:cubicBezTo>
                  <a:pt x="693016" y="93903"/>
                  <a:pt x="693720" y="95406"/>
                  <a:pt x="695128" y="96578"/>
                </a:cubicBezTo>
                <a:cubicBezTo>
                  <a:pt x="696537" y="97749"/>
                  <a:pt x="698829" y="98335"/>
                  <a:pt x="702004" y="98335"/>
                </a:cubicBezTo>
                <a:lnTo>
                  <a:pt x="715295" y="98181"/>
                </a:lnTo>
                <a:cubicBezTo>
                  <a:pt x="726050" y="98181"/>
                  <a:pt x="733451" y="99362"/>
                  <a:pt x="737497" y="101722"/>
                </a:cubicBezTo>
                <a:cubicBezTo>
                  <a:pt x="743284" y="105005"/>
                  <a:pt x="746178" y="110059"/>
                  <a:pt x="746178" y="116883"/>
                </a:cubicBezTo>
                <a:cubicBezTo>
                  <a:pt x="746178" y="121245"/>
                  <a:pt x="744846" y="125208"/>
                  <a:pt x="742183" y="128774"/>
                </a:cubicBezTo>
                <a:cubicBezTo>
                  <a:pt x="739520" y="132340"/>
                  <a:pt x="736012" y="134970"/>
                  <a:pt x="731658" y="136663"/>
                </a:cubicBezTo>
                <a:cubicBezTo>
                  <a:pt x="725051" y="139177"/>
                  <a:pt x="717446" y="140435"/>
                  <a:pt x="708841" y="140435"/>
                </a:cubicBezTo>
                <a:cubicBezTo>
                  <a:pt x="702388" y="140435"/>
                  <a:pt x="696498" y="139807"/>
                  <a:pt x="691172" y="138552"/>
                </a:cubicBezTo>
                <a:cubicBezTo>
                  <a:pt x="685845" y="137298"/>
                  <a:pt x="682030" y="135555"/>
                  <a:pt x="679725" y="133326"/>
                </a:cubicBezTo>
                <a:cubicBezTo>
                  <a:pt x="677420" y="131098"/>
                  <a:pt x="676268" y="128754"/>
                  <a:pt x="676268" y="126294"/>
                </a:cubicBezTo>
                <a:cubicBezTo>
                  <a:pt x="676268" y="123938"/>
                  <a:pt x="677151" y="121825"/>
                  <a:pt x="678918" y="119954"/>
                </a:cubicBezTo>
                <a:cubicBezTo>
                  <a:pt x="680685" y="118084"/>
                  <a:pt x="683976" y="116509"/>
                  <a:pt x="688790" y="115229"/>
                </a:cubicBezTo>
                <a:cubicBezTo>
                  <a:pt x="682132" y="111951"/>
                  <a:pt x="678803" y="107394"/>
                  <a:pt x="678803" y="101557"/>
                </a:cubicBezTo>
                <a:cubicBezTo>
                  <a:pt x="678803" y="98023"/>
                  <a:pt x="680160" y="94592"/>
                  <a:pt x="682875" y="91265"/>
                </a:cubicBezTo>
                <a:cubicBezTo>
                  <a:pt x="685589" y="87936"/>
                  <a:pt x="689891" y="85042"/>
                  <a:pt x="695781" y="82584"/>
                </a:cubicBezTo>
                <a:cubicBezTo>
                  <a:pt x="688918" y="80071"/>
                  <a:pt x="683950" y="76763"/>
                  <a:pt x="680877" y="72659"/>
                </a:cubicBezTo>
                <a:cubicBezTo>
                  <a:pt x="677804" y="68555"/>
                  <a:pt x="676268" y="63810"/>
                  <a:pt x="676268" y="58425"/>
                </a:cubicBezTo>
                <a:cubicBezTo>
                  <a:pt x="676268" y="51399"/>
                  <a:pt x="679136" y="45308"/>
                  <a:pt x="684872" y="40153"/>
                </a:cubicBezTo>
                <a:cubicBezTo>
                  <a:pt x="690609" y="34997"/>
                  <a:pt x="697984" y="32420"/>
                  <a:pt x="706998" y="32420"/>
                </a:cubicBezTo>
                <a:cubicBezTo>
                  <a:pt x="711761" y="32420"/>
                  <a:pt x="716678" y="33444"/>
                  <a:pt x="721748" y="35493"/>
                </a:cubicBezTo>
                <a:moveTo>
                  <a:pt x="708457" y="37337"/>
                </a:moveTo>
                <a:cubicBezTo>
                  <a:pt x="705487" y="37337"/>
                  <a:pt x="702977" y="38832"/>
                  <a:pt x="700929" y="41824"/>
                </a:cubicBezTo>
                <a:cubicBezTo>
                  <a:pt x="698880" y="44813"/>
                  <a:pt x="697856" y="51012"/>
                  <a:pt x="697856" y="60420"/>
                </a:cubicBezTo>
                <a:cubicBezTo>
                  <a:pt x="697856" y="68037"/>
                  <a:pt x="698867" y="73264"/>
                  <a:pt x="700890" y="76102"/>
                </a:cubicBezTo>
                <a:cubicBezTo>
                  <a:pt x="702913" y="78939"/>
                  <a:pt x="705308" y="80358"/>
                  <a:pt x="708073" y="80358"/>
                </a:cubicBezTo>
                <a:cubicBezTo>
                  <a:pt x="711146" y="80358"/>
                  <a:pt x="713707" y="78952"/>
                  <a:pt x="715756" y="76140"/>
                </a:cubicBezTo>
                <a:cubicBezTo>
                  <a:pt x="717804" y="73328"/>
                  <a:pt x="718829" y="67857"/>
                  <a:pt x="718829" y="59728"/>
                </a:cubicBezTo>
                <a:cubicBezTo>
                  <a:pt x="718829" y="50578"/>
                  <a:pt x="717676" y="44341"/>
                  <a:pt x="715372" y="41017"/>
                </a:cubicBezTo>
                <a:cubicBezTo>
                  <a:pt x="713733" y="38563"/>
                  <a:pt x="711428" y="37337"/>
                  <a:pt x="708457" y="37337"/>
                </a:cubicBezTo>
                <a:moveTo>
                  <a:pt x="703925" y="117080"/>
                </a:moveTo>
                <a:cubicBezTo>
                  <a:pt x="698701" y="117080"/>
                  <a:pt x="695244" y="117514"/>
                  <a:pt x="693553" y="118381"/>
                </a:cubicBezTo>
                <a:cubicBezTo>
                  <a:pt x="690634" y="119961"/>
                  <a:pt x="689174" y="122102"/>
                  <a:pt x="689174" y="124806"/>
                </a:cubicBezTo>
                <a:cubicBezTo>
                  <a:pt x="689174" y="127406"/>
                  <a:pt x="690685" y="129765"/>
                  <a:pt x="693707" y="131881"/>
                </a:cubicBezTo>
                <a:cubicBezTo>
                  <a:pt x="696729" y="133998"/>
                  <a:pt x="702414" y="135057"/>
                  <a:pt x="710762" y="135057"/>
                </a:cubicBezTo>
                <a:cubicBezTo>
                  <a:pt x="717881" y="135057"/>
                  <a:pt x="723476" y="134113"/>
                  <a:pt x="727548" y="132226"/>
                </a:cubicBezTo>
                <a:cubicBezTo>
                  <a:pt x="731620" y="130339"/>
                  <a:pt x="733656" y="127687"/>
                  <a:pt x="733656" y="124270"/>
                </a:cubicBezTo>
                <a:cubicBezTo>
                  <a:pt x="733656" y="122996"/>
                  <a:pt x="733272" y="121926"/>
                  <a:pt x="732503" y="121058"/>
                </a:cubicBezTo>
                <a:cubicBezTo>
                  <a:pt x="731120" y="119528"/>
                  <a:pt x="729033" y="118482"/>
                  <a:pt x="726242" y="117920"/>
                </a:cubicBezTo>
                <a:cubicBezTo>
                  <a:pt x="723451" y="117360"/>
                  <a:pt x="716012" y="117080"/>
                  <a:pt x="703925" y="117080"/>
                </a:cubicBezTo>
                <a:close/>
                <a:moveTo>
                  <a:pt x="783180" y="2305"/>
                </a:moveTo>
                <a:lnTo>
                  <a:pt x="783180" y="43867"/>
                </a:lnTo>
                <a:cubicBezTo>
                  <a:pt x="787124" y="39689"/>
                  <a:pt x="790735" y="36737"/>
                  <a:pt x="794013" y="35010"/>
                </a:cubicBezTo>
                <a:cubicBezTo>
                  <a:pt x="797290" y="33283"/>
                  <a:pt x="800696" y="32420"/>
                  <a:pt x="804230" y="32420"/>
                </a:cubicBezTo>
                <a:cubicBezTo>
                  <a:pt x="808737" y="32420"/>
                  <a:pt x="812591" y="33700"/>
                  <a:pt x="815792" y="36261"/>
                </a:cubicBezTo>
                <a:cubicBezTo>
                  <a:pt x="818993" y="38822"/>
                  <a:pt x="821119" y="41831"/>
                  <a:pt x="822169" y="45288"/>
                </a:cubicBezTo>
                <a:cubicBezTo>
                  <a:pt x="823218" y="48745"/>
                  <a:pt x="823743" y="54571"/>
                  <a:pt x="823743" y="62765"/>
                </a:cubicBezTo>
                <a:lnTo>
                  <a:pt x="823743" y="90806"/>
                </a:lnTo>
                <a:cubicBezTo>
                  <a:pt x="823743" y="96320"/>
                  <a:pt x="824256" y="99759"/>
                  <a:pt x="825280" y="101125"/>
                </a:cubicBezTo>
                <a:cubicBezTo>
                  <a:pt x="826304" y="102490"/>
                  <a:pt x="828379" y="103353"/>
                  <a:pt x="831503" y="103713"/>
                </a:cubicBezTo>
                <a:lnTo>
                  <a:pt x="831503" y="106478"/>
                </a:lnTo>
                <a:lnTo>
                  <a:pt x="795088" y="106478"/>
                </a:lnTo>
                <a:lnTo>
                  <a:pt x="795088" y="103713"/>
                </a:lnTo>
                <a:cubicBezTo>
                  <a:pt x="797649" y="103353"/>
                  <a:pt x="799569" y="102322"/>
                  <a:pt x="800850" y="100620"/>
                </a:cubicBezTo>
                <a:cubicBezTo>
                  <a:pt x="801772" y="99281"/>
                  <a:pt x="802233" y="96009"/>
                  <a:pt x="802233" y="90806"/>
                </a:cubicBezTo>
                <a:lnTo>
                  <a:pt x="802233" y="58821"/>
                </a:lnTo>
                <a:cubicBezTo>
                  <a:pt x="802233" y="52889"/>
                  <a:pt x="802002" y="49170"/>
                  <a:pt x="801541" y="47662"/>
                </a:cubicBezTo>
                <a:cubicBezTo>
                  <a:pt x="801080" y="46153"/>
                  <a:pt x="800299" y="44977"/>
                  <a:pt x="799198" y="44133"/>
                </a:cubicBezTo>
                <a:cubicBezTo>
                  <a:pt x="798097" y="43290"/>
                  <a:pt x="796855" y="42868"/>
                  <a:pt x="795472" y="42868"/>
                </a:cubicBezTo>
                <a:cubicBezTo>
                  <a:pt x="793424" y="42868"/>
                  <a:pt x="791426" y="43572"/>
                  <a:pt x="789480" y="44981"/>
                </a:cubicBezTo>
                <a:cubicBezTo>
                  <a:pt x="787534" y="46389"/>
                  <a:pt x="785434" y="48860"/>
                  <a:pt x="783180" y="52394"/>
                </a:cubicBezTo>
                <a:lnTo>
                  <a:pt x="783180" y="90806"/>
                </a:lnTo>
                <a:cubicBezTo>
                  <a:pt x="783180" y="95958"/>
                  <a:pt x="783564" y="99178"/>
                  <a:pt x="784333" y="100467"/>
                </a:cubicBezTo>
                <a:cubicBezTo>
                  <a:pt x="785306" y="102218"/>
                  <a:pt x="787303" y="103300"/>
                  <a:pt x="790325" y="103713"/>
                </a:cubicBezTo>
                <a:lnTo>
                  <a:pt x="790325" y="106478"/>
                </a:lnTo>
                <a:lnTo>
                  <a:pt x="753910" y="106478"/>
                </a:lnTo>
                <a:lnTo>
                  <a:pt x="753910" y="103713"/>
                </a:lnTo>
                <a:cubicBezTo>
                  <a:pt x="756932" y="103404"/>
                  <a:pt x="759083" y="102425"/>
                  <a:pt x="760364" y="100776"/>
                </a:cubicBezTo>
                <a:cubicBezTo>
                  <a:pt x="761234" y="99643"/>
                  <a:pt x="761670" y="96320"/>
                  <a:pt x="761670" y="90806"/>
                </a:cubicBezTo>
                <a:lnTo>
                  <a:pt x="761670" y="17977"/>
                </a:lnTo>
                <a:cubicBezTo>
                  <a:pt x="761670" y="12482"/>
                  <a:pt x="761170" y="9061"/>
                  <a:pt x="760171" y="7714"/>
                </a:cubicBezTo>
                <a:cubicBezTo>
                  <a:pt x="759173" y="6366"/>
                  <a:pt x="757086" y="5485"/>
                  <a:pt x="753910" y="5070"/>
                </a:cubicBezTo>
                <a:lnTo>
                  <a:pt x="753910" y="2305"/>
                </a:lnTo>
                <a:lnTo>
                  <a:pt x="783180" y="2305"/>
                </a:lnTo>
                <a:close/>
                <a:moveTo>
                  <a:pt x="868478" y="2305"/>
                </a:moveTo>
                <a:lnTo>
                  <a:pt x="868478" y="41792"/>
                </a:lnTo>
                <a:cubicBezTo>
                  <a:pt x="874521" y="35544"/>
                  <a:pt x="881128" y="32420"/>
                  <a:pt x="888298" y="32420"/>
                </a:cubicBezTo>
                <a:cubicBezTo>
                  <a:pt x="893215" y="32420"/>
                  <a:pt x="897850" y="33868"/>
                  <a:pt x="902203" y="36765"/>
                </a:cubicBezTo>
                <a:cubicBezTo>
                  <a:pt x="906557" y="39662"/>
                  <a:pt x="909963" y="43776"/>
                  <a:pt x="912421" y="49107"/>
                </a:cubicBezTo>
                <a:cubicBezTo>
                  <a:pt x="914879" y="54439"/>
                  <a:pt x="916109" y="60591"/>
                  <a:pt x="916109" y="67564"/>
                </a:cubicBezTo>
                <a:cubicBezTo>
                  <a:pt x="916109" y="75409"/>
                  <a:pt x="914546" y="82535"/>
                  <a:pt x="911422" y="88943"/>
                </a:cubicBezTo>
                <a:cubicBezTo>
                  <a:pt x="908298" y="95352"/>
                  <a:pt x="904124" y="100235"/>
                  <a:pt x="898900" y="103593"/>
                </a:cubicBezTo>
                <a:cubicBezTo>
                  <a:pt x="893676" y="106950"/>
                  <a:pt x="887709" y="108629"/>
                  <a:pt x="881000" y="108629"/>
                </a:cubicBezTo>
                <a:cubicBezTo>
                  <a:pt x="877107" y="108629"/>
                  <a:pt x="873650" y="108015"/>
                  <a:pt x="870629" y="106786"/>
                </a:cubicBezTo>
                <a:cubicBezTo>
                  <a:pt x="867607" y="105556"/>
                  <a:pt x="864636" y="103559"/>
                  <a:pt x="861717" y="100793"/>
                </a:cubicBezTo>
                <a:lnTo>
                  <a:pt x="849809" y="108629"/>
                </a:lnTo>
                <a:lnTo>
                  <a:pt x="847197" y="108629"/>
                </a:lnTo>
                <a:lnTo>
                  <a:pt x="847197" y="17209"/>
                </a:lnTo>
                <a:cubicBezTo>
                  <a:pt x="847197" y="13033"/>
                  <a:pt x="847018" y="10456"/>
                  <a:pt x="846659" y="9478"/>
                </a:cubicBezTo>
                <a:cubicBezTo>
                  <a:pt x="846147" y="8035"/>
                  <a:pt x="845341" y="6965"/>
                  <a:pt x="844240" y="6268"/>
                </a:cubicBezTo>
                <a:cubicBezTo>
                  <a:pt x="843138" y="5572"/>
                  <a:pt x="841282" y="5173"/>
                  <a:pt x="838670" y="5070"/>
                </a:cubicBezTo>
                <a:lnTo>
                  <a:pt x="838670" y="2305"/>
                </a:lnTo>
                <a:lnTo>
                  <a:pt x="868478" y="2305"/>
                </a:lnTo>
                <a:moveTo>
                  <a:pt x="868478" y="48639"/>
                </a:moveTo>
                <a:lnTo>
                  <a:pt x="868478" y="80637"/>
                </a:lnTo>
                <a:cubicBezTo>
                  <a:pt x="868478" y="87149"/>
                  <a:pt x="868631" y="91303"/>
                  <a:pt x="868938" y="93099"/>
                </a:cubicBezTo>
                <a:cubicBezTo>
                  <a:pt x="869451" y="96124"/>
                  <a:pt x="870680" y="98573"/>
                  <a:pt x="872626" y="100445"/>
                </a:cubicBezTo>
                <a:cubicBezTo>
                  <a:pt x="874572" y="102316"/>
                  <a:pt x="877056" y="103252"/>
                  <a:pt x="880078" y="103252"/>
                </a:cubicBezTo>
                <a:cubicBezTo>
                  <a:pt x="882690" y="103252"/>
                  <a:pt x="884931" y="102508"/>
                  <a:pt x="886800" y="101021"/>
                </a:cubicBezTo>
                <a:cubicBezTo>
                  <a:pt x="888669" y="99535"/>
                  <a:pt x="890232" y="96586"/>
                  <a:pt x="891486" y="92177"/>
                </a:cubicBezTo>
                <a:cubicBezTo>
                  <a:pt x="892741" y="87766"/>
                  <a:pt x="893369" y="79817"/>
                  <a:pt x="893369" y="68330"/>
                </a:cubicBezTo>
                <a:cubicBezTo>
                  <a:pt x="893369" y="57304"/>
                  <a:pt x="891986" y="49740"/>
                  <a:pt x="889220" y="45638"/>
                </a:cubicBezTo>
                <a:cubicBezTo>
                  <a:pt x="887223" y="42665"/>
                  <a:pt x="884534" y="41178"/>
                  <a:pt x="881154" y="41178"/>
                </a:cubicBezTo>
                <a:cubicBezTo>
                  <a:pt x="876749" y="41178"/>
                  <a:pt x="872524" y="43665"/>
                  <a:pt x="868478" y="48639"/>
                </a:cubicBezTo>
                <a:close/>
                <a:moveTo>
                  <a:pt x="961381" y="32420"/>
                </a:moveTo>
                <a:cubicBezTo>
                  <a:pt x="967629" y="32420"/>
                  <a:pt x="973442" y="34035"/>
                  <a:pt x="978820" y="37265"/>
                </a:cubicBezTo>
                <a:cubicBezTo>
                  <a:pt x="984197" y="40494"/>
                  <a:pt x="988282" y="45083"/>
                  <a:pt x="991073" y="51030"/>
                </a:cubicBezTo>
                <a:cubicBezTo>
                  <a:pt x="993864" y="56978"/>
                  <a:pt x="995260" y="63489"/>
                  <a:pt x="995260" y="70563"/>
                </a:cubicBezTo>
                <a:cubicBezTo>
                  <a:pt x="995260" y="80765"/>
                  <a:pt x="992674" y="89301"/>
                  <a:pt x="987501" y="96172"/>
                </a:cubicBezTo>
                <a:cubicBezTo>
                  <a:pt x="981252" y="104477"/>
                  <a:pt x="972623" y="108629"/>
                  <a:pt x="961611" y="108629"/>
                </a:cubicBezTo>
                <a:cubicBezTo>
                  <a:pt x="950805" y="108629"/>
                  <a:pt x="942482" y="104835"/>
                  <a:pt x="936643" y="97247"/>
                </a:cubicBezTo>
                <a:cubicBezTo>
                  <a:pt x="930805" y="89659"/>
                  <a:pt x="927885" y="80867"/>
                  <a:pt x="927885" y="70870"/>
                </a:cubicBezTo>
                <a:cubicBezTo>
                  <a:pt x="927885" y="60566"/>
                  <a:pt x="930869" y="51582"/>
                  <a:pt x="936835" y="43917"/>
                </a:cubicBezTo>
                <a:cubicBezTo>
                  <a:pt x="942802" y="36252"/>
                  <a:pt x="950984" y="32420"/>
                  <a:pt x="961381" y="32420"/>
                </a:cubicBezTo>
                <a:moveTo>
                  <a:pt x="961688" y="37797"/>
                </a:moveTo>
                <a:cubicBezTo>
                  <a:pt x="959076" y="37797"/>
                  <a:pt x="956835" y="38785"/>
                  <a:pt x="954966" y="40760"/>
                </a:cubicBezTo>
                <a:cubicBezTo>
                  <a:pt x="953096" y="42733"/>
                  <a:pt x="951867" y="46630"/>
                  <a:pt x="951278" y="52449"/>
                </a:cubicBezTo>
                <a:cubicBezTo>
                  <a:pt x="950689" y="58269"/>
                  <a:pt x="950395" y="66358"/>
                  <a:pt x="950395" y="76716"/>
                </a:cubicBezTo>
                <a:cubicBezTo>
                  <a:pt x="950395" y="82203"/>
                  <a:pt x="950753" y="87331"/>
                  <a:pt x="951470" y="92100"/>
                </a:cubicBezTo>
                <a:cubicBezTo>
                  <a:pt x="952034" y="95740"/>
                  <a:pt x="953237" y="98509"/>
                  <a:pt x="955081" y="100407"/>
                </a:cubicBezTo>
                <a:cubicBezTo>
                  <a:pt x="956925" y="102303"/>
                  <a:pt x="959025" y="103252"/>
                  <a:pt x="961381" y="103252"/>
                </a:cubicBezTo>
                <a:cubicBezTo>
                  <a:pt x="963685" y="103252"/>
                  <a:pt x="965606" y="102611"/>
                  <a:pt x="967142" y="101329"/>
                </a:cubicBezTo>
                <a:cubicBezTo>
                  <a:pt x="969140" y="99586"/>
                  <a:pt x="970471" y="97150"/>
                  <a:pt x="971137" y="94021"/>
                </a:cubicBezTo>
                <a:cubicBezTo>
                  <a:pt x="972162" y="89150"/>
                  <a:pt x="972674" y="79306"/>
                  <a:pt x="972674" y="64487"/>
                </a:cubicBezTo>
                <a:cubicBezTo>
                  <a:pt x="972674" y="55770"/>
                  <a:pt x="972187" y="49784"/>
                  <a:pt x="971214" y="46529"/>
                </a:cubicBezTo>
                <a:cubicBezTo>
                  <a:pt x="970241" y="43272"/>
                  <a:pt x="968807" y="40900"/>
                  <a:pt x="966912" y="39413"/>
                </a:cubicBezTo>
                <a:cubicBezTo>
                  <a:pt x="965580" y="38336"/>
                  <a:pt x="963839" y="37797"/>
                  <a:pt x="961688" y="37797"/>
                </a:cubicBezTo>
                <a:close/>
                <a:moveTo>
                  <a:pt x="1035489" y="34571"/>
                </a:moveTo>
                <a:lnTo>
                  <a:pt x="1035489" y="50858"/>
                </a:lnTo>
                <a:cubicBezTo>
                  <a:pt x="1040252" y="43431"/>
                  <a:pt x="1044426" y="38502"/>
                  <a:pt x="1048011" y="36069"/>
                </a:cubicBezTo>
                <a:cubicBezTo>
                  <a:pt x="1051596" y="33636"/>
                  <a:pt x="1055054" y="32420"/>
                  <a:pt x="1058383" y="32420"/>
                </a:cubicBezTo>
                <a:cubicBezTo>
                  <a:pt x="1061251" y="32420"/>
                  <a:pt x="1063543" y="33306"/>
                  <a:pt x="1065258" y="35080"/>
                </a:cubicBezTo>
                <a:cubicBezTo>
                  <a:pt x="1066974" y="36853"/>
                  <a:pt x="1067832" y="39359"/>
                  <a:pt x="1067832" y="42597"/>
                </a:cubicBezTo>
                <a:cubicBezTo>
                  <a:pt x="1067832" y="46041"/>
                  <a:pt x="1067000" y="48715"/>
                  <a:pt x="1065335" y="50618"/>
                </a:cubicBezTo>
                <a:cubicBezTo>
                  <a:pt x="1063671" y="52519"/>
                  <a:pt x="1061660" y="53470"/>
                  <a:pt x="1059305" y="53470"/>
                </a:cubicBezTo>
                <a:cubicBezTo>
                  <a:pt x="1056590" y="53470"/>
                  <a:pt x="1054234" y="52599"/>
                  <a:pt x="1052237" y="50858"/>
                </a:cubicBezTo>
                <a:cubicBezTo>
                  <a:pt x="1050239" y="49116"/>
                  <a:pt x="1049061" y="48143"/>
                  <a:pt x="1048703" y="47938"/>
                </a:cubicBezTo>
                <a:cubicBezTo>
                  <a:pt x="1048191" y="47631"/>
                  <a:pt x="1047602" y="47477"/>
                  <a:pt x="1046936" y="47477"/>
                </a:cubicBezTo>
                <a:cubicBezTo>
                  <a:pt x="1045451" y="47477"/>
                  <a:pt x="1044042" y="48041"/>
                  <a:pt x="1042710" y="49167"/>
                </a:cubicBezTo>
                <a:cubicBezTo>
                  <a:pt x="1040611" y="50909"/>
                  <a:pt x="1039023" y="53393"/>
                  <a:pt x="1037947" y="56619"/>
                </a:cubicBezTo>
                <a:cubicBezTo>
                  <a:pt x="1036308" y="61587"/>
                  <a:pt x="1035489" y="67067"/>
                  <a:pt x="1035489" y="73060"/>
                </a:cubicBezTo>
                <a:lnTo>
                  <a:pt x="1035489" y="89577"/>
                </a:lnTo>
                <a:lnTo>
                  <a:pt x="1035566" y="93879"/>
                </a:lnTo>
                <a:cubicBezTo>
                  <a:pt x="1035566" y="96798"/>
                  <a:pt x="1035745" y="98668"/>
                  <a:pt x="1036104" y="99487"/>
                </a:cubicBezTo>
                <a:cubicBezTo>
                  <a:pt x="1036718" y="100870"/>
                  <a:pt x="1037627" y="101882"/>
                  <a:pt x="1038831" y="102522"/>
                </a:cubicBezTo>
                <a:cubicBezTo>
                  <a:pt x="1040034" y="103162"/>
                  <a:pt x="1042070" y="103559"/>
                  <a:pt x="1044938" y="103713"/>
                </a:cubicBezTo>
                <a:lnTo>
                  <a:pt x="1044938" y="106478"/>
                </a:lnTo>
                <a:lnTo>
                  <a:pt x="1006142" y="106478"/>
                </a:lnTo>
                <a:lnTo>
                  <a:pt x="1006142" y="103713"/>
                </a:lnTo>
                <a:cubicBezTo>
                  <a:pt x="1009266" y="103457"/>
                  <a:pt x="1011379" y="102599"/>
                  <a:pt x="1012480" y="101139"/>
                </a:cubicBezTo>
                <a:cubicBezTo>
                  <a:pt x="1013581" y="99679"/>
                  <a:pt x="1014132" y="95825"/>
                  <a:pt x="1014132" y="89577"/>
                </a:cubicBezTo>
                <a:lnTo>
                  <a:pt x="1014132" y="49782"/>
                </a:lnTo>
                <a:cubicBezTo>
                  <a:pt x="1014132" y="45659"/>
                  <a:pt x="1013927" y="43031"/>
                  <a:pt x="1013517" y="41898"/>
                </a:cubicBezTo>
                <a:cubicBezTo>
                  <a:pt x="1013005" y="40454"/>
                  <a:pt x="1012263" y="39398"/>
                  <a:pt x="1011289" y="38729"/>
                </a:cubicBezTo>
                <a:cubicBezTo>
                  <a:pt x="1010316" y="38058"/>
                  <a:pt x="1008601" y="37594"/>
                  <a:pt x="1006142" y="37337"/>
                </a:cubicBezTo>
                <a:lnTo>
                  <a:pt x="1006142" y="34571"/>
                </a:lnTo>
                <a:lnTo>
                  <a:pt x="1035489" y="34571"/>
                </a:lnTo>
                <a:close/>
                <a:moveTo>
                  <a:pt x="1120611" y="32727"/>
                </a:moveTo>
                <a:lnTo>
                  <a:pt x="1121763" y="57311"/>
                </a:lnTo>
                <a:lnTo>
                  <a:pt x="1119151" y="57311"/>
                </a:lnTo>
                <a:cubicBezTo>
                  <a:pt x="1116027" y="49979"/>
                  <a:pt x="1112788" y="44971"/>
                  <a:pt x="1109433" y="42287"/>
                </a:cubicBezTo>
                <a:cubicBezTo>
                  <a:pt x="1106078" y="39601"/>
                  <a:pt x="1102737" y="38258"/>
                  <a:pt x="1099408" y="38258"/>
                </a:cubicBezTo>
                <a:cubicBezTo>
                  <a:pt x="1097308" y="38258"/>
                  <a:pt x="1095515" y="38963"/>
                  <a:pt x="1094030" y="40371"/>
                </a:cubicBezTo>
                <a:cubicBezTo>
                  <a:pt x="1092545" y="41780"/>
                  <a:pt x="1091802" y="43406"/>
                  <a:pt x="1091802" y="45249"/>
                </a:cubicBezTo>
                <a:cubicBezTo>
                  <a:pt x="1091802" y="46632"/>
                  <a:pt x="1092314" y="47964"/>
                  <a:pt x="1093338" y="49244"/>
                </a:cubicBezTo>
                <a:cubicBezTo>
                  <a:pt x="1094977" y="51344"/>
                  <a:pt x="1099561" y="54942"/>
                  <a:pt x="1107090" y="60038"/>
                </a:cubicBezTo>
                <a:cubicBezTo>
                  <a:pt x="1114619" y="65134"/>
                  <a:pt x="1119574" y="69462"/>
                  <a:pt x="1121955" y="73021"/>
                </a:cubicBezTo>
                <a:cubicBezTo>
                  <a:pt x="1124337" y="76581"/>
                  <a:pt x="1125528" y="80563"/>
                  <a:pt x="1125528" y="84968"/>
                </a:cubicBezTo>
                <a:cubicBezTo>
                  <a:pt x="1125528" y="88962"/>
                  <a:pt x="1124529" y="92880"/>
                  <a:pt x="1122532" y="96722"/>
                </a:cubicBezTo>
                <a:cubicBezTo>
                  <a:pt x="1120534" y="100563"/>
                  <a:pt x="1117717" y="103508"/>
                  <a:pt x="1114081" y="105556"/>
                </a:cubicBezTo>
                <a:cubicBezTo>
                  <a:pt x="1110445" y="107605"/>
                  <a:pt x="1106424" y="108629"/>
                  <a:pt x="1102020" y="108629"/>
                </a:cubicBezTo>
                <a:cubicBezTo>
                  <a:pt x="1098588" y="108629"/>
                  <a:pt x="1094004" y="107534"/>
                  <a:pt x="1088268" y="105343"/>
                </a:cubicBezTo>
                <a:cubicBezTo>
                  <a:pt x="1086732" y="104768"/>
                  <a:pt x="1085682" y="104481"/>
                  <a:pt x="1085118" y="104481"/>
                </a:cubicBezTo>
                <a:cubicBezTo>
                  <a:pt x="1083428" y="104481"/>
                  <a:pt x="1082020" y="105761"/>
                  <a:pt x="1080893" y="108322"/>
                </a:cubicBezTo>
                <a:lnTo>
                  <a:pt x="1078358" y="108322"/>
                </a:lnTo>
                <a:lnTo>
                  <a:pt x="1077129" y="82509"/>
                </a:lnTo>
                <a:lnTo>
                  <a:pt x="1079741" y="82509"/>
                </a:lnTo>
                <a:cubicBezTo>
                  <a:pt x="1082045" y="89270"/>
                  <a:pt x="1085208" y="94340"/>
                  <a:pt x="1089228" y="97720"/>
                </a:cubicBezTo>
                <a:cubicBezTo>
                  <a:pt x="1093249" y="101101"/>
                  <a:pt x="1097052" y="102791"/>
                  <a:pt x="1100637" y="102791"/>
                </a:cubicBezTo>
                <a:cubicBezTo>
                  <a:pt x="1103095" y="102791"/>
                  <a:pt x="1105105" y="102035"/>
                  <a:pt x="1106667" y="100524"/>
                </a:cubicBezTo>
                <a:cubicBezTo>
                  <a:pt x="1108230" y="99014"/>
                  <a:pt x="1109011" y="97183"/>
                  <a:pt x="1109011" y="95031"/>
                </a:cubicBezTo>
                <a:cubicBezTo>
                  <a:pt x="1109011" y="92573"/>
                  <a:pt x="1108242" y="90448"/>
                  <a:pt x="1106706" y="88655"/>
                </a:cubicBezTo>
                <a:cubicBezTo>
                  <a:pt x="1105169" y="86863"/>
                  <a:pt x="1101738" y="84148"/>
                  <a:pt x="1096411" y="80512"/>
                </a:cubicBezTo>
                <a:cubicBezTo>
                  <a:pt x="1088575" y="75083"/>
                  <a:pt x="1083505" y="70934"/>
                  <a:pt x="1081200" y="68066"/>
                </a:cubicBezTo>
                <a:cubicBezTo>
                  <a:pt x="1077820" y="63866"/>
                  <a:pt x="1076130" y="59231"/>
                  <a:pt x="1076130" y="54161"/>
                </a:cubicBezTo>
                <a:cubicBezTo>
                  <a:pt x="1076130" y="48630"/>
                  <a:pt x="1078038" y="43623"/>
                  <a:pt x="1081853" y="39142"/>
                </a:cubicBezTo>
                <a:cubicBezTo>
                  <a:pt x="1085669" y="34661"/>
                  <a:pt x="1091187" y="32420"/>
                  <a:pt x="1098409" y="32420"/>
                </a:cubicBezTo>
                <a:cubicBezTo>
                  <a:pt x="1102301" y="32420"/>
                  <a:pt x="1106066" y="33404"/>
                  <a:pt x="1109702" y="35373"/>
                </a:cubicBezTo>
                <a:cubicBezTo>
                  <a:pt x="1111085" y="36170"/>
                  <a:pt x="1112212" y="36568"/>
                  <a:pt x="1113082" y="36568"/>
                </a:cubicBezTo>
                <a:cubicBezTo>
                  <a:pt x="1114004" y="36568"/>
                  <a:pt x="1114747" y="36376"/>
                  <a:pt x="1115310" y="35992"/>
                </a:cubicBezTo>
                <a:cubicBezTo>
                  <a:pt x="1115874" y="35608"/>
                  <a:pt x="1116770" y="34520"/>
                  <a:pt x="1117999" y="32727"/>
                </a:cubicBezTo>
                <a:lnTo>
                  <a:pt x="1120611" y="32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D871A-B85B-49CB-B3C6-589170D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441" y="2326581"/>
            <a:ext cx="145962" cy="144067"/>
          </a:xfrm>
          <a:custGeom xmlns:a="http://schemas.openxmlformats.org/drawingml/2006/main">
            <a:pathLst>
              <a:path w="145962" h="144067">
                <a:moveTo>
                  <a:pt x="0" y="72033"/>
                </a:moveTo>
                <a:cubicBezTo>
                  <a:pt x="0" y="32250"/>
                  <a:pt x="32675" y="0"/>
                  <a:pt x="72981" y="0"/>
                </a:cubicBezTo>
                <a:cubicBezTo>
                  <a:pt x="113288" y="0"/>
                  <a:pt x="145962" y="32250"/>
                  <a:pt x="145962" y="72033"/>
                </a:cubicBezTo>
                <a:cubicBezTo>
                  <a:pt x="145962" y="111816"/>
                  <a:pt x="113288" y="144067"/>
                  <a:pt x="72981" y="144067"/>
                </a:cubicBezTo>
                <a:cubicBezTo>
                  <a:pt x="32675" y="144067"/>
                  <a:pt x="0" y="111816"/>
                  <a:pt x="0" y="72033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EAE61-7BB6-42E4-98FD-3A11942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916" y="2320057"/>
            <a:ext cx="159011" cy="157115"/>
          </a:xfrm>
          <a:custGeom xmlns:a="http://schemas.openxmlformats.org/drawingml/2006/main">
            <a:pathLst>
              <a:path w="159011" h="157115">
                <a:moveTo>
                  <a:pt x="23301" y="134151"/>
                </a:moveTo>
                <a:lnTo>
                  <a:pt x="35072" y="143737"/>
                </a:lnTo>
                <a:lnTo>
                  <a:pt x="48581" y="150974"/>
                </a:lnTo>
                <a:lnTo>
                  <a:pt x="63350" y="155499"/>
                </a:lnTo>
                <a:lnTo>
                  <a:pt x="71395" y="156711"/>
                </a:lnTo>
                <a:lnTo>
                  <a:pt x="79506" y="157115"/>
                </a:lnTo>
                <a:lnTo>
                  <a:pt x="87616" y="156711"/>
                </a:lnTo>
                <a:lnTo>
                  <a:pt x="95662" y="155499"/>
                </a:lnTo>
                <a:lnTo>
                  <a:pt x="110430" y="150974"/>
                </a:lnTo>
                <a:lnTo>
                  <a:pt x="123939" y="143737"/>
                </a:lnTo>
                <a:lnTo>
                  <a:pt x="135710" y="134151"/>
                </a:lnTo>
                <a:lnTo>
                  <a:pt x="145428" y="122526"/>
                </a:lnTo>
                <a:lnTo>
                  <a:pt x="152773" y="109169"/>
                </a:lnTo>
                <a:lnTo>
                  <a:pt x="157368" y="94559"/>
                </a:lnTo>
                <a:lnTo>
                  <a:pt x="158601" y="86589"/>
                </a:lnTo>
                <a:lnTo>
                  <a:pt x="159011" y="78557"/>
                </a:lnTo>
                <a:lnTo>
                  <a:pt x="158601" y="70526"/>
                </a:lnTo>
                <a:lnTo>
                  <a:pt x="157368" y="62556"/>
                </a:lnTo>
                <a:lnTo>
                  <a:pt x="152773" y="47946"/>
                </a:lnTo>
                <a:lnTo>
                  <a:pt x="145428" y="34589"/>
                </a:lnTo>
                <a:lnTo>
                  <a:pt x="135710" y="22964"/>
                </a:lnTo>
                <a:lnTo>
                  <a:pt x="123939" y="13378"/>
                </a:lnTo>
                <a:lnTo>
                  <a:pt x="110430" y="6141"/>
                </a:lnTo>
                <a:lnTo>
                  <a:pt x="95662" y="1616"/>
                </a:lnTo>
                <a:lnTo>
                  <a:pt x="87616" y="404"/>
                </a:lnTo>
                <a:lnTo>
                  <a:pt x="79506" y="0"/>
                </a:lnTo>
                <a:lnTo>
                  <a:pt x="71395" y="404"/>
                </a:lnTo>
                <a:lnTo>
                  <a:pt x="63350" y="1616"/>
                </a:lnTo>
                <a:lnTo>
                  <a:pt x="48581" y="6141"/>
                </a:lnTo>
                <a:lnTo>
                  <a:pt x="35072" y="13378"/>
                </a:lnTo>
                <a:lnTo>
                  <a:pt x="23301" y="22964"/>
                </a:lnTo>
                <a:lnTo>
                  <a:pt x="13583" y="34589"/>
                </a:lnTo>
                <a:lnTo>
                  <a:pt x="6238" y="47946"/>
                </a:lnTo>
                <a:lnTo>
                  <a:pt x="1643" y="62556"/>
                </a:lnTo>
                <a:lnTo>
                  <a:pt x="411" y="70526"/>
                </a:lnTo>
                <a:lnTo>
                  <a:pt x="0" y="78557"/>
                </a:lnTo>
                <a:lnTo>
                  <a:pt x="411" y="86589"/>
                </a:lnTo>
                <a:lnTo>
                  <a:pt x="1643" y="94559"/>
                </a:lnTo>
                <a:lnTo>
                  <a:pt x="6238" y="109169"/>
                </a:lnTo>
                <a:lnTo>
                  <a:pt x="13583" y="122526"/>
                </a:lnTo>
                <a:lnTo>
                  <a:pt x="23301" y="134151"/>
                </a:lnTo>
                <a:close/>
                <a:moveTo>
                  <a:pt x="13393" y="71853"/>
                </a:moveTo>
                <a:lnTo>
                  <a:pt x="14371" y="65526"/>
                </a:lnTo>
                <a:lnTo>
                  <a:pt x="18281" y="53094"/>
                </a:lnTo>
                <a:lnTo>
                  <a:pt x="24393" y="41979"/>
                </a:lnTo>
                <a:lnTo>
                  <a:pt x="32499" y="32281"/>
                </a:lnTo>
                <a:lnTo>
                  <a:pt x="42330" y="24275"/>
                </a:lnTo>
                <a:lnTo>
                  <a:pt x="53615" y="18229"/>
                </a:lnTo>
                <a:lnTo>
                  <a:pt x="66246" y="14359"/>
                </a:lnTo>
                <a:lnTo>
                  <a:pt x="72693" y="13388"/>
                </a:lnTo>
                <a:lnTo>
                  <a:pt x="79506" y="13049"/>
                </a:lnTo>
                <a:lnTo>
                  <a:pt x="86318" y="13388"/>
                </a:lnTo>
                <a:lnTo>
                  <a:pt x="92767" y="14359"/>
                </a:lnTo>
                <a:lnTo>
                  <a:pt x="105396" y="18229"/>
                </a:lnTo>
                <a:lnTo>
                  <a:pt x="116681" y="24275"/>
                </a:lnTo>
                <a:lnTo>
                  <a:pt x="126511" y="32279"/>
                </a:lnTo>
                <a:lnTo>
                  <a:pt x="134619" y="41979"/>
                </a:lnTo>
                <a:lnTo>
                  <a:pt x="140730" y="53090"/>
                </a:lnTo>
                <a:lnTo>
                  <a:pt x="144639" y="65521"/>
                </a:lnTo>
                <a:lnTo>
                  <a:pt x="145620" y="71861"/>
                </a:lnTo>
                <a:lnTo>
                  <a:pt x="145962" y="78557"/>
                </a:lnTo>
                <a:lnTo>
                  <a:pt x="145620" y="85254"/>
                </a:lnTo>
                <a:lnTo>
                  <a:pt x="144639" y="91594"/>
                </a:lnTo>
                <a:lnTo>
                  <a:pt x="140730" y="104025"/>
                </a:lnTo>
                <a:lnTo>
                  <a:pt x="134619" y="115136"/>
                </a:lnTo>
                <a:lnTo>
                  <a:pt x="126511" y="124836"/>
                </a:lnTo>
                <a:lnTo>
                  <a:pt x="116681" y="132840"/>
                </a:lnTo>
                <a:lnTo>
                  <a:pt x="105396" y="138886"/>
                </a:lnTo>
                <a:lnTo>
                  <a:pt x="92768" y="142755"/>
                </a:lnTo>
                <a:lnTo>
                  <a:pt x="86319" y="143727"/>
                </a:lnTo>
                <a:lnTo>
                  <a:pt x="79506" y="144067"/>
                </a:lnTo>
                <a:lnTo>
                  <a:pt x="72693" y="143727"/>
                </a:lnTo>
                <a:lnTo>
                  <a:pt x="66245" y="142756"/>
                </a:lnTo>
                <a:lnTo>
                  <a:pt x="53615" y="138886"/>
                </a:lnTo>
                <a:lnTo>
                  <a:pt x="42330" y="132840"/>
                </a:lnTo>
                <a:lnTo>
                  <a:pt x="32499" y="124834"/>
                </a:lnTo>
                <a:lnTo>
                  <a:pt x="24393" y="115136"/>
                </a:lnTo>
                <a:lnTo>
                  <a:pt x="18281" y="104021"/>
                </a:lnTo>
                <a:lnTo>
                  <a:pt x="14371" y="91589"/>
                </a:lnTo>
                <a:lnTo>
                  <a:pt x="13393" y="85262"/>
                </a:lnTo>
                <a:lnTo>
                  <a:pt x="13049" y="78557"/>
                </a:lnTo>
                <a:lnTo>
                  <a:pt x="13393" y="71853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D5A5B-5421-438B-B936-7671A347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214" y="2062254"/>
            <a:ext cx="159011" cy="159011"/>
          </a:xfrm>
          <a:custGeom xmlns:a="http://schemas.openxmlformats.org/drawingml/2006/main">
            <a:pathLst>
              <a:path w="159011" h="159011">
                <a:moveTo>
                  <a:pt x="23271" y="135740"/>
                </a:moveTo>
                <a:lnTo>
                  <a:pt x="35040" y="145449"/>
                </a:lnTo>
                <a:lnTo>
                  <a:pt x="48553" y="152785"/>
                </a:lnTo>
                <a:lnTo>
                  <a:pt x="63332" y="157372"/>
                </a:lnTo>
                <a:lnTo>
                  <a:pt x="71386" y="158601"/>
                </a:lnTo>
                <a:lnTo>
                  <a:pt x="79506" y="159011"/>
                </a:lnTo>
                <a:lnTo>
                  <a:pt x="87625" y="158601"/>
                </a:lnTo>
                <a:lnTo>
                  <a:pt x="95679" y="157372"/>
                </a:lnTo>
                <a:lnTo>
                  <a:pt x="110458" y="152785"/>
                </a:lnTo>
                <a:lnTo>
                  <a:pt x="123971" y="145449"/>
                </a:lnTo>
                <a:lnTo>
                  <a:pt x="135740" y="135740"/>
                </a:lnTo>
                <a:lnTo>
                  <a:pt x="145450" y="123972"/>
                </a:lnTo>
                <a:lnTo>
                  <a:pt x="152784" y="110458"/>
                </a:lnTo>
                <a:lnTo>
                  <a:pt x="157372" y="95680"/>
                </a:lnTo>
                <a:lnTo>
                  <a:pt x="158601" y="87625"/>
                </a:lnTo>
                <a:lnTo>
                  <a:pt x="159011" y="79506"/>
                </a:lnTo>
                <a:lnTo>
                  <a:pt x="158601" y="71386"/>
                </a:lnTo>
                <a:lnTo>
                  <a:pt x="157372" y="63332"/>
                </a:lnTo>
                <a:lnTo>
                  <a:pt x="152784" y="48554"/>
                </a:lnTo>
                <a:lnTo>
                  <a:pt x="145450" y="35040"/>
                </a:lnTo>
                <a:lnTo>
                  <a:pt x="135740" y="23271"/>
                </a:lnTo>
                <a:lnTo>
                  <a:pt x="123971" y="13561"/>
                </a:lnTo>
                <a:lnTo>
                  <a:pt x="110458" y="6227"/>
                </a:lnTo>
                <a:lnTo>
                  <a:pt x="95679" y="1639"/>
                </a:lnTo>
                <a:lnTo>
                  <a:pt x="87625" y="410"/>
                </a:lnTo>
                <a:lnTo>
                  <a:pt x="79506" y="0"/>
                </a:lnTo>
                <a:lnTo>
                  <a:pt x="71386" y="410"/>
                </a:lnTo>
                <a:lnTo>
                  <a:pt x="63332" y="1639"/>
                </a:lnTo>
                <a:lnTo>
                  <a:pt x="48553" y="6227"/>
                </a:lnTo>
                <a:lnTo>
                  <a:pt x="35040" y="13561"/>
                </a:lnTo>
                <a:lnTo>
                  <a:pt x="23271" y="23271"/>
                </a:lnTo>
                <a:lnTo>
                  <a:pt x="13561" y="35040"/>
                </a:lnTo>
                <a:lnTo>
                  <a:pt x="6227" y="48554"/>
                </a:lnTo>
                <a:lnTo>
                  <a:pt x="1639" y="63332"/>
                </a:lnTo>
                <a:lnTo>
                  <a:pt x="410" y="71386"/>
                </a:lnTo>
                <a:lnTo>
                  <a:pt x="0" y="79506"/>
                </a:lnTo>
                <a:lnTo>
                  <a:pt x="410" y="87625"/>
                </a:lnTo>
                <a:lnTo>
                  <a:pt x="1639" y="95680"/>
                </a:lnTo>
                <a:lnTo>
                  <a:pt x="6227" y="110458"/>
                </a:lnTo>
                <a:lnTo>
                  <a:pt x="13561" y="123972"/>
                </a:lnTo>
                <a:lnTo>
                  <a:pt x="23271" y="135740"/>
                </a:lnTo>
                <a:close/>
                <a:moveTo>
                  <a:pt x="13393" y="72696"/>
                </a:moveTo>
                <a:lnTo>
                  <a:pt x="14375" y="66265"/>
                </a:lnTo>
                <a:lnTo>
                  <a:pt x="18294" y="53640"/>
                </a:lnTo>
                <a:lnTo>
                  <a:pt x="24414" y="42365"/>
                </a:lnTo>
                <a:lnTo>
                  <a:pt x="32529" y="32529"/>
                </a:lnTo>
                <a:lnTo>
                  <a:pt x="42363" y="24415"/>
                </a:lnTo>
                <a:lnTo>
                  <a:pt x="53641" y="18294"/>
                </a:lnTo>
                <a:lnTo>
                  <a:pt x="66265" y="14375"/>
                </a:lnTo>
                <a:lnTo>
                  <a:pt x="72696" y="13393"/>
                </a:lnTo>
                <a:lnTo>
                  <a:pt x="79506" y="13049"/>
                </a:lnTo>
                <a:lnTo>
                  <a:pt x="86316" y="13393"/>
                </a:lnTo>
                <a:lnTo>
                  <a:pt x="92746" y="14375"/>
                </a:lnTo>
                <a:lnTo>
                  <a:pt x="105370" y="18294"/>
                </a:lnTo>
                <a:lnTo>
                  <a:pt x="116648" y="24415"/>
                </a:lnTo>
                <a:lnTo>
                  <a:pt x="126482" y="32529"/>
                </a:lnTo>
                <a:lnTo>
                  <a:pt x="134595" y="42362"/>
                </a:lnTo>
                <a:lnTo>
                  <a:pt x="140719" y="53643"/>
                </a:lnTo>
                <a:lnTo>
                  <a:pt x="144636" y="66265"/>
                </a:lnTo>
                <a:lnTo>
                  <a:pt x="145618" y="72696"/>
                </a:lnTo>
                <a:lnTo>
                  <a:pt x="145962" y="79506"/>
                </a:lnTo>
                <a:lnTo>
                  <a:pt x="145618" y="86316"/>
                </a:lnTo>
                <a:lnTo>
                  <a:pt x="144636" y="92747"/>
                </a:lnTo>
                <a:lnTo>
                  <a:pt x="140719" y="105368"/>
                </a:lnTo>
                <a:lnTo>
                  <a:pt x="134595" y="116650"/>
                </a:lnTo>
                <a:lnTo>
                  <a:pt x="126482" y="126482"/>
                </a:lnTo>
                <a:lnTo>
                  <a:pt x="116649" y="134595"/>
                </a:lnTo>
                <a:lnTo>
                  <a:pt x="105367" y="140719"/>
                </a:lnTo>
                <a:lnTo>
                  <a:pt x="92748" y="144636"/>
                </a:lnTo>
                <a:lnTo>
                  <a:pt x="86310" y="145619"/>
                </a:lnTo>
                <a:lnTo>
                  <a:pt x="79506" y="145962"/>
                </a:lnTo>
                <a:lnTo>
                  <a:pt x="72702" y="145619"/>
                </a:lnTo>
                <a:lnTo>
                  <a:pt x="66263" y="144636"/>
                </a:lnTo>
                <a:lnTo>
                  <a:pt x="53644" y="140719"/>
                </a:lnTo>
                <a:lnTo>
                  <a:pt x="42362" y="134595"/>
                </a:lnTo>
                <a:lnTo>
                  <a:pt x="32529" y="126482"/>
                </a:lnTo>
                <a:lnTo>
                  <a:pt x="24414" y="116647"/>
                </a:lnTo>
                <a:lnTo>
                  <a:pt x="18294" y="105371"/>
                </a:lnTo>
                <a:lnTo>
                  <a:pt x="14375" y="92746"/>
                </a:lnTo>
                <a:lnTo>
                  <a:pt x="13393" y="86316"/>
                </a:lnTo>
                <a:lnTo>
                  <a:pt x="13049" y="79506"/>
                </a:lnTo>
                <a:lnTo>
                  <a:pt x="13393" y="72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4813B-0394-445A-A768-AB8ED997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955" y="2560800"/>
            <a:ext cx="159011" cy="157115"/>
          </a:xfrm>
          <a:custGeom xmlns:a="http://schemas.openxmlformats.org/drawingml/2006/main">
            <a:pathLst>
              <a:path w="159011" h="157115">
                <a:moveTo>
                  <a:pt x="23301" y="134151"/>
                </a:moveTo>
                <a:lnTo>
                  <a:pt x="35072" y="143737"/>
                </a:lnTo>
                <a:lnTo>
                  <a:pt x="48581" y="150974"/>
                </a:lnTo>
                <a:lnTo>
                  <a:pt x="63349" y="155499"/>
                </a:lnTo>
                <a:lnTo>
                  <a:pt x="71395" y="156711"/>
                </a:lnTo>
                <a:lnTo>
                  <a:pt x="79506" y="157115"/>
                </a:lnTo>
                <a:lnTo>
                  <a:pt x="87616" y="156711"/>
                </a:lnTo>
                <a:lnTo>
                  <a:pt x="95662" y="155499"/>
                </a:lnTo>
                <a:lnTo>
                  <a:pt x="110430" y="150974"/>
                </a:lnTo>
                <a:lnTo>
                  <a:pt x="123939" y="143737"/>
                </a:lnTo>
                <a:lnTo>
                  <a:pt x="135710" y="134151"/>
                </a:lnTo>
                <a:lnTo>
                  <a:pt x="145428" y="122526"/>
                </a:lnTo>
                <a:lnTo>
                  <a:pt x="152773" y="109169"/>
                </a:lnTo>
                <a:lnTo>
                  <a:pt x="157368" y="94559"/>
                </a:lnTo>
                <a:lnTo>
                  <a:pt x="158600" y="86589"/>
                </a:lnTo>
                <a:lnTo>
                  <a:pt x="159011" y="78558"/>
                </a:lnTo>
                <a:lnTo>
                  <a:pt x="158600" y="70527"/>
                </a:lnTo>
                <a:lnTo>
                  <a:pt x="157368" y="62557"/>
                </a:lnTo>
                <a:lnTo>
                  <a:pt x="152773" y="47946"/>
                </a:lnTo>
                <a:lnTo>
                  <a:pt x="145428" y="34589"/>
                </a:lnTo>
                <a:lnTo>
                  <a:pt x="135710" y="22964"/>
                </a:lnTo>
                <a:lnTo>
                  <a:pt x="123939" y="13378"/>
                </a:lnTo>
                <a:lnTo>
                  <a:pt x="110430" y="6141"/>
                </a:lnTo>
                <a:lnTo>
                  <a:pt x="95662" y="1616"/>
                </a:lnTo>
                <a:lnTo>
                  <a:pt x="87616" y="404"/>
                </a:lnTo>
                <a:lnTo>
                  <a:pt x="79506" y="0"/>
                </a:lnTo>
                <a:lnTo>
                  <a:pt x="71395" y="404"/>
                </a:lnTo>
                <a:lnTo>
                  <a:pt x="63349" y="1616"/>
                </a:lnTo>
                <a:lnTo>
                  <a:pt x="48581" y="6141"/>
                </a:lnTo>
                <a:lnTo>
                  <a:pt x="35072" y="13378"/>
                </a:lnTo>
                <a:lnTo>
                  <a:pt x="23301" y="22964"/>
                </a:lnTo>
                <a:lnTo>
                  <a:pt x="13583" y="34589"/>
                </a:lnTo>
                <a:lnTo>
                  <a:pt x="6238" y="47946"/>
                </a:lnTo>
                <a:lnTo>
                  <a:pt x="1643" y="62557"/>
                </a:lnTo>
                <a:lnTo>
                  <a:pt x="411" y="70527"/>
                </a:lnTo>
                <a:lnTo>
                  <a:pt x="0" y="78558"/>
                </a:lnTo>
                <a:lnTo>
                  <a:pt x="411" y="86589"/>
                </a:lnTo>
                <a:lnTo>
                  <a:pt x="1643" y="94559"/>
                </a:lnTo>
                <a:lnTo>
                  <a:pt x="6238" y="109169"/>
                </a:lnTo>
                <a:lnTo>
                  <a:pt x="13583" y="122526"/>
                </a:lnTo>
                <a:lnTo>
                  <a:pt x="23301" y="134151"/>
                </a:lnTo>
                <a:close/>
                <a:moveTo>
                  <a:pt x="13391" y="71861"/>
                </a:moveTo>
                <a:lnTo>
                  <a:pt x="14371" y="65526"/>
                </a:lnTo>
                <a:lnTo>
                  <a:pt x="18281" y="53094"/>
                </a:lnTo>
                <a:lnTo>
                  <a:pt x="24393" y="41979"/>
                </a:lnTo>
                <a:lnTo>
                  <a:pt x="32499" y="32281"/>
                </a:lnTo>
                <a:lnTo>
                  <a:pt x="42330" y="24275"/>
                </a:lnTo>
                <a:lnTo>
                  <a:pt x="53615" y="18229"/>
                </a:lnTo>
                <a:lnTo>
                  <a:pt x="66245" y="14359"/>
                </a:lnTo>
                <a:lnTo>
                  <a:pt x="72692" y="13388"/>
                </a:lnTo>
                <a:lnTo>
                  <a:pt x="79506" y="13049"/>
                </a:lnTo>
                <a:lnTo>
                  <a:pt x="86319" y="13388"/>
                </a:lnTo>
                <a:lnTo>
                  <a:pt x="92766" y="14359"/>
                </a:lnTo>
                <a:lnTo>
                  <a:pt x="105396" y="18229"/>
                </a:lnTo>
                <a:lnTo>
                  <a:pt x="116681" y="24275"/>
                </a:lnTo>
                <a:lnTo>
                  <a:pt x="126511" y="32279"/>
                </a:lnTo>
                <a:lnTo>
                  <a:pt x="134619" y="41979"/>
                </a:lnTo>
                <a:lnTo>
                  <a:pt x="140729" y="53090"/>
                </a:lnTo>
                <a:lnTo>
                  <a:pt x="144640" y="65526"/>
                </a:lnTo>
                <a:lnTo>
                  <a:pt x="145620" y="71861"/>
                </a:lnTo>
                <a:lnTo>
                  <a:pt x="145962" y="78558"/>
                </a:lnTo>
                <a:lnTo>
                  <a:pt x="145620" y="85254"/>
                </a:lnTo>
                <a:lnTo>
                  <a:pt x="144640" y="91589"/>
                </a:lnTo>
                <a:lnTo>
                  <a:pt x="140729" y="104025"/>
                </a:lnTo>
                <a:lnTo>
                  <a:pt x="134619" y="115136"/>
                </a:lnTo>
                <a:lnTo>
                  <a:pt x="126511" y="124836"/>
                </a:lnTo>
                <a:lnTo>
                  <a:pt x="116681" y="132840"/>
                </a:lnTo>
                <a:lnTo>
                  <a:pt x="105396" y="138886"/>
                </a:lnTo>
                <a:lnTo>
                  <a:pt x="92766" y="142756"/>
                </a:lnTo>
                <a:lnTo>
                  <a:pt x="86319" y="143727"/>
                </a:lnTo>
                <a:lnTo>
                  <a:pt x="79506" y="144067"/>
                </a:lnTo>
                <a:lnTo>
                  <a:pt x="72693" y="143727"/>
                </a:lnTo>
                <a:lnTo>
                  <a:pt x="66245" y="142756"/>
                </a:lnTo>
                <a:lnTo>
                  <a:pt x="53615" y="138886"/>
                </a:lnTo>
                <a:lnTo>
                  <a:pt x="42330" y="132841"/>
                </a:lnTo>
                <a:lnTo>
                  <a:pt x="32499" y="124834"/>
                </a:lnTo>
                <a:lnTo>
                  <a:pt x="24393" y="115137"/>
                </a:lnTo>
                <a:lnTo>
                  <a:pt x="18281" y="104021"/>
                </a:lnTo>
                <a:lnTo>
                  <a:pt x="14371" y="91589"/>
                </a:lnTo>
                <a:lnTo>
                  <a:pt x="13391" y="85254"/>
                </a:lnTo>
                <a:lnTo>
                  <a:pt x="13049" y="78558"/>
                </a:lnTo>
                <a:lnTo>
                  <a:pt x="13391" y="718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D4196-003A-4D8D-A2B3-6F52E502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39" y="2532366"/>
            <a:ext cx="159012" cy="157115"/>
          </a:xfrm>
          <a:custGeom xmlns:a="http://schemas.openxmlformats.org/drawingml/2006/main">
            <a:pathLst>
              <a:path w="159012" h="157115">
                <a:moveTo>
                  <a:pt x="23302" y="134151"/>
                </a:moveTo>
                <a:lnTo>
                  <a:pt x="35073" y="143737"/>
                </a:lnTo>
                <a:lnTo>
                  <a:pt x="48582" y="150974"/>
                </a:lnTo>
                <a:lnTo>
                  <a:pt x="63350" y="155499"/>
                </a:lnTo>
                <a:lnTo>
                  <a:pt x="71395" y="156711"/>
                </a:lnTo>
                <a:lnTo>
                  <a:pt x="79506" y="157115"/>
                </a:lnTo>
                <a:lnTo>
                  <a:pt x="87617" y="156711"/>
                </a:lnTo>
                <a:lnTo>
                  <a:pt x="95662" y="155499"/>
                </a:lnTo>
                <a:lnTo>
                  <a:pt x="110430" y="150974"/>
                </a:lnTo>
                <a:lnTo>
                  <a:pt x="123939" y="143737"/>
                </a:lnTo>
                <a:lnTo>
                  <a:pt x="135710" y="134151"/>
                </a:lnTo>
                <a:lnTo>
                  <a:pt x="145428" y="122526"/>
                </a:lnTo>
                <a:lnTo>
                  <a:pt x="152774" y="109169"/>
                </a:lnTo>
                <a:lnTo>
                  <a:pt x="157368" y="94559"/>
                </a:lnTo>
                <a:lnTo>
                  <a:pt x="158601" y="86589"/>
                </a:lnTo>
                <a:lnTo>
                  <a:pt x="159012" y="78558"/>
                </a:lnTo>
                <a:lnTo>
                  <a:pt x="158601" y="70527"/>
                </a:lnTo>
                <a:lnTo>
                  <a:pt x="157368" y="62557"/>
                </a:lnTo>
                <a:lnTo>
                  <a:pt x="152774" y="47946"/>
                </a:lnTo>
                <a:lnTo>
                  <a:pt x="145428" y="34589"/>
                </a:lnTo>
                <a:lnTo>
                  <a:pt x="135710" y="22964"/>
                </a:lnTo>
                <a:lnTo>
                  <a:pt x="123939" y="13378"/>
                </a:lnTo>
                <a:lnTo>
                  <a:pt x="110430" y="6141"/>
                </a:lnTo>
                <a:lnTo>
                  <a:pt x="95662" y="1616"/>
                </a:lnTo>
                <a:lnTo>
                  <a:pt x="87617" y="404"/>
                </a:lnTo>
                <a:lnTo>
                  <a:pt x="79506" y="0"/>
                </a:lnTo>
                <a:lnTo>
                  <a:pt x="71395" y="404"/>
                </a:lnTo>
                <a:lnTo>
                  <a:pt x="63350" y="1616"/>
                </a:lnTo>
                <a:lnTo>
                  <a:pt x="48582" y="6141"/>
                </a:lnTo>
                <a:lnTo>
                  <a:pt x="35073" y="13378"/>
                </a:lnTo>
                <a:lnTo>
                  <a:pt x="23302" y="22964"/>
                </a:lnTo>
                <a:lnTo>
                  <a:pt x="13584" y="34589"/>
                </a:lnTo>
                <a:lnTo>
                  <a:pt x="6238" y="47946"/>
                </a:lnTo>
                <a:lnTo>
                  <a:pt x="1644" y="62557"/>
                </a:lnTo>
                <a:lnTo>
                  <a:pt x="411" y="70527"/>
                </a:lnTo>
                <a:lnTo>
                  <a:pt x="0" y="78558"/>
                </a:lnTo>
                <a:lnTo>
                  <a:pt x="411" y="86589"/>
                </a:lnTo>
                <a:lnTo>
                  <a:pt x="1644" y="94559"/>
                </a:lnTo>
                <a:lnTo>
                  <a:pt x="6238" y="109169"/>
                </a:lnTo>
                <a:lnTo>
                  <a:pt x="13584" y="122526"/>
                </a:lnTo>
                <a:lnTo>
                  <a:pt x="23302" y="134151"/>
                </a:lnTo>
                <a:close/>
                <a:moveTo>
                  <a:pt x="13392" y="71861"/>
                </a:moveTo>
                <a:lnTo>
                  <a:pt x="14373" y="65521"/>
                </a:lnTo>
                <a:lnTo>
                  <a:pt x="18282" y="53090"/>
                </a:lnTo>
                <a:lnTo>
                  <a:pt x="24395" y="41976"/>
                </a:lnTo>
                <a:lnTo>
                  <a:pt x="32498" y="32282"/>
                </a:lnTo>
                <a:lnTo>
                  <a:pt x="42331" y="24275"/>
                </a:lnTo>
                <a:lnTo>
                  <a:pt x="53616" y="18229"/>
                </a:lnTo>
                <a:lnTo>
                  <a:pt x="66245" y="14359"/>
                </a:lnTo>
                <a:lnTo>
                  <a:pt x="72693" y="13388"/>
                </a:lnTo>
                <a:lnTo>
                  <a:pt x="79506" y="13048"/>
                </a:lnTo>
                <a:lnTo>
                  <a:pt x="86319" y="13388"/>
                </a:lnTo>
                <a:lnTo>
                  <a:pt x="92767" y="14359"/>
                </a:lnTo>
                <a:lnTo>
                  <a:pt x="105396" y="18229"/>
                </a:lnTo>
                <a:lnTo>
                  <a:pt x="116681" y="24275"/>
                </a:lnTo>
                <a:lnTo>
                  <a:pt x="126514" y="32282"/>
                </a:lnTo>
                <a:lnTo>
                  <a:pt x="134617" y="41976"/>
                </a:lnTo>
                <a:lnTo>
                  <a:pt x="140730" y="53090"/>
                </a:lnTo>
                <a:lnTo>
                  <a:pt x="144639" y="65521"/>
                </a:lnTo>
                <a:lnTo>
                  <a:pt x="145620" y="71861"/>
                </a:lnTo>
                <a:lnTo>
                  <a:pt x="145963" y="78558"/>
                </a:lnTo>
                <a:lnTo>
                  <a:pt x="145620" y="85254"/>
                </a:lnTo>
                <a:lnTo>
                  <a:pt x="144639" y="91594"/>
                </a:lnTo>
                <a:lnTo>
                  <a:pt x="140730" y="104025"/>
                </a:lnTo>
                <a:lnTo>
                  <a:pt x="134617" y="115139"/>
                </a:lnTo>
                <a:lnTo>
                  <a:pt x="126513" y="124834"/>
                </a:lnTo>
                <a:lnTo>
                  <a:pt x="116681" y="132840"/>
                </a:lnTo>
                <a:lnTo>
                  <a:pt x="105397" y="138886"/>
                </a:lnTo>
                <a:lnTo>
                  <a:pt x="92766" y="142756"/>
                </a:lnTo>
                <a:lnTo>
                  <a:pt x="86318" y="143727"/>
                </a:lnTo>
                <a:lnTo>
                  <a:pt x="79506" y="144067"/>
                </a:lnTo>
                <a:lnTo>
                  <a:pt x="72694" y="143727"/>
                </a:lnTo>
                <a:lnTo>
                  <a:pt x="66246" y="142756"/>
                </a:lnTo>
                <a:lnTo>
                  <a:pt x="53615" y="138886"/>
                </a:lnTo>
                <a:lnTo>
                  <a:pt x="42331" y="132840"/>
                </a:lnTo>
                <a:lnTo>
                  <a:pt x="32499" y="124834"/>
                </a:lnTo>
                <a:lnTo>
                  <a:pt x="24395" y="115139"/>
                </a:lnTo>
                <a:lnTo>
                  <a:pt x="18282" y="104025"/>
                </a:lnTo>
                <a:lnTo>
                  <a:pt x="14373" y="91594"/>
                </a:lnTo>
                <a:lnTo>
                  <a:pt x="13392" y="85254"/>
                </a:lnTo>
                <a:lnTo>
                  <a:pt x="13049" y="78558"/>
                </a:lnTo>
                <a:lnTo>
                  <a:pt x="13392" y="718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E0F0D-9E93-49C0-A2E8-955EEF08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113" y="2041402"/>
            <a:ext cx="159011" cy="159011"/>
          </a:xfrm>
          <a:custGeom xmlns:a="http://schemas.openxmlformats.org/drawingml/2006/main">
            <a:pathLst>
              <a:path w="159011" h="159011">
                <a:moveTo>
                  <a:pt x="23271" y="135740"/>
                </a:moveTo>
                <a:lnTo>
                  <a:pt x="35040" y="145449"/>
                </a:lnTo>
                <a:lnTo>
                  <a:pt x="48553" y="152785"/>
                </a:lnTo>
                <a:lnTo>
                  <a:pt x="63332" y="157372"/>
                </a:lnTo>
                <a:lnTo>
                  <a:pt x="71386" y="158601"/>
                </a:lnTo>
                <a:lnTo>
                  <a:pt x="79505" y="159011"/>
                </a:lnTo>
                <a:lnTo>
                  <a:pt x="87625" y="158601"/>
                </a:lnTo>
                <a:lnTo>
                  <a:pt x="95679" y="157372"/>
                </a:lnTo>
                <a:lnTo>
                  <a:pt x="110458" y="152785"/>
                </a:lnTo>
                <a:lnTo>
                  <a:pt x="123971" y="145449"/>
                </a:lnTo>
                <a:lnTo>
                  <a:pt x="135740" y="135740"/>
                </a:lnTo>
                <a:lnTo>
                  <a:pt x="145450" y="123972"/>
                </a:lnTo>
                <a:lnTo>
                  <a:pt x="152784" y="110458"/>
                </a:lnTo>
                <a:lnTo>
                  <a:pt x="157372" y="95680"/>
                </a:lnTo>
                <a:lnTo>
                  <a:pt x="158601" y="87625"/>
                </a:lnTo>
                <a:lnTo>
                  <a:pt x="159011" y="79506"/>
                </a:lnTo>
                <a:lnTo>
                  <a:pt x="158601" y="71386"/>
                </a:lnTo>
                <a:lnTo>
                  <a:pt x="157372" y="63332"/>
                </a:lnTo>
                <a:lnTo>
                  <a:pt x="152784" y="48553"/>
                </a:lnTo>
                <a:lnTo>
                  <a:pt x="145450" y="35040"/>
                </a:lnTo>
                <a:lnTo>
                  <a:pt x="135740" y="23271"/>
                </a:lnTo>
                <a:lnTo>
                  <a:pt x="123971" y="13561"/>
                </a:lnTo>
                <a:lnTo>
                  <a:pt x="110458" y="6227"/>
                </a:lnTo>
                <a:lnTo>
                  <a:pt x="95679" y="1639"/>
                </a:lnTo>
                <a:lnTo>
                  <a:pt x="87625" y="410"/>
                </a:lnTo>
                <a:lnTo>
                  <a:pt x="79505" y="0"/>
                </a:lnTo>
                <a:lnTo>
                  <a:pt x="71386" y="410"/>
                </a:lnTo>
                <a:lnTo>
                  <a:pt x="63332" y="1639"/>
                </a:lnTo>
                <a:lnTo>
                  <a:pt x="48553" y="6227"/>
                </a:lnTo>
                <a:lnTo>
                  <a:pt x="35040" y="13561"/>
                </a:lnTo>
                <a:lnTo>
                  <a:pt x="23271" y="23271"/>
                </a:lnTo>
                <a:lnTo>
                  <a:pt x="13561" y="35040"/>
                </a:lnTo>
                <a:lnTo>
                  <a:pt x="6227" y="48553"/>
                </a:lnTo>
                <a:lnTo>
                  <a:pt x="1639" y="63332"/>
                </a:lnTo>
                <a:lnTo>
                  <a:pt x="410" y="71386"/>
                </a:lnTo>
                <a:lnTo>
                  <a:pt x="0" y="79506"/>
                </a:lnTo>
                <a:lnTo>
                  <a:pt x="410" y="87625"/>
                </a:lnTo>
                <a:lnTo>
                  <a:pt x="1639" y="95680"/>
                </a:lnTo>
                <a:lnTo>
                  <a:pt x="6227" y="110458"/>
                </a:lnTo>
                <a:lnTo>
                  <a:pt x="13561" y="123972"/>
                </a:lnTo>
                <a:lnTo>
                  <a:pt x="23271" y="135740"/>
                </a:lnTo>
                <a:close/>
                <a:moveTo>
                  <a:pt x="13393" y="72696"/>
                </a:moveTo>
                <a:lnTo>
                  <a:pt x="14375" y="66265"/>
                </a:lnTo>
                <a:lnTo>
                  <a:pt x="18292" y="53643"/>
                </a:lnTo>
                <a:lnTo>
                  <a:pt x="24415" y="42363"/>
                </a:lnTo>
                <a:lnTo>
                  <a:pt x="32527" y="32531"/>
                </a:lnTo>
                <a:lnTo>
                  <a:pt x="42363" y="24415"/>
                </a:lnTo>
                <a:lnTo>
                  <a:pt x="53641" y="18294"/>
                </a:lnTo>
                <a:lnTo>
                  <a:pt x="66265" y="14375"/>
                </a:lnTo>
                <a:lnTo>
                  <a:pt x="72695" y="13393"/>
                </a:lnTo>
                <a:lnTo>
                  <a:pt x="79506" y="13049"/>
                </a:lnTo>
                <a:lnTo>
                  <a:pt x="86315" y="13393"/>
                </a:lnTo>
                <a:lnTo>
                  <a:pt x="92746" y="14375"/>
                </a:lnTo>
                <a:lnTo>
                  <a:pt x="105370" y="18294"/>
                </a:lnTo>
                <a:lnTo>
                  <a:pt x="116645" y="24413"/>
                </a:lnTo>
                <a:lnTo>
                  <a:pt x="126482" y="32529"/>
                </a:lnTo>
                <a:lnTo>
                  <a:pt x="134598" y="42366"/>
                </a:lnTo>
                <a:lnTo>
                  <a:pt x="140717" y="53640"/>
                </a:lnTo>
                <a:lnTo>
                  <a:pt x="144637" y="66265"/>
                </a:lnTo>
                <a:lnTo>
                  <a:pt x="145618" y="72696"/>
                </a:lnTo>
                <a:lnTo>
                  <a:pt x="145962" y="79506"/>
                </a:lnTo>
                <a:lnTo>
                  <a:pt x="145618" y="86316"/>
                </a:lnTo>
                <a:lnTo>
                  <a:pt x="144636" y="92746"/>
                </a:lnTo>
                <a:lnTo>
                  <a:pt x="140717" y="105371"/>
                </a:lnTo>
                <a:lnTo>
                  <a:pt x="134597" y="116647"/>
                </a:lnTo>
                <a:lnTo>
                  <a:pt x="126482" y="126482"/>
                </a:lnTo>
                <a:lnTo>
                  <a:pt x="116647" y="134597"/>
                </a:lnTo>
                <a:lnTo>
                  <a:pt x="105367" y="140719"/>
                </a:lnTo>
                <a:lnTo>
                  <a:pt x="92748" y="144636"/>
                </a:lnTo>
                <a:lnTo>
                  <a:pt x="86309" y="145619"/>
                </a:lnTo>
                <a:lnTo>
                  <a:pt x="79506" y="145962"/>
                </a:lnTo>
                <a:lnTo>
                  <a:pt x="72701" y="145619"/>
                </a:lnTo>
                <a:lnTo>
                  <a:pt x="66263" y="144636"/>
                </a:lnTo>
                <a:lnTo>
                  <a:pt x="53644" y="140719"/>
                </a:lnTo>
                <a:lnTo>
                  <a:pt x="42362" y="134595"/>
                </a:lnTo>
                <a:lnTo>
                  <a:pt x="32527" y="126480"/>
                </a:lnTo>
                <a:lnTo>
                  <a:pt x="24416" y="116650"/>
                </a:lnTo>
                <a:lnTo>
                  <a:pt x="18292" y="105368"/>
                </a:lnTo>
                <a:lnTo>
                  <a:pt x="14375" y="92747"/>
                </a:lnTo>
                <a:lnTo>
                  <a:pt x="13393" y="86316"/>
                </a:lnTo>
                <a:lnTo>
                  <a:pt x="13049" y="79506"/>
                </a:lnTo>
                <a:lnTo>
                  <a:pt x="13393" y="72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BBD64-67BD-4177-A7BF-417E181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209" y="2191970"/>
            <a:ext cx="188474" cy="214953"/>
          </a:xfrm>
          <a:custGeom xmlns:a="http://schemas.openxmlformats.org/drawingml/2006/main">
            <a:pathLst>
              <a:path w="188474" h="214953">
                <a:moveTo>
                  <a:pt x="162259" y="67808"/>
                </a:moveTo>
                <a:lnTo>
                  <a:pt x="162190" y="68249"/>
                </a:lnTo>
                <a:lnTo>
                  <a:pt x="162152" y="68687"/>
                </a:lnTo>
                <a:lnTo>
                  <a:pt x="162143" y="69122"/>
                </a:lnTo>
                <a:lnTo>
                  <a:pt x="162163" y="69553"/>
                </a:lnTo>
                <a:lnTo>
                  <a:pt x="162211" y="69978"/>
                </a:lnTo>
                <a:lnTo>
                  <a:pt x="162286" y="70395"/>
                </a:lnTo>
                <a:lnTo>
                  <a:pt x="162388" y="70805"/>
                </a:lnTo>
                <a:lnTo>
                  <a:pt x="162516" y="71205"/>
                </a:lnTo>
                <a:lnTo>
                  <a:pt x="162669" y="71595"/>
                </a:lnTo>
                <a:lnTo>
                  <a:pt x="162846" y="71974"/>
                </a:lnTo>
                <a:lnTo>
                  <a:pt x="163047" y="72339"/>
                </a:lnTo>
                <a:lnTo>
                  <a:pt x="163270" y="72692"/>
                </a:lnTo>
                <a:lnTo>
                  <a:pt x="163515" y="73029"/>
                </a:lnTo>
                <a:lnTo>
                  <a:pt x="163781" y="73350"/>
                </a:lnTo>
                <a:lnTo>
                  <a:pt x="164068" y="73654"/>
                </a:lnTo>
                <a:lnTo>
                  <a:pt x="164374" y="73940"/>
                </a:lnTo>
                <a:lnTo>
                  <a:pt x="164699" y="74206"/>
                </a:lnTo>
                <a:lnTo>
                  <a:pt x="165042" y="74452"/>
                </a:lnTo>
                <a:lnTo>
                  <a:pt x="165403" y="74676"/>
                </a:lnTo>
                <a:lnTo>
                  <a:pt x="165780" y="74877"/>
                </a:lnTo>
                <a:lnTo>
                  <a:pt x="166173" y="75054"/>
                </a:lnTo>
                <a:lnTo>
                  <a:pt x="166580" y="75206"/>
                </a:lnTo>
                <a:lnTo>
                  <a:pt x="167002" y="75332"/>
                </a:lnTo>
                <a:lnTo>
                  <a:pt x="167438" y="75430"/>
                </a:lnTo>
                <a:lnTo>
                  <a:pt x="167879" y="75499"/>
                </a:lnTo>
                <a:lnTo>
                  <a:pt x="168317" y="75538"/>
                </a:lnTo>
                <a:lnTo>
                  <a:pt x="168752" y="75547"/>
                </a:lnTo>
                <a:lnTo>
                  <a:pt x="169183" y="75527"/>
                </a:lnTo>
                <a:lnTo>
                  <a:pt x="169607" y="75478"/>
                </a:lnTo>
                <a:lnTo>
                  <a:pt x="170025" y="75403"/>
                </a:lnTo>
                <a:lnTo>
                  <a:pt x="170434" y="75301"/>
                </a:lnTo>
                <a:lnTo>
                  <a:pt x="170835" y="75173"/>
                </a:lnTo>
                <a:lnTo>
                  <a:pt x="171225" y="75021"/>
                </a:lnTo>
                <a:lnTo>
                  <a:pt x="171603" y="74843"/>
                </a:lnTo>
                <a:lnTo>
                  <a:pt x="171969" y="74643"/>
                </a:lnTo>
                <a:lnTo>
                  <a:pt x="172321" y="74420"/>
                </a:lnTo>
                <a:lnTo>
                  <a:pt x="172658" y="74175"/>
                </a:lnTo>
                <a:lnTo>
                  <a:pt x="172980" y="73908"/>
                </a:lnTo>
                <a:lnTo>
                  <a:pt x="173284" y="73622"/>
                </a:lnTo>
                <a:lnTo>
                  <a:pt x="173569" y="73316"/>
                </a:lnTo>
                <a:lnTo>
                  <a:pt x="173836" y="72990"/>
                </a:lnTo>
                <a:lnTo>
                  <a:pt x="174081" y="72647"/>
                </a:lnTo>
                <a:lnTo>
                  <a:pt x="174305" y="72287"/>
                </a:lnTo>
                <a:lnTo>
                  <a:pt x="174506" y="71910"/>
                </a:lnTo>
                <a:lnTo>
                  <a:pt x="174684" y="71517"/>
                </a:lnTo>
                <a:lnTo>
                  <a:pt x="174836" y="71109"/>
                </a:lnTo>
                <a:lnTo>
                  <a:pt x="174962" y="70687"/>
                </a:lnTo>
                <a:lnTo>
                  <a:pt x="175060" y="70252"/>
                </a:lnTo>
                <a:lnTo>
                  <a:pt x="188474" y="0"/>
                </a:lnTo>
                <a:lnTo>
                  <a:pt x="120719" y="22904"/>
                </a:lnTo>
                <a:lnTo>
                  <a:pt x="120302" y="23061"/>
                </a:lnTo>
                <a:lnTo>
                  <a:pt x="119901" y="23244"/>
                </a:lnTo>
                <a:lnTo>
                  <a:pt x="119518" y="23450"/>
                </a:lnTo>
                <a:lnTo>
                  <a:pt x="119153" y="23679"/>
                </a:lnTo>
                <a:lnTo>
                  <a:pt x="118807" y="23930"/>
                </a:lnTo>
                <a:lnTo>
                  <a:pt x="118481" y="24201"/>
                </a:lnTo>
                <a:lnTo>
                  <a:pt x="118174" y="24492"/>
                </a:lnTo>
                <a:lnTo>
                  <a:pt x="117889" y="24800"/>
                </a:lnTo>
                <a:lnTo>
                  <a:pt x="117624" y="25125"/>
                </a:lnTo>
                <a:lnTo>
                  <a:pt x="117382" y="25465"/>
                </a:lnTo>
                <a:lnTo>
                  <a:pt x="117162" y="25820"/>
                </a:lnTo>
                <a:lnTo>
                  <a:pt x="116965" y="26188"/>
                </a:lnTo>
                <a:lnTo>
                  <a:pt x="116793" y="26567"/>
                </a:lnTo>
                <a:lnTo>
                  <a:pt x="116644" y="26957"/>
                </a:lnTo>
                <a:lnTo>
                  <a:pt x="116520" y="27356"/>
                </a:lnTo>
                <a:lnTo>
                  <a:pt x="116422" y="27763"/>
                </a:lnTo>
                <a:lnTo>
                  <a:pt x="116351" y="28177"/>
                </a:lnTo>
                <a:lnTo>
                  <a:pt x="116306" y="28597"/>
                </a:lnTo>
                <a:lnTo>
                  <a:pt x="116288" y="29021"/>
                </a:lnTo>
                <a:lnTo>
                  <a:pt x="116298" y="29448"/>
                </a:lnTo>
                <a:lnTo>
                  <a:pt x="116338" y="29877"/>
                </a:lnTo>
                <a:lnTo>
                  <a:pt x="116406" y="30307"/>
                </a:lnTo>
                <a:lnTo>
                  <a:pt x="116504" y="30736"/>
                </a:lnTo>
                <a:lnTo>
                  <a:pt x="116633" y="31164"/>
                </a:lnTo>
                <a:lnTo>
                  <a:pt x="116790" y="31582"/>
                </a:lnTo>
                <a:lnTo>
                  <a:pt x="116972" y="31982"/>
                </a:lnTo>
                <a:lnTo>
                  <a:pt x="117179" y="32365"/>
                </a:lnTo>
                <a:lnTo>
                  <a:pt x="117408" y="32730"/>
                </a:lnTo>
                <a:lnTo>
                  <a:pt x="117659" y="33076"/>
                </a:lnTo>
                <a:lnTo>
                  <a:pt x="117930" y="33403"/>
                </a:lnTo>
                <a:lnTo>
                  <a:pt x="118220" y="33709"/>
                </a:lnTo>
                <a:lnTo>
                  <a:pt x="118529" y="33995"/>
                </a:lnTo>
                <a:lnTo>
                  <a:pt x="118854" y="34259"/>
                </a:lnTo>
                <a:lnTo>
                  <a:pt x="119194" y="34501"/>
                </a:lnTo>
                <a:lnTo>
                  <a:pt x="119549" y="34721"/>
                </a:lnTo>
                <a:lnTo>
                  <a:pt x="119916" y="34918"/>
                </a:lnTo>
                <a:lnTo>
                  <a:pt x="120296" y="35090"/>
                </a:lnTo>
                <a:lnTo>
                  <a:pt x="120686" y="35239"/>
                </a:lnTo>
                <a:lnTo>
                  <a:pt x="121085" y="35363"/>
                </a:lnTo>
                <a:lnTo>
                  <a:pt x="121492" y="35460"/>
                </a:lnTo>
                <a:lnTo>
                  <a:pt x="121906" y="35532"/>
                </a:lnTo>
                <a:lnTo>
                  <a:pt x="122326" y="35577"/>
                </a:lnTo>
                <a:lnTo>
                  <a:pt x="122750" y="35595"/>
                </a:lnTo>
                <a:lnTo>
                  <a:pt x="123177" y="35584"/>
                </a:lnTo>
                <a:lnTo>
                  <a:pt x="123606" y="35545"/>
                </a:lnTo>
                <a:lnTo>
                  <a:pt x="124036" y="35477"/>
                </a:lnTo>
                <a:lnTo>
                  <a:pt x="124465" y="35379"/>
                </a:lnTo>
                <a:lnTo>
                  <a:pt x="124892" y="35250"/>
                </a:lnTo>
                <a:lnTo>
                  <a:pt x="159232" y="23642"/>
                </a:lnTo>
                <a:lnTo>
                  <a:pt x="0" y="206392"/>
                </a:lnTo>
                <a:lnTo>
                  <a:pt x="9826" y="214953"/>
                </a:lnTo>
                <a:lnTo>
                  <a:pt x="169057" y="32203"/>
                </a:lnTo>
                <a:lnTo>
                  <a:pt x="162259" y="678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79268-344C-44E6-8659-42852CC2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638" y="2449771"/>
            <a:ext cx="105251" cy="147464"/>
          </a:xfrm>
          <a:custGeom xmlns:a="http://schemas.openxmlformats.org/drawingml/2006/main">
            <a:pathLst>
              <a:path w="105251" h="147464">
                <a:moveTo>
                  <a:pt x="59353" y="41980"/>
                </a:moveTo>
                <a:lnTo>
                  <a:pt x="59764" y="42155"/>
                </a:lnTo>
                <a:lnTo>
                  <a:pt x="60180" y="42299"/>
                </a:lnTo>
                <a:lnTo>
                  <a:pt x="60599" y="42414"/>
                </a:lnTo>
                <a:lnTo>
                  <a:pt x="61022" y="42500"/>
                </a:lnTo>
                <a:lnTo>
                  <a:pt x="61445" y="42557"/>
                </a:lnTo>
                <a:lnTo>
                  <a:pt x="61869" y="42586"/>
                </a:lnTo>
                <a:lnTo>
                  <a:pt x="62291" y="42587"/>
                </a:lnTo>
                <a:lnTo>
                  <a:pt x="62710" y="42561"/>
                </a:lnTo>
                <a:lnTo>
                  <a:pt x="63126" y="42508"/>
                </a:lnTo>
                <a:lnTo>
                  <a:pt x="63536" y="42429"/>
                </a:lnTo>
                <a:lnTo>
                  <a:pt x="63940" y="42323"/>
                </a:lnTo>
                <a:lnTo>
                  <a:pt x="64336" y="42193"/>
                </a:lnTo>
                <a:lnTo>
                  <a:pt x="64723" y="42038"/>
                </a:lnTo>
                <a:lnTo>
                  <a:pt x="65099" y="41858"/>
                </a:lnTo>
                <a:lnTo>
                  <a:pt x="65464" y="41654"/>
                </a:lnTo>
                <a:lnTo>
                  <a:pt x="65816" y="41427"/>
                </a:lnTo>
                <a:lnTo>
                  <a:pt x="66153" y="41177"/>
                </a:lnTo>
                <a:lnTo>
                  <a:pt x="66475" y="40904"/>
                </a:lnTo>
                <a:lnTo>
                  <a:pt x="66780" y="40609"/>
                </a:lnTo>
                <a:lnTo>
                  <a:pt x="67068" y="40293"/>
                </a:lnTo>
                <a:lnTo>
                  <a:pt x="67335" y="39955"/>
                </a:lnTo>
                <a:lnTo>
                  <a:pt x="67582" y="39597"/>
                </a:lnTo>
                <a:lnTo>
                  <a:pt x="67807" y="39218"/>
                </a:lnTo>
                <a:lnTo>
                  <a:pt x="68009" y="38820"/>
                </a:lnTo>
                <a:lnTo>
                  <a:pt x="68183" y="38409"/>
                </a:lnTo>
                <a:lnTo>
                  <a:pt x="68328" y="37993"/>
                </a:lnTo>
                <a:lnTo>
                  <a:pt x="68443" y="37574"/>
                </a:lnTo>
                <a:lnTo>
                  <a:pt x="68528" y="37151"/>
                </a:lnTo>
                <a:lnTo>
                  <a:pt x="68585" y="36728"/>
                </a:lnTo>
                <a:lnTo>
                  <a:pt x="68614" y="36304"/>
                </a:lnTo>
                <a:lnTo>
                  <a:pt x="68615" y="35882"/>
                </a:lnTo>
                <a:lnTo>
                  <a:pt x="68589" y="35463"/>
                </a:lnTo>
                <a:lnTo>
                  <a:pt x="68536" y="35047"/>
                </a:lnTo>
                <a:lnTo>
                  <a:pt x="68457" y="34637"/>
                </a:lnTo>
                <a:lnTo>
                  <a:pt x="68352" y="34233"/>
                </a:lnTo>
                <a:lnTo>
                  <a:pt x="68222" y="33837"/>
                </a:lnTo>
                <a:lnTo>
                  <a:pt x="68066" y="33451"/>
                </a:lnTo>
                <a:lnTo>
                  <a:pt x="67887" y="33074"/>
                </a:lnTo>
                <a:lnTo>
                  <a:pt x="67683" y="32709"/>
                </a:lnTo>
                <a:lnTo>
                  <a:pt x="67456" y="32357"/>
                </a:lnTo>
                <a:lnTo>
                  <a:pt x="67206" y="32020"/>
                </a:lnTo>
                <a:lnTo>
                  <a:pt x="66933" y="31698"/>
                </a:lnTo>
                <a:lnTo>
                  <a:pt x="66638" y="31392"/>
                </a:lnTo>
                <a:lnTo>
                  <a:pt x="66322" y="31105"/>
                </a:lnTo>
                <a:lnTo>
                  <a:pt x="65984" y="30838"/>
                </a:lnTo>
                <a:lnTo>
                  <a:pt x="65626" y="30591"/>
                </a:lnTo>
                <a:lnTo>
                  <a:pt x="65247" y="30365"/>
                </a:lnTo>
                <a:lnTo>
                  <a:pt x="64849" y="30164"/>
                </a:lnTo>
                <a:lnTo>
                  <a:pt x="0" y="0"/>
                </a:lnTo>
                <a:lnTo>
                  <a:pt x="5664" y="71296"/>
                </a:lnTo>
                <a:lnTo>
                  <a:pt x="5714" y="71740"/>
                </a:lnTo>
                <a:lnTo>
                  <a:pt x="5793" y="72173"/>
                </a:lnTo>
                <a:lnTo>
                  <a:pt x="5900" y="72595"/>
                </a:lnTo>
                <a:lnTo>
                  <a:pt x="6033" y="73005"/>
                </a:lnTo>
                <a:lnTo>
                  <a:pt x="6192" y="73401"/>
                </a:lnTo>
                <a:lnTo>
                  <a:pt x="6375" y="73784"/>
                </a:lnTo>
                <a:lnTo>
                  <a:pt x="6582" y="74152"/>
                </a:lnTo>
                <a:lnTo>
                  <a:pt x="6811" y="74504"/>
                </a:lnTo>
                <a:lnTo>
                  <a:pt x="7062" y="74840"/>
                </a:lnTo>
                <a:lnTo>
                  <a:pt x="7333" y="75158"/>
                </a:lnTo>
                <a:lnTo>
                  <a:pt x="7623" y="75458"/>
                </a:lnTo>
                <a:lnTo>
                  <a:pt x="7932" y="75738"/>
                </a:lnTo>
                <a:lnTo>
                  <a:pt x="8257" y="75999"/>
                </a:lnTo>
                <a:lnTo>
                  <a:pt x="8599" y="76238"/>
                </a:lnTo>
                <a:lnTo>
                  <a:pt x="8956" y="76455"/>
                </a:lnTo>
                <a:lnTo>
                  <a:pt x="9327" y="76650"/>
                </a:lnTo>
                <a:lnTo>
                  <a:pt x="9711" y="76820"/>
                </a:lnTo>
                <a:lnTo>
                  <a:pt x="10107" y="76966"/>
                </a:lnTo>
                <a:lnTo>
                  <a:pt x="10514" y="77087"/>
                </a:lnTo>
                <a:lnTo>
                  <a:pt x="10931" y="77181"/>
                </a:lnTo>
                <a:lnTo>
                  <a:pt x="11357" y="77248"/>
                </a:lnTo>
                <a:lnTo>
                  <a:pt x="11790" y="77287"/>
                </a:lnTo>
                <a:lnTo>
                  <a:pt x="12230" y="77296"/>
                </a:lnTo>
                <a:lnTo>
                  <a:pt x="12676" y="77276"/>
                </a:lnTo>
                <a:lnTo>
                  <a:pt x="13120" y="77226"/>
                </a:lnTo>
                <a:lnTo>
                  <a:pt x="13553" y="77147"/>
                </a:lnTo>
                <a:lnTo>
                  <a:pt x="13975" y="77040"/>
                </a:lnTo>
                <a:lnTo>
                  <a:pt x="14384" y="76907"/>
                </a:lnTo>
                <a:lnTo>
                  <a:pt x="14781" y="76748"/>
                </a:lnTo>
                <a:lnTo>
                  <a:pt x="15164" y="76565"/>
                </a:lnTo>
                <a:lnTo>
                  <a:pt x="15532" y="76358"/>
                </a:lnTo>
                <a:lnTo>
                  <a:pt x="15884" y="76129"/>
                </a:lnTo>
                <a:lnTo>
                  <a:pt x="16220" y="75878"/>
                </a:lnTo>
                <a:lnTo>
                  <a:pt x="16538" y="75607"/>
                </a:lnTo>
                <a:lnTo>
                  <a:pt x="16837" y="75317"/>
                </a:lnTo>
                <a:lnTo>
                  <a:pt x="17118" y="75008"/>
                </a:lnTo>
                <a:lnTo>
                  <a:pt x="17378" y="74683"/>
                </a:lnTo>
                <a:lnTo>
                  <a:pt x="17617" y="74341"/>
                </a:lnTo>
                <a:lnTo>
                  <a:pt x="17835" y="73984"/>
                </a:lnTo>
                <a:lnTo>
                  <a:pt x="18029" y="73613"/>
                </a:lnTo>
                <a:lnTo>
                  <a:pt x="18200" y="73229"/>
                </a:lnTo>
                <a:lnTo>
                  <a:pt x="18346" y="72833"/>
                </a:lnTo>
                <a:lnTo>
                  <a:pt x="18466" y="72426"/>
                </a:lnTo>
                <a:lnTo>
                  <a:pt x="18561" y="72009"/>
                </a:lnTo>
                <a:lnTo>
                  <a:pt x="18627" y="71584"/>
                </a:lnTo>
                <a:lnTo>
                  <a:pt x="18666" y="71150"/>
                </a:lnTo>
                <a:lnTo>
                  <a:pt x="18676" y="70710"/>
                </a:lnTo>
                <a:lnTo>
                  <a:pt x="18655" y="70264"/>
                </a:lnTo>
                <a:lnTo>
                  <a:pt x="15785" y="34130"/>
                </a:lnTo>
                <a:lnTo>
                  <a:pt x="94550" y="147464"/>
                </a:lnTo>
                <a:lnTo>
                  <a:pt x="105251" y="140026"/>
                </a:lnTo>
                <a:lnTo>
                  <a:pt x="26486" y="26693"/>
                </a:lnTo>
                <a:lnTo>
                  <a:pt x="59353" y="41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B3949-51F7-49F7-B82C-4F773D49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453" y="2440769"/>
            <a:ext cx="175471" cy="118822"/>
          </a:xfrm>
          <a:custGeom xmlns:a="http://schemas.openxmlformats.org/drawingml/2006/main">
            <a:pathLst>
              <a:path w="175471" h="118822">
                <a:moveTo>
                  <a:pt x="175471" y="10879"/>
                </a:moveTo>
                <a:lnTo>
                  <a:pt x="168295" y="0"/>
                </a:lnTo>
                <a:lnTo>
                  <a:pt x="27327" y="92990"/>
                </a:lnTo>
                <a:lnTo>
                  <a:pt x="43406" y="60504"/>
                </a:lnTo>
                <a:lnTo>
                  <a:pt x="43590" y="60097"/>
                </a:lnTo>
                <a:lnTo>
                  <a:pt x="43744" y="59685"/>
                </a:lnTo>
                <a:lnTo>
                  <a:pt x="43869" y="59268"/>
                </a:lnTo>
                <a:lnTo>
                  <a:pt x="43965" y="58848"/>
                </a:lnTo>
                <a:lnTo>
                  <a:pt x="44032" y="58426"/>
                </a:lnTo>
                <a:lnTo>
                  <a:pt x="44071" y="58003"/>
                </a:lnTo>
                <a:lnTo>
                  <a:pt x="44083" y="57581"/>
                </a:lnTo>
                <a:lnTo>
                  <a:pt x="44067" y="57161"/>
                </a:lnTo>
                <a:lnTo>
                  <a:pt x="44024" y="56745"/>
                </a:lnTo>
                <a:lnTo>
                  <a:pt x="43955" y="56333"/>
                </a:lnTo>
                <a:lnTo>
                  <a:pt x="43859" y="55927"/>
                </a:lnTo>
                <a:lnTo>
                  <a:pt x="43739" y="55528"/>
                </a:lnTo>
                <a:lnTo>
                  <a:pt x="43593" y="55137"/>
                </a:lnTo>
                <a:lnTo>
                  <a:pt x="43422" y="54756"/>
                </a:lnTo>
                <a:lnTo>
                  <a:pt x="43227" y="54387"/>
                </a:lnTo>
                <a:lnTo>
                  <a:pt x="43009" y="54029"/>
                </a:lnTo>
                <a:lnTo>
                  <a:pt x="42767" y="53686"/>
                </a:lnTo>
                <a:lnTo>
                  <a:pt x="42502" y="53357"/>
                </a:lnTo>
                <a:lnTo>
                  <a:pt x="42214" y="53045"/>
                </a:lnTo>
                <a:lnTo>
                  <a:pt x="41905" y="52750"/>
                </a:lnTo>
                <a:lnTo>
                  <a:pt x="41574" y="52474"/>
                </a:lnTo>
                <a:lnTo>
                  <a:pt x="41222" y="52219"/>
                </a:lnTo>
                <a:lnTo>
                  <a:pt x="40849" y="51985"/>
                </a:lnTo>
                <a:lnTo>
                  <a:pt x="40456" y="51773"/>
                </a:lnTo>
                <a:lnTo>
                  <a:pt x="40049" y="51589"/>
                </a:lnTo>
                <a:lnTo>
                  <a:pt x="39637" y="51434"/>
                </a:lnTo>
                <a:lnTo>
                  <a:pt x="39220" y="51309"/>
                </a:lnTo>
                <a:lnTo>
                  <a:pt x="38800" y="51213"/>
                </a:lnTo>
                <a:lnTo>
                  <a:pt x="38378" y="51146"/>
                </a:lnTo>
                <a:lnTo>
                  <a:pt x="37956" y="51107"/>
                </a:lnTo>
                <a:lnTo>
                  <a:pt x="37534" y="51096"/>
                </a:lnTo>
                <a:lnTo>
                  <a:pt x="37114" y="51112"/>
                </a:lnTo>
                <a:lnTo>
                  <a:pt x="36697" y="51154"/>
                </a:lnTo>
                <a:lnTo>
                  <a:pt x="36285" y="51224"/>
                </a:lnTo>
                <a:lnTo>
                  <a:pt x="35879" y="51319"/>
                </a:lnTo>
                <a:lnTo>
                  <a:pt x="35480" y="51440"/>
                </a:lnTo>
                <a:lnTo>
                  <a:pt x="35089" y="51586"/>
                </a:lnTo>
                <a:lnTo>
                  <a:pt x="34709" y="51756"/>
                </a:lnTo>
                <a:lnTo>
                  <a:pt x="34339" y="51951"/>
                </a:lnTo>
                <a:lnTo>
                  <a:pt x="33982" y="52170"/>
                </a:lnTo>
                <a:lnTo>
                  <a:pt x="33638" y="52412"/>
                </a:lnTo>
                <a:lnTo>
                  <a:pt x="33309" y="52677"/>
                </a:lnTo>
                <a:lnTo>
                  <a:pt x="32997" y="52964"/>
                </a:lnTo>
                <a:lnTo>
                  <a:pt x="32702" y="53273"/>
                </a:lnTo>
                <a:lnTo>
                  <a:pt x="32426" y="53604"/>
                </a:lnTo>
                <a:lnTo>
                  <a:pt x="32171" y="53957"/>
                </a:lnTo>
                <a:lnTo>
                  <a:pt x="31937" y="54330"/>
                </a:lnTo>
                <a:lnTo>
                  <a:pt x="31725" y="54723"/>
                </a:lnTo>
                <a:lnTo>
                  <a:pt x="0" y="118822"/>
                </a:lnTo>
                <a:lnTo>
                  <a:pt x="71412" y="114887"/>
                </a:lnTo>
                <a:lnTo>
                  <a:pt x="71857" y="114847"/>
                </a:lnTo>
                <a:lnTo>
                  <a:pt x="72292" y="114778"/>
                </a:lnTo>
                <a:lnTo>
                  <a:pt x="72716" y="114682"/>
                </a:lnTo>
                <a:lnTo>
                  <a:pt x="73129" y="114559"/>
                </a:lnTo>
                <a:lnTo>
                  <a:pt x="73529" y="114410"/>
                </a:lnTo>
                <a:lnTo>
                  <a:pt x="73916" y="114236"/>
                </a:lnTo>
                <a:lnTo>
                  <a:pt x="74289" y="114038"/>
                </a:lnTo>
                <a:lnTo>
                  <a:pt x="74647" y="113817"/>
                </a:lnTo>
                <a:lnTo>
                  <a:pt x="74989" y="113575"/>
                </a:lnTo>
                <a:lnTo>
                  <a:pt x="75313" y="113312"/>
                </a:lnTo>
                <a:lnTo>
                  <a:pt x="75620" y="113029"/>
                </a:lnTo>
                <a:lnTo>
                  <a:pt x="75908" y="112727"/>
                </a:lnTo>
                <a:lnTo>
                  <a:pt x="76176" y="112408"/>
                </a:lnTo>
                <a:lnTo>
                  <a:pt x="76423" y="112072"/>
                </a:lnTo>
                <a:lnTo>
                  <a:pt x="76649" y="111721"/>
                </a:lnTo>
                <a:lnTo>
                  <a:pt x="76853" y="111355"/>
                </a:lnTo>
                <a:lnTo>
                  <a:pt x="77032" y="110975"/>
                </a:lnTo>
                <a:lnTo>
                  <a:pt x="77188" y="110582"/>
                </a:lnTo>
                <a:lnTo>
                  <a:pt x="77319" y="110179"/>
                </a:lnTo>
                <a:lnTo>
                  <a:pt x="77423" y="109764"/>
                </a:lnTo>
                <a:lnTo>
                  <a:pt x="77500" y="109340"/>
                </a:lnTo>
                <a:lnTo>
                  <a:pt x="77549" y="108908"/>
                </a:lnTo>
                <a:lnTo>
                  <a:pt x="77569" y="108468"/>
                </a:lnTo>
                <a:lnTo>
                  <a:pt x="77560" y="108022"/>
                </a:lnTo>
                <a:lnTo>
                  <a:pt x="77520" y="107577"/>
                </a:lnTo>
                <a:lnTo>
                  <a:pt x="77452" y="107142"/>
                </a:lnTo>
                <a:lnTo>
                  <a:pt x="77355" y="106718"/>
                </a:lnTo>
                <a:lnTo>
                  <a:pt x="77232" y="106305"/>
                </a:lnTo>
                <a:lnTo>
                  <a:pt x="77083" y="105904"/>
                </a:lnTo>
                <a:lnTo>
                  <a:pt x="76909" y="105517"/>
                </a:lnTo>
                <a:lnTo>
                  <a:pt x="76711" y="105144"/>
                </a:lnTo>
                <a:lnTo>
                  <a:pt x="76491" y="104787"/>
                </a:lnTo>
                <a:lnTo>
                  <a:pt x="76248" y="104445"/>
                </a:lnTo>
                <a:lnTo>
                  <a:pt x="75985" y="104121"/>
                </a:lnTo>
                <a:lnTo>
                  <a:pt x="75702" y="103814"/>
                </a:lnTo>
                <a:lnTo>
                  <a:pt x="75401" y="103526"/>
                </a:lnTo>
                <a:lnTo>
                  <a:pt x="75082" y="103258"/>
                </a:lnTo>
                <a:lnTo>
                  <a:pt x="74746" y="103011"/>
                </a:lnTo>
                <a:lnTo>
                  <a:pt x="74394" y="102785"/>
                </a:lnTo>
                <a:lnTo>
                  <a:pt x="74028" y="102581"/>
                </a:lnTo>
                <a:lnTo>
                  <a:pt x="73648" y="102401"/>
                </a:lnTo>
                <a:lnTo>
                  <a:pt x="73256" y="102246"/>
                </a:lnTo>
                <a:lnTo>
                  <a:pt x="72852" y="102115"/>
                </a:lnTo>
                <a:lnTo>
                  <a:pt x="72438" y="102011"/>
                </a:lnTo>
                <a:lnTo>
                  <a:pt x="72014" y="101934"/>
                </a:lnTo>
                <a:lnTo>
                  <a:pt x="71581" y="101885"/>
                </a:lnTo>
                <a:lnTo>
                  <a:pt x="71142" y="101864"/>
                </a:lnTo>
                <a:lnTo>
                  <a:pt x="70695" y="101874"/>
                </a:lnTo>
                <a:lnTo>
                  <a:pt x="34503" y="103869"/>
                </a:lnTo>
                <a:lnTo>
                  <a:pt x="175471" y="10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A6F81-923D-4878-AE87-EAB2B628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727" y="2173015"/>
            <a:ext cx="164058" cy="183631"/>
          </a:xfrm>
          <a:custGeom xmlns:a="http://schemas.openxmlformats.org/drawingml/2006/main">
            <a:pathLst>
              <a:path w="164058" h="183631">
                <a:moveTo>
                  <a:pt x="63906" y="34658"/>
                </a:moveTo>
                <a:lnTo>
                  <a:pt x="64335" y="34782"/>
                </a:lnTo>
                <a:lnTo>
                  <a:pt x="64765" y="34877"/>
                </a:lnTo>
                <a:lnTo>
                  <a:pt x="65195" y="34941"/>
                </a:lnTo>
                <a:lnTo>
                  <a:pt x="65625" y="34976"/>
                </a:lnTo>
                <a:lnTo>
                  <a:pt x="66052" y="34982"/>
                </a:lnTo>
                <a:lnTo>
                  <a:pt x="66476" y="34961"/>
                </a:lnTo>
                <a:lnTo>
                  <a:pt x="66895" y="34912"/>
                </a:lnTo>
                <a:lnTo>
                  <a:pt x="67308" y="34837"/>
                </a:lnTo>
                <a:lnTo>
                  <a:pt x="67715" y="34735"/>
                </a:lnTo>
                <a:lnTo>
                  <a:pt x="68113" y="34608"/>
                </a:lnTo>
                <a:lnTo>
                  <a:pt x="68501" y="34455"/>
                </a:lnTo>
                <a:lnTo>
                  <a:pt x="68879" y="34279"/>
                </a:lnTo>
                <a:lnTo>
                  <a:pt x="69244" y="34079"/>
                </a:lnTo>
                <a:lnTo>
                  <a:pt x="69597" y="33856"/>
                </a:lnTo>
                <a:lnTo>
                  <a:pt x="69935" y="33610"/>
                </a:lnTo>
                <a:lnTo>
                  <a:pt x="70258" y="33343"/>
                </a:lnTo>
                <a:lnTo>
                  <a:pt x="70563" y="33055"/>
                </a:lnTo>
                <a:lnTo>
                  <a:pt x="70851" y="32746"/>
                </a:lnTo>
                <a:lnTo>
                  <a:pt x="71119" y="32417"/>
                </a:lnTo>
                <a:lnTo>
                  <a:pt x="71366" y="32069"/>
                </a:lnTo>
                <a:lnTo>
                  <a:pt x="71592" y="31702"/>
                </a:lnTo>
                <a:lnTo>
                  <a:pt x="71795" y="31317"/>
                </a:lnTo>
                <a:lnTo>
                  <a:pt x="71974" y="30914"/>
                </a:lnTo>
                <a:lnTo>
                  <a:pt x="72127" y="30495"/>
                </a:lnTo>
                <a:lnTo>
                  <a:pt x="72252" y="30066"/>
                </a:lnTo>
                <a:lnTo>
                  <a:pt x="72346" y="29636"/>
                </a:lnTo>
                <a:lnTo>
                  <a:pt x="72410" y="29206"/>
                </a:lnTo>
                <a:lnTo>
                  <a:pt x="72445" y="28776"/>
                </a:lnTo>
                <a:lnTo>
                  <a:pt x="72452" y="28349"/>
                </a:lnTo>
                <a:lnTo>
                  <a:pt x="72430" y="27925"/>
                </a:lnTo>
                <a:lnTo>
                  <a:pt x="72382" y="27506"/>
                </a:lnTo>
                <a:lnTo>
                  <a:pt x="72306" y="27093"/>
                </a:lnTo>
                <a:lnTo>
                  <a:pt x="72204" y="26686"/>
                </a:lnTo>
                <a:lnTo>
                  <a:pt x="72077" y="26288"/>
                </a:lnTo>
                <a:lnTo>
                  <a:pt x="71925" y="25900"/>
                </a:lnTo>
                <a:lnTo>
                  <a:pt x="71748" y="25522"/>
                </a:lnTo>
                <a:lnTo>
                  <a:pt x="71548" y="25156"/>
                </a:lnTo>
                <a:lnTo>
                  <a:pt x="71325" y="24804"/>
                </a:lnTo>
                <a:lnTo>
                  <a:pt x="71080" y="24466"/>
                </a:lnTo>
                <a:lnTo>
                  <a:pt x="70813" y="24143"/>
                </a:lnTo>
                <a:lnTo>
                  <a:pt x="70524" y="23838"/>
                </a:lnTo>
                <a:lnTo>
                  <a:pt x="70215" y="23550"/>
                </a:lnTo>
                <a:lnTo>
                  <a:pt x="69886" y="23282"/>
                </a:lnTo>
                <a:lnTo>
                  <a:pt x="69538" y="23034"/>
                </a:lnTo>
                <a:lnTo>
                  <a:pt x="69171" y="22808"/>
                </a:lnTo>
                <a:lnTo>
                  <a:pt x="68786" y="22605"/>
                </a:lnTo>
                <a:lnTo>
                  <a:pt x="68384" y="22427"/>
                </a:lnTo>
                <a:lnTo>
                  <a:pt x="67965" y="22273"/>
                </a:lnTo>
                <a:lnTo>
                  <a:pt x="0" y="0"/>
                </a:lnTo>
                <a:lnTo>
                  <a:pt x="14066" y="70124"/>
                </a:lnTo>
                <a:lnTo>
                  <a:pt x="14169" y="70559"/>
                </a:lnTo>
                <a:lnTo>
                  <a:pt x="14298" y="70979"/>
                </a:lnTo>
                <a:lnTo>
                  <a:pt x="14454" y="71386"/>
                </a:lnTo>
                <a:lnTo>
                  <a:pt x="14635" y="71777"/>
                </a:lnTo>
                <a:lnTo>
                  <a:pt x="14840" y="72152"/>
                </a:lnTo>
                <a:lnTo>
                  <a:pt x="15067" y="72510"/>
                </a:lnTo>
                <a:lnTo>
                  <a:pt x="15316" y="72851"/>
                </a:lnTo>
                <a:lnTo>
                  <a:pt x="15585" y="73174"/>
                </a:lnTo>
                <a:lnTo>
                  <a:pt x="15874" y="73477"/>
                </a:lnTo>
                <a:lnTo>
                  <a:pt x="16180" y="73761"/>
                </a:lnTo>
                <a:lnTo>
                  <a:pt x="16504" y="74025"/>
                </a:lnTo>
                <a:lnTo>
                  <a:pt x="16843" y="74267"/>
                </a:lnTo>
                <a:lnTo>
                  <a:pt x="17197" y="74486"/>
                </a:lnTo>
                <a:lnTo>
                  <a:pt x="17565" y="74684"/>
                </a:lnTo>
                <a:lnTo>
                  <a:pt x="17945" y="74857"/>
                </a:lnTo>
                <a:lnTo>
                  <a:pt x="18337" y="75006"/>
                </a:lnTo>
                <a:lnTo>
                  <a:pt x="18738" y="75130"/>
                </a:lnTo>
                <a:lnTo>
                  <a:pt x="19149" y="75228"/>
                </a:lnTo>
                <a:lnTo>
                  <a:pt x="19567" y="75300"/>
                </a:lnTo>
                <a:lnTo>
                  <a:pt x="19992" y="75344"/>
                </a:lnTo>
                <a:lnTo>
                  <a:pt x="20423" y="75360"/>
                </a:lnTo>
                <a:lnTo>
                  <a:pt x="20858" y="75347"/>
                </a:lnTo>
                <a:lnTo>
                  <a:pt x="21296" y="75305"/>
                </a:lnTo>
                <a:lnTo>
                  <a:pt x="21736" y="75232"/>
                </a:lnTo>
                <a:lnTo>
                  <a:pt x="22171" y="75129"/>
                </a:lnTo>
                <a:lnTo>
                  <a:pt x="22591" y="74999"/>
                </a:lnTo>
                <a:lnTo>
                  <a:pt x="22998" y="74844"/>
                </a:lnTo>
                <a:lnTo>
                  <a:pt x="23389" y="74663"/>
                </a:lnTo>
                <a:lnTo>
                  <a:pt x="23764" y="74458"/>
                </a:lnTo>
                <a:lnTo>
                  <a:pt x="24122" y="74231"/>
                </a:lnTo>
                <a:lnTo>
                  <a:pt x="24463" y="73982"/>
                </a:lnTo>
                <a:lnTo>
                  <a:pt x="24786" y="73713"/>
                </a:lnTo>
                <a:lnTo>
                  <a:pt x="25089" y="73424"/>
                </a:lnTo>
                <a:lnTo>
                  <a:pt x="25373" y="73117"/>
                </a:lnTo>
                <a:lnTo>
                  <a:pt x="25636" y="72794"/>
                </a:lnTo>
                <a:lnTo>
                  <a:pt x="25878" y="72454"/>
                </a:lnTo>
                <a:lnTo>
                  <a:pt x="26098" y="72100"/>
                </a:lnTo>
                <a:lnTo>
                  <a:pt x="26295" y="71732"/>
                </a:lnTo>
                <a:lnTo>
                  <a:pt x="26469" y="71352"/>
                </a:lnTo>
                <a:lnTo>
                  <a:pt x="26618" y="70961"/>
                </a:lnTo>
                <a:lnTo>
                  <a:pt x="26742" y="70559"/>
                </a:lnTo>
                <a:lnTo>
                  <a:pt x="26840" y="70149"/>
                </a:lnTo>
                <a:lnTo>
                  <a:pt x="26912" y="69730"/>
                </a:lnTo>
                <a:lnTo>
                  <a:pt x="26956" y="69305"/>
                </a:lnTo>
                <a:lnTo>
                  <a:pt x="26972" y="68875"/>
                </a:lnTo>
                <a:lnTo>
                  <a:pt x="26959" y="68440"/>
                </a:lnTo>
                <a:lnTo>
                  <a:pt x="26917" y="68002"/>
                </a:lnTo>
                <a:lnTo>
                  <a:pt x="26844" y="67561"/>
                </a:lnTo>
                <a:lnTo>
                  <a:pt x="19715" y="32022"/>
                </a:lnTo>
                <a:lnTo>
                  <a:pt x="154312" y="183631"/>
                </a:lnTo>
                <a:lnTo>
                  <a:pt x="164058" y="174978"/>
                </a:lnTo>
                <a:lnTo>
                  <a:pt x="29460" y="23369"/>
                </a:lnTo>
                <a:lnTo>
                  <a:pt x="63906" y="34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EB8CC-FA12-4A73-8F97-C2BCCAFB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886" y="829047"/>
            <a:ext cx="52129" cy="240661"/>
          </a:xfrm>
          <a:custGeom xmlns:a="http://schemas.openxmlformats.org/drawingml/2006/main">
            <a:pathLst>
              <a:path w="52129" h="240661">
                <a:moveTo>
                  <a:pt x="34753" y="0"/>
                </a:moveTo>
                <a:lnTo>
                  <a:pt x="17376" y="0"/>
                </a:lnTo>
                <a:lnTo>
                  <a:pt x="17376" y="188532"/>
                </a:lnTo>
                <a:lnTo>
                  <a:pt x="0" y="188532"/>
                </a:lnTo>
                <a:lnTo>
                  <a:pt x="26066" y="240661"/>
                </a:lnTo>
                <a:lnTo>
                  <a:pt x="52129" y="188532"/>
                </a:lnTo>
                <a:lnTo>
                  <a:pt x="34753" y="188532"/>
                </a:lnTo>
                <a:lnTo>
                  <a:pt x="3475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6DEE6-6FEA-43C0-BD2B-E8E1E7F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71" y="1386206"/>
            <a:ext cx="52122" cy="323295"/>
          </a:xfrm>
          <a:custGeom xmlns:a="http://schemas.openxmlformats.org/drawingml/2006/main">
            <a:pathLst>
              <a:path w="52122" h="323295">
                <a:moveTo>
                  <a:pt x="17373" y="271023"/>
                </a:moveTo>
                <a:lnTo>
                  <a:pt x="0" y="270722"/>
                </a:lnTo>
                <a:lnTo>
                  <a:pt x="25156" y="323295"/>
                </a:lnTo>
                <a:lnTo>
                  <a:pt x="52122" y="271626"/>
                </a:lnTo>
                <a:lnTo>
                  <a:pt x="34747" y="271325"/>
                </a:lnTo>
                <a:lnTo>
                  <a:pt x="39450" y="301"/>
                </a:lnTo>
                <a:lnTo>
                  <a:pt x="22076" y="0"/>
                </a:lnTo>
                <a:lnTo>
                  <a:pt x="17373" y="271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EB880-EC66-469E-911D-20770F0A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521" y="2245308"/>
            <a:ext cx="507030" cy="52129"/>
          </a:xfrm>
          <a:custGeom xmlns:a="http://schemas.openxmlformats.org/drawingml/2006/main">
            <a:pathLst>
              <a:path w="507030" h="52129">
                <a:moveTo>
                  <a:pt x="52097" y="17376"/>
                </a:moveTo>
                <a:lnTo>
                  <a:pt x="52034" y="0"/>
                </a:lnTo>
                <a:lnTo>
                  <a:pt x="0" y="26255"/>
                </a:lnTo>
                <a:lnTo>
                  <a:pt x="52224" y="52129"/>
                </a:lnTo>
                <a:lnTo>
                  <a:pt x="52161" y="34753"/>
                </a:lnTo>
                <a:lnTo>
                  <a:pt x="507030" y="33093"/>
                </a:lnTo>
                <a:lnTo>
                  <a:pt x="506967" y="15717"/>
                </a:lnTo>
                <a:lnTo>
                  <a:pt x="52097" y="17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1CF19-9C32-4DC3-95EA-B823D1C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360" y="1382566"/>
            <a:ext cx="52126" cy="340631"/>
          </a:xfrm>
          <a:custGeom xmlns:a="http://schemas.openxmlformats.org/drawingml/2006/main">
            <a:pathLst>
              <a:path w="52126" h="340631">
                <a:moveTo>
                  <a:pt x="52126" y="51817"/>
                </a:moveTo>
                <a:lnTo>
                  <a:pt x="25443" y="0"/>
                </a:lnTo>
                <a:lnTo>
                  <a:pt x="0" y="52436"/>
                </a:lnTo>
                <a:lnTo>
                  <a:pt x="17375" y="52230"/>
                </a:lnTo>
                <a:lnTo>
                  <a:pt x="20804" y="340631"/>
                </a:lnTo>
                <a:lnTo>
                  <a:pt x="38179" y="340425"/>
                </a:lnTo>
                <a:lnTo>
                  <a:pt x="34751" y="52023"/>
                </a:lnTo>
                <a:lnTo>
                  <a:pt x="52126" y="51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④">
            <a:extLst xmlns:a="http://schemas.openxmlformats.org/drawingml/2006/main">
              <a:ext uri="{FF2B5EF4-FFF2-40B4-BE49-F238E27FC236}">
                <a16:creationId xmlns:a16="http://schemas.microsoft.com/office/drawing/2014/main" id="{28F93CA1-5023-4451-B15E-A77AEBCE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07" y="512036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55897" y="87663"/>
                </a:moveTo>
                <a:lnTo>
                  <a:pt x="55897" y="69540"/>
                </a:lnTo>
                <a:lnTo>
                  <a:pt x="22348" y="69540"/>
                </a:lnTo>
                <a:lnTo>
                  <a:pt x="22348" y="63787"/>
                </a:lnTo>
                <a:lnTo>
                  <a:pt x="56507" y="14916"/>
                </a:lnTo>
                <a:lnTo>
                  <a:pt x="62565" y="14916"/>
                </a:lnTo>
                <a:lnTo>
                  <a:pt x="62565" y="63889"/>
                </a:lnTo>
                <a:lnTo>
                  <a:pt x="72798" y="63889"/>
                </a:lnTo>
                <a:lnTo>
                  <a:pt x="72798" y="69540"/>
                </a:lnTo>
                <a:lnTo>
                  <a:pt x="62565" y="69540"/>
                </a:lnTo>
                <a:lnTo>
                  <a:pt x="62565" y="87663"/>
                </a:lnTo>
                <a:lnTo>
                  <a:pt x="55897" y="87663"/>
                </a:lnTo>
                <a:moveTo>
                  <a:pt x="55897" y="24894"/>
                </a:moveTo>
                <a:lnTo>
                  <a:pt x="28916" y="63889"/>
                </a:lnTo>
                <a:lnTo>
                  <a:pt x="55897" y="63889"/>
                </a:lnTo>
                <a:lnTo>
                  <a:pt x="55897" y="248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Generate">
            <a:extLst xmlns:a="http://schemas.openxmlformats.org/drawingml/2006/main">
              <a:ext uri="{FF2B5EF4-FFF2-40B4-BE49-F238E27FC236}">
                <a16:creationId xmlns:a16="http://schemas.microsoft.com/office/drawing/2014/main" id="{3AD952D2-ADD1-4959-8428-DD9CE304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115" y="518756"/>
            <a:ext cx="400475" cy="78638"/>
          </a:xfrm>
          <a:custGeom xmlns:a="http://schemas.openxmlformats.org/drawingml/2006/main">
            <a:pathLst>
              <a:path w="400475" h="78638">
                <a:moveTo>
                  <a:pt x="65810" y="0"/>
                </a:moveTo>
                <a:lnTo>
                  <a:pt x="67753" y="23769"/>
                </a:lnTo>
                <a:lnTo>
                  <a:pt x="65810" y="23769"/>
                </a:lnTo>
                <a:cubicBezTo>
                  <a:pt x="63847" y="17845"/>
                  <a:pt x="61311" y="13384"/>
                  <a:pt x="58201" y="10385"/>
                </a:cubicBezTo>
                <a:cubicBezTo>
                  <a:pt x="53721" y="6053"/>
                  <a:pt x="47964" y="3887"/>
                  <a:pt x="40930" y="3887"/>
                </a:cubicBezTo>
                <a:cubicBezTo>
                  <a:pt x="31341" y="3887"/>
                  <a:pt x="24047" y="7682"/>
                  <a:pt x="19049" y="15272"/>
                </a:cubicBezTo>
                <a:cubicBezTo>
                  <a:pt x="14865" y="21677"/>
                  <a:pt x="12773" y="29304"/>
                  <a:pt x="12773" y="38153"/>
                </a:cubicBezTo>
                <a:cubicBezTo>
                  <a:pt x="12773" y="45336"/>
                  <a:pt x="14162" y="51889"/>
                  <a:pt x="16938" y="57813"/>
                </a:cubicBezTo>
                <a:cubicBezTo>
                  <a:pt x="19715" y="63736"/>
                  <a:pt x="23353" y="68077"/>
                  <a:pt x="27851" y="70836"/>
                </a:cubicBezTo>
                <a:cubicBezTo>
                  <a:pt x="32349" y="73594"/>
                  <a:pt x="36968" y="74973"/>
                  <a:pt x="41707" y="74973"/>
                </a:cubicBezTo>
                <a:cubicBezTo>
                  <a:pt x="44484" y="74973"/>
                  <a:pt x="47168" y="74620"/>
                  <a:pt x="49760" y="73914"/>
                </a:cubicBezTo>
                <a:cubicBezTo>
                  <a:pt x="52352" y="73209"/>
                  <a:pt x="54851" y="72169"/>
                  <a:pt x="57257" y="70796"/>
                </a:cubicBezTo>
                <a:lnTo>
                  <a:pt x="57257" y="48960"/>
                </a:lnTo>
                <a:cubicBezTo>
                  <a:pt x="57257" y="45172"/>
                  <a:pt x="56970" y="42693"/>
                  <a:pt x="56396" y="41523"/>
                </a:cubicBezTo>
                <a:cubicBezTo>
                  <a:pt x="55822" y="40354"/>
                  <a:pt x="54934" y="39463"/>
                  <a:pt x="53731" y="38851"/>
                </a:cubicBezTo>
                <a:cubicBezTo>
                  <a:pt x="52527" y="38237"/>
                  <a:pt x="50408" y="37931"/>
                  <a:pt x="47372" y="37931"/>
                </a:cubicBezTo>
                <a:lnTo>
                  <a:pt x="47372" y="35876"/>
                </a:lnTo>
                <a:lnTo>
                  <a:pt x="76528" y="35876"/>
                </a:lnTo>
                <a:lnTo>
                  <a:pt x="76528" y="37931"/>
                </a:lnTo>
                <a:lnTo>
                  <a:pt x="75140" y="37931"/>
                </a:lnTo>
                <a:cubicBezTo>
                  <a:pt x="72252" y="37931"/>
                  <a:pt x="70271" y="38893"/>
                  <a:pt x="69197" y="40819"/>
                </a:cubicBezTo>
                <a:cubicBezTo>
                  <a:pt x="68457" y="42189"/>
                  <a:pt x="68087" y="44891"/>
                  <a:pt x="68087" y="48927"/>
                </a:cubicBezTo>
                <a:lnTo>
                  <a:pt x="68087" y="71974"/>
                </a:lnTo>
                <a:cubicBezTo>
                  <a:pt x="63829" y="74270"/>
                  <a:pt x="59627" y="75954"/>
                  <a:pt x="55480" y="77028"/>
                </a:cubicBezTo>
                <a:cubicBezTo>
                  <a:pt x="51333" y="78101"/>
                  <a:pt x="46724" y="78638"/>
                  <a:pt x="41652" y="78638"/>
                </a:cubicBezTo>
                <a:cubicBezTo>
                  <a:pt x="27101" y="78638"/>
                  <a:pt x="16050" y="73980"/>
                  <a:pt x="8497" y="64662"/>
                </a:cubicBezTo>
                <a:cubicBezTo>
                  <a:pt x="2832" y="57675"/>
                  <a:pt x="0" y="49616"/>
                  <a:pt x="0" y="40484"/>
                </a:cubicBezTo>
                <a:cubicBezTo>
                  <a:pt x="0" y="33866"/>
                  <a:pt x="1592" y="27525"/>
                  <a:pt x="4776" y="21463"/>
                </a:cubicBezTo>
                <a:cubicBezTo>
                  <a:pt x="8552" y="14252"/>
                  <a:pt x="13736" y="8706"/>
                  <a:pt x="20326" y="4825"/>
                </a:cubicBezTo>
                <a:cubicBezTo>
                  <a:pt x="25843" y="1608"/>
                  <a:pt x="32359" y="0"/>
                  <a:pt x="39875" y="0"/>
                </a:cubicBezTo>
                <a:cubicBezTo>
                  <a:pt x="42614" y="0"/>
                  <a:pt x="45104" y="222"/>
                  <a:pt x="47344" y="666"/>
                </a:cubicBezTo>
                <a:cubicBezTo>
                  <a:pt x="49584" y="1111"/>
                  <a:pt x="52759" y="2092"/>
                  <a:pt x="56868" y="3610"/>
                </a:cubicBezTo>
                <a:cubicBezTo>
                  <a:pt x="58942" y="4387"/>
                  <a:pt x="60330" y="4776"/>
                  <a:pt x="61034" y="4776"/>
                </a:cubicBezTo>
                <a:cubicBezTo>
                  <a:pt x="61737" y="4776"/>
                  <a:pt x="62339" y="4452"/>
                  <a:pt x="62838" y="3804"/>
                </a:cubicBezTo>
                <a:cubicBezTo>
                  <a:pt x="63338" y="3156"/>
                  <a:pt x="63644" y="1888"/>
                  <a:pt x="63755" y="0"/>
                </a:cubicBezTo>
                <a:lnTo>
                  <a:pt x="65810" y="0"/>
                </a:lnTo>
                <a:close/>
                <a:moveTo>
                  <a:pt x="89555" y="45317"/>
                </a:moveTo>
                <a:cubicBezTo>
                  <a:pt x="89518" y="52852"/>
                  <a:pt x="91351" y="58763"/>
                  <a:pt x="95053" y="63048"/>
                </a:cubicBezTo>
                <a:cubicBezTo>
                  <a:pt x="98755" y="67333"/>
                  <a:pt x="103106" y="69475"/>
                  <a:pt x="108104" y="69475"/>
                </a:cubicBezTo>
                <a:cubicBezTo>
                  <a:pt x="111436" y="69475"/>
                  <a:pt x="114333" y="68559"/>
                  <a:pt x="116795" y="66726"/>
                </a:cubicBezTo>
                <a:cubicBezTo>
                  <a:pt x="119257" y="64893"/>
                  <a:pt x="121321" y="61756"/>
                  <a:pt x="122987" y="57313"/>
                </a:cubicBezTo>
                <a:lnTo>
                  <a:pt x="124709" y="58423"/>
                </a:lnTo>
                <a:cubicBezTo>
                  <a:pt x="123931" y="63496"/>
                  <a:pt x="121673" y="68114"/>
                  <a:pt x="117934" y="72280"/>
                </a:cubicBezTo>
                <a:cubicBezTo>
                  <a:pt x="114194" y="76445"/>
                  <a:pt x="109511" y="78527"/>
                  <a:pt x="103883" y="78527"/>
                </a:cubicBezTo>
                <a:cubicBezTo>
                  <a:pt x="97774" y="78527"/>
                  <a:pt x="92545" y="76154"/>
                  <a:pt x="88194" y="71407"/>
                </a:cubicBezTo>
                <a:cubicBezTo>
                  <a:pt x="83844" y="66658"/>
                  <a:pt x="81669" y="60275"/>
                  <a:pt x="81669" y="52257"/>
                </a:cubicBezTo>
                <a:cubicBezTo>
                  <a:pt x="81669" y="43575"/>
                  <a:pt x="83900" y="36805"/>
                  <a:pt x="88361" y="31947"/>
                </a:cubicBezTo>
                <a:cubicBezTo>
                  <a:pt x="92822" y="27087"/>
                  <a:pt x="98422" y="24658"/>
                  <a:pt x="105160" y="24658"/>
                </a:cubicBezTo>
                <a:cubicBezTo>
                  <a:pt x="110862" y="24658"/>
                  <a:pt x="115546" y="26532"/>
                  <a:pt x="119211" y="30281"/>
                </a:cubicBezTo>
                <a:cubicBezTo>
                  <a:pt x="122876" y="34028"/>
                  <a:pt x="124709" y="39040"/>
                  <a:pt x="124709" y="45317"/>
                </a:cubicBezTo>
                <a:lnTo>
                  <a:pt x="89555" y="45317"/>
                </a:lnTo>
                <a:moveTo>
                  <a:pt x="89555" y="42096"/>
                </a:moveTo>
                <a:lnTo>
                  <a:pt x="113102" y="42096"/>
                </a:lnTo>
                <a:cubicBezTo>
                  <a:pt x="112917" y="38838"/>
                  <a:pt x="112528" y="36542"/>
                  <a:pt x="111936" y="35210"/>
                </a:cubicBezTo>
                <a:cubicBezTo>
                  <a:pt x="111010" y="33136"/>
                  <a:pt x="109631" y="31507"/>
                  <a:pt x="107798" y="30322"/>
                </a:cubicBezTo>
                <a:cubicBezTo>
                  <a:pt x="105966" y="29138"/>
                  <a:pt x="104050" y="28545"/>
                  <a:pt x="102050" y="28545"/>
                </a:cubicBezTo>
                <a:cubicBezTo>
                  <a:pt x="98977" y="28545"/>
                  <a:pt x="96228" y="29739"/>
                  <a:pt x="93803" y="32127"/>
                </a:cubicBezTo>
                <a:cubicBezTo>
                  <a:pt x="91378" y="34515"/>
                  <a:pt x="89962" y="37838"/>
                  <a:pt x="89555" y="42096"/>
                </a:cubicBezTo>
                <a:close/>
                <a:moveTo>
                  <a:pt x="145773" y="35432"/>
                </a:moveTo>
                <a:cubicBezTo>
                  <a:pt x="151734" y="28249"/>
                  <a:pt x="157417" y="24658"/>
                  <a:pt x="162822" y="24658"/>
                </a:cubicBezTo>
                <a:cubicBezTo>
                  <a:pt x="165599" y="24658"/>
                  <a:pt x="167987" y="25351"/>
                  <a:pt x="169986" y="26737"/>
                </a:cubicBezTo>
                <a:cubicBezTo>
                  <a:pt x="171985" y="28122"/>
                  <a:pt x="173577" y="30403"/>
                  <a:pt x="174762" y="33580"/>
                </a:cubicBezTo>
                <a:cubicBezTo>
                  <a:pt x="175577" y="35796"/>
                  <a:pt x="175984" y="39194"/>
                  <a:pt x="175984" y="43776"/>
                </a:cubicBezTo>
                <a:lnTo>
                  <a:pt x="175984" y="65442"/>
                </a:lnTo>
                <a:cubicBezTo>
                  <a:pt x="175984" y="68656"/>
                  <a:pt x="176243" y="70836"/>
                  <a:pt x="176762" y="71981"/>
                </a:cubicBezTo>
                <a:cubicBezTo>
                  <a:pt x="177169" y="72904"/>
                  <a:pt x="177826" y="73625"/>
                  <a:pt x="178733" y="74142"/>
                </a:cubicBezTo>
                <a:cubicBezTo>
                  <a:pt x="179640" y="74659"/>
                  <a:pt x="181315" y="74917"/>
                  <a:pt x="183759" y="74917"/>
                </a:cubicBezTo>
                <a:lnTo>
                  <a:pt x="183759" y="76972"/>
                </a:lnTo>
                <a:lnTo>
                  <a:pt x="158601" y="76972"/>
                </a:lnTo>
                <a:lnTo>
                  <a:pt x="158601" y="74917"/>
                </a:lnTo>
                <a:lnTo>
                  <a:pt x="159657" y="74917"/>
                </a:lnTo>
                <a:cubicBezTo>
                  <a:pt x="162026" y="74917"/>
                  <a:pt x="163683" y="74558"/>
                  <a:pt x="164627" y="73840"/>
                </a:cubicBezTo>
                <a:cubicBezTo>
                  <a:pt x="165571" y="73121"/>
                  <a:pt x="166228" y="72063"/>
                  <a:pt x="166599" y="70664"/>
                </a:cubicBezTo>
                <a:cubicBezTo>
                  <a:pt x="166747" y="70111"/>
                  <a:pt x="166821" y="68379"/>
                  <a:pt x="166821" y="65469"/>
                </a:cubicBezTo>
                <a:lnTo>
                  <a:pt x="166821" y="44749"/>
                </a:lnTo>
                <a:cubicBezTo>
                  <a:pt x="166821" y="40146"/>
                  <a:pt x="166219" y="36803"/>
                  <a:pt x="165016" y="34722"/>
                </a:cubicBezTo>
                <a:cubicBezTo>
                  <a:pt x="163812" y="32640"/>
                  <a:pt x="161785" y="31600"/>
                  <a:pt x="158935" y="31600"/>
                </a:cubicBezTo>
                <a:cubicBezTo>
                  <a:pt x="154529" y="31600"/>
                  <a:pt x="150141" y="33994"/>
                  <a:pt x="145773" y="38783"/>
                </a:cubicBezTo>
                <a:lnTo>
                  <a:pt x="145773" y="65469"/>
                </a:lnTo>
                <a:cubicBezTo>
                  <a:pt x="145773" y="68895"/>
                  <a:pt x="145976" y="71013"/>
                  <a:pt x="146384" y="71823"/>
                </a:cubicBezTo>
                <a:cubicBezTo>
                  <a:pt x="146902" y="72891"/>
                  <a:pt x="147615" y="73674"/>
                  <a:pt x="148522" y="74171"/>
                </a:cubicBezTo>
                <a:cubicBezTo>
                  <a:pt x="149429" y="74669"/>
                  <a:pt x="151271" y="74917"/>
                  <a:pt x="154047" y="74917"/>
                </a:cubicBezTo>
                <a:lnTo>
                  <a:pt x="154047" y="76972"/>
                </a:lnTo>
                <a:lnTo>
                  <a:pt x="128890" y="76972"/>
                </a:lnTo>
                <a:lnTo>
                  <a:pt x="128890" y="74917"/>
                </a:lnTo>
                <a:lnTo>
                  <a:pt x="130001" y="74917"/>
                </a:lnTo>
                <a:cubicBezTo>
                  <a:pt x="132592" y="74917"/>
                  <a:pt x="134342" y="74262"/>
                  <a:pt x="135249" y="72951"/>
                </a:cubicBezTo>
                <a:cubicBezTo>
                  <a:pt x="136156" y="71639"/>
                  <a:pt x="136609" y="69136"/>
                  <a:pt x="136609" y="65442"/>
                </a:cubicBezTo>
                <a:lnTo>
                  <a:pt x="136609" y="46601"/>
                </a:lnTo>
                <a:cubicBezTo>
                  <a:pt x="136609" y="40506"/>
                  <a:pt x="136470" y="36794"/>
                  <a:pt x="136193" y="35465"/>
                </a:cubicBezTo>
                <a:cubicBezTo>
                  <a:pt x="135915" y="34134"/>
                  <a:pt x="135489" y="33229"/>
                  <a:pt x="134916" y="32749"/>
                </a:cubicBezTo>
                <a:cubicBezTo>
                  <a:pt x="134342" y="32268"/>
                  <a:pt x="133573" y="32028"/>
                  <a:pt x="132611" y="32028"/>
                </a:cubicBezTo>
                <a:cubicBezTo>
                  <a:pt x="131574" y="32028"/>
                  <a:pt x="130334" y="32305"/>
                  <a:pt x="128890" y="32860"/>
                </a:cubicBezTo>
                <a:lnTo>
                  <a:pt x="128057" y="30864"/>
                </a:lnTo>
                <a:lnTo>
                  <a:pt x="143385" y="24658"/>
                </a:lnTo>
                <a:lnTo>
                  <a:pt x="145773" y="24658"/>
                </a:lnTo>
                <a:lnTo>
                  <a:pt x="145773" y="35432"/>
                </a:lnTo>
                <a:close/>
                <a:moveTo>
                  <a:pt x="195921" y="45317"/>
                </a:moveTo>
                <a:cubicBezTo>
                  <a:pt x="195884" y="52852"/>
                  <a:pt x="197717" y="58763"/>
                  <a:pt x="201419" y="63048"/>
                </a:cubicBezTo>
                <a:cubicBezTo>
                  <a:pt x="205122" y="67333"/>
                  <a:pt x="209472" y="69475"/>
                  <a:pt x="214470" y="69475"/>
                </a:cubicBezTo>
                <a:cubicBezTo>
                  <a:pt x="217802" y="69475"/>
                  <a:pt x="220699" y="68559"/>
                  <a:pt x="223162" y="66726"/>
                </a:cubicBezTo>
                <a:cubicBezTo>
                  <a:pt x="225624" y="64893"/>
                  <a:pt x="227688" y="61756"/>
                  <a:pt x="229354" y="57313"/>
                </a:cubicBezTo>
                <a:lnTo>
                  <a:pt x="231075" y="58423"/>
                </a:lnTo>
                <a:cubicBezTo>
                  <a:pt x="230298" y="63496"/>
                  <a:pt x="228039" y="68114"/>
                  <a:pt x="224300" y="72280"/>
                </a:cubicBezTo>
                <a:cubicBezTo>
                  <a:pt x="220561" y="76445"/>
                  <a:pt x="215877" y="78527"/>
                  <a:pt x="210250" y="78527"/>
                </a:cubicBezTo>
                <a:cubicBezTo>
                  <a:pt x="204141" y="78527"/>
                  <a:pt x="198911" y="76154"/>
                  <a:pt x="194561" y="71407"/>
                </a:cubicBezTo>
                <a:cubicBezTo>
                  <a:pt x="190210" y="66658"/>
                  <a:pt x="188035" y="60275"/>
                  <a:pt x="188035" y="52257"/>
                </a:cubicBezTo>
                <a:cubicBezTo>
                  <a:pt x="188035" y="43575"/>
                  <a:pt x="190266" y="36805"/>
                  <a:pt x="194727" y="31947"/>
                </a:cubicBezTo>
                <a:cubicBezTo>
                  <a:pt x="199189" y="27087"/>
                  <a:pt x="204789" y="24658"/>
                  <a:pt x="211527" y="24658"/>
                </a:cubicBezTo>
                <a:cubicBezTo>
                  <a:pt x="217229" y="24658"/>
                  <a:pt x="221912" y="26532"/>
                  <a:pt x="225577" y="30281"/>
                </a:cubicBezTo>
                <a:cubicBezTo>
                  <a:pt x="229243" y="34028"/>
                  <a:pt x="231075" y="39040"/>
                  <a:pt x="231075" y="45317"/>
                </a:cubicBezTo>
                <a:lnTo>
                  <a:pt x="195921" y="45317"/>
                </a:lnTo>
                <a:moveTo>
                  <a:pt x="195921" y="42096"/>
                </a:moveTo>
                <a:lnTo>
                  <a:pt x="219468" y="42096"/>
                </a:lnTo>
                <a:cubicBezTo>
                  <a:pt x="219283" y="38838"/>
                  <a:pt x="218895" y="36542"/>
                  <a:pt x="218302" y="35210"/>
                </a:cubicBezTo>
                <a:cubicBezTo>
                  <a:pt x="217377" y="33136"/>
                  <a:pt x="215997" y="31507"/>
                  <a:pt x="214165" y="30322"/>
                </a:cubicBezTo>
                <a:cubicBezTo>
                  <a:pt x="212332" y="29138"/>
                  <a:pt x="210416" y="28545"/>
                  <a:pt x="208417" y="28545"/>
                </a:cubicBezTo>
                <a:cubicBezTo>
                  <a:pt x="205344" y="28545"/>
                  <a:pt x="202595" y="29739"/>
                  <a:pt x="200170" y="32127"/>
                </a:cubicBezTo>
                <a:cubicBezTo>
                  <a:pt x="197745" y="34515"/>
                  <a:pt x="196329" y="37838"/>
                  <a:pt x="195921" y="42096"/>
                </a:cubicBezTo>
                <a:close/>
                <a:moveTo>
                  <a:pt x="252195" y="24658"/>
                </a:moveTo>
                <a:lnTo>
                  <a:pt x="252195" y="36098"/>
                </a:lnTo>
                <a:cubicBezTo>
                  <a:pt x="256452" y="28471"/>
                  <a:pt x="260821" y="24658"/>
                  <a:pt x="265301" y="24658"/>
                </a:cubicBezTo>
                <a:cubicBezTo>
                  <a:pt x="267337" y="24658"/>
                  <a:pt x="269022" y="25278"/>
                  <a:pt x="270355" y="26518"/>
                </a:cubicBezTo>
                <a:cubicBezTo>
                  <a:pt x="271688" y="27759"/>
                  <a:pt x="272354" y="29193"/>
                  <a:pt x="272354" y="30822"/>
                </a:cubicBezTo>
                <a:cubicBezTo>
                  <a:pt x="272354" y="32266"/>
                  <a:pt x="271873" y="33488"/>
                  <a:pt x="270910" y="34488"/>
                </a:cubicBezTo>
                <a:cubicBezTo>
                  <a:pt x="269948" y="35487"/>
                  <a:pt x="268800" y="35987"/>
                  <a:pt x="267467" y="35987"/>
                </a:cubicBezTo>
                <a:cubicBezTo>
                  <a:pt x="266171" y="35987"/>
                  <a:pt x="264718" y="35348"/>
                  <a:pt x="263107" y="34071"/>
                </a:cubicBezTo>
                <a:cubicBezTo>
                  <a:pt x="261497" y="32794"/>
                  <a:pt x="260303" y="32155"/>
                  <a:pt x="259525" y="32155"/>
                </a:cubicBezTo>
                <a:cubicBezTo>
                  <a:pt x="258859" y="32155"/>
                  <a:pt x="258137" y="32524"/>
                  <a:pt x="257359" y="33262"/>
                </a:cubicBezTo>
                <a:cubicBezTo>
                  <a:pt x="255693" y="34777"/>
                  <a:pt x="253972" y="37270"/>
                  <a:pt x="252195" y="40741"/>
                </a:cubicBezTo>
                <a:lnTo>
                  <a:pt x="252195" y="65058"/>
                </a:lnTo>
                <a:cubicBezTo>
                  <a:pt x="252195" y="67864"/>
                  <a:pt x="252546" y="69987"/>
                  <a:pt x="253250" y="71427"/>
                </a:cubicBezTo>
                <a:cubicBezTo>
                  <a:pt x="253731" y="72425"/>
                  <a:pt x="254583" y="73256"/>
                  <a:pt x="255804" y="73921"/>
                </a:cubicBezTo>
                <a:cubicBezTo>
                  <a:pt x="257026" y="74585"/>
                  <a:pt x="258785" y="74917"/>
                  <a:pt x="261080" y="74917"/>
                </a:cubicBezTo>
                <a:lnTo>
                  <a:pt x="261080" y="76972"/>
                </a:lnTo>
                <a:lnTo>
                  <a:pt x="235034" y="76972"/>
                </a:lnTo>
                <a:lnTo>
                  <a:pt x="235034" y="74917"/>
                </a:lnTo>
                <a:cubicBezTo>
                  <a:pt x="237626" y="74917"/>
                  <a:pt x="239551" y="74511"/>
                  <a:pt x="240810" y="73699"/>
                </a:cubicBezTo>
                <a:cubicBezTo>
                  <a:pt x="241735" y="73108"/>
                  <a:pt x="242383" y="72166"/>
                  <a:pt x="242754" y="70872"/>
                </a:cubicBezTo>
                <a:cubicBezTo>
                  <a:pt x="242939" y="70244"/>
                  <a:pt x="243031" y="68452"/>
                  <a:pt x="243031" y="65497"/>
                </a:cubicBezTo>
                <a:lnTo>
                  <a:pt x="243031" y="45826"/>
                </a:lnTo>
                <a:cubicBezTo>
                  <a:pt x="243031" y="39914"/>
                  <a:pt x="242911" y="36396"/>
                  <a:pt x="242670" y="35270"/>
                </a:cubicBezTo>
                <a:cubicBezTo>
                  <a:pt x="242430" y="34143"/>
                  <a:pt x="241985" y="33321"/>
                  <a:pt x="241337" y="32804"/>
                </a:cubicBezTo>
                <a:cubicBezTo>
                  <a:pt x="240690" y="32287"/>
                  <a:pt x="239884" y="32028"/>
                  <a:pt x="238922" y="32028"/>
                </a:cubicBezTo>
                <a:cubicBezTo>
                  <a:pt x="237774" y="32028"/>
                  <a:pt x="236478" y="32305"/>
                  <a:pt x="235034" y="32860"/>
                </a:cubicBezTo>
                <a:lnTo>
                  <a:pt x="234479" y="30864"/>
                </a:lnTo>
                <a:lnTo>
                  <a:pt x="249862" y="24658"/>
                </a:lnTo>
                <a:lnTo>
                  <a:pt x="252195" y="24658"/>
                </a:lnTo>
                <a:close/>
                <a:moveTo>
                  <a:pt x="304134" y="69642"/>
                </a:moveTo>
                <a:cubicBezTo>
                  <a:pt x="298913" y="73677"/>
                  <a:pt x="295637" y="76010"/>
                  <a:pt x="294304" y="76639"/>
                </a:cubicBezTo>
                <a:cubicBezTo>
                  <a:pt x="292305" y="77602"/>
                  <a:pt x="290176" y="78083"/>
                  <a:pt x="287917" y="78083"/>
                </a:cubicBezTo>
                <a:cubicBezTo>
                  <a:pt x="284400" y="78083"/>
                  <a:pt x="281503" y="76880"/>
                  <a:pt x="279226" y="74473"/>
                </a:cubicBezTo>
                <a:cubicBezTo>
                  <a:pt x="276949" y="72067"/>
                  <a:pt x="275811" y="68901"/>
                  <a:pt x="275811" y="64977"/>
                </a:cubicBezTo>
                <a:cubicBezTo>
                  <a:pt x="275811" y="62496"/>
                  <a:pt x="276366" y="60349"/>
                  <a:pt x="277477" y="58534"/>
                </a:cubicBezTo>
                <a:cubicBezTo>
                  <a:pt x="278995" y="56017"/>
                  <a:pt x="281633" y="53647"/>
                  <a:pt x="285390" y="51426"/>
                </a:cubicBezTo>
                <a:cubicBezTo>
                  <a:pt x="289148" y="49204"/>
                  <a:pt x="295396" y="46502"/>
                  <a:pt x="304134" y="43318"/>
                </a:cubicBezTo>
                <a:lnTo>
                  <a:pt x="304134" y="41318"/>
                </a:lnTo>
                <a:cubicBezTo>
                  <a:pt x="304134" y="36246"/>
                  <a:pt x="303328" y="32766"/>
                  <a:pt x="301718" y="30878"/>
                </a:cubicBezTo>
                <a:cubicBezTo>
                  <a:pt x="300107" y="28990"/>
                  <a:pt x="297766" y="28045"/>
                  <a:pt x="294693" y="28045"/>
                </a:cubicBezTo>
                <a:cubicBezTo>
                  <a:pt x="292360" y="28045"/>
                  <a:pt x="290509" y="28673"/>
                  <a:pt x="289139" y="29927"/>
                </a:cubicBezTo>
                <a:cubicBezTo>
                  <a:pt x="287732" y="31181"/>
                  <a:pt x="287029" y="32620"/>
                  <a:pt x="287029" y="34243"/>
                </a:cubicBezTo>
                <a:lnTo>
                  <a:pt x="287140" y="37452"/>
                </a:lnTo>
                <a:cubicBezTo>
                  <a:pt x="287140" y="39148"/>
                  <a:pt x="286705" y="40457"/>
                  <a:pt x="285835" y="41379"/>
                </a:cubicBezTo>
                <a:cubicBezTo>
                  <a:pt x="284965" y="42301"/>
                  <a:pt x="283826" y="42762"/>
                  <a:pt x="282419" y="42762"/>
                </a:cubicBezTo>
                <a:cubicBezTo>
                  <a:pt x="281049" y="42762"/>
                  <a:pt x="279929" y="42283"/>
                  <a:pt x="279059" y="41324"/>
                </a:cubicBezTo>
                <a:cubicBezTo>
                  <a:pt x="278189" y="40363"/>
                  <a:pt x="277754" y="39052"/>
                  <a:pt x="277754" y="37391"/>
                </a:cubicBezTo>
                <a:cubicBezTo>
                  <a:pt x="277754" y="34217"/>
                  <a:pt x="279383" y="31302"/>
                  <a:pt x="282641" y="28644"/>
                </a:cubicBezTo>
                <a:cubicBezTo>
                  <a:pt x="285900" y="25987"/>
                  <a:pt x="290472" y="24658"/>
                  <a:pt x="296359" y="24658"/>
                </a:cubicBezTo>
                <a:cubicBezTo>
                  <a:pt x="300876" y="24658"/>
                  <a:pt x="304578" y="25416"/>
                  <a:pt x="307466" y="26931"/>
                </a:cubicBezTo>
                <a:cubicBezTo>
                  <a:pt x="309650" y="28078"/>
                  <a:pt x="311261" y="29872"/>
                  <a:pt x="312297" y="32313"/>
                </a:cubicBezTo>
                <a:cubicBezTo>
                  <a:pt x="312964" y="33903"/>
                  <a:pt x="313297" y="37157"/>
                  <a:pt x="313297" y="42075"/>
                </a:cubicBezTo>
                <a:lnTo>
                  <a:pt x="313297" y="59326"/>
                </a:lnTo>
                <a:cubicBezTo>
                  <a:pt x="313297" y="64170"/>
                  <a:pt x="313390" y="67138"/>
                  <a:pt x="313575" y="68229"/>
                </a:cubicBezTo>
                <a:cubicBezTo>
                  <a:pt x="313760" y="69320"/>
                  <a:pt x="314065" y="70051"/>
                  <a:pt x="314491" y="70421"/>
                </a:cubicBezTo>
                <a:cubicBezTo>
                  <a:pt x="314917" y="70790"/>
                  <a:pt x="315407" y="70974"/>
                  <a:pt x="315963" y="70974"/>
                </a:cubicBezTo>
                <a:cubicBezTo>
                  <a:pt x="316555" y="70974"/>
                  <a:pt x="317073" y="70845"/>
                  <a:pt x="317518" y="70586"/>
                </a:cubicBezTo>
                <a:cubicBezTo>
                  <a:pt x="318295" y="70104"/>
                  <a:pt x="319795" y="68753"/>
                  <a:pt x="322016" y="66532"/>
                </a:cubicBezTo>
                <a:lnTo>
                  <a:pt x="322016" y="69642"/>
                </a:lnTo>
                <a:cubicBezTo>
                  <a:pt x="317869" y="75195"/>
                  <a:pt x="313908" y="77972"/>
                  <a:pt x="310132" y="77972"/>
                </a:cubicBezTo>
                <a:cubicBezTo>
                  <a:pt x="308317" y="77972"/>
                  <a:pt x="306873" y="77343"/>
                  <a:pt x="305800" y="76084"/>
                </a:cubicBezTo>
                <a:cubicBezTo>
                  <a:pt x="304726" y="74825"/>
                  <a:pt x="304171" y="72678"/>
                  <a:pt x="304134" y="69642"/>
                </a:cubicBezTo>
                <a:moveTo>
                  <a:pt x="304134" y="66001"/>
                </a:moveTo>
                <a:lnTo>
                  <a:pt x="304134" y="46705"/>
                </a:lnTo>
                <a:cubicBezTo>
                  <a:pt x="298543" y="48916"/>
                  <a:pt x="294933" y="50483"/>
                  <a:pt x="293304" y="51405"/>
                </a:cubicBezTo>
                <a:cubicBezTo>
                  <a:pt x="290379" y="53027"/>
                  <a:pt x="288288" y="54723"/>
                  <a:pt x="287029" y="56492"/>
                </a:cubicBezTo>
                <a:cubicBezTo>
                  <a:pt x="285770" y="58261"/>
                  <a:pt x="285141" y="60196"/>
                  <a:pt x="285141" y="62297"/>
                </a:cubicBezTo>
                <a:cubicBezTo>
                  <a:pt x="285141" y="64951"/>
                  <a:pt x="285937" y="67153"/>
                  <a:pt x="287529" y="68904"/>
                </a:cubicBezTo>
                <a:cubicBezTo>
                  <a:pt x="289121" y="70655"/>
                  <a:pt x="290953" y="71530"/>
                  <a:pt x="293027" y="71530"/>
                </a:cubicBezTo>
                <a:cubicBezTo>
                  <a:pt x="295840" y="71530"/>
                  <a:pt x="299543" y="69687"/>
                  <a:pt x="304134" y="66001"/>
                </a:cubicBezTo>
                <a:close/>
                <a:moveTo>
                  <a:pt x="340025" y="9330"/>
                </a:moveTo>
                <a:lnTo>
                  <a:pt x="340025" y="26102"/>
                </a:lnTo>
                <a:lnTo>
                  <a:pt x="351909" y="26102"/>
                </a:lnTo>
                <a:lnTo>
                  <a:pt x="351909" y="29989"/>
                </a:lnTo>
                <a:lnTo>
                  <a:pt x="340025" y="29989"/>
                </a:lnTo>
                <a:lnTo>
                  <a:pt x="340025" y="62932"/>
                </a:lnTo>
                <a:cubicBezTo>
                  <a:pt x="340025" y="66224"/>
                  <a:pt x="340497" y="68443"/>
                  <a:pt x="341441" y="69590"/>
                </a:cubicBezTo>
                <a:cubicBezTo>
                  <a:pt x="342385" y="70735"/>
                  <a:pt x="343598" y="71308"/>
                  <a:pt x="345079" y="71308"/>
                </a:cubicBezTo>
                <a:cubicBezTo>
                  <a:pt x="346300" y="71308"/>
                  <a:pt x="347485" y="70928"/>
                  <a:pt x="348633" y="70169"/>
                </a:cubicBezTo>
                <a:cubicBezTo>
                  <a:pt x="349781" y="69410"/>
                  <a:pt x="350669" y="68290"/>
                  <a:pt x="351299" y="66809"/>
                </a:cubicBezTo>
                <a:lnTo>
                  <a:pt x="353464" y="66809"/>
                </a:lnTo>
                <a:cubicBezTo>
                  <a:pt x="352169" y="70448"/>
                  <a:pt x="350336" y="73200"/>
                  <a:pt x="347966" y="75065"/>
                </a:cubicBezTo>
                <a:cubicBezTo>
                  <a:pt x="345597" y="76929"/>
                  <a:pt x="343153" y="77861"/>
                  <a:pt x="340636" y="77861"/>
                </a:cubicBezTo>
                <a:cubicBezTo>
                  <a:pt x="338933" y="77861"/>
                  <a:pt x="337267" y="77388"/>
                  <a:pt x="335638" y="76443"/>
                </a:cubicBezTo>
                <a:cubicBezTo>
                  <a:pt x="334009" y="75498"/>
                  <a:pt x="332805" y="74145"/>
                  <a:pt x="332028" y="72385"/>
                </a:cubicBezTo>
                <a:cubicBezTo>
                  <a:pt x="331250" y="70624"/>
                  <a:pt x="330862" y="67909"/>
                  <a:pt x="330862" y="64239"/>
                </a:cubicBezTo>
                <a:lnTo>
                  <a:pt x="330862" y="29989"/>
                </a:lnTo>
                <a:lnTo>
                  <a:pt x="322809" y="29989"/>
                </a:lnTo>
                <a:lnTo>
                  <a:pt x="322809" y="28157"/>
                </a:lnTo>
                <a:cubicBezTo>
                  <a:pt x="324845" y="27340"/>
                  <a:pt x="326928" y="25957"/>
                  <a:pt x="329057" y="24007"/>
                </a:cubicBezTo>
                <a:cubicBezTo>
                  <a:pt x="331185" y="22057"/>
                  <a:pt x="333083" y="19746"/>
                  <a:pt x="334749" y="17072"/>
                </a:cubicBezTo>
                <a:cubicBezTo>
                  <a:pt x="335601" y="15662"/>
                  <a:pt x="336785" y="13081"/>
                  <a:pt x="338303" y="9330"/>
                </a:cubicBezTo>
                <a:lnTo>
                  <a:pt x="340025" y="9330"/>
                </a:lnTo>
                <a:close/>
                <a:moveTo>
                  <a:pt x="365321" y="45317"/>
                </a:moveTo>
                <a:cubicBezTo>
                  <a:pt x="365284" y="52852"/>
                  <a:pt x="367117" y="58763"/>
                  <a:pt x="370819" y="63048"/>
                </a:cubicBezTo>
                <a:cubicBezTo>
                  <a:pt x="374522" y="67333"/>
                  <a:pt x="378872" y="69475"/>
                  <a:pt x="383870" y="69475"/>
                </a:cubicBezTo>
                <a:cubicBezTo>
                  <a:pt x="387202" y="69475"/>
                  <a:pt x="390100" y="68559"/>
                  <a:pt x="392562" y="66726"/>
                </a:cubicBezTo>
                <a:cubicBezTo>
                  <a:pt x="395024" y="64893"/>
                  <a:pt x="397088" y="61756"/>
                  <a:pt x="398754" y="57313"/>
                </a:cubicBezTo>
                <a:lnTo>
                  <a:pt x="400475" y="58423"/>
                </a:lnTo>
                <a:cubicBezTo>
                  <a:pt x="399698" y="63496"/>
                  <a:pt x="397439" y="68114"/>
                  <a:pt x="393700" y="72280"/>
                </a:cubicBezTo>
                <a:cubicBezTo>
                  <a:pt x="389961" y="76445"/>
                  <a:pt x="385277" y="78527"/>
                  <a:pt x="379650" y="78527"/>
                </a:cubicBezTo>
                <a:cubicBezTo>
                  <a:pt x="373541" y="78527"/>
                  <a:pt x="368311" y="76154"/>
                  <a:pt x="363961" y="71407"/>
                </a:cubicBezTo>
                <a:cubicBezTo>
                  <a:pt x="359611" y="66658"/>
                  <a:pt x="357435" y="60275"/>
                  <a:pt x="357435" y="52257"/>
                </a:cubicBezTo>
                <a:cubicBezTo>
                  <a:pt x="357435" y="43575"/>
                  <a:pt x="359666" y="36805"/>
                  <a:pt x="364127" y="31947"/>
                </a:cubicBezTo>
                <a:cubicBezTo>
                  <a:pt x="368589" y="27087"/>
                  <a:pt x="374189" y="24658"/>
                  <a:pt x="380927" y="24658"/>
                </a:cubicBezTo>
                <a:cubicBezTo>
                  <a:pt x="386629" y="24658"/>
                  <a:pt x="391312" y="26532"/>
                  <a:pt x="394977" y="30281"/>
                </a:cubicBezTo>
                <a:cubicBezTo>
                  <a:pt x="398643" y="34028"/>
                  <a:pt x="400475" y="39040"/>
                  <a:pt x="400475" y="45317"/>
                </a:cubicBezTo>
                <a:lnTo>
                  <a:pt x="365321" y="45317"/>
                </a:lnTo>
                <a:moveTo>
                  <a:pt x="365321" y="42096"/>
                </a:moveTo>
                <a:lnTo>
                  <a:pt x="388868" y="42096"/>
                </a:lnTo>
                <a:cubicBezTo>
                  <a:pt x="388683" y="38838"/>
                  <a:pt x="388295" y="36542"/>
                  <a:pt x="387702" y="35210"/>
                </a:cubicBezTo>
                <a:cubicBezTo>
                  <a:pt x="386777" y="33136"/>
                  <a:pt x="385398" y="31507"/>
                  <a:pt x="383565" y="30322"/>
                </a:cubicBezTo>
                <a:cubicBezTo>
                  <a:pt x="381732" y="29138"/>
                  <a:pt x="379816" y="28545"/>
                  <a:pt x="377817" y="28545"/>
                </a:cubicBezTo>
                <a:cubicBezTo>
                  <a:pt x="374744" y="28545"/>
                  <a:pt x="371995" y="29739"/>
                  <a:pt x="369570" y="32127"/>
                </a:cubicBezTo>
                <a:cubicBezTo>
                  <a:pt x="367145" y="34515"/>
                  <a:pt x="365729" y="37838"/>
                  <a:pt x="365321" y="42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⑤">
            <a:extLst xmlns:a="http://schemas.openxmlformats.org/drawingml/2006/main">
              <a:ext uri="{FF2B5EF4-FFF2-40B4-BE49-F238E27FC236}">
                <a16:creationId xmlns:a16="http://schemas.microsoft.com/office/drawing/2014/main" id="{C4B1DA1A-BC3C-46D2-B6B5-C24E0AF7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689" y="885472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26726" y="67860"/>
                </a:moveTo>
                <a:lnTo>
                  <a:pt x="33395" y="67860"/>
                </a:lnTo>
                <a:cubicBezTo>
                  <a:pt x="34990" y="77532"/>
                  <a:pt x="41032" y="82504"/>
                  <a:pt x="51518" y="82776"/>
                </a:cubicBezTo>
                <a:cubicBezTo>
                  <a:pt x="62515" y="82064"/>
                  <a:pt x="68386" y="75811"/>
                  <a:pt x="69133" y="64016"/>
                </a:cubicBezTo>
                <a:cubicBezTo>
                  <a:pt x="68522" y="52222"/>
                  <a:pt x="62447" y="46019"/>
                  <a:pt x="50908" y="45410"/>
                </a:cubicBezTo>
                <a:cubicBezTo>
                  <a:pt x="44154" y="45410"/>
                  <a:pt x="38826" y="47938"/>
                  <a:pt x="34923" y="52995"/>
                </a:cubicBezTo>
                <a:lnTo>
                  <a:pt x="29425" y="52282"/>
                </a:lnTo>
                <a:lnTo>
                  <a:pt x="35381" y="14203"/>
                </a:lnTo>
                <a:lnTo>
                  <a:pt x="71831" y="14203"/>
                </a:lnTo>
                <a:lnTo>
                  <a:pt x="71831" y="19854"/>
                </a:lnTo>
                <a:lnTo>
                  <a:pt x="40981" y="19854"/>
                </a:lnTo>
                <a:lnTo>
                  <a:pt x="36399" y="44544"/>
                </a:lnTo>
                <a:cubicBezTo>
                  <a:pt x="39250" y="42678"/>
                  <a:pt x="41804" y="41413"/>
                  <a:pt x="44061" y="40752"/>
                </a:cubicBezTo>
                <a:cubicBezTo>
                  <a:pt x="46317" y="40090"/>
                  <a:pt x="49160" y="39759"/>
                  <a:pt x="52588" y="39759"/>
                </a:cubicBezTo>
                <a:cubicBezTo>
                  <a:pt x="67385" y="40606"/>
                  <a:pt x="75123" y="48692"/>
                  <a:pt x="75801" y="64016"/>
                </a:cubicBezTo>
                <a:cubicBezTo>
                  <a:pt x="74919" y="79035"/>
                  <a:pt x="67181" y="87155"/>
                  <a:pt x="52588" y="88376"/>
                </a:cubicBezTo>
                <a:cubicBezTo>
                  <a:pt x="36433" y="88308"/>
                  <a:pt x="27813" y="81469"/>
                  <a:pt x="26726" y="678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Input">
            <a:extLst xmlns:a="http://schemas.openxmlformats.org/drawingml/2006/main">
              <a:ext uri="{FF2B5EF4-FFF2-40B4-BE49-F238E27FC236}">
                <a16:creationId xmlns:a16="http://schemas.microsoft.com/office/drawing/2014/main" id="{C4DF768E-CB55-46A2-8E6A-D4A7FD1E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030" y="893858"/>
            <a:ext cx="236254" cy="99631"/>
          </a:xfrm>
          <a:custGeom xmlns:a="http://schemas.openxmlformats.org/drawingml/2006/main">
            <a:pathLst>
              <a:path w="236254" h="99631">
                <a:moveTo>
                  <a:pt x="32266" y="73251"/>
                </a:moveTo>
                <a:lnTo>
                  <a:pt x="32266" y="75306"/>
                </a:lnTo>
                <a:lnTo>
                  <a:pt x="0" y="75306"/>
                </a:lnTo>
                <a:lnTo>
                  <a:pt x="0" y="73251"/>
                </a:lnTo>
                <a:lnTo>
                  <a:pt x="2666" y="73251"/>
                </a:lnTo>
                <a:cubicBezTo>
                  <a:pt x="5776" y="73251"/>
                  <a:pt x="8034" y="72344"/>
                  <a:pt x="9441" y="70530"/>
                </a:cubicBezTo>
                <a:cubicBezTo>
                  <a:pt x="10330" y="69345"/>
                  <a:pt x="10774" y="66495"/>
                  <a:pt x="10774" y="61978"/>
                </a:cubicBezTo>
                <a:lnTo>
                  <a:pt x="10774" y="13329"/>
                </a:lnTo>
                <a:cubicBezTo>
                  <a:pt x="10774" y="9515"/>
                  <a:pt x="10533" y="6997"/>
                  <a:pt x="10052" y="5776"/>
                </a:cubicBezTo>
                <a:cubicBezTo>
                  <a:pt x="9682" y="4850"/>
                  <a:pt x="8923" y="4054"/>
                  <a:pt x="7775" y="3388"/>
                </a:cubicBezTo>
                <a:cubicBezTo>
                  <a:pt x="6146" y="2499"/>
                  <a:pt x="4443" y="2055"/>
                  <a:pt x="2666" y="2055"/>
                </a:cubicBezTo>
                <a:lnTo>
                  <a:pt x="0" y="2055"/>
                </a:lnTo>
                <a:lnTo>
                  <a:pt x="0" y="0"/>
                </a:lnTo>
                <a:lnTo>
                  <a:pt x="32266" y="0"/>
                </a:lnTo>
                <a:lnTo>
                  <a:pt x="32266" y="2055"/>
                </a:lnTo>
                <a:lnTo>
                  <a:pt x="29545" y="2055"/>
                </a:lnTo>
                <a:cubicBezTo>
                  <a:pt x="26472" y="2055"/>
                  <a:pt x="24232" y="2962"/>
                  <a:pt x="22825" y="4776"/>
                </a:cubicBezTo>
                <a:cubicBezTo>
                  <a:pt x="21900" y="5961"/>
                  <a:pt x="21437" y="8812"/>
                  <a:pt x="21437" y="13329"/>
                </a:cubicBezTo>
                <a:lnTo>
                  <a:pt x="21437" y="61978"/>
                </a:lnTo>
                <a:cubicBezTo>
                  <a:pt x="21437" y="65791"/>
                  <a:pt x="21677" y="68309"/>
                  <a:pt x="22159" y="69531"/>
                </a:cubicBezTo>
                <a:cubicBezTo>
                  <a:pt x="22529" y="70456"/>
                  <a:pt x="23306" y="71252"/>
                  <a:pt x="24491" y="71919"/>
                </a:cubicBezTo>
                <a:cubicBezTo>
                  <a:pt x="26083" y="72807"/>
                  <a:pt x="27768" y="73251"/>
                  <a:pt x="29545" y="73251"/>
                </a:cubicBezTo>
                <a:lnTo>
                  <a:pt x="32266" y="73251"/>
                </a:lnTo>
                <a:close/>
                <a:moveTo>
                  <a:pt x="53560" y="33766"/>
                </a:moveTo>
                <a:cubicBezTo>
                  <a:pt x="59521" y="26583"/>
                  <a:pt x="65204" y="22992"/>
                  <a:pt x="70610" y="22992"/>
                </a:cubicBezTo>
                <a:cubicBezTo>
                  <a:pt x="73387" y="22992"/>
                  <a:pt x="75775" y="23685"/>
                  <a:pt x="77774" y="25071"/>
                </a:cubicBezTo>
                <a:cubicBezTo>
                  <a:pt x="79773" y="26456"/>
                  <a:pt x="81365" y="28737"/>
                  <a:pt x="82550" y="31914"/>
                </a:cubicBezTo>
                <a:cubicBezTo>
                  <a:pt x="83364" y="34129"/>
                  <a:pt x="83772" y="37528"/>
                  <a:pt x="83772" y="42110"/>
                </a:cubicBezTo>
                <a:lnTo>
                  <a:pt x="83772" y="63776"/>
                </a:lnTo>
                <a:cubicBezTo>
                  <a:pt x="83772" y="66990"/>
                  <a:pt x="84031" y="69170"/>
                  <a:pt x="84549" y="70315"/>
                </a:cubicBezTo>
                <a:cubicBezTo>
                  <a:pt x="84957" y="71238"/>
                  <a:pt x="85614" y="71958"/>
                  <a:pt x="86521" y="72476"/>
                </a:cubicBezTo>
                <a:cubicBezTo>
                  <a:pt x="87428" y="72993"/>
                  <a:pt x="89103" y="73251"/>
                  <a:pt x="91547" y="73251"/>
                </a:cubicBezTo>
                <a:lnTo>
                  <a:pt x="91547" y="75306"/>
                </a:lnTo>
                <a:lnTo>
                  <a:pt x="66389" y="75306"/>
                </a:lnTo>
                <a:lnTo>
                  <a:pt x="66389" y="73251"/>
                </a:lnTo>
                <a:lnTo>
                  <a:pt x="67444" y="73251"/>
                </a:lnTo>
                <a:cubicBezTo>
                  <a:pt x="69814" y="73251"/>
                  <a:pt x="71471" y="72892"/>
                  <a:pt x="72415" y="72174"/>
                </a:cubicBezTo>
                <a:cubicBezTo>
                  <a:pt x="73359" y="71455"/>
                  <a:pt x="74016" y="70397"/>
                  <a:pt x="74386" y="68998"/>
                </a:cubicBezTo>
                <a:cubicBezTo>
                  <a:pt x="74534" y="68445"/>
                  <a:pt x="74608" y="66713"/>
                  <a:pt x="74608" y="63803"/>
                </a:cubicBezTo>
                <a:lnTo>
                  <a:pt x="74608" y="43083"/>
                </a:lnTo>
                <a:cubicBezTo>
                  <a:pt x="74608" y="38480"/>
                  <a:pt x="74007" y="35137"/>
                  <a:pt x="72803" y="33056"/>
                </a:cubicBezTo>
                <a:cubicBezTo>
                  <a:pt x="71600" y="30974"/>
                  <a:pt x="69573" y="29934"/>
                  <a:pt x="66722" y="29934"/>
                </a:cubicBezTo>
                <a:cubicBezTo>
                  <a:pt x="62317" y="29934"/>
                  <a:pt x="57929" y="32328"/>
                  <a:pt x="53560" y="37117"/>
                </a:cubicBezTo>
                <a:lnTo>
                  <a:pt x="53560" y="63803"/>
                </a:lnTo>
                <a:cubicBezTo>
                  <a:pt x="53560" y="67229"/>
                  <a:pt x="53764" y="69347"/>
                  <a:pt x="54171" y="70157"/>
                </a:cubicBezTo>
                <a:cubicBezTo>
                  <a:pt x="54690" y="71225"/>
                  <a:pt x="55402" y="72008"/>
                  <a:pt x="56309" y="72505"/>
                </a:cubicBezTo>
                <a:cubicBezTo>
                  <a:pt x="57217" y="73003"/>
                  <a:pt x="59058" y="73251"/>
                  <a:pt x="61835" y="73251"/>
                </a:cubicBezTo>
                <a:lnTo>
                  <a:pt x="61835" y="75306"/>
                </a:lnTo>
                <a:lnTo>
                  <a:pt x="36678" y="75306"/>
                </a:lnTo>
                <a:lnTo>
                  <a:pt x="36678" y="73251"/>
                </a:lnTo>
                <a:lnTo>
                  <a:pt x="37788" y="73251"/>
                </a:lnTo>
                <a:cubicBezTo>
                  <a:pt x="40380" y="73251"/>
                  <a:pt x="42129" y="72596"/>
                  <a:pt x="43036" y="71285"/>
                </a:cubicBezTo>
                <a:cubicBezTo>
                  <a:pt x="43944" y="69973"/>
                  <a:pt x="44397" y="67470"/>
                  <a:pt x="44397" y="63776"/>
                </a:cubicBezTo>
                <a:lnTo>
                  <a:pt x="44397" y="44935"/>
                </a:lnTo>
                <a:cubicBezTo>
                  <a:pt x="44397" y="38840"/>
                  <a:pt x="44258" y="35128"/>
                  <a:pt x="43981" y="33799"/>
                </a:cubicBezTo>
                <a:cubicBezTo>
                  <a:pt x="43703" y="32468"/>
                  <a:pt x="43277" y="31563"/>
                  <a:pt x="42703" y="31083"/>
                </a:cubicBezTo>
                <a:cubicBezTo>
                  <a:pt x="42129" y="30602"/>
                  <a:pt x="41361" y="30362"/>
                  <a:pt x="40398" y="30362"/>
                </a:cubicBezTo>
                <a:cubicBezTo>
                  <a:pt x="39362" y="30362"/>
                  <a:pt x="38122" y="30639"/>
                  <a:pt x="36678" y="31194"/>
                </a:cubicBezTo>
                <a:lnTo>
                  <a:pt x="35845" y="29198"/>
                </a:lnTo>
                <a:lnTo>
                  <a:pt x="51172" y="22992"/>
                </a:lnTo>
                <a:lnTo>
                  <a:pt x="53560" y="22992"/>
                </a:lnTo>
                <a:lnTo>
                  <a:pt x="53560" y="33766"/>
                </a:lnTo>
                <a:close/>
                <a:moveTo>
                  <a:pt x="91504" y="29439"/>
                </a:moveTo>
                <a:lnTo>
                  <a:pt x="107165" y="23103"/>
                </a:lnTo>
                <a:lnTo>
                  <a:pt x="109276" y="23103"/>
                </a:lnTo>
                <a:lnTo>
                  <a:pt x="109276" y="34987"/>
                </a:lnTo>
                <a:cubicBezTo>
                  <a:pt x="111904" y="30508"/>
                  <a:pt x="114542" y="27388"/>
                  <a:pt x="117189" y="25630"/>
                </a:cubicBezTo>
                <a:cubicBezTo>
                  <a:pt x="119837" y="23871"/>
                  <a:pt x="122623" y="22992"/>
                  <a:pt x="125547" y="22992"/>
                </a:cubicBezTo>
                <a:cubicBezTo>
                  <a:pt x="130657" y="22992"/>
                  <a:pt x="134914" y="24989"/>
                  <a:pt x="138321" y="28983"/>
                </a:cubicBezTo>
                <a:cubicBezTo>
                  <a:pt x="142504" y="33865"/>
                  <a:pt x="144596" y="40227"/>
                  <a:pt x="144596" y="48068"/>
                </a:cubicBezTo>
                <a:cubicBezTo>
                  <a:pt x="144596" y="56833"/>
                  <a:pt x="142079" y="64082"/>
                  <a:pt x="137043" y="69815"/>
                </a:cubicBezTo>
                <a:cubicBezTo>
                  <a:pt x="132897" y="74513"/>
                  <a:pt x="127676" y="76861"/>
                  <a:pt x="121382" y="76861"/>
                </a:cubicBezTo>
                <a:cubicBezTo>
                  <a:pt x="118643" y="76861"/>
                  <a:pt x="116273" y="76472"/>
                  <a:pt x="114274" y="75695"/>
                </a:cubicBezTo>
                <a:cubicBezTo>
                  <a:pt x="112793" y="75140"/>
                  <a:pt x="111127" y="74029"/>
                  <a:pt x="109276" y="72363"/>
                </a:cubicBezTo>
                <a:lnTo>
                  <a:pt x="109276" y="87857"/>
                </a:lnTo>
                <a:cubicBezTo>
                  <a:pt x="109276" y="91337"/>
                  <a:pt x="109488" y="93550"/>
                  <a:pt x="109914" y="94494"/>
                </a:cubicBezTo>
                <a:cubicBezTo>
                  <a:pt x="110340" y="95438"/>
                  <a:pt x="111080" y="96188"/>
                  <a:pt x="112136" y="96743"/>
                </a:cubicBezTo>
                <a:cubicBezTo>
                  <a:pt x="113191" y="97298"/>
                  <a:pt x="115107" y="97576"/>
                  <a:pt x="117884" y="97576"/>
                </a:cubicBezTo>
                <a:lnTo>
                  <a:pt x="117884" y="99631"/>
                </a:lnTo>
                <a:lnTo>
                  <a:pt x="91226" y="99631"/>
                </a:lnTo>
                <a:lnTo>
                  <a:pt x="91226" y="97576"/>
                </a:lnTo>
                <a:lnTo>
                  <a:pt x="92615" y="97576"/>
                </a:lnTo>
                <a:cubicBezTo>
                  <a:pt x="94651" y="97613"/>
                  <a:pt x="96391" y="97224"/>
                  <a:pt x="97835" y="96408"/>
                </a:cubicBezTo>
                <a:cubicBezTo>
                  <a:pt x="98539" y="96001"/>
                  <a:pt x="99085" y="95343"/>
                  <a:pt x="99473" y="94435"/>
                </a:cubicBezTo>
                <a:cubicBezTo>
                  <a:pt x="99862" y="93528"/>
                  <a:pt x="100057" y="91222"/>
                  <a:pt x="100057" y="87517"/>
                </a:cubicBezTo>
                <a:lnTo>
                  <a:pt x="100057" y="39387"/>
                </a:lnTo>
                <a:cubicBezTo>
                  <a:pt x="100057" y="36089"/>
                  <a:pt x="99909" y="33996"/>
                  <a:pt x="99612" y="33108"/>
                </a:cubicBezTo>
                <a:cubicBezTo>
                  <a:pt x="99316" y="32218"/>
                  <a:pt x="98844" y="31551"/>
                  <a:pt x="98196" y="31107"/>
                </a:cubicBezTo>
                <a:cubicBezTo>
                  <a:pt x="97548" y="30661"/>
                  <a:pt x="96669" y="30439"/>
                  <a:pt x="95558" y="30439"/>
                </a:cubicBezTo>
                <a:cubicBezTo>
                  <a:pt x="94670" y="30439"/>
                  <a:pt x="93540" y="30698"/>
                  <a:pt x="92171" y="31216"/>
                </a:cubicBezTo>
                <a:lnTo>
                  <a:pt x="91504" y="29439"/>
                </a:lnTo>
                <a:moveTo>
                  <a:pt x="109276" y="38365"/>
                </a:moveTo>
                <a:lnTo>
                  <a:pt x="109276" y="57334"/>
                </a:lnTo>
                <a:cubicBezTo>
                  <a:pt x="109276" y="61439"/>
                  <a:pt x="109442" y="64138"/>
                  <a:pt x="109775" y="65431"/>
                </a:cubicBezTo>
                <a:cubicBezTo>
                  <a:pt x="110294" y="67576"/>
                  <a:pt x="111562" y="69462"/>
                  <a:pt x="113580" y="71089"/>
                </a:cubicBezTo>
                <a:cubicBezTo>
                  <a:pt x="115597" y="72716"/>
                  <a:pt x="118143" y="73529"/>
                  <a:pt x="121216" y="73529"/>
                </a:cubicBezTo>
                <a:cubicBezTo>
                  <a:pt x="124918" y="73529"/>
                  <a:pt x="127917" y="72087"/>
                  <a:pt x="130212" y="69203"/>
                </a:cubicBezTo>
                <a:cubicBezTo>
                  <a:pt x="133211" y="65432"/>
                  <a:pt x="134711" y="60126"/>
                  <a:pt x="134711" y="53285"/>
                </a:cubicBezTo>
                <a:cubicBezTo>
                  <a:pt x="134711" y="45520"/>
                  <a:pt x="133008" y="39549"/>
                  <a:pt x="129602" y="35371"/>
                </a:cubicBezTo>
                <a:cubicBezTo>
                  <a:pt x="127232" y="32487"/>
                  <a:pt x="124418" y="31044"/>
                  <a:pt x="121160" y="31044"/>
                </a:cubicBezTo>
                <a:cubicBezTo>
                  <a:pt x="119383" y="31044"/>
                  <a:pt x="117624" y="31488"/>
                  <a:pt x="115884" y="32375"/>
                </a:cubicBezTo>
                <a:cubicBezTo>
                  <a:pt x="114551" y="33041"/>
                  <a:pt x="112348" y="35037"/>
                  <a:pt x="109276" y="38365"/>
                </a:cubicBezTo>
                <a:close/>
                <a:moveTo>
                  <a:pt x="196200" y="24436"/>
                </a:moveTo>
                <a:lnTo>
                  <a:pt x="196200" y="55258"/>
                </a:lnTo>
                <a:cubicBezTo>
                  <a:pt x="196200" y="61145"/>
                  <a:pt x="196339" y="64745"/>
                  <a:pt x="196617" y="66060"/>
                </a:cubicBezTo>
                <a:cubicBezTo>
                  <a:pt x="196895" y="67374"/>
                  <a:pt x="197339" y="68290"/>
                  <a:pt x="197950" y="68809"/>
                </a:cubicBezTo>
                <a:cubicBezTo>
                  <a:pt x="198561" y="69327"/>
                  <a:pt x="199273" y="69586"/>
                  <a:pt x="200088" y="69586"/>
                </a:cubicBezTo>
                <a:cubicBezTo>
                  <a:pt x="201236" y="69586"/>
                  <a:pt x="202531" y="69271"/>
                  <a:pt x="203975" y="68642"/>
                </a:cubicBezTo>
                <a:lnTo>
                  <a:pt x="204753" y="70586"/>
                </a:lnTo>
                <a:lnTo>
                  <a:pt x="189536" y="76861"/>
                </a:lnTo>
                <a:lnTo>
                  <a:pt x="187037" y="76861"/>
                </a:lnTo>
                <a:lnTo>
                  <a:pt x="187037" y="66087"/>
                </a:lnTo>
                <a:cubicBezTo>
                  <a:pt x="182668" y="70826"/>
                  <a:pt x="179336" y="73807"/>
                  <a:pt x="177041" y="75029"/>
                </a:cubicBezTo>
                <a:cubicBezTo>
                  <a:pt x="174745" y="76250"/>
                  <a:pt x="172320" y="76861"/>
                  <a:pt x="169766" y="76861"/>
                </a:cubicBezTo>
                <a:cubicBezTo>
                  <a:pt x="166915" y="76861"/>
                  <a:pt x="164443" y="76037"/>
                  <a:pt x="162352" y="74390"/>
                </a:cubicBezTo>
                <a:cubicBezTo>
                  <a:pt x="160260" y="72742"/>
                  <a:pt x="158807" y="70623"/>
                  <a:pt x="157992" y="68031"/>
                </a:cubicBezTo>
                <a:cubicBezTo>
                  <a:pt x="157177" y="65439"/>
                  <a:pt x="156770" y="61774"/>
                  <a:pt x="156770" y="57035"/>
                </a:cubicBezTo>
                <a:lnTo>
                  <a:pt x="156770" y="34321"/>
                </a:lnTo>
                <a:cubicBezTo>
                  <a:pt x="156770" y="31914"/>
                  <a:pt x="156511" y="30248"/>
                  <a:pt x="155993" y="29323"/>
                </a:cubicBezTo>
                <a:cubicBezTo>
                  <a:pt x="155474" y="28397"/>
                  <a:pt x="154706" y="27684"/>
                  <a:pt x="153688" y="27185"/>
                </a:cubicBezTo>
                <a:cubicBezTo>
                  <a:pt x="152670" y="26685"/>
                  <a:pt x="150828" y="26453"/>
                  <a:pt x="148162" y="26490"/>
                </a:cubicBezTo>
                <a:lnTo>
                  <a:pt x="148162" y="24436"/>
                </a:lnTo>
                <a:lnTo>
                  <a:pt x="165989" y="24436"/>
                </a:lnTo>
                <a:lnTo>
                  <a:pt x="165989" y="58396"/>
                </a:lnTo>
                <a:cubicBezTo>
                  <a:pt x="165989" y="63123"/>
                  <a:pt x="166813" y="66226"/>
                  <a:pt x="168460" y="67703"/>
                </a:cubicBezTo>
                <a:cubicBezTo>
                  <a:pt x="170108" y="69181"/>
                  <a:pt x="172098" y="69919"/>
                  <a:pt x="174431" y="69919"/>
                </a:cubicBezTo>
                <a:cubicBezTo>
                  <a:pt x="176023" y="69919"/>
                  <a:pt x="177827" y="69421"/>
                  <a:pt x="179845" y="68423"/>
                </a:cubicBezTo>
                <a:cubicBezTo>
                  <a:pt x="181863" y="67426"/>
                  <a:pt x="184260" y="65524"/>
                  <a:pt x="187037" y="62719"/>
                </a:cubicBezTo>
                <a:lnTo>
                  <a:pt x="187037" y="33969"/>
                </a:lnTo>
                <a:cubicBezTo>
                  <a:pt x="187037" y="31088"/>
                  <a:pt x="186509" y="29140"/>
                  <a:pt x="185454" y="28125"/>
                </a:cubicBezTo>
                <a:cubicBezTo>
                  <a:pt x="184399" y="27109"/>
                  <a:pt x="182205" y="26565"/>
                  <a:pt x="178873" y="26490"/>
                </a:cubicBezTo>
                <a:lnTo>
                  <a:pt x="178873" y="24436"/>
                </a:lnTo>
                <a:lnTo>
                  <a:pt x="196200" y="24436"/>
                </a:lnTo>
                <a:close/>
                <a:moveTo>
                  <a:pt x="222815" y="7664"/>
                </a:moveTo>
                <a:lnTo>
                  <a:pt x="222815" y="24436"/>
                </a:lnTo>
                <a:lnTo>
                  <a:pt x="234699" y="24436"/>
                </a:lnTo>
                <a:lnTo>
                  <a:pt x="234699" y="28323"/>
                </a:lnTo>
                <a:lnTo>
                  <a:pt x="222815" y="28323"/>
                </a:lnTo>
                <a:lnTo>
                  <a:pt x="222815" y="61266"/>
                </a:lnTo>
                <a:cubicBezTo>
                  <a:pt x="222815" y="64558"/>
                  <a:pt x="223287" y="66777"/>
                  <a:pt x="224231" y="67923"/>
                </a:cubicBezTo>
                <a:cubicBezTo>
                  <a:pt x="225175" y="69069"/>
                  <a:pt x="226387" y="69642"/>
                  <a:pt x="227868" y="69642"/>
                </a:cubicBezTo>
                <a:cubicBezTo>
                  <a:pt x="229090" y="69642"/>
                  <a:pt x="230275" y="69262"/>
                  <a:pt x="231423" y="68503"/>
                </a:cubicBezTo>
                <a:cubicBezTo>
                  <a:pt x="232570" y="67744"/>
                  <a:pt x="233459" y="66624"/>
                  <a:pt x="234088" y="65143"/>
                </a:cubicBezTo>
                <a:lnTo>
                  <a:pt x="236254" y="65143"/>
                </a:lnTo>
                <a:cubicBezTo>
                  <a:pt x="234958" y="68782"/>
                  <a:pt x="233126" y="71534"/>
                  <a:pt x="230756" y="73399"/>
                </a:cubicBezTo>
                <a:cubicBezTo>
                  <a:pt x="228387" y="75263"/>
                  <a:pt x="225943" y="76195"/>
                  <a:pt x="223426" y="76195"/>
                </a:cubicBezTo>
                <a:cubicBezTo>
                  <a:pt x="221722" y="76195"/>
                  <a:pt x="220056" y="75722"/>
                  <a:pt x="218427" y="74777"/>
                </a:cubicBezTo>
                <a:cubicBezTo>
                  <a:pt x="216798" y="73832"/>
                  <a:pt x="215595" y="72479"/>
                  <a:pt x="214817" y="70719"/>
                </a:cubicBezTo>
                <a:cubicBezTo>
                  <a:pt x="214040" y="68958"/>
                  <a:pt x="213651" y="66243"/>
                  <a:pt x="213651" y="62573"/>
                </a:cubicBezTo>
                <a:lnTo>
                  <a:pt x="213651" y="28323"/>
                </a:lnTo>
                <a:lnTo>
                  <a:pt x="205599" y="28323"/>
                </a:lnTo>
                <a:lnTo>
                  <a:pt x="205599" y="26490"/>
                </a:lnTo>
                <a:cubicBezTo>
                  <a:pt x="207635" y="25674"/>
                  <a:pt x="209717" y="24290"/>
                  <a:pt x="211846" y="22341"/>
                </a:cubicBezTo>
                <a:cubicBezTo>
                  <a:pt x="213975" y="20391"/>
                  <a:pt x="215873" y="18080"/>
                  <a:pt x="217539" y="15406"/>
                </a:cubicBezTo>
                <a:cubicBezTo>
                  <a:pt x="218390" y="13996"/>
                  <a:pt x="219575" y="11415"/>
                  <a:pt x="221093" y="7664"/>
                </a:cubicBezTo>
                <a:lnTo>
                  <a:pt x="222815" y="76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⑥">
            <a:extLst xmlns:a="http://schemas.openxmlformats.org/drawingml/2006/main">
              <a:ext uri="{FF2B5EF4-FFF2-40B4-BE49-F238E27FC236}">
                <a16:creationId xmlns:a16="http://schemas.microsoft.com/office/drawing/2014/main" id="{A346325B-C941-4B4D-8F9E-FDBE605E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620" y="1520503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74783" y="31817"/>
                </a:moveTo>
                <a:lnTo>
                  <a:pt x="67911" y="31817"/>
                </a:lnTo>
                <a:cubicBezTo>
                  <a:pt x="66146" y="23706"/>
                  <a:pt x="61479" y="19582"/>
                  <a:pt x="53911" y="19447"/>
                </a:cubicBezTo>
                <a:cubicBezTo>
                  <a:pt x="40845" y="19006"/>
                  <a:pt x="33972" y="30086"/>
                  <a:pt x="33294" y="52689"/>
                </a:cubicBezTo>
                <a:cubicBezTo>
                  <a:pt x="38350" y="44748"/>
                  <a:pt x="44782" y="40930"/>
                  <a:pt x="52588" y="41235"/>
                </a:cubicBezTo>
                <a:cubicBezTo>
                  <a:pt x="67656" y="41710"/>
                  <a:pt x="75428" y="49601"/>
                  <a:pt x="75903" y="64907"/>
                </a:cubicBezTo>
                <a:cubicBezTo>
                  <a:pt x="75428" y="80315"/>
                  <a:pt x="67571" y="88274"/>
                  <a:pt x="52333" y="88783"/>
                </a:cubicBezTo>
                <a:cubicBezTo>
                  <a:pt x="35262" y="88545"/>
                  <a:pt x="26693" y="76820"/>
                  <a:pt x="26625" y="53606"/>
                </a:cubicBezTo>
                <a:cubicBezTo>
                  <a:pt x="27168" y="27473"/>
                  <a:pt x="36060" y="14203"/>
                  <a:pt x="53300" y="13796"/>
                </a:cubicBezTo>
                <a:cubicBezTo>
                  <a:pt x="65891" y="14203"/>
                  <a:pt x="73052" y="20210"/>
                  <a:pt x="74783" y="31817"/>
                </a:cubicBezTo>
                <a:moveTo>
                  <a:pt x="52333" y="46835"/>
                </a:moveTo>
                <a:cubicBezTo>
                  <a:pt x="42050" y="47548"/>
                  <a:pt x="36535" y="53640"/>
                  <a:pt x="35788" y="65111"/>
                </a:cubicBezTo>
                <a:cubicBezTo>
                  <a:pt x="36535" y="76718"/>
                  <a:pt x="42101" y="82725"/>
                  <a:pt x="52486" y="83132"/>
                </a:cubicBezTo>
                <a:cubicBezTo>
                  <a:pt x="63108" y="82793"/>
                  <a:pt x="68691" y="76633"/>
                  <a:pt x="69234" y="64653"/>
                </a:cubicBezTo>
                <a:cubicBezTo>
                  <a:pt x="69166" y="52842"/>
                  <a:pt x="63533" y="46903"/>
                  <a:pt x="52333" y="468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Causalreasoning">
            <a:extLst xmlns:a="http://schemas.openxmlformats.org/drawingml/2006/main">
              <a:ext uri="{FF2B5EF4-FFF2-40B4-BE49-F238E27FC236}">
                <a16:creationId xmlns:a16="http://schemas.microsoft.com/office/drawing/2014/main" id="{7AE37A35-55F4-448F-9B63-7616E6E1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240" y="1525223"/>
            <a:ext cx="767423" cy="103518"/>
          </a:xfrm>
          <a:custGeom xmlns:a="http://schemas.openxmlformats.org/drawingml/2006/main">
            <a:pathLst>
              <a:path w="767423" h="103518">
                <a:moveTo>
                  <a:pt x="64366" y="1999"/>
                </a:moveTo>
                <a:lnTo>
                  <a:pt x="66087" y="27546"/>
                </a:lnTo>
                <a:lnTo>
                  <a:pt x="64366" y="27546"/>
                </a:lnTo>
                <a:cubicBezTo>
                  <a:pt x="62070" y="19862"/>
                  <a:pt x="58794" y="14332"/>
                  <a:pt x="54536" y="10954"/>
                </a:cubicBezTo>
                <a:cubicBezTo>
                  <a:pt x="50278" y="7576"/>
                  <a:pt x="45169" y="5887"/>
                  <a:pt x="39208" y="5887"/>
                </a:cubicBezTo>
                <a:cubicBezTo>
                  <a:pt x="34210" y="5887"/>
                  <a:pt x="29693" y="7156"/>
                  <a:pt x="25657" y="9694"/>
                </a:cubicBezTo>
                <a:cubicBezTo>
                  <a:pt x="21622" y="12232"/>
                  <a:pt x="18447" y="16279"/>
                  <a:pt x="16133" y="21838"/>
                </a:cubicBezTo>
                <a:cubicBezTo>
                  <a:pt x="13819" y="27396"/>
                  <a:pt x="12662" y="34307"/>
                  <a:pt x="12662" y="42570"/>
                </a:cubicBezTo>
                <a:cubicBezTo>
                  <a:pt x="12662" y="49387"/>
                  <a:pt x="13754" y="55297"/>
                  <a:pt x="15939" y="60299"/>
                </a:cubicBezTo>
                <a:cubicBezTo>
                  <a:pt x="18123" y="65301"/>
                  <a:pt x="21409" y="69136"/>
                  <a:pt x="25796" y="71804"/>
                </a:cubicBezTo>
                <a:cubicBezTo>
                  <a:pt x="30184" y="74472"/>
                  <a:pt x="35191" y="75806"/>
                  <a:pt x="40819" y="75806"/>
                </a:cubicBezTo>
                <a:cubicBezTo>
                  <a:pt x="45706" y="75806"/>
                  <a:pt x="50019" y="74760"/>
                  <a:pt x="53758" y="72668"/>
                </a:cubicBezTo>
                <a:cubicBezTo>
                  <a:pt x="57498" y="70576"/>
                  <a:pt x="61607" y="66421"/>
                  <a:pt x="66087" y="60201"/>
                </a:cubicBezTo>
                <a:lnTo>
                  <a:pt x="67809" y="61308"/>
                </a:lnTo>
                <a:cubicBezTo>
                  <a:pt x="64032" y="67992"/>
                  <a:pt x="59627" y="72885"/>
                  <a:pt x="54591" y="75987"/>
                </a:cubicBezTo>
                <a:cubicBezTo>
                  <a:pt x="49556" y="79087"/>
                  <a:pt x="43577" y="80638"/>
                  <a:pt x="36653" y="80638"/>
                </a:cubicBezTo>
                <a:cubicBezTo>
                  <a:pt x="24176" y="80638"/>
                  <a:pt x="14513" y="76016"/>
                  <a:pt x="7664" y="66773"/>
                </a:cubicBezTo>
                <a:cubicBezTo>
                  <a:pt x="2555" y="59897"/>
                  <a:pt x="0" y="51800"/>
                  <a:pt x="0" y="42483"/>
                </a:cubicBezTo>
                <a:cubicBezTo>
                  <a:pt x="0" y="34978"/>
                  <a:pt x="1685" y="28082"/>
                  <a:pt x="5054" y="21798"/>
                </a:cubicBezTo>
                <a:cubicBezTo>
                  <a:pt x="8423" y="15513"/>
                  <a:pt x="13060" y="10642"/>
                  <a:pt x="18965" y="7185"/>
                </a:cubicBezTo>
                <a:cubicBezTo>
                  <a:pt x="24871" y="3728"/>
                  <a:pt x="31322" y="1999"/>
                  <a:pt x="38320" y="1999"/>
                </a:cubicBezTo>
                <a:cubicBezTo>
                  <a:pt x="43762" y="1999"/>
                  <a:pt x="49130" y="3332"/>
                  <a:pt x="54425" y="5998"/>
                </a:cubicBezTo>
                <a:cubicBezTo>
                  <a:pt x="55980" y="6812"/>
                  <a:pt x="57091" y="7220"/>
                  <a:pt x="57757" y="7220"/>
                </a:cubicBezTo>
                <a:cubicBezTo>
                  <a:pt x="58757" y="7220"/>
                  <a:pt x="59627" y="6868"/>
                  <a:pt x="60367" y="6164"/>
                </a:cubicBezTo>
                <a:cubicBezTo>
                  <a:pt x="61330" y="5165"/>
                  <a:pt x="62015" y="3776"/>
                  <a:pt x="62422" y="1999"/>
                </a:cubicBezTo>
                <a:lnTo>
                  <a:pt x="64366" y="1999"/>
                </a:lnTo>
                <a:close/>
                <a:moveTo>
                  <a:pt x="103209" y="71641"/>
                </a:moveTo>
                <a:cubicBezTo>
                  <a:pt x="97989" y="75676"/>
                  <a:pt x="94712" y="78009"/>
                  <a:pt x="93379" y="78638"/>
                </a:cubicBezTo>
                <a:cubicBezTo>
                  <a:pt x="91380" y="79601"/>
                  <a:pt x="89251" y="80082"/>
                  <a:pt x="86993" y="80082"/>
                </a:cubicBezTo>
                <a:cubicBezTo>
                  <a:pt x="83475" y="80082"/>
                  <a:pt x="80578" y="78879"/>
                  <a:pt x="78301" y="76472"/>
                </a:cubicBezTo>
                <a:cubicBezTo>
                  <a:pt x="76024" y="74066"/>
                  <a:pt x="74886" y="70900"/>
                  <a:pt x="74886" y="66976"/>
                </a:cubicBezTo>
                <a:cubicBezTo>
                  <a:pt x="74886" y="64495"/>
                  <a:pt x="75441" y="62348"/>
                  <a:pt x="76552" y="60534"/>
                </a:cubicBezTo>
                <a:cubicBezTo>
                  <a:pt x="78070" y="58016"/>
                  <a:pt x="80708" y="55647"/>
                  <a:pt x="84466" y="53425"/>
                </a:cubicBezTo>
                <a:cubicBezTo>
                  <a:pt x="88224" y="51204"/>
                  <a:pt x="94471" y="48501"/>
                  <a:pt x="103209" y="45317"/>
                </a:cubicBezTo>
                <a:lnTo>
                  <a:pt x="103209" y="43318"/>
                </a:lnTo>
                <a:cubicBezTo>
                  <a:pt x="103209" y="38245"/>
                  <a:pt x="102404" y="34765"/>
                  <a:pt x="100793" y="32877"/>
                </a:cubicBezTo>
                <a:cubicBezTo>
                  <a:pt x="99183" y="30989"/>
                  <a:pt x="96841" y="30045"/>
                  <a:pt x="93768" y="30045"/>
                </a:cubicBezTo>
                <a:cubicBezTo>
                  <a:pt x="91435" y="30045"/>
                  <a:pt x="89584" y="30672"/>
                  <a:pt x="88214" y="31926"/>
                </a:cubicBezTo>
                <a:cubicBezTo>
                  <a:pt x="86807" y="33180"/>
                  <a:pt x="86104" y="34619"/>
                  <a:pt x="86104" y="36242"/>
                </a:cubicBezTo>
                <a:lnTo>
                  <a:pt x="86215" y="39451"/>
                </a:lnTo>
                <a:cubicBezTo>
                  <a:pt x="86215" y="41147"/>
                  <a:pt x="85780" y="42456"/>
                  <a:pt x="84910" y="43378"/>
                </a:cubicBezTo>
                <a:cubicBezTo>
                  <a:pt x="84040" y="44301"/>
                  <a:pt x="82901" y="44762"/>
                  <a:pt x="81495" y="44762"/>
                </a:cubicBezTo>
                <a:cubicBezTo>
                  <a:pt x="80125" y="44762"/>
                  <a:pt x="79005" y="44282"/>
                  <a:pt x="78135" y="43323"/>
                </a:cubicBezTo>
                <a:cubicBezTo>
                  <a:pt x="77265" y="42363"/>
                  <a:pt x="76830" y="41052"/>
                  <a:pt x="76830" y="39390"/>
                </a:cubicBezTo>
                <a:cubicBezTo>
                  <a:pt x="76830" y="36217"/>
                  <a:pt x="78459" y="33301"/>
                  <a:pt x="81717" y="30643"/>
                </a:cubicBezTo>
                <a:cubicBezTo>
                  <a:pt x="84975" y="27986"/>
                  <a:pt x="89547" y="26657"/>
                  <a:pt x="95434" y="26657"/>
                </a:cubicBezTo>
                <a:cubicBezTo>
                  <a:pt x="99951" y="26657"/>
                  <a:pt x="103653" y="27415"/>
                  <a:pt x="106541" y="28931"/>
                </a:cubicBezTo>
                <a:cubicBezTo>
                  <a:pt x="108725" y="30077"/>
                  <a:pt x="110336" y="31871"/>
                  <a:pt x="111373" y="34312"/>
                </a:cubicBezTo>
                <a:cubicBezTo>
                  <a:pt x="112039" y="35902"/>
                  <a:pt x="112372" y="39156"/>
                  <a:pt x="112372" y="44074"/>
                </a:cubicBezTo>
                <a:lnTo>
                  <a:pt x="112372" y="61325"/>
                </a:lnTo>
                <a:cubicBezTo>
                  <a:pt x="112372" y="66169"/>
                  <a:pt x="112465" y="69137"/>
                  <a:pt x="112650" y="70228"/>
                </a:cubicBezTo>
                <a:cubicBezTo>
                  <a:pt x="112835" y="71319"/>
                  <a:pt x="113141" y="72050"/>
                  <a:pt x="113566" y="72420"/>
                </a:cubicBezTo>
                <a:cubicBezTo>
                  <a:pt x="113992" y="72789"/>
                  <a:pt x="114483" y="72974"/>
                  <a:pt x="115038" y="72974"/>
                </a:cubicBezTo>
                <a:cubicBezTo>
                  <a:pt x="115630" y="72974"/>
                  <a:pt x="116149" y="72844"/>
                  <a:pt x="116593" y="72585"/>
                </a:cubicBezTo>
                <a:cubicBezTo>
                  <a:pt x="117371" y="72104"/>
                  <a:pt x="118870" y="70752"/>
                  <a:pt x="121091" y="68531"/>
                </a:cubicBezTo>
                <a:lnTo>
                  <a:pt x="121091" y="71641"/>
                </a:lnTo>
                <a:cubicBezTo>
                  <a:pt x="116945" y="77194"/>
                  <a:pt x="112983" y="79971"/>
                  <a:pt x="109207" y="79971"/>
                </a:cubicBezTo>
                <a:cubicBezTo>
                  <a:pt x="107393" y="79971"/>
                  <a:pt x="105949" y="79342"/>
                  <a:pt x="104875" y="78083"/>
                </a:cubicBezTo>
                <a:cubicBezTo>
                  <a:pt x="103801" y="76824"/>
                  <a:pt x="103246" y="74677"/>
                  <a:pt x="103209" y="71641"/>
                </a:cubicBezTo>
                <a:moveTo>
                  <a:pt x="103209" y="68000"/>
                </a:moveTo>
                <a:lnTo>
                  <a:pt x="103209" y="48705"/>
                </a:lnTo>
                <a:cubicBezTo>
                  <a:pt x="97618" y="50916"/>
                  <a:pt x="94009" y="52482"/>
                  <a:pt x="92380" y="53404"/>
                </a:cubicBezTo>
                <a:cubicBezTo>
                  <a:pt x="89455" y="55026"/>
                  <a:pt x="87363" y="56722"/>
                  <a:pt x="86104" y="58491"/>
                </a:cubicBezTo>
                <a:cubicBezTo>
                  <a:pt x="84845" y="60260"/>
                  <a:pt x="84216" y="62195"/>
                  <a:pt x="84216" y="64296"/>
                </a:cubicBezTo>
                <a:cubicBezTo>
                  <a:pt x="84216" y="66950"/>
                  <a:pt x="85012" y="69153"/>
                  <a:pt x="86604" y="70903"/>
                </a:cubicBezTo>
                <a:cubicBezTo>
                  <a:pt x="88196" y="72654"/>
                  <a:pt x="90029" y="73529"/>
                  <a:pt x="92102" y="73529"/>
                </a:cubicBezTo>
                <a:cubicBezTo>
                  <a:pt x="94916" y="73529"/>
                  <a:pt x="98618" y="71686"/>
                  <a:pt x="103209" y="68000"/>
                </a:cubicBezTo>
                <a:close/>
                <a:moveTo>
                  <a:pt x="168900" y="28101"/>
                </a:moveTo>
                <a:lnTo>
                  <a:pt x="168900" y="58923"/>
                </a:lnTo>
                <a:cubicBezTo>
                  <a:pt x="168900" y="64810"/>
                  <a:pt x="169039" y="68411"/>
                  <a:pt x="169317" y="69725"/>
                </a:cubicBezTo>
                <a:cubicBezTo>
                  <a:pt x="169594" y="71039"/>
                  <a:pt x="170039" y="71956"/>
                  <a:pt x="170650" y="72474"/>
                </a:cubicBezTo>
                <a:cubicBezTo>
                  <a:pt x="171260" y="72992"/>
                  <a:pt x="171973" y="73251"/>
                  <a:pt x="172788" y="73251"/>
                </a:cubicBezTo>
                <a:cubicBezTo>
                  <a:pt x="173935" y="73251"/>
                  <a:pt x="175231" y="72937"/>
                  <a:pt x="176675" y="72307"/>
                </a:cubicBezTo>
                <a:lnTo>
                  <a:pt x="177453" y="74251"/>
                </a:lnTo>
                <a:lnTo>
                  <a:pt x="162236" y="80527"/>
                </a:lnTo>
                <a:lnTo>
                  <a:pt x="159737" y="80527"/>
                </a:lnTo>
                <a:lnTo>
                  <a:pt x="159737" y="69753"/>
                </a:lnTo>
                <a:cubicBezTo>
                  <a:pt x="155368" y="74492"/>
                  <a:pt x="152036" y="77472"/>
                  <a:pt x="149740" y="78694"/>
                </a:cubicBezTo>
                <a:cubicBezTo>
                  <a:pt x="147445" y="79916"/>
                  <a:pt x="145020" y="80527"/>
                  <a:pt x="142465" y="80527"/>
                </a:cubicBezTo>
                <a:cubicBezTo>
                  <a:pt x="139614" y="80527"/>
                  <a:pt x="137143" y="79703"/>
                  <a:pt x="135051" y="78055"/>
                </a:cubicBezTo>
                <a:cubicBezTo>
                  <a:pt x="132959" y="76408"/>
                  <a:pt x="131506" y="74288"/>
                  <a:pt x="130692" y="71696"/>
                </a:cubicBezTo>
                <a:cubicBezTo>
                  <a:pt x="129877" y="69105"/>
                  <a:pt x="129470" y="65439"/>
                  <a:pt x="129470" y="60700"/>
                </a:cubicBezTo>
                <a:lnTo>
                  <a:pt x="129470" y="37986"/>
                </a:lnTo>
                <a:cubicBezTo>
                  <a:pt x="129470" y="35580"/>
                  <a:pt x="129211" y="33914"/>
                  <a:pt x="128692" y="32988"/>
                </a:cubicBezTo>
                <a:cubicBezTo>
                  <a:pt x="128174" y="32063"/>
                  <a:pt x="127406" y="31350"/>
                  <a:pt x="126388" y="30850"/>
                </a:cubicBezTo>
                <a:cubicBezTo>
                  <a:pt x="125370" y="30350"/>
                  <a:pt x="123528" y="30119"/>
                  <a:pt x="120862" y="30156"/>
                </a:cubicBezTo>
                <a:lnTo>
                  <a:pt x="120862" y="28101"/>
                </a:lnTo>
                <a:lnTo>
                  <a:pt x="138689" y="28101"/>
                </a:lnTo>
                <a:lnTo>
                  <a:pt x="138689" y="62061"/>
                </a:lnTo>
                <a:cubicBezTo>
                  <a:pt x="138689" y="66788"/>
                  <a:pt x="139513" y="69891"/>
                  <a:pt x="141160" y="71368"/>
                </a:cubicBezTo>
                <a:cubicBezTo>
                  <a:pt x="142808" y="72846"/>
                  <a:pt x="144798" y="73585"/>
                  <a:pt x="147130" y="73585"/>
                </a:cubicBezTo>
                <a:cubicBezTo>
                  <a:pt x="148722" y="73585"/>
                  <a:pt x="150527" y="73086"/>
                  <a:pt x="152545" y="72089"/>
                </a:cubicBezTo>
                <a:cubicBezTo>
                  <a:pt x="154563" y="71091"/>
                  <a:pt x="156960" y="69190"/>
                  <a:pt x="159737" y="66384"/>
                </a:cubicBezTo>
                <a:lnTo>
                  <a:pt x="159737" y="37634"/>
                </a:lnTo>
                <a:cubicBezTo>
                  <a:pt x="159737" y="34753"/>
                  <a:pt x="159209" y="32805"/>
                  <a:pt x="158154" y="31791"/>
                </a:cubicBezTo>
                <a:cubicBezTo>
                  <a:pt x="157099" y="30775"/>
                  <a:pt x="154905" y="30230"/>
                  <a:pt x="151573" y="30156"/>
                </a:cubicBezTo>
                <a:lnTo>
                  <a:pt x="151573" y="28101"/>
                </a:lnTo>
                <a:lnTo>
                  <a:pt x="168900" y="28101"/>
                </a:lnTo>
                <a:close/>
                <a:moveTo>
                  <a:pt x="213698" y="26657"/>
                </a:moveTo>
                <a:lnTo>
                  <a:pt x="213698" y="43873"/>
                </a:lnTo>
                <a:lnTo>
                  <a:pt x="211865" y="43873"/>
                </a:lnTo>
                <a:cubicBezTo>
                  <a:pt x="210459" y="38473"/>
                  <a:pt x="208654" y="34801"/>
                  <a:pt x="206451" y="32854"/>
                </a:cubicBezTo>
                <a:cubicBezTo>
                  <a:pt x="204248" y="30907"/>
                  <a:pt x="201443" y="29934"/>
                  <a:pt x="198037" y="29934"/>
                </a:cubicBezTo>
                <a:cubicBezTo>
                  <a:pt x="195445" y="29934"/>
                  <a:pt x="193354" y="30618"/>
                  <a:pt x="191762" y="31987"/>
                </a:cubicBezTo>
                <a:cubicBezTo>
                  <a:pt x="190170" y="33354"/>
                  <a:pt x="189374" y="34871"/>
                  <a:pt x="189374" y="36535"/>
                </a:cubicBezTo>
                <a:cubicBezTo>
                  <a:pt x="189374" y="38606"/>
                  <a:pt x="189966" y="40381"/>
                  <a:pt x="191151" y="41860"/>
                </a:cubicBezTo>
                <a:cubicBezTo>
                  <a:pt x="192298" y="43377"/>
                  <a:pt x="194631" y="44986"/>
                  <a:pt x="198148" y="46686"/>
                </a:cubicBezTo>
                <a:lnTo>
                  <a:pt x="206256" y="50626"/>
                </a:lnTo>
                <a:cubicBezTo>
                  <a:pt x="213772" y="54287"/>
                  <a:pt x="217530" y="59113"/>
                  <a:pt x="217530" y="65105"/>
                </a:cubicBezTo>
                <a:cubicBezTo>
                  <a:pt x="217530" y="69727"/>
                  <a:pt x="215781" y="73453"/>
                  <a:pt x="212282" y="76283"/>
                </a:cubicBezTo>
                <a:cubicBezTo>
                  <a:pt x="208783" y="79112"/>
                  <a:pt x="204868" y="80527"/>
                  <a:pt x="200536" y="80527"/>
                </a:cubicBezTo>
                <a:cubicBezTo>
                  <a:pt x="197426" y="80527"/>
                  <a:pt x="193872" y="79971"/>
                  <a:pt x="189873" y="78860"/>
                </a:cubicBezTo>
                <a:cubicBezTo>
                  <a:pt x="188652" y="78490"/>
                  <a:pt x="187652" y="78305"/>
                  <a:pt x="186874" y="78305"/>
                </a:cubicBezTo>
                <a:cubicBezTo>
                  <a:pt x="186023" y="78305"/>
                  <a:pt x="185356" y="78786"/>
                  <a:pt x="184875" y="79749"/>
                </a:cubicBezTo>
                <a:lnTo>
                  <a:pt x="183042" y="79749"/>
                </a:lnTo>
                <a:lnTo>
                  <a:pt x="183042" y="61533"/>
                </a:lnTo>
                <a:lnTo>
                  <a:pt x="184875" y="61533"/>
                </a:lnTo>
                <a:cubicBezTo>
                  <a:pt x="185912" y="66735"/>
                  <a:pt x="187893" y="70655"/>
                  <a:pt x="190817" y="73293"/>
                </a:cubicBezTo>
                <a:cubicBezTo>
                  <a:pt x="193742" y="75931"/>
                  <a:pt x="197019" y="77250"/>
                  <a:pt x="200647" y="77250"/>
                </a:cubicBezTo>
                <a:cubicBezTo>
                  <a:pt x="203202" y="77250"/>
                  <a:pt x="205284" y="76501"/>
                  <a:pt x="206895" y="75004"/>
                </a:cubicBezTo>
                <a:cubicBezTo>
                  <a:pt x="208505" y="73506"/>
                  <a:pt x="209311" y="71703"/>
                  <a:pt x="209311" y="69595"/>
                </a:cubicBezTo>
                <a:cubicBezTo>
                  <a:pt x="209311" y="67042"/>
                  <a:pt x="208413" y="64897"/>
                  <a:pt x="206617" y="63160"/>
                </a:cubicBezTo>
                <a:cubicBezTo>
                  <a:pt x="204822" y="61422"/>
                  <a:pt x="201240" y="59222"/>
                  <a:pt x="195871" y="56559"/>
                </a:cubicBezTo>
                <a:cubicBezTo>
                  <a:pt x="190503" y="53896"/>
                  <a:pt x="186985" y="51492"/>
                  <a:pt x="185319" y="49347"/>
                </a:cubicBezTo>
                <a:cubicBezTo>
                  <a:pt x="183653" y="47239"/>
                  <a:pt x="182820" y="44576"/>
                  <a:pt x="182820" y="41358"/>
                </a:cubicBezTo>
                <a:cubicBezTo>
                  <a:pt x="182820" y="37179"/>
                  <a:pt x="184255" y="33685"/>
                  <a:pt x="187124" y="30874"/>
                </a:cubicBezTo>
                <a:cubicBezTo>
                  <a:pt x="189994" y="28063"/>
                  <a:pt x="193705" y="26657"/>
                  <a:pt x="198259" y="26657"/>
                </a:cubicBezTo>
                <a:cubicBezTo>
                  <a:pt x="200258" y="26657"/>
                  <a:pt x="202684" y="27083"/>
                  <a:pt x="205534" y="27934"/>
                </a:cubicBezTo>
                <a:cubicBezTo>
                  <a:pt x="207423" y="28490"/>
                  <a:pt x="208681" y="28767"/>
                  <a:pt x="209311" y="28767"/>
                </a:cubicBezTo>
                <a:cubicBezTo>
                  <a:pt x="209903" y="28767"/>
                  <a:pt x="210366" y="28638"/>
                  <a:pt x="210699" y="28379"/>
                </a:cubicBezTo>
                <a:cubicBezTo>
                  <a:pt x="211032" y="28119"/>
                  <a:pt x="211421" y="27546"/>
                  <a:pt x="211865" y="26657"/>
                </a:cubicBezTo>
                <a:lnTo>
                  <a:pt x="213698" y="26657"/>
                </a:lnTo>
                <a:close/>
                <a:moveTo>
                  <a:pt x="253079" y="71641"/>
                </a:moveTo>
                <a:cubicBezTo>
                  <a:pt x="247859" y="75676"/>
                  <a:pt x="244582" y="78009"/>
                  <a:pt x="243250" y="78638"/>
                </a:cubicBezTo>
                <a:cubicBezTo>
                  <a:pt x="241250" y="79601"/>
                  <a:pt x="239121" y="80082"/>
                  <a:pt x="236863" y="80082"/>
                </a:cubicBezTo>
                <a:cubicBezTo>
                  <a:pt x="233346" y="80082"/>
                  <a:pt x="230449" y="78879"/>
                  <a:pt x="228172" y="76472"/>
                </a:cubicBezTo>
                <a:cubicBezTo>
                  <a:pt x="225895" y="74066"/>
                  <a:pt x="224756" y="70900"/>
                  <a:pt x="224756" y="66976"/>
                </a:cubicBezTo>
                <a:cubicBezTo>
                  <a:pt x="224756" y="64495"/>
                  <a:pt x="225312" y="62348"/>
                  <a:pt x="226422" y="60534"/>
                </a:cubicBezTo>
                <a:cubicBezTo>
                  <a:pt x="227940" y="58016"/>
                  <a:pt x="230578" y="55647"/>
                  <a:pt x="234336" y="53425"/>
                </a:cubicBezTo>
                <a:cubicBezTo>
                  <a:pt x="238094" y="51204"/>
                  <a:pt x="244342" y="48501"/>
                  <a:pt x="253079" y="45317"/>
                </a:cubicBezTo>
                <a:lnTo>
                  <a:pt x="253079" y="43318"/>
                </a:lnTo>
                <a:cubicBezTo>
                  <a:pt x="253079" y="38245"/>
                  <a:pt x="252274" y="34765"/>
                  <a:pt x="250664" y="32877"/>
                </a:cubicBezTo>
                <a:cubicBezTo>
                  <a:pt x="249053" y="30989"/>
                  <a:pt x="246711" y="30045"/>
                  <a:pt x="243638" y="30045"/>
                </a:cubicBezTo>
                <a:cubicBezTo>
                  <a:pt x="241306" y="30045"/>
                  <a:pt x="239455" y="30672"/>
                  <a:pt x="238085" y="31926"/>
                </a:cubicBezTo>
                <a:cubicBezTo>
                  <a:pt x="236678" y="33180"/>
                  <a:pt x="235974" y="34619"/>
                  <a:pt x="235974" y="36242"/>
                </a:cubicBezTo>
                <a:lnTo>
                  <a:pt x="236086" y="39451"/>
                </a:lnTo>
                <a:cubicBezTo>
                  <a:pt x="236086" y="41147"/>
                  <a:pt x="235650" y="42456"/>
                  <a:pt x="234780" y="43378"/>
                </a:cubicBezTo>
                <a:cubicBezTo>
                  <a:pt x="233910" y="44301"/>
                  <a:pt x="232772" y="44762"/>
                  <a:pt x="231365" y="44762"/>
                </a:cubicBezTo>
                <a:cubicBezTo>
                  <a:pt x="229995" y="44762"/>
                  <a:pt x="228875" y="44282"/>
                  <a:pt x="228005" y="43323"/>
                </a:cubicBezTo>
                <a:cubicBezTo>
                  <a:pt x="227135" y="42363"/>
                  <a:pt x="226700" y="41052"/>
                  <a:pt x="226700" y="39390"/>
                </a:cubicBezTo>
                <a:cubicBezTo>
                  <a:pt x="226700" y="36217"/>
                  <a:pt x="228329" y="33301"/>
                  <a:pt x="231587" y="30643"/>
                </a:cubicBezTo>
                <a:cubicBezTo>
                  <a:pt x="234845" y="27986"/>
                  <a:pt x="239418" y="26657"/>
                  <a:pt x="245304" y="26657"/>
                </a:cubicBezTo>
                <a:cubicBezTo>
                  <a:pt x="249821" y="26657"/>
                  <a:pt x="253524" y="27415"/>
                  <a:pt x="256412" y="28931"/>
                </a:cubicBezTo>
                <a:cubicBezTo>
                  <a:pt x="258596" y="30077"/>
                  <a:pt x="260206" y="31871"/>
                  <a:pt x="261243" y="34312"/>
                </a:cubicBezTo>
                <a:cubicBezTo>
                  <a:pt x="261910" y="35902"/>
                  <a:pt x="262243" y="39156"/>
                  <a:pt x="262243" y="44074"/>
                </a:cubicBezTo>
                <a:lnTo>
                  <a:pt x="262243" y="61325"/>
                </a:lnTo>
                <a:cubicBezTo>
                  <a:pt x="262243" y="66169"/>
                  <a:pt x="262335" y="69137"/>
                  <a:pt x="262520" y="70228"/>
                </a:cubicBezTo>
                <a:cubicBezTo>
                  <a:pt x="262706" y="71319"/>
                  <a:pt x="263011" y="72050"/>
                  <a:pt x="263437" y="72420"/>
                </a:cubicBezTo>
                <a:cubicBezTo>
                  <a:pt x="263863" y="72789"/>
                  <a:pt x="264353" y="72974"/>
                  <a:pt x="264908" y="72974"/>
                </a:cubicBezTo>
                <a:cubicBezTo>
                  <a:pt x="265501" y="72974"/>
                  <a:pt x="266019" y="72844"/>
                  <a:pt x="266463" y="72585"/>
                </a:cubicBezTo>
                <a:cubicBezTo>
                  <a:pt x="267241" y="72104"/>
                  <a:pt x="268740" y="70752"/>
                  <a:pt x="270962" y="68531"/>
                </a:cubicBezTo>
                <a:lnTo>
                  <a:pt x="270962" y="71641"/>
                </a:lnTo>
                <a:cubicBezTo>
                  <a:pt x="266815" y="77194"/>
                  <a:pt x="262854" y="79971"/>
                  <a:pt x="259077" y="79971"/>
                </a:cubicBezTo>
                <a:cubicBezTo>
                  <a:pt x="257263" y="79971"/>
                  <a:pt x="255819" y="79342"/>
                  <a:pt x="254745" y="78083"/>
                </a:cubicBezTo>
                <a:cubicBezTo>
                  <a:pt x="253672" y="76824"/>
                  <a:pt x="253116" y="74677"/>
                  <a:pt x="253079" y="71641"/>
                </a:cubicBezTo>
                <a:moveTo>
                  <a:pt x="253079" y="68000"/>
                </a:moveTo>
                <a:lnTo>
                  <a:pt x="253079" y="48705"/>
                </a:lnTo>
                <a:cubicBezTo>
                  <a:pt x="247489" y="50916"/>
                  <a:pt x="243879" y="52482"/>
                  <a:pt x="242250" y="53404"/>
                </a:cubicBezTo>
                <a:cubicBezTo>
                  <a:pt x="239325" y="55026"/>
                  <a:pt x="237233" y="56722"/>
                  <a:pt x="235974" y="58491"/>
                </a:cubicBezTo>
                <a:cubicBezTo>
                  <a:pt x="234716" y="60260"/>
                  <a:pt x="234086" y="62195"/>
                  <a:pt x="234086" y="64296"/>
                </a:cubicBezTo>
                <a:cubicBezTo>
                  <a:pt x="234086" y="66950"/>
                  <a:pt x="234882" y="69153"/>
                  <a:pt x="236474" y="70903"/>
                </a:cubicBezTo>
                <a:cubicBezTo>
                  <a:pt x="238066" y="72654"/>
                  <a:pt x="239899" y="73529"/>
                  <a:pt x="241972" y="73529"/>
                </a:cubicBezTo>
                <a:cubicBezTo>
                  <a:pt x="244786" y="73529"/>
                  <a:pt x="248488" y="71686"/>
                  <a:pt x="253079" y="68000"/>
                </a:cubicBezTo>
                <a:close/>
                <a:moveTo>
                  <a:pt x="291669" y="0"/>
                </a:moveTo>
                <a:lnTo>
                  <a:pt x="291669" y="67427"/>
                </a:lnTo>
                <a:cubicBezTo>
                  <a:pt x="291669" y="70609"/>
                  <a:pt x="291901" y="72718"/>
                  <a:pt x="292363" y="73755"/>
                </a:cubicBezTo>
                <a:cubicBezTo>
                  <a:pt x="292826" y="74790"/>
                  <a:pt x="293539" y="75576"/>
                  <a:pt x="294502" y="76113"/>
                </a:cubicBezTo>
                <a:cubicBezTo>
                  <a:pt x="295464" y="76649"/>
                  <a:pt x="297260" y="76917"/>
                  <a:pt x="299889" y="76917"/>
                </a:cubicBezTo>
                <a:lnTo>
                  <a:pt x="299889" y="78972"/>
                </a:lnTo>
                <a:lnTo>
                  <a:pt x="274953" y="78972"/>
                </a:lnTo>
                <a:lnTo>
                  <a:pt x="274953" y="76917"/>
                </a:lnTo>
                <a:cubicBezTo>
                  <a:pt x="277286" y="76917"/>
                  <a:pt x="278878" y="76677"/>
                  <a:pt x="279729" y="76197"/>
                </a:cubicBezTo>
                <a:cubicBezTo>
                  <a:pt x="280581" y="75715"/>
                  <a:pt x="281247" y="74920"/>
                  <a:pt x="281728" y="73810"/>
                </a:cubicBezTo>
                <a:cubicBezTo>
                  <a:pt x="282210" y="72700"/>
                  <a:pt x="282450" y="70572"/>
                  <a:pt x="282450" y="67427"/>
                </a:cubicBezTo>
                <a:lnTo>
                  <a:pt x="282450" y="21254"/>
                </a:lnTo>
                <a:cubicBezTo>
                  <a:pt x="282450" y="15520"/>
                  <a:pt x="282321" y="11997"/>
                  <a:pt x="282062" y="10684"/>
                </a:cubicBezTo>
                <a:cubicBezTo>
                  <a:pt x="281802" y="9369"/>
                  <a:pt x="281386" y="8472"/>
                  <a:pt x="280812" y="7992"/>
                </a:cubicBezTo>
                <a:cubicBezTo>
                  <a:pt x="280238" y="7511"/>
                  <a:pt x="279507" y="7270"/>
                  <a:pt x="278618" y="7270"/>
                </a:cubicBezTo>
                <a:cubicBezTo>
                  <a:pt x="277656" y="7270"/>
                  <a:pt x="276434" y="7566"/>
                  <a:pt x="274953" y="8159"/>
                </a:cubicBezTo>
                <a:lnTo>
                  <a:pt x="274009" y="6215"/>
                </a:lnTo>
                <a:lnTo>
                  <a:pt x="289170" y="0"/>
                </a:lnTo>
                <a:lnTo>
                  <a:pt x="291669" y="0"/>
                </a:lnTo>
                <a:close/>
                <a:moveTo>
                  <a:pt x="348823" y="26657"/>
                </a:moveTo>
                <a:lnTo>
                  <a:pt x="348823" y="38097"/>
                </a:lnTo>
                <a:cubicBezTo>
                  <a:pt x="353081" y="30471"/>
                  <a:pt x="357450" y="26657"/>
                  <a:pt x="361930" y="26657"/>
                </a:cubicBezTo>
                <a:cubicBezTo>
                  <a:pt x="363966" y="26657"/>
                  <a:pt x="365651" y="27277"/>
                  <a:pt x="366984" y="28518"/>
                </a:cubicBezTo>
                <a:cubicBezTo>
                  <a:pt x="368316" y="29758"/>
                  <a:pt x="368983" y="31192"/>
                  <a:pt x="368983" y="32822"/>
                </a:cubicBezTo>
                <a:cubicBezTo>
                  <a:pt x="368983" y="34265"/>
                  <a:pt x="368502" y="35487"/>
                  <a:pt x="367539" y="36487"/>
                </a:cubicBezTo>
                <a:cubicBezTo>
                  <a:pt x="366576" y="37486"/>
                  <a:pt x="365429" y="37986"/>
                  <a:pt x="364096" y="37986"/>
                </a:cubicBezTo>
                <a:cubicBezTo>
                  <a:pt x="362800" y="37986"/>
                  <a:pt x="361347" y="37348"/>
                  <a:pt x="359736" y="36070"/>
                </a:cubicBezTo>
                <a:cubicBezTo>
                  <a:pt x="358126" y="34793"/>
                  <a:pt x="356932" y="34154"/>
                  <a:pt x="356154" y="34154"/>
                </a:cubicBezTo>
                <a:cubicBezTo>
                  <a:pt x="355488" y="34154"/>
                  <a:pt x="354766" y="34523"/>
                  <a:pt x="353988" y="35262"/>
                </a:cubicBezTo>
                <a:cubicBezTo>
                  <a:pt x="352322" y="36776"/>
                  <a:pt x="350601" y="39269"/>
                  <a:pt x="348823" y="42740"/>
                </a:cubicBezTo>
                <a:lnTo>
                  <a:pt x="348823" y="67057"/>
                </a:lnTo>
                <a:cubicBezTo>
                  <a:pt x="348823" y="69863"/>
                  <a:pt x="349175" y="71986"/>
                  <a:pt x="349879" y="73427"/>
                </a:cubicBezTo>
                <a:cubicBezTo>
                  <a:pt x="350360" y="74424"/>
                  <a:pt x="351211" y="75255"/>
                  <a:pt x="352433" y="75921"/>
                </a:cubicBezTo>
                <a:cubicBezTo>
                  <a:pt x="353655" y="76585"/>
                  <a:pt x="355414" y="76917"/>
                  <a:pt x="357709" y="76917"/>
                </a:cubicBezTo>
                <a:lnTo>
                  <a:pt x="357709" y="78972"/>
                </a:lnTo>
                <a:lnTo>
                  <a:pt x="331663" y="78972"/>
                </a:lnTo>
                <a:lnTo>
                  <a:pt x="331663" y="76917"/>
                </a:lnTo>
                <a:cubicBezTo>
                  <a:pt x="334255" y="76917"/>
                  <a:pt x="336180" y="76511"/>
                  <a:pt x="337439" y="75698"/>
                </a:cubicBezTo>
                <a:cubicBezTo>
                  <a:pt x="338364" y="75107"/>
                  <a:pt x="339012" y="74165"/>
                  <a:pt x="339382" y="72871"/>
                </a:cubicBezTo>
                <a:cubicBezTo>
                  <a:pt x="339567" y="72243"/>
                  <a:pt x="339660" y="70451"/>
                  <a:pt x="339660" y="67497"/>
                </a:cubicBezTo>
                <a:lnTo>
                  <a:pt x="339660" y="47825"/>
                </a:lnTo>
                <a:cubicBezTo>
                  <a:pt x="339660" y="41914"/>
                  <a:pt x="339540" y="38395"/>
                  <a:pt x="339299" y="37270"/>
                </a:cubicBezTo>
                <a:cubicBezTo>
                  <a:pt x="339058" y="36143"/>
                  <a:pt x="338614" y="35321"/>
                  <a:pt x="337966" y="34803"/>
                </a:cubicBezTo>
                <a:cubicBezTo>
                  <a:pt x="337318" y="34286"/>
                  <a:pt x="336513" y="34028"/>
                  <a:pt x="335550" y="34028"/>
                </a:cubicBezTo>
                <a:cubicBezTo>
                  <a:pt x="334403" y="34028"/>
                  <a:pt x="333107" y="34305"/>
                  <a:pt x="331663" y="34859"/>
                </a:cubicBezTo>
                <a:lnTo>
                  <a:pt x="331108" y="32863"/>
                </a:lnTo>
                <a:lnTo>
                  <a:pt x="346491" y="26657"/>
                </a:lnTo>
                <a:lnTo>
                  <a:pt x="348823" y="26657"/>
                </a:lnTo>
                <a:close/>
                <a:moveTo>
                  <a:pt x="380503" y="47316"/>
                </a:moveTo>
                <a:cubicBezTo>
                  <a:pt x="380466" y="54852"/>
                  <a:pt x="382298" y="60762"/>
                  <a:pt x="386001" y="65048"/>
                </a:cubicBezTo>
                <a:cubicBezTo>
                  <a:pt x="389703" y="69332"/>
                  <a:pt x="394053" y="71474"/>
                  <a:pt x="399052" y="71474"/>
                </a:cubicBezTo>
                <a:cubicBezTo>
                  <a:pt x="402384" y="71474"/>
                  <a:pt x="405281" y="70558"/>
                  <a:pt x="407743" y="68725"/>
                </a:cubicBezTo>
                <a:cubicBezTo>
                  <a:pt x="410205" y="66893"/>
                  <a:pt x="412269" y="63755"/>
                  <a:pt x="413935" y="59312"/>
                </a:cubicBezTo>
                <a:lnTo>
                  <a:pt x="415657" y="60423"/>
                </a:lnTo>
                <a:cubicBezTo>
                  <a:pt x="414879" y="65495"/>
                  <a:pt x="412621" y="70114"/>
                  <a:pt x="408881" y="74279"/>
                </a:cubicBezTo>
                <a:cubicBezTo>
                  <a:pt x="405142" y="78444"/>
                  <a:pt x="400459" y="80527"/>
                  <a:pt x="394831" y="80527"/>
                </a:cubicBezTo>
                <a:cubicBezTo>
                  <a:pt x="388722" y="80527"/>
                  <a:pt x="383492" y="78153"/>
                  <a:pt x="379142" y="73406"/>
                </a:cubicBezTo>
                <a:cubicBezTo>
                  <a:pt x="374792" y="68658"/>
                  <a:pt x="372617" y="62274"/>
                  <a:pt x="372617" y="54256"/>
                </a:cubicBezTo>
                <a:cubicBezTo>
                  <a:pt x="372617" y="45574"/>
                  <a:pt x="374847" y="38804"/>
                  <a:pt x="379309" y="33946"/>
                </a:cubicBezTo>
                <a:cubicBezTo>
                  <a:pt x="383770" y="29087"/>
                  <a:pt x="389370" y="26657"/>
                  <a:pt x="396108" y="26657"/>
                </a:cubicBezTo>
                <a:cubicBezTo>
                  <a:pt x="401810" y="26657"/>
                  <a:pt x="406493" y="28531"/>
                  <a:pt x="410159" y="32280"/>
                </a:cubicBezTo>
                <a:cubicBezTo>
                  <a:pt x="413824" y="36028"/>
                  <a:pt x="415657" y="41040"/>
                  <a:pt x="415657" y="47316"/>
                </a:cubicBezTo>
                <a:lnTo>
                  <a:pt x="380503" y="47316"/>
                </a:lnTo>
                <a:moveTo>
                  <a:pt x="380503" y="44095"/>
                </a:moveTo>
                <a:lnTo>
                  <a:pt x="404050" y="44095"/>
                </a:lnTo>
                <a:cubicBezTo>
                  <a:pt x="403865" y="40837"/>
                  <a:pt x="403476" y="38542"/>
                  <a:pt x="402884" y="37209"/>
                </a:cubicBezTo>
                <a:cubicBezTo>
                  <a:pt x="401958" y="35135"/>
                  <a:pt x="400579" y="33506"/>
                  <a:pt x="398746" y="32322"/>
                </a:cubicBezTo>
                <a:cubicBezTo>
                  <a:pt x="396914" y="31137"/>
                  <a:pt x="394998" y="30545"/>
                  <a:pt x="392998" y="30545"/>
                </a:cubicBezTo>
                <a:cubicBezTo>
                  <a:pt x="389925" y="30545"/>
                  <a:pt x="387176" y="31739"/>
                  <a:pt x="384751" y="34127"/>
                </a:cubicBezTo>
                <a:cubicBezTo>
                  <a:pt x="382326" y="36515"/>
                  <a:pt x="380910" y="39837"/>
                  <a:pt x="380503" y="44095"/>
                </a:cubicBezTo>
                <a:close/>
                <a:moveTo>
                  <a:pt x="450727" y="71641"/>
                </a:moveTo>
                <a:cubicBezTo>
                  <a:pt x="445507" y="75676"/>
                  <a:pt x="442230" y="78009"/>
                  <a:pt x="440897" y="78638"/>
                </a:cubicBezTo>
                <a:cubicBezTo>
                  <a:pt x="438898" y="79601"/>
                  <a:pt x="436769" y="80082"/>
                  <a:pt x="434511" y="80082"/>
                </a:cubicBezTo>
                <a:cubicBezTo>
                  <a:pt x="430994" y="80082"/>
                  <a:pt x="428097" y="78879"/>
                  <a:pt x="425820" y="76472"/>
                </a:cubicBezTo>
                <a:cubicBezTo>
                  <a:pt x="423543" y="74066"/>
                  <a:pt x="422404" y="70900"/>
                  <a:pt x="422404" y="66976"/>
                </a:cubicBezTo>
                <a:cubicBezTo>
                  <a:pt x="422404" y="64495"/>
                  <a:pt x="422959" y="62348"/>
                  <a:pt x="424070" y="60534"/>
                </a:cubicBezTo>
                <a:cubicBezTo>
                  <a:pt x="425588" y="58016"/>
                  <a:pt x="428226" y="55647"/>
                  <a:pt x="431984" y="53425"/>
                </a:cubicBezTo>
                <a:cubicBezTo>
                  <a:pt x="435742" y="51204"/>
                  <a:pt x="441990" y="48501"/>
                  <a:pt x="450727" y="45317"/>
                </a:cubicBezTo>
                <a:lnTo>
                  <a:pt x="450727" y="43318"/>
                </a:lnTo>
                <a:cubicBezTo>
                  <a:pt x="450727" y="38245"/>
                  <a:pt x="449922" y="34765"/>
                  <a:pt x="448311" y="32877"/>
                </a:cubicBezTo>
                <a:cubicBezTo>
                  <a:pt x="446701" y="30989"/>
                  <a:pt x="444359" y="30045"/>
                  <a:pt x="441286" y="30045"/>
                </a:cubicBezTo>
                <a:cubicBezTo>
                  <a:pt x="438954" y="30045"/>
                  <a:pt x="437103" y="30672"/>
                  <a:pt x="435733" y="31926"/>
                </a:cubicBezTo>
                <a:cubicBezTo>
                  <a:pt x="434326" y="33180"/>
                  <a:pt x="433622" y="34619"/>
                  <a:pt x="433622" y="36242"/>
                </a:cubicBezTo>
                <a:lnTo>
                  <a:pt x="433733" y="39451"/>
                </a:lnTo>
                <a:cubicBezTo>
                  <a:pt x="433733" y="41147"/>
                  <a:pt x="433298" y="42456"/>
                  <a:pt x="432428" y="43378"/>
                </a:cubicBezTo>
                <a:cubicBezTo>
                  <a:pt x="431558" y="44301"/>
                  <a:pt x="430420" y="44762"/>
                  <a:pt x="429013" y="44762"/>
                </a:cubicBezTo>
                <a:cubicBezTo>
                  <a:pt x="427643" y="44762"/>
                  <a:pt x="426523" y="44282"/>
                  <a:pt x="425653" y="43323"/>
                </a:cubicBezTo>
                <a:cubicBezTo>
                  <a:pt x="424783" y="42363"/>
                  <a:pt x="424348" y="41052"/>
                  <a:pt x="424348" y="39390"/>
                </a:cubicBezTo>
                <a:cubicBezTo>
                  <a:pt x="424348" y="36217"/>
                  <a:pt x="425977" y="33301"/>
                  <a:pt x="429235" y="30643"/>
                </a:cubicBezTo>
                <a:cubicBezTo>
                  <a:pt x="432493" y="27986"/>
                  <a:pt x="437066" y="26657"/>
                  <a:pt x="442952" y="26657"/>
                </a:cubicBezTo>
                <a:cubicBezTo>
                  <a:pt x="447469" y="26657"/>
                  <a:pt x="451172" y="27415"/>
                  <a:pt x="454059" y="28931"/>
                </a:cubicBezTo>
                <a:cubicBezTo>
                  <a:pt x="456244" y="30077"/>
                  <a:pt x="457854" y="31871"/>
                  <a:pt x="458891" y="34312"/>
                </a:cubicBezTo>
                <a:cubicBezTo>
                  <a:pt x="459557" y="35902"/>
                  <a:pt x="459891" y="39156"/>
                  <a:pt x="459891" y="44074"/>
                </a:cubicBezTo>
                <a:lnTo>
                  <a:pt x="459891" y="61325"/>
                </a:lnTo>
                <a:cubicBezTo>
                  <a:pt x="459891" y="66169"/>
                  <a:pt x="459983" y="69137"/>
                  <a:pt x="460168" y="70228"/>
                </a:cubicBezTo>
                <a:cubicBezTo>
                  <a:pt x="460353" y="71319"/>
                  <a:pt x="460659" y="72050"/>
                  <a:pt x="461085" y="72420"/>
                </a:cubicBezTo>
                <a:cubicBezTo>
                  <a:pt x="461510" y="72789"/>
                  <a:pt x="462001" y="72974"/>
                  <a:pt x="462556" y="72974"/>
                </a:cubicBezTo>
                <a:cubicBezTo>
                  <a:pt x="463149" y="72974"/>
                  <a:pt x="463667" y="72844"/>
                  <a:pt x="464111" y="72585"/>
                </a:cubicBezTo>
                <a:cubicBezTo>
                  <a:pt x="464889" y="72104"/>
                  <a:pt x="466388" y="70752"/>
                  <a:pt x="468610" y="68531"/>
                </a:cubicBezTo>
                <a:lnTo>
                  <a:pt x="468610" y="71641"/>
                </a:lnTo>
                <a:cubicBezTo>
                  <a:pt x="464463" y="77194"/>
                  <a:pt x="460502" y="79971"/>
                  <a:pt x="456725" y="79971"/>
                </a:cubicBezTo>
                <a:cubicBezTo>
                  <a:pt x="454911" y="79971"/>
                  <a:pt x="453467" y="79342"/>
                  <a:pt x="452393" y="78083"/>
                </a:cubicBezTo>
                <a:cubicBezTo>
                  <a:pt x="451320" y="76824"/>
                  <a:pt x="450764" y="74677"/>
                  <a:pt x="450727" y="71641"/>
                </a:cubicBezTo>
                <a:moveTo>
                  <a:pt x="450727" y="68000"/>
                </a:moveTo>
                <a:lnTo>
                  <a:pt x="450727" y="48705"/>
                </a:lnTo>
                <a:cubicBezTo>
                  <a:pt x="445137" y="50916"/>
                  <a:pt x="441527" y="52482"/>
                  <a:pt x="439898" y="53404"/>
                </a:cubicBezTo>
                <a:cubicBezTo>
                  <a:pt x="436973" y="55026"/>
                  <a:pt x="434881" y="56722"/>
                  <a:pt x="433622" y="58491"/>
                </a:cubicBezTo>
                <a:cubicBezTo>
                  <a:pt x="432363" y="60260"/>
                  <a:pt x="431734" y="62195"/>
                  <a:pt x="431734" y="64296"/>
                </a:cubicBezTo>
                <a:cubicBezTo>
                  <a:pt x="431734" y="66950"/>
                  <a:pt x="432530" y="69153"/>
                  <a:pt x="434122" y="70903"/>
                </a:cubicBezTo>
                <a:cubicBezTo>
                  <a:pt x="435714" y="72654"/>
                  <a:pt x="437547" y="73529"/>
                  <a:pt x="439620" y="73529"/>
                </a:cubicBezTo>
                <a:cubicBezTo>
                  <a:pt x="442434" y="73529"/>
                  <a:pt x="446136" y="71686"/>
                  <a:pt x="450727" y="68000"/>
                </a:cubicBezTo>
                <a:close/>
                <a:moveTo>
                  <a:pt x="504734" y="26657"/>
                </a:moveTo>
                <a:lnTo>
                  <a:pt x="504734" y="43873"/>
                </a:lnTo>
                <a:lnTo>
                  <a:pt x="502902" y="43873"/>
                </a:lnTo>
                <a:cubicBezTo>
                  <a:pt x="501495" y="38473"/>
                  <a:pt x="499690" y="34801"/>
                  <a:pt x="497487" y="32854"/>
                </a:cubicBezTo>
                <a:cubicBezTo>
                  <a:pt x="495284" y="30907"/>
                  <a:pt x="492480" y="29934"/>
                  <a:pt x="489073" y="29934"/>
                </a:cubicBezTo>
                <a:cubicBezTo>
                  <a:pt x="486482" y="29934"/>
                  <a:pt x="484390" y="30618"/>
                  <a:pt x="482798" y="31987"/>
                </a:cubicBezTo>
                <a:cubicBezTo>
                  <a:pt x="481206" y="33354"/>
                  <a:pt x="480410" y="34871"/>
                  <a:pt x="480410" y="36535"/>
                </a:cubicBezTo>
                <a:cubicBezTo>
                  <a:pt x="480410" y="38606"/>
                  <a:pt x="481002" y="40381"/>
                  <a:pt x="482187" y="41860"/>
                </a:cubicBezTo>
                <a:cubicBezTo>
                  <a:pt x="483335" y="43377"/>
                  <a:pt x="485667" y="44986"/>
                  <a:pt x="489184" y="46686"/>
                </a:cubicBezTo>
                <a:lnTo>
                  <a:pt x="497293" y="50626"/>
                </a:lnTo>
                <a:cubicBezTo>
                  <a:pt x="504808" y="54287"/>
                  <a:pt x="508566" y="59113"/>
                  <a:pt x="508566" y="65105"/>
                </a:cubicBezTo>
                <a:cubicBezTo>
                  <a:pt x="508566" y="69727"/>
                  <a:pt x="506817" y="73453"/>
                  <a:pt x="503318" y="76283"/>
                </a:cubicBezTo>
                <a:cubicBezTo>
                  <a:pt x="499820" y="79112"/>
                  <a:pt x="495904" y="80527"/>
                  <a:pt x="491573" y="80527"/>
                </a:cubicBezTo>
                <a:cubicBezTo>
                  <a:pt x="488463" y="80527"/>
                  <a:pt x="484908" y="79971"/>
                  <a:pt x="480910" y="78860"/>
                </a:cubicBezTo>
                <a:cubicBezTo>
                  <a:pt x="479688" y="78490"/>
                  <a:pt x="478688" y="78305"/>
                  <a:pt x="477911" y="78305"/>
                </a:cubicBezTo>
                <a:cubicBezTo>
                  <a:pt x="477059" y="78305"/>
                  <a:pt x="476393" y="78786"/>
                  <a:pt x="475911" y="79749"/>
                </a:cubicBezTo>
                <a:lnTo>
                  <a:pt x="474079" y="79749"/>
                </a:lnTo>
                <a:lnTo>
                  <a:pt x="474079" y="61533"/>
                </a:lnTo>
                <a:lnTo>
                  <a:pt x="475911" y="61533"/>
                </a:lnTo>
                <a:cubicBezTo>
                  <a:pt x="476948" y="66735"/>
                  <a:pt x="478929" y="70655"/>
                  <a:pt x="481854" y="73293"/>
                </a:cubicBezTo>
                <a:cubicBezTo>
                  <a:pt x="484779" y="75931"/>
                  <a:pt x="488055" y="77250"/>
                  <a:pt x="491684" y="77250"/>
                </a:cubicBezTo>
                <a:cubicBezTo>
                  <a:pt x="494238" y="77250"/>
                  <a:pt x="496321" y="76501"/>
                  <a:pt x="497931" y="75004"/>
                </a:cubicBezTo>
                <a:cubicBezTo>
                  <a:pt x="499542" y="73506"/>
                  <a:pt x="500347" y="71703"/>
                  <a:pt x="500347" y="69595"/>
                </a:cubicBezTo>
                <a:cubicBezTo>
                  <a:pt x="500347" y="67042"/>
                  <a:pt x="499449" y="64897"/>
                  <a:pt x="497654" y="63160"/>
                </a:cubicBezTo>
                <a:cubicBezTo>
                  <a:pt x="495858" y="61422"/>
                  <a:pt x="492276" y="59222"/>
                  <a:pt x="486908" y="56559"/>
                </a:cubicBezTo>
                <a:cubicBezTo>
                  <a:pt x="481539" y="53896"/>
                  <a:pt x="478022" y="51492"/>
                  <a:pt x="476356" y="49347"/>
                </a:cubicBezTo>
                <a:cubicBezTo>
                  <a:pt x="474690" y="47239"/>
                  <a:pt x="473857" y="44576"/>
                  <a:pt x="473857" y="41358"/>
                </a:cubicBezTo>
                <a:cubicBezTo>
                  <a:pt x="473857" y="37179"/>
                  <a:pt x="475291" y="33685"/>
                  <a:pt x="478161" y="30874"/>
                </a:cubicBezTo>
                <a:cubicBezTo>
                  <a:pt x="481030" y="28063"/>
                  <a:pt x="484742" y="26657"/>
                  <a:pt x="489296" y="26657"/>
                </a:cubicBezTo>
                <a:cubicBezTo>
                  <a:pt x="491295" y="26657"/>
                  <a:pt x="493720" y="27083"/>
                  <a:pt x="496571" y="27934"/>
                </a:cubicBezTo>
                <a:cubicBezTo>
                  <a:pt x="498459" y="28490"/>
                  <a:pt x="499718" y="28767"/>
                  <a:pt x="500347" y="28767"/>
                </a:cubicBezTo>
                <a:cubicBezTo>
                  <a:pt x="500940" y="28767"/>
                  <a:pt x="501402" y="28638"/>
                  <a:pt x="501736" y="28379"/>
                </a:cubicBezTo>
                <a:cubicBezTo>
                  <a:pt x="502069" y="28119"/>
                  <a:pt x="502457" y="27546"/>
                  <a:pt x="502902" y="26657"/>
                </a:cubicBezTo>
                <a:lnTo>
                  <a:pt x="504734" y="26657"/>
                </a:lnTo>
                <a:close/>
                <a:moveTo>
                  <a:pt x="540207" y="26657"/>
                </a:moveTo>
                <a:cubicBezTo>
                  <a:pt x="547908" y="26657"/>
                  <a:pt x="554091" y="29579"/>
                  <a:pt x="558756" y="35423"/>
                </a:cubicBezTo>
                <a:cubicBezTo>
                  <a:pt x="562718" y="40415"/>
                  <a:pt x="564699" y="46148"/>
                  <a:pt x="564699" y="52622"/>
                </a:cubicBezTo>
                <a:cubicBezTo>
                  <a:pt x="564699" y="57171"/>
                  <a:pt x="563606" y="61776"/>
                  <a:pt x="561422" y="66436"/>
                </a:cubicBezTo>
                <a:cubicBezTo>
                  <a:pt x="559238" y="71095"/>
                  <a:pt x="556229" y="74609"/>
                  <a:pt x="552397" y="76976"/>
                </a:cubicBezTo>
                <a:cubicBezTo>
                  <a:pt x="548565" y="79343"/>
                  <a:pt x="544298" y="80527"/>
                  <a:pt x="539596" y="80527"/>
                </a:cubicBezTo>
                <a:cubicBezTo>
                  <a:pt x="531933" y="80527"/>
                  <a:pt x="525842" y="77475"/>
                  <a:pt x="521325" y="71372"/>
                </a:cubicBezTo>
                <a:cubicBezTo>
                  <a:pt x="517512" y="66231"/>
                  <a:pt x="515605" y="60462"/>
                  <a:pt x="515605" y="54064"/>
                </a:cubicBezTo>
                <a:cubicBezTo>
                  <a:pt x="515605" y="49403"/>
                  <a:pt x="516762" y="44771"/>
                  <a:pt x="519076" y="40166"/>
                </a:cubicBezTo>
                <a:cubicBezTo>
                  <a:pt x="521390" y="35561"/>
                  <a:pt x="524435" y="32159"/>
                  <a:pt x="528212" y="29958"/>
                </a:cubicBezTo>
                <a:cubicBezTo>
                  <a:pt x="531988" y="27757"/>
                  <a:pt x="535987" y="26657"/>
                  <a:pt x="540207" y="26657"/>
                </a:cubicBezTo>
                <a:moveTo>
                  <a:pt x="538486" y="30322"/>
                </a:moveTo>
                <a:cubicBezTo>
                  <a:pt x="536523" y="30322"/>
                  <a:pt x="534552" y="30905"/>
                  <a:pt x="532571" y="32070"/>
                </a:cubicBezTo>
                <a:cubicBezTo>
                  <a:pt x="530590" y="33235"/>
                  <a:pt x="528989" y="35278"/>
                  <a:pt x="527767" y="38200"/>
                </a:cubicBezTo>
                <a:cubicBezTo>
                  <a:pt x="526546" y="41121"/>
                  <a:pt x="525935" y="44874"/>
                  <a:pt x="525935" y="49460"/>
                </a:cubicBezTo>
                <a:cubicBezTo>
                  <a:pt x="525935" y="56855"/>
                  <a:pt x="527406" y="63234"/>
                  <a:pt x="530350" y="68597"/>
                </a:cubicBezTo>
                <a:cubicBezTo>
                  <a:pt x="533293" y="73958"/>
                  <a:pt x="537171" y="76639"/>
                  <a:pt x="541984" y="76639"/>
                </a:cubicBezTo>
                <a:cubicBezTo>
                  <a:pt x="545576" y="76639"/>
                  <a:pt x="548538" y="75160"/>
                  <a:pt x="550870" y="72201"/>
                </a:cubicBezTo>
                <a:cubicBezTo>
                  <a:pt x="553203" y="69243"/>
                  <a:pt x="554369" y="64159"/>
                  <a:pt x="554369" y="56948"/>
                </a:cubicBezTo>
                <a:cubicBezTo>
                  <a:pt x="554369" y="47925"/>
                  <a:pt x="552425" y="40824"/>
                  <a:pt x="548538" y="35647"/>
                </a:cubicBezTo>
                <a:cubicBezTo>
                  <a:pt x="545909" y="32097"/>
                  <a:pt x="542558" y="30322"/>
                  <a:pt x="538486" y="30322"/>
                </a:cubicBezTo>
                <a:close/>
                <a:moveTo>
                  <a:pt x="586591" y="37431"/>
                </a:moveTo>
                <a:cubicBezTo>
                  <a:pt x="592552" y="30248"/>
                  <a:pt x="598235" y="26657"/>
                  <a:pt x="603640" y="26657"/>
                </a:cubicBezTo>
                <a:cubicBezTo>
                  <a:pt x="606417" y="26657"/>
                  <a:pt x="608805" y="27350"/>
                  <a:pt x="610805" y="28736"/>
                </a:cubicBezTo>
                <a:cubicBezTo>
                  <a:pt x="612804" y="30121"/>
                  <a:pt x="614396" y="32402"/>
                  <a:pt x="615581" y="35579"/>
                </a:cubicBezTo>
                <a:cubicBezTo>
                  <a:pt x="616395" y="37795"/>
                  <a:pt x="616802" y="41193"/>
                  <a:pt x="616802" y="45775"/>
                </a:cubicBezTo>
                <a:lnTo>
                  <a:pt x="616802" y="67441"/>
                </a:lnTo>
                <a:cubicBezTo>
                  <a:pt x="616802" y="70655"/>
                  <a:pt x="617062" y="72835"/>
                  <a:pt x="617580" y="73980"/>
                </a:cubicBezTo>
                <a:cubicBezTo>
                  <a:pt x="617987" y="74904"/>
                  <a:pt x="618644" y="75624"/>
                  <a:pt x="619551" y="76141"/>
                </a:cubicBezTo>
                <a:cubicBezTo>
                  <a:pt x="620458" y="76658"/>
                  <a:pt x="622134" y="76917"/>
                  <a:pt x="624577" y="76917"/>
                </a:cubicBezTo>
                <a:lnTo>
                  <a:pt x="624577" y="78972"/>
                </a:lnTo>
                <a:lnTo>
                  <a:pt x="599420" y="78972"/>
                </a:lnTo>
                <a:lnTo>
                  <a:pt x="599420" y="76917"/>
                </a:lnTo>
                <a:lnTo>
                  <a:pt x="600475" y="76917"/>
                </a:lnTo>
                <a:cubicBezTo>
                  <a:pt x="602844" y="76917"/>
                  <a:pt x="604501" y="76557"/>
                  <a:pt x="605445" y="75839"/>
                </a:cubicBezTo>
                <a:cubicBezTo>
                  <a:pt x="606389" y="75121"/>
                  <a:pt x="607047" y="74062"/>
                  <a:pt x="607417" y="72663"/>
                </a:cubicBezTo>
                <a:cubicBezTo>
                  <a:pt x="607565" y="72110"/>
                  <a:pt x="607639" y="70379"/>
                  <a:pt x="607639" y="67469"/>
                </a:cubicBezTo>
                <a:lnTo>
                  <a:pt x="607639" y="46749"/>
                </a:lnTo>
                <a:cubicBezTo>
                  <a:pt x="607639" y="42145"/>
                  <a:pt x="607037" y="38803"/>
                  <a:pt x="605834" y="36721"/>
                </a:cubicBezTo>
                <a:cubicBezTo>
                  <a:pt x="604631" y="34640"/>
                  <a:pt x="602604" y="33599"/>
                  <a:pt x="599753" y="33599"/>
                </a:cubicBezTo>
                <a:cubicBezTo>
                  <a:pt x="595347" y="33599"/>
                  <a:pt x="590960" y="35993"/>
                  <a:pt x="586591" y="40782"/>
                </a:cubicBezTo>
                <a:lnTo>
                  <a:pt x="586591" y="67469"/>
                </a:lnTo>
                <a:cubicBezTo>
                  <a:pt x="586591" y="70895"/>
                  <a:pt x="586795" y="73012"/>
                  <a:pt x="587202" y="73822"/>
                </a:cubicBezTo>
                <a:cubicBezTo>
                  <a:pt x="587720" y="74890"/>
                  <a:pt x="588433" y="75673"/>
                  <a:pt x="589340" y="76170"/>
                </a:cubicBezTo>
                <a:cubicBezTo>
                  <a:pt x="590247" y="76668"/>
                  <a:pt x="592089" y="76917"/>
                  <a:pt x="594866" y="76917"/>
                </a:cubicBezTo>
                <a:lnTo>
                  <a:pt x="594866" y="78972"/>
                </a:lnTo>
                <a:lnTo>
                  <a:pt x="569708" y="78972"/>
                </a:lnTo>
                <a:lnTo>
                  <a:pt x="569708" y="76917"/>
                </a:lnTo>
                <a:lnTo>
                  <a:pt x="570819" y="76917"/>
                </a:lnTo>
                <a:cubicBezTo>
                  <a:pt x="573411" y="76917"/>
                  <a:pt x="575160" y="76261"/>
                  <a:pt x="576067" y="74950"/>
                </a:cubicBezTo>
                <a:cubicBezTo>
                  <a:pt x="576974" y="73638"/>
                  <a:pt x="577428" y="71135"/>
                  <a:pt x="577428" y="67441"/>
                </a:cubicBezTo>
                <a:lnTo>
                  <a:pt x="577428" y="48601"/>
                </a:lnTo>
                <a:cubicBezTo>
                  <a:pt x="577428" y="42506"/>
                  <a:pt x="577289" y="38793"/>
                  <a:pt x="577011" y="37464"/>
                </a:cubicBezTo>
                <a:cubicBezTo>
                  <a:pt x="576733" y="36133"/>
                  <a:pt x="576308" y="35228"/>
                  <a:pt x="575734" y="34748"/>
                </a:cubicBezTo>
                <a:cubicBezTo>
                  <a:pt x="575160" y="34268"/>
                  <a:pt x="574392" y="34028"/>
                  <a:pt x="573429" y="34028"/>
                </a:cubicBezTo>
                <a:cubicBezTo>
                  <a:pt x="572392" y="34028"/>
                  <a:pt x="571152" y="34305"/>
                  <a:pt x="569708" y="34859"/>
                </a:cubicBezTo>
                <a:lnTo>
                  <a:pt x="568875" y="32863"/>
                </a:lnTo>
                <a:lnTo>
                  <a:pt x="584203" y="26657"/>
                </a:lnTo>
                <a:lnTo>
                  <a:pt x="586591" y="26657"/>
                </a:lnTo>
                <a:lnTo>
                  <a:pt x="586591" y="37431"/>
                </a:lnTo>
                <a:close/>
                <a:moveTo>
                  <a:pt x="641140" y="0"/>
                </a:moveTo>
                <a:cubicBezTo>
                  <a:pt x="642695" y="0"/>
                  <a:pt x="644018" y="549"/>
                  <a:pt x="645111" y="1647"/>
                </a:cubicBezTo>
                <a:cubicBezTo>
                  <a:pt x="646203" y="2744"/>
                  <a:pt x="646749" y="4074"/>
                  <a:pt x="646749" y="5637"/>
                </a:cubicBezTo>
                <a:cubicBezTo>
                  <a:pt x="646749" y="7200"/>
                  <a:pt x="646203" y="8540"/>
                  <a:pt x="645111" y="9656"/>
                </a:cubicBezTo>
                <a:cubicBezTo>
                  <a:pt x="644018" y="10772"/>
                  <a:pt x="642695" y="11329"/>
                  <a:pt x="641140" y="11329"/>
                </a:cubicBezTo>
                <a:cubicBezTo>
                  <a:pt x="639585" y="11329"/>
                  <a:pt x="638252" y="10772"/>
                  <a:pt x="637141" y="9656"/>
                </a:cubicBezTo>
                <a:cubicBezTo>
                  <a:pt x="636031" y="8540"/>
                  <a:pt x="635475" y="7200"/>
                  <a:pt x="635475" y="5637"/>
                </a:cubicBezTo>
                <a:cubicBezTo>
                  <a:pt x="635475" y="4074"/>
                  <a:pt x="636021" y="2744"/>
                  <a:pt x="637114" y="1647"/>
                </a:cubicBezTo>
                <a:cubicBezTo>
                  <a:pt x="638206" y="549"/>
                  <a:pt x="639548" y="0"/>
                  <a:pt x="641140" y="0"/>
                </a:cubicBezTo>
                <a:moveTo>
                  <a:pt x="645749" y="26657"/>
                </a:moveTo>
                <a:lnTo>
                  <a:pt x="645749" y="67441"/>
                </a:lnTo>
                <a:cubicBezTo>
                  <a:pt x="645749" y="70618"/>
                  <a:pt x="645981" y="72733"/>
                  <a:pt x="646444" y="73786"/>
                </a:cubicBezTo>
                <a:cubicBezTo>
                  <a:pt x="646906" y="74839"/>
                  <a:pt x="647591" y="75624"/>
                  <a:pt x="648498" y="76141"/>
                </a:cubicBezTo>
                <a:cubicBezTo>
                  <a:pt x="649405" y="76658"/>
                  <a:pt x="651062" y="76917"/>
                  <a:pt x="653469" y="76917"/>
                </a:cubicBezTo>
                <a:lnTo>
                  <a:pt x="653469" y="78972"/>
                </a:lnTo>
                <a:lnTo>
                  <a:pt x="628755" y="78972"/>
                </a:lnTo>
                <a:lnTo>
                  <a:pt x="628755" y="76917"/>
                </a:lnTo>
                <a:cubicBezTo>
                  <a:pt x="631236" y="76917"/>
                  <a:pt x="632902" y="76677"/>
                  <a:pt x="633754" y="76197"/>
                </a:cubicBezTo>
                <a:cubicBezTo>
                  <a:pt x="634605" y="75716"/>
                  <a:pt x="635281" y="74922"/>
                  <a:pt x="635781" y="73814"/>
                </a:cubicBezTo>
                <a:cubicBezTo>
                  <a:pt x="636281" y="72705"/>
                  <a:pt x="636530" y="70581"/>
                  <a:pt x="636530" y="67441"/>
                </a:cubicBezTo>
                <a:lnTo>
                  <a:pt x="636530" y="47880"/>
                </a:lnTo>
                <a:cubicBezTo>
                  <a:pt x="636530" y="42375"/>
                  <a:pt x="636364" y="38811"/>
                  <a:pt x="636031" y="37186"/>
                </a:cubicBezTo>
                <a:cubicBezTo>
                  <a:pt x="635771" y="36004"/>
                  <a:pt x="635364" y="35182"/>
                  <a:pt x="634809" y="34720"/>
                </a:cubicBezTo>
                <a:cubicBezTo>
                  <a:pt x="634253" y="34258"/>
                  <a:pt x="633494" y="34028"/>
                  <a:pt x="632532" y="34028"/>
                </a:cubicBezTo>
                <a:cubicBezTo>
                  <a:pt x="631495" y="34028"/>
                  <a:pt x="630236" y="34305"/>
                  <a:pt x="628755" y="34859"/>
                </a:cubicBezTo>
                <a:lnTo>
                  <a:pt x="627978" y="32863"/>
                </a:lnTo>
                <a:lnTo>
                  <a:pt x="643306" y="26657"/>
                </a:lnTo>
                <a:lnTo>
                  <a:pt x="645749" y="26657"/>
                </a:lnTo>
                <a:close/>
                <a:moveTo>
                  <a:pt x="674556" y="37431"/>
                </a:moveTo>
                <a:cubicBezTo>
                  <a:pt x="680517" y="30248"/>
                  <a:pt x="686200" y="26657"/>
                  <a:pt x="691605" y="26657"/>
                </a:cubicBezTo>
                <a:cubicBezTo>
                  <a:pt x="694382" y="26657"/>
                  <a:pt x="696770" y="27350"/>
                  <a:pt x="698769" y="28736"/>
                </a:cubicBezTo>
                <a:cubicBezTo>
                  <a:pt x="700769" y="30121"/>
                  <a:pt x="702361" y="32402"/>
                  <a:pt x="703545" y="35579"/>
                </a:cubicBezTo>
                <a:cubicBezTo>
                  <a:pt x="704360" y="37795"/>
                  <a:pt x="704767" y="41193"/>
                  <a:pt x="704767" y="45775"/>
                </a:cubicBezTo>
                <a:lnTo>
                  <a:pt x="704767" y="67441"/>
                </a:lnTo>
                <a:cubicBezTo>
                  <a:pt x="704767" y="70655"/>
                  <a:pt x="705026" y="72835"/>
                  <a:pt x="705545" y="73980"/>
                </a:cubicBezTo>
                <a:cubicBezTo>
                  <a:pt x="705952" y="74904"/>
                  <a:pt x="706609" y="75624"/>
                  <a:pt x="707516" y="76141"/>
                </a:cubicBezTo>
                <a:cubicBezTo>
                  <a:pt x="708423" y="76658"/>
                  <a:pt x="710098" y="76917"/>
                  <a:pt x="712542" y="76917"/>
                </a:cubicBezTo>
                <a:lnTo>
                  <a:pt x="712542" y="78972"/>
                </a:lnTo>
                <a:lnTo>
                  <a:pt x="687384" y="78972"/>
                </a:lnTo>
                <a:lnTo>
                  <a:pt x="687384" y="76917"/>
                </a:lnTo>
                <a:lnTo>
                  <a:pt x="688440" y="76917"/>
                </a:lnTo>
                <a:cubicBezTo>
                  <a:pt x="690809" y="76917"/>
                  <a:pt x="692466" y="76557"/>
                  <a:pt x="693410" y="75839"/>
                </a:cubicBezTo>
                <a:cubicBezTo>
                  <a:pt x="694354" y="75121"/>
                  <a:pt x="695011" y="74062"/>
                  <a:pt x="695382" y="72663"/>
                </a:cubicBezTo>
                <a:cubicBezTo>
                  <a:pt x="695530" y="72110"/>
                  <a:pt x="695604" y="70379"/>
                  <a:pt x="695604" y="67469"/>
                </a:cubicBezTo>
                <a:lnTo>
                  <a:pt x="695604" y="46749"/>
                </a:lnTo>
                <a:cubicBezTo>
                  <a:pt x="695604" y="42145"/>
                  <a:pt x="695002" y="38803"/>
                  <a:pt x="693799" y="36721"/>
                </a:cubicBezTo>
                <a:cubicBezTo>
                  <a:pt x="692596" y="34640"/>
                  <a:pt x="690568" y="33599"/>
                  <a:pt x="687718" y="33599"/>
                </a:cubicBezTo>
                <a:cubicBezTo>
                  <a:pt x="683312" y="33599"/>
                  <a:pt x="678925" y="35993"/>
                  <a:pt x="674556" y="40782"/>
                </a:cubicBezTo>
                <a:lnTo>
                  <a:pt x="674556" y="67469"/>
                </a:lnTo>
                <a:cubicBezTo>
                  <a:pt x="674556" y="70895"/>
                  <a:pt x="674759" y="73012"/>
                  <a:pt x="675167" y="73822"/>
                </a:cubicBezTo>
                <a:cubicBezTo>
                  <a:pt x="675685" y="74890"/>
                  <a:pt x="676398" y="75673"/>
                  <a:pt x="677305" y="76170"/>
                </a:cubicBezTo>
                <a:cubicBezTo>
                  <a:pt x="678212" y="76668"/>
                  <a:pt x="680054" y="76917"/>
                  <a:pt x="682831" y="76917"/>
                </a:cubicBezTo>
                <a:lnTo>
                  <a:pt x="682831" y="78972"/>
                </a:lnTo>
                <a:lnTo>
                  <a:pt x="657673" y="78972"/>
                </a:lnTo>
                <a:lnTo>
                  <a:pt x="657673" y="76917"/>
                </a:lnTo>
                <a:lnTo>
                  <a:pt x="658784" y="76917"/>
                </a:lnTo>
                <a:cubicBezTo>
                  <a:pt x="661375" y="76917"/>
                  <a:pt x="663125" y="76261"/>
                  <a:pt x="664032" y="74950"/>
                </a:cubicBezTo>
                <a:cubicBezTo>
                  <a:pt x="664939" y="73638"/>
                  <a:pt x="665392" y="71135"/>
                  <a:pt x="665392" y="67441"/>
                </a:cubicBezTo>
                <a:lnTo>
                  <a:pt x="665392" y="48601"/>
                </a:lnTo>
                <a:cubicBezTo>
                  <a:pt x="665392" y="42506"/>
                  <a:pt x="665254" y="38793"/>
                  <a:pt x="664976" y="37464"/>
                </a:cubicBezTo>
                <a:cubicBezTo>
                  <a:pt x="664698" y="36133"/>
                  <a:pt x="664272" y="35228"/>
                  <a:pt x="663699" y="34748"/>
                </a:cubicBezTo>
                <a:cubicBezTo>
                  <a:pt x="663125" y="34268"/>
                  <a:pt x="662356" y="34028"/>
                  <a:pt x="661394" y="34028"/>
                </a:cubicBezTo>
                <a:cubicBezTo>
                  <a:pt x="660357" y="34028"/>
                  <a:pt x="659117" y="34305"/>
                  <a:pt x="657673" y="34859"/>
                </a:cubicBezTo>
                <a:lnTo>
                  <a:pt x="656840" y="32863"/>
                </a:lnTo>
                <a:lnTo>
                  <a:pt x="672168" y="26657"/>
                </a:lnTo>
                <a:lnTo>
                  <a:pt x="674556" y="26657"/>
                </a:lnTo>
                <a:lnTo>
                  <a:pt x="674556" y="37431"/>
                </a:lnTo>
                <a:close/>
                <a:moveTo>
                  <a:pt x="729770" y="60435"/>
                </a:moveTo>
                <a:cubicBezTo>
                  <a:pt x="726660" y="58919"/>
                  <a:pt x="724272" y="56802"/>
                  <a:pt x="722606" y="54085"/>
                </a:cubicBezTo>
                <a:cubicBezTo>
                  <a:pt x="720940" y="51367"/>
                  <a:pt x="720107" y="48362"/>
                  <a:pt x="720107" y="45071"/>
                </a:cubicBezTo>
                <a:cubicBezTo>
                  <a:pt x="720107" y="40042"/>
                  <a:pt x="722004" y="35716"/>
                  <a:pt x="725799" y="32093"/>
                </a:cubicBezTo>
                <a:cubicBezTo>
                  <a:pt x="729594" y="28469"/>
                  <a:pt x="734453" y="26657"/>
                  <a:pt x="740377" y="26657"/>
                </a:cubicBezTo>
                <a:cubicBezTo>
                  <a:pt x="745227" y="26657"/>
                  <a:pt x="749429" y="27842"/>
                  <a:pt x="752984" y="30211"/>
                </a:cubicBezTo>
                <a:lnTo>
                  <a:pt x="763758" y="30211"/>
                </a:lnTo>
                <a:cubicBezTo>
                  <a:pt x="765350" y="30211"/>
                  <a:pt x="766275" y="30257"/>
                  <a:pt x="766534" y="30348"/>
                </a:cubicBezTo>
                <a:cubicBezTo>
                  <a:pt x="766794" y="30440"/>
                  <a:pt x="766979" y="30595"/>
                  <a:pt x="767090" y="30815"/>
                </a:cubicBezTo>
                <a:cubicBezTo>
                  <a:pt x="767312" y="31145"/>
                  <a:pt x="767423" y="31731"/>
                  <a:pt x="767423" y="32573"/>
                </a:cubicBezTo>
                <a:cubicBezTo>
                  <a:pt x="767423" y="33524"/>
                  <a:pt x="767330" y="34183"/>
                  <a:pt x="767145" y="34550"/>
                </a:cubicBezTo>
                <a:cubicBezTo>
                  <a:pt x="767034" y="34733"/>
                  <a:pt x="766840" y="34879"/>
                  <a:pt x="766562" y="34989"/>
                </a:cubicBezTo>
                <a:cubicBezTo>
                  <a:pt x="766284" y="35099"/>
                  <a:pt x="765350" y="35154"/>
                  <a:pt x="763758" y="35154"/>
                </a:cubicBezTo>
                <a:lnTo>
                  <a:pt x="757149" y="35154"/>
                </a:lnTo>
                <a:cubicBezTo>
                  <a:pt x="759222" y="37825"/>
                  <a:pt x="760259" y="41239"/>
                  <a:pt x="760259" y="45393"/>
                </a:cubicBezTo>
                <a:cubicBezTo>
                  <a:pt x="760259" y="50142"/>
                  <a:pt x="758445" y="54204"/>
                  <a:pt x="754816" y="57580"/>
                </a:cubicBezTo>
                <a:cubicBezTo>
                  <a:pt x="751188" y="60956"/>
                  <a:pt x="746319" y="62644"/>
                  <a:pt x="740211" y="62644"/>
                </a:cubicBezTo>
                <a:cubicBezTo>
                  <a:pt x="737693" y="62644"/>
                  <a:pt x="735120" y="62266"/>
                  <a:pt x="732491" y="61511"/>
                </a:cubicBezTo>
                <a:cubicBezTo>
                  <a:pt x="730862" y="62917"/>
                  <a:pt x="729761" y="64147"/>
                  <a:pt x="729187" y="65202"/>
                </a:cubicBezTo>
                <a:cubicBezTo>
                  <a:pt x="728613" y="66256"/>
                  <a:pt x="728326" y="67153"/>
                  <a:pt x="728326" y="67892"/>
                </a:cubicBezTo>
                <a:cubicBezTo>
                  <a:pt x="728326" y="68522"/>
                  <a:pt x="728631" y="69133"/>
                  <a:pt x="729242" y="69725"/>
                </a:cubicBezTo>
                <a:cubicBezTo>
                  <a:pt x="729853" y="70316"/>
                  <a:pt x="731047" y="70741"/>
                  <a:pt x="732824" y="71000"/>
                </a:cubicBezTo>
                <a:cubicBezTo>
                  <a:pt x="733861" y="71149"/>
                  <a:pt x="736453" y="71278"/>
                  <a:pt x="740599" y="71389"/>
                </a:cubicBezTo>
                <a:cubicBezTo>
                  <a:pt x="748226" y="71573"/>
                  <a:pt x="753169" y="71832"/>
                  <a:pt x="755427" y="72165"/>
                </a:cubicBezTo>
                <a:cubicBezTo>
                  <a:pt x="758870" y="72646"/>
                  <a:pt x="761619" y="73923"/>
                  <a:pt x="763674" y="75995"/>
                </a:cubicBezTo>
                <a:cubicBezTo>
                  <a:pt x="765729" y="78066"/>
                  <a:pt x="766757" y="80619"/>
                  <a:pt x="766757" y="83652"/>
                </a:cubicBezTo>
                <a:cubicBezTo>
                  <a:pt x="766757" y="87832"/>
                  <a:pt x="764794" y="91754"/>
                  <a:pt x="760870" y="95417"/>
                </a:cubicBezTo>
                <a:cubicBezTo>
                  <a:pt x="755094" y="100818"/>
                  <a:pt x="747560" y="103518"/>
                  <a:pt x="738267" y="103518"/>
                </a:cubicBezTo>
                <a:cubicBezTo>
                  <a:pt x="731121" y="103518"/>
                  <a:pt x="725086" y="101910"/>
                  <a:pt x="720162" y="98694"/>
                </a:cubicBezTo>
                <a:cubicBezTo>
                  <a:pt x="717385" y="96845"/>
                  <a:pt x="715997" y="94922"/>
                  <a:pt x="715997" y="92925"/>
                </a:cubicBezTo>
                <a:cubicBezTo>
                  <a:pt x="715997" y="92039"/>
                  <a:pt x="716201" y="91152"/>
                  <a:pt x="716608" y="90264"/>
                </a:cubicBezTo>
                <a:cubicBezTo>
                  <a:pt x="717237" y="88896"/>
                  <a:pt x="718533" y="86991"/>
                  <a:pt x="720495" y="84551"/>
                </a:cubicBezTo>
                <a:cubicBezTo>
                  <a:pt x="720755" y="84219"/>
                  <a:pt x="722643" y="82223"/>
                  <a:pt x="726160" y="78562"/>
                </a:cubicBezTo>
                <a:cubicBezTo>
                  <a:pt x="724235" y="77413"/>
                  <a:pt x="722874" y="76385"/>
                  <a:pt x="722078" y="75476"/>
                </a:cubicBezTo>
                <a:cubicBezTo>
                  <a:pt x="721282" y="74568"/>
                  <a:pt x="720884" y="73539"/>
                  <a:pt x="720884" y="72391"/>
                </a:cubicBezTo>
                <a:cubicBezTo>
                  <a:pt x="720884" y="71092"/>
                  <a:pt x="721412" y="69572"/>
                  <a:pt x="722467" y="67830"/>
                </a:cubicBezTo>
                <a:cubicBezTo>
                  <a:pt x="723522" y="66087"/>
                  <a:pt x="725956" y="63622"/>
                  <a:pt x="729770" y="60435"/>
                </a:cubicBezTo>
                <a:moveTo>
                  <a:pt x="739433" y="29434"/>
                </a:moveTo>
                <a:cubicBezTo>
                  <a:pt x="736693" y="29434"/>
                  <a:pt x="734398" y="30520"/>
                  <a:pt x="732547" y="32693"/>
                </a:cubicBezTo>
                <a:cubicBezTo>
                  <a:pt x="730695" y="34865"/>
                  <a:pt x="729770" y="38197"/>
                  <a:pt x="729770" y="42689"/>
                </a:cubicBezTo>
                <a:cubicBezTo>
                  <a:pt x="729770" y="48508"/>
                  <a:pt x="731029" y="53019"/>
                  <a:pt x="733546" y="56221"/>
                </a:cubicBezTo>
                <a:cubicBezTo>
                  <a:pt x="735472" y="58652"/>
                  <a:pt x="737915" y="59867"/>
                  <a:pt x="740877" y="59867"/>
                </a:cubicBezTo>
                <a:cubicBezTo>
                  <a:pt x="743691" y="59867"/>
                  <a:pt x="746005" y="58818"/>
                  <a:pt x="747819" y="56719"/>
                </a:cubicBezTo>
                <a:cubicBezTo>
                  <a:pt x="749633" y="54620"/>
                  <a:pt x="750540" y="51325"/>
                  <a:pt x="750540" y="46832"/>
                </a:cubicBezTo>
                <a:cubicBezTo>
                  <a:pt x="750540" y="40978"/>
                  <a:pt x="749263" y="36393"/>
                  <a:pt x="746708" y="33078"/>
                </a:cubicBezTo>
                <a:cubicBezTo>
                  <a:pt x="744820" y="30649"/>
                  <a:pt x="742395" y="29434"/>
                  <a:pt x="739433" y="29434"/>
                </a:cubicBezTo>
                <a:moveTo>
                  <a:pt x="729215" y="79005"/>
                </a:moveTo>
                <a:cubicBezTo>
                  <a:pt x="727474" y="80889"/>
                  <a:pt x="726160" y="82644"/>
                  <a:pt x="725271" y="84270"/>
                </a:cubicBezTo>
                <a:cubicBezTo>
                  <a:pt x="724383" y="85897"/>
                  <a:pt x="723939" y="87394"/>
                  <a:pt x="723939" y="88761"/>
                </a:cubicBezTo>
                <a:cubicBezTo>
                  <a:pt x="723939" y="90535"/>
                  <a:pt x="725012" y="92087"/>
                  <a:pt x="727160" y="93418"/>
                </a:cubicBezTo>
                <a:cubicBezTo>
                  <a:pt x="730862" y="95709"/>
                  <a:pt x="736212" y="96854"/>
                  <a:pt x="743209" y="96854"/>
                </a:cubicBezTo>
                <a:cubicBezTo>
                  <a:pt x="749874" y="96854"/>
                  <a:pt x="754789" y="95680"/>
                  <a:pt x="757954" y="93333"/>
                </a:cubicBezTo>
                <a:cubicBezTo>
                  <a:pt x="761120" y="90986"/>
                  <a:pt x="762702" y="88483"/>
                  <a:pt x="762702" y="85823"/>
                </a:cubicBezTo>
                <a:cubicBezTo>
                  <a:pt x="762702" y="83901"/>
                  <a:pt x="761758" y="82534"/>
                  <a:pt x="759870" y="81721"/>
                </a:cubicBezTo>
                <a:cubicBezTo>
                  <a:pt x="757945" y="80907"/>
                  <a:pt x="754131" y="80427"/>
                  <a:pt x="748430" y="80280"/>
                </a:cubicBezTo>
                <a:cubicBezTo>
                  <a:pt x="740099" y="80058"/>
                  <a:pt x="733694" y="79633"/>
                  <a:pt x="729215" y="790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⑦">
            <a:extLst xmlns:a="http://schemas.openxmlformats.org/drawingml/2006/main">
              <a:ext uri="{FF2B5EF4-FFF2-40B4-BE49-F238E27FC236}">
                <a16:creationId xmlns:a16="http://schemas.microsoft.com/office/drawing/2014/main" id="{4CA6D2FD-0373-4CF2-921A-3D93633F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046" y="2123308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27846" y="21585"/>
                </a:moveTo>
                <a:lnTo>
                  <a:pt x="27846" y="14916"/>
                </a:lnTo>
                <a:lnTo>
                  <a:pt x="74681" y="14916"/>
                </a:lnTo>
                <a:lnTo>
                  <a:pt x="74681" y="21127"/>
                </a:lnTo>
                <a:cubicBezTo>
                  <a:pt x="57509" y="41218"/>
                  <a:pt x="47565" y="63397"/>
                  <a:pt x="44850" y="87663"/>
                </a:cubicBezTo>
                <a:lnTo>
                  <a:pt x="37570" y="87663"/>
                </a:lnTo>
                <a:cubicBezTo>
                  <a:pt x="39912" y="65976"/>
                  <a:pt x="49601" y="43950"/>
                  <a:pt x="66638" y="21585"/>
                </a:cubicBezTo>
                <a:lnTo>
                  <a:pt x="27846" y="21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Expand">
            <a:extLst xmlns:a="http://schemas.openxmlformats.org/drawingml/2006/main">
              <a:ext uri="{FF2B5EF4-FFF2-40B4-BE49-F238E27FC236}">
                <a16:creationId xmlns:a16="http://schemas.microsoft.com/office/drawing/2014/main" id="{F871EF68-015F-47A5-998E-AA978BDB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887" y="2128029"/>
            <a:ext cx="343535" cy="103296"/>
          </a:xfrm>
          <a:custGeom xmlns:a="http://schemas.openxmlformats.org/drawingml/2006/main">
            <a:pathLst>
              <a:path w="343535" h="103296">
                <a:moveTo>
                  <a:pt x="21437" y="7775"/>
                </a:moveTo>
                <a:lnTo>
                  <a:pt x="21437" y="37542"/>
                </a:lnTo>
                <a:lnTo>
                  <a:pt x="37986" y="37542"/>
                </a:lnTo>
                <a:cubicBezTo>
                  <a:pt x="42281" y="37542"/>
                  <a:pt x="45150" y="36891"/>
                  <a:pt x="46594" y="35588"/>
                </a:cubicBezTo>
                <a:cubicBezTo>
                  <a:pt x="48520" y="33877"/>
                  <a:pt x="49593" y="30863"/>
                  <a:pt x="49815" y="26546"/>
                </a:cubicBezTo>
                <a:lnTo>
                  <a:pt x="51870" y="26546"/>
                </a:lnTo>
                <a:lnTo>
                  <a:pt x="51870" y="52759"/>
                </a:lnTo>
                <a:lnTo>
                  <a:pt x="49815" y="52759"/>
                </a:lnTo>
                <a:cubicBezTo>
                  <a:pt x="49297" y="49129"/>
                  <a:pt x="48779" y="46801"/>
                  <a:pt x="48260" y="45775"/>
                </a:cubicBezTo>
                <a:cubicBezTo>
                  <a:pt x="47594" y="44492"/>
                  <a:pt x="46502" y="43484"/>
                  <a:pt x="44984" y="42752"/>
                </a:cubicBezTo>
                <a:cubicBezTo>
                  <a:pt x="43466" y="42018"/>
                  <a:pt x="41133" y="41652"/>
                  <a:pt x="37986" y="41652"/>
                </a:cubicBezTo>
                <a:lnTo>
                  <a:pt x="21437" y="41652"/>
                </a:lnTo>
                <a:lnTo>
                  <a:pt x="21437" y="66434"/>
                </a:lnTo>
                <a:cubicBezTo>
                  <a:pt x="21437" y="69761"/>
                  <a:pt x="21585" y="71784"/>
                  <a:pt x="21881" y="72505"/>
                </a:cubicBezTo>
                <a:cubicBezTo>
                  <a:pt x="22177" y="73226"/>
                  <a:pt x="22696" y="73799"/>
                  <a:pt x="23436" y="74225"/>
                </a:cubicBezTo>
                <a:cubicBezTo>
                  <a:pt x="24176" y="74650"/>
                  <a:pt x="25583" y="74862"/>
                  <a:pt x="27657" y="74862"/>
                </a:cubicBezTo>
                <a:lnTo>
                  <a:pt x="40430" y="74862"/>
                </a:lnTo>
                <a:cubicBezTo>
                  <a:pt x="44688" y="74862"/>
                  <a:pt x="47779" y="74566"/>
                  <a:pt x="49704" y="73973"/>
                </a:cubicBezTo>
                <a:cubicBezTo>
                  <a:pt x="51630" y="73381"/>
                  <a:pt x="53481" y="72215"/>
                  <a:pt x="55258" y="70475"/>
                </a:cubicBezTo>
                <a:cubicBezTo>
                  <a:pt x="57553" y="68179"/>
                  <a:pt x="59904" y="64717"/>
                  <a:pt x="62311" y="60089"/>
                </a:cubicBezTo>
                <a:lnTo>
                  <a:pt x="64532" y="60089"/>
                </a:lnTo>
                <a:lnTo>
                  <a:pt x="58035" y="78972"/>
                </a:lnTo>
                <a:lnTo>
                  <a:pt x="0" y="78972"/>
                </a:lnTo>
                <a:lnTo>
                  <a:pt x="0" y="76917"/>
                </a:lnTo>
                <a:lnTo>
                  <a:pt x="2666" y="76917"/>
                </a:lnTo>
                <a:cubicBezTo>
                  <a:pt x="4443" y="76917"/>
                  <a:pt x="6127" y="76491"/>
                  <a:pt x="7719" y="75639"/>
                </a:cubicBezTo>
                <a:cubicBezTo>
                  <a:pt x="8904" y="75047"/>
                  <a:pt x="9709" y="74158"/>
                  <a:pt x="10135" y="72974"/>
                </a:cubicBezTo>
                <a:cubicBezTo>
                  <a:pt x="10561" y="71789"/>
                  <a:pt x="10774" y="69364"/>
                  <a:pt x="10774" y="65699"/>
                </a:cubicBezTo>
                <a:lnTo>
                  <a:pt x="10774" y="16772"/>
                </a:lnTo>
                <a:cubicBezTo>
                  <a:pt x="10774" y="11996"/>
                  <a:pt x="10293" y="9052"/>
                  <a:pt x="9330" y="7942"/>
                </a:cubicBezTo>
                <a:cubicBezTo>
                  <a:pt x="7997" y="6461"/>
                  <a:pt x="5776" y="5720"/>
                  <a:pt x="2666" y="5720"/>
                </a:cubicBezTo>
                <a:lnTo>
                  <a:pt x="0" y="5720"/>
                </a:lnTo>
                <a:lnTo>
                  <a:pt x="0" y="3665"/>
                </a:lnTo>
                <a:lnTo>
                  <a:pt x="58035" y="3665"/>
                </a:lnTo>
                <a:lnTo>
                  <a:pt x="58868" y="20104"/>
                </a:lnTo>
                <a:lnTo>
                  <a:pt x="56702" y="20104"/>
                </a:lnTo>
                <a:cubicBezTo>
                  <a:pt x="55924" y="16160"/>
                  <a:pt x="55063" y="13451"/>
                  <a:pt x="54119" y="11977"/>
                </a:cubicBezTo>
                <a:cubicBezTo>
                  <a:pt x="53175" y="10503"/>
                  <a:pt x="51778" y="9379"/>
                  <a:pt x="49926" y="8605"/>
                </a:cubicBezTo>
                <a:cubicBezTo>
                  <a:pt x="48446" y="8051"/>
                  <a:pt x="45835" y="7775"/>
                  <a:pt x="42096" y="7775"/>
                </a:cubicBezTo>
                <a:lnTo>
                  <a:pt x="21437" y="7775"/>
                </a:lnTo>
                <a:close/>
                <a:moveTo>
                  <a:pt x="68672" y="28101"/>
                </a:moveTo>
                <a:lnTo>
                  <a:pt x="92607" y="28101"/>
                </a:lnTo>
                <a:lnTo>
                  <a:pt x="92607" y="30156"/>
                </a:lnTo>
                <a:cubicBezTo>
                  <a:pt x="91090" y="30156"/>
                  <a:pt x="90025" y="30415"/>
                  <a:pt x="89414" y="30933"/>
                </a:cubicBezTo>
                <a:cubicBezTo>
                  <a:pt x="88803" y="31452"/>
                  <a:pt x="88498" y="32137"/>
                  <a:pt x="88498" y="32988"/>
                </a:cubicBezTo>
                <a:cubicBezTo>
                  <a:pt x="88498" y="33877"/>
                  <a:pt x="89146" y="35247"/>
                  <a:pt x="90442" y="37098"/>
                </a:cubicBezTo>
                <a:cubicBezTo>
                  <a:pt x="90849" y="37690"/>
                  <a:pt x="91460" y="38616"/>
                  <a:pt x="92274" y="39875"/>
                </a:cubicBezTo>
                <a:lnTo>
                  <a:pt x="95884" y="45650"/>
                </a:lnTo>
                <a:lnTo>
                  <a:pt x="100049" y="39875"/>
                </a:lnTo>
                <a:cubicBezTo>
                  <a:pt x="102715" y="36209"/>
                  <a:pt x="104048" y="33895"/>
                  <a:pt x="104048" y="32933"/>
                </a:cubicBezTo>
                <a:cubicBezTo>
                  <a:pt x="104048" y="32155"/>
                  <a:pt x="103733" y="31498"/>
                  <a:pt x="103104" y="30961"/>
                </a:cubicBezTo>
                <a:cubicBezTo>
                  <a:pt x="102474" y="30424"/>
                  <a:pt x="101456" y="30156"/>
                  <a:pt x="100049" y="30156"/>
                </a:cubicBezTo>
                <a:lnTo>
                  <a:pt x="100049" y="28101"/>
                </a:lnTo>
                <a:lnTo>
                  <a:pt x="117265" y="28101"/>
                </a:lnTo>
                <a:lnTo>
                  <a:pt x="117265" y="30156"/>
                </a:lnTo>
                <a:cubicBezTo>
                  <a:pt x="115451" y="30267"/>
                  <a:pt x="113878" y="30767"/>
                  <a:pt x="112545" y="31655"/>
                </a:cubicBezTo>
                <a:cubicBezTo>
                  <a:pt x="110731" y="32914"/>
                  <a:pt x="108250" y="35654"/>
                  <a:pt x="105103" y="39875"/>
                </a:cubicBezTo>
                <a:lnTo>
                  <a:pt x="98161" y="49149"/>
                </a:lnTo>
                <a:lnTo>
                  <a:pt x="110823" y="67328"/>
                </a:lnTo>
                <a:cubicBezTo>
                  <a:pt x="113933" y="71799"/>
                  <a:pt x="116155" y="74487"/>
                  <a:pt x="117487" y="75393"/>
                </a:cubicBezTo>
                <a:cubicBezTo>
                  <a:pt x="118820" y="76298"/>
                  <a:pt x="120542" y="76806"/>
                  <a:pt x="122652" y="76917"/>
                </a:cubicBezTo>
                <a:lnTo>
                  <a:pt x="122652" y="78972"/>
                </a:lnTo>
                <a:lnTo>
                  <a:pt x="98661" y="78972"/>
                </a:lnTo>
                <a:lnTo>
                  <a:pt x="98661" y="76917"/>
                </a:lnTo>
                <a:cubicBezTo>
                  <a:pt x="100327" y="76917"/>
                  <a:pt x="101623" y="76548"/>
                  <a:pt x="102548" y="75809"/>
                </a:cubicBezTo>
                <a:cubicBezTo>
                  <a:pt x="103252" y="75292"/>
                  <a:pt x="103604" y="74609"/>
                  <a:pt x="103604" y="73760"/>
                </a:cubicBezTo>
                <a:cubicBezTo>
                  <a:pt x="103604" y="72911"/>
                  <a:pt x="102419" y="70769"/>
                  <a:pt x="100049" y="67335"/>
                </a:cubicBezTo>
                <a:lnTo>
                  <a:pt x="92607" y="56480"/>
                </a:lnTo>
                <a:lnTo>
                  <a:pt x="84444" y="67335"/>
                </a:lnTo>
                <a:cubicBezTo>
                  <a:pt x="81926" y="70695"/>
                  <a:pt x="80667" y="72689"/>
                  <a:pt x="80667" y="73317"/>
                </a:cubicBezTo>
                <a:cubicBezTo>
                  <a:pt x="80667" y="74204"/>
                  <a:pt x="81084" y="75007"/>
                  <a:pt x="81917" y="75726"/>
                </a:cubicBezTo>
                <a:cubicBezTo>
                  <a:pt x="82750" y="76446"/>
                  <a:pt x="83999" y="76843"/>
                  <a:pt x="85666" y="76917"/>
                </a:cubicBezTo>
                <a:lnTo>
                  <a:pt x="85666" y="78972"/>
                </a:lnTo>
                <a:lnTo>
                  <a:pt x="69060" y="78972"/>
                </a:lnTo>
                <a:lnTo>
                  <a:pt x="69060" y="76917"/>
                </a:lnTo>
                <a:cubicBezTo>
                  <a:pt x="70393" y="76732"/>
                  <a:pt x="71560" y="76270"/>
                  <a:pt x="72559" y="75532"/>
                </a:cubicBezTo>
                <a:cubicBezTo>
                  <a:pt x="73966" y="74460"/>
                  <a:pt x="76336" y="71727"/>
                  <a:pt x="79668" y="67332"/>
                </a:cubicBezTo>
                <a:lnTo>
                  <a:pt x="90331" y="53203"/>
                </a:lnTo>
                <a:lnTo>
                  <a:pt x="80667" y="39208"/>
                </a:lnTo>
                <a:cubicBezTo>
                  <a:pt x="77928" y="35210"/>
                  <a:pt x="75808" y="32701"/>
                  <a:pt x="74309" y="31683"/>
                </a:cubicBezTo>
                <a:cubicBezTo>
                  <a:pt x="72809" y="30665"/>
                  <a:pt x="70930" y="30156"/>
                  <a:pt x="68672" y="30156"/>
                </a:cubicBezTo>
                <a:lnTo>
                  <a:pt x="68672" y="28101"/>
                </a:lnTo>
                <a:close/>
                <a:moveTo>
                  <a:pt x="123486" y="33104"/>
                </a:moveTo>
                <a:lnTo>
                  <a:pt x="139147" y="26768"/>
                </a:lnTo>
                <a:lnTo>
                  <a:pt x="141257" y="26768"/>
                </a:lnTo>
                <a:lnTo>
                  <a:pt x="141257" y="38653"/>
                </a:lnTo>
                <a:cubicBezTo>
                  <a:pt x="143886" y="34173"/>
                  <a:pt x="146524" y="31054"/>
                  <a:pt x="149171" y="29295"/>
                </a:cubicBezTo>
                <a:cubicBezTo>
                  <a:pt x="151818" y="27536"/>
                  <a:pt x="154604" y="26657"/>
                  <a:pt x="157529" y="26657"/>
                </a:cubicBezTo>
                <a:cubicBezTo>
                  <a:pt x="162638" y="26657"/>
                  <a:pt x="166896" y="28654"/>
                  <a:pt x="170302" y="32648"/>
                </a:cubicBezTo>
                <a:cubicBezTo>
                  <a:pt x="174486" y="37530"/>
                  <a:pt x="176578" y="43892"/>
                  <a:pt x="176578" y="51733"/>
                </a:cubicBezTo>
                <a:cubicBezTo>
                  <a:pt x="176578" y="60498"/>
                  <a:pt x="174060" y="67748"/>
                  <a:pt x="169025" y="73480"/>
                </a:cubicBezTo>
                <a:cubicBezTo>
                  <a:pt x="164878" y="78178"/>
                  <a:pt x="159658" y="80527"/>
                  <a:pt x="153364" y="80527"/>
                </a:cubicBezTo>
                <a:cubicBezTo>
                  <a:pt x="150624" y="80527"/>
                  <a:pt x="148255" y="80138"/>
                  <a:pt x="146255" y="79360"/>
                </a:cubicBezTo>
                <a:cubicBezTo>
                  <a:pt x="144775" y="78805"/>
                  <a:pt x="143108" y="77694"/>
                  <a:pt x="141257" y="76028"/>
                </a:cubicBezTo>
                <a:lnTo>
                  <a:pt x="141257" y="91523"/>
                </a:lnTo>
                <a:cubicBezTo>
                  <a:pt x="141257" y="95003"/>
                  <a:pt x="141470" y="97215"/>
                  <a:pt x="141896" y="98159"/>
                </a:cubicBezTo>
                <a:cubicBezTo>
                  <a:pt x="142322" y="99103"/>
                  <a:pt x="143062" y="99853"/>
                  <a:pt x="144117" y="100408"/>
                </a:cubicBezTo>
                <a:cubicBezTo>
                  <a:pt x="145173" y="100964"/>
                  <a:pt x="147088" y="101241"/>
                  <a:pt x="149865" y="101241"/>
                </a:cubicBezTo>
                <a:lnTo>
                  <a:pt x="149865" y="103296"/>
                </a:lnTo>
                <a:lnTo>
                  <a:pt x="123208" y="103296"/>
                </a:lnTo>
                <a:lnTo>
                  <a:pt x="123208" y="101241"/>
                </a:lnTo>
                <a:lnTo>
                  <a:pt x="124597" y="101241"/>
                </a:lnTo>
                <a:cubicBezTo>
                  <a:pt x="126633" y="101278"/>
                  <a:pt x="128373" y="100889"/>
                  <a:pt x="129817" y="100073"/>
                </a:cubicBezTo>
                <a:cubicBezTo>
                  <a:pt x="130520" y="99666"/>
                  <a:pt x="131066" y="99008"/>
                  <a:pt x="131455" y="98100"/>
                </a:cubicBezTo>
                <a:cubicBezTo>
                  <a:pt x="131844" y="97193"/>
                  <a:pt x="132038" y="94887"/>
                  <a:pt x="132038" y="91182"/>
                </a:cubicBezTo>
                <a:lnTo>
                  <a:pt x="132038" y="43052"/>
                </a:lnTo>
                <a:cubicBezTo>
                  <a:pt x="132038" y="39755"/>
                  <a:pt x="131890" y="37662"/>
                  <a:pt x="131594" y="36773"/>
                </a:cubicBezTo>
                <a:cubicBezTo>
                  <a:pt x="131298" y="35883"/>
                  <a:pt x="130826" y="35216"/>
                  <a:pt x="130178" y="34772"/>
                </a:cubicBezTo>
                <a:cubicBezTo>
                  <a:pt x="129530" y="34327"/>
                  <a:pt x="128651" y="34104"/>
                  <a:pt x="127540" y="34104"/>
                </a:cubicBezTo>
                <a:cubicBezTo>
                  <a:pt x="126651" y="34104"/>
                  <a:pt x="125522" y="34363"/>
                  <a:pt x="124152" y="34882"/>
                </a:cubicBezTo>
                <a:lnTo>
                  <a:pt x="123486" y="33104"/>
                </a:lnTo>
                <a:moveTo>
                  <a:pt x="141257" y="42030"/>
                </a:moveTo>
                <a:lnTo>
                  <a:pt x="141257" y="60999"/>
                </a:lnTo>
                <a:cubicBezTo>
                  <a:pt x="141257" y="65104"/>
                  <a:pt x="141424" y="67803"/>
                  <a:pt x="141757" y="69097"/>
                </a:cubicBezTo>
                <a:cubicBezTo>
                  <a:pt x="142275" y="71242"/>
                  <a:pt x="143543" y="73128"/>
                  <a:pt x="145561" y="74754"/>
                </a:cubicBezTo>
                <a:cubicBezTo>
                  <a:pt x="147579" y="76381"/>
                  <a:pt x="150124" y="77194"/>
                  <a:pt x="153197" y="77194"/>
                </a:cubicBezTo>
                <a:cubicBezTo>
                  <a:pt x="156900" y="77194"/>
                  <a:pt x="159899" y="75752"/>
                  <a:pt x="162194" y="72868"/>
                </a:cubicBezTo>
                <a:cubicBezTo>
                  <a:pt x="165193" y="69097"/>
                  <a:pt x="166693" y="63791"/>
                  <a:pt x="166693" y="56950"/>
                </a:cubicBezTo>
                <a:cubicBezTo>
                  <a:pt x="166693" y="49185"/>
                  <a:pt x="164989" y="43214"/>
                  <a:pt x="161583" y="39036"/>
                </a:cubicBezTo>
                <a:cubicBezTo>
                  <a:pt x="159214" y="36152"/>
                  <a:pt x="156400" y="34710"/>
                  <a:pt x="153142" y="34710"/>
                </a:cubicBezTo>
                <a:cubicBezTo>
                  <a:pt x="151365" y="34710"/>
                  <a:pt x="149606" y="35153"/>
                  <a:pt x="147866" y="36041"/>
                </a:cubicBezTo>
                <a:cubicBezTo>
                  <a:pt x="146533" y="36706"/>
                  <a:pt x="144330" y="38702"/>
                  <a:pt x="141257" y="42030"/>
                </a:cubicBezTo>
                <a:close/>
                <a:moveTo>
                  <a:pt x="212399" y="71641"/>
                </a:moveTo>
                <a:cubicBezTo>
                  <a:pt x="207179" y="75676"/>
                  <a:pt x="203902" y="78009"/>
                  <a:pt x="202569" y="78638"/>
                </a:cubicBezTo>
                <a:cubicBezTo>
                  <a:pt x="200570" y="79601"/>
                  <a:pt x="198441" y="80082"/>
                  <a:pt x="196183" y="80082"/>
                </a:cubicBezTo>
                <a:cubicBezTo>
                  <a:pt x="192666" y="80082"/>
                  <a:pt x="189769" y="78879"/>
                  <a:pt x="187492" y="76472"/>
                </a:cubicBezTo>
                <a:cubicBezTo>
                  <a:pt x="185215" y="74066"/>
                  <a:pt x="184076" y="70900"/>
                  <a:pt x="184076" y="66976"/>
                </a:cubicBezTo>
                <a:cubicBezTo>
                  <a:pt x="184076" y="64495"/>
                  <a:pt x="184631" y="62348"/>
                  <a:pt x="185742" y="60534"/>
                </a:cubicBezTo>
                <a:cubicBezTo>
                  <a:pt x="187260" y="58016"/>
                  <a:pt x="189898" y="55647"/>
                  <a:pt x="193656" y="53425"/>
                </a:cubicBezTo>
                <a:cubicBezTo>
                  <a:pt x="197414" y="51204"/>
                  <a:pt x="203662" y="48501"/>
                  <a:pt x="212399" y="45317"/>
                </a:cubicBezTo>
                <a:lnTo>
                  <a:pt x="212399" y="43318"/>
                </a:lnTo>
                <a:cubicBezTo>
                  <a:pt x="212399" y="38245"/>
                  <a:pt x="211594" y="34765"/>
                  <a:pt x="209983" y="32877"/>
                </a:cubicBezTo>
                <a:cubicBezTo>
                  <a:pt x="208373" y="30989"/>
                  <a:pt x="206031" y="30045"/>
                  <a:pt x="202958" y="30045"/>
                </a:cubicBezTo>
                <a:cubicBezTo>
                  <a:pt x="200626" y="30045"/>
                  <a:pt x="198775" y="30672"/>
                  <a:pt x="197405" y="31926"/>
                </a:cubicBezTo>
                <a:cubicBezTo>
                  <a:pt x="195998" y="33180"/>
                  <a:pt x="195294" y="34619"/>
                  <a:pt x="195294" y="36242"/>
                </a:cubicBezTo>
                <a:lnTo>
                  <a:pt x="195405" y="39451"/>
                </a:lnTo>
                <a:cubicBezTo>
                  <a:pt x="195405" y="41147"/>
                  <a:pt x="194970" y="42456"/>
                  <a:pt x="194100" y="43378"/>
                </a:cubicBezTo>
                <a:cubicBezTo>
                  <a:pt x="193230" y="44301"/>
                  <a:pt x="192092" y="44762"/>
                  <a:pt x="190685" y="44762"/>
                </a:cubicBezTo>
                <a:cubicBezTo>
                  <a:pt x="189315" y="44762"/>
                  <a:pt x="188195" y="44282"/>
                  <a:pt x="187325" y="43323"/>
                </a:cubicBezTo>
                <a:cubicBezTo>
                  <a:pt x="186455" y="42363"/>
                  <a:pt x="186020" y="41052"/>
                  <a:pt x="186020" y="39390"/>
                </a:cubicBezTo>
                <a:cubicBezTo>
                  <a:pt x="186020" y="36217"/>
                  <a:pt x="187649" y="33301"/>
                  <a:pt x="190907" y="30643"/>
                </a:cubicBezTo>
                <a:cubicBezTo>
                  <a:pt x="194165" y="27986"/>
                  <a:pt x="198737" y="26657"/>
                  <a:pt x="204624" y="26657"/>
                </a:cubicBezTo>
                <a:cubicBezTo>
                  <a:pt x="209141" y="26657"/>
                  <a:pt x="212844" y="27415"/>
                  <a:pt x="215731" y="28931"/>
                </a:cubicBezTo>
                <a:cubicBezTo>
                  <a:pt x="217916" y="30077"/>
                  <a:pt x="219526" y="31871"/>
                  <a:pt x="220563" y="34312"/>
                </a:cubicBezTo>
                <a:cubicBezTo>
                  <a:pt x="221229" y="35902"/>
                  <a:pt x="221563" y="39156"/>
                  <a:pt x="221563" y="44074"/>
                </a:cubicBezTo>
                <a:lnTo>
                  <a:pt x="221563" y="61325"/>
                </a:lnTo>
                <a:cubicBezTo>
                  <a:pt x="221563" y="66169"/>
                  <a:pt x="221655" y="69137"/>
                  <a:pt x="221840" y="70228"/>
                </a:cubicBezTo>
                <a:cubicBezTo>
                  <a:pt x="222025" y="71319"/>
                  <a:pt x="222331" y="72050"/>
                  <a:pt x="222757" y="72420"/>
                </a:cubicBezTo>
                <a:cubicBezTo>
                  <a:pt x="223182" y="72789"/>
                  <a:pt x="223673" y="72974"/>
                  <a:pt x="224228" y="72974"/>
                </a:cubicBezTo>
                <a:cubicBezTo>
                  <a:pt x="224821" y="72974"/>
                  <a:pt x="225339" y="72844"/>
                  <a:pt x="225783" y="72585"/>
                </a:cubicBezTo>
                <a:cubicBezTo>
                  <a:pt x="226561" y="72104"/>
                  <a:pt x="228060" y="70752"/>
                  <a:pt x="230282" y="68531"/>
                </a:cubicBezTo>
                <a:lnTo>
                  <a:pt x="230282" y="71641"/>
                </a:lnTo>
                <a:cubicBezTo>
                  <a:pt x="226135" y="77194"/>
                  <a:pt x="222173" y="79971"/>
                  <a:pt x="218397" y="79971"/>
                </a:cubicBezTo>
                <a:cubicBezTo>
                  <a:pt x="216583" y="79971"/>
                  <a:pt x="215139" y="79342"/>
                  <a:pt x="214065" y="78083"/>
                </a:cubicBezTo>
                <a:cubicBezTo>
                  <a:pt x="212992" y="76824"/>
                  <a:pt x="212436" y="74677"/>
                  <a:pt x="212399" y="71641"/>
                </a:cubicBezTo>
                <a:moveTo>
                  <a:pt x="212399" y="68000"/>
                </a:moveTo>
                <a:lnTo>
                  <a:pt x="212399" y="48705"/>
                </a:lnTo>
                <a:cubicBezTo>
                  <a:pt x="206809" y="50916"/>
                  <a:pt x="203199" y="52482"/>
                  <a:pt x="201570" y="53404"/>
                </a:cubicBezTo>
                <a:cubicBezTo>
                  <a:pt x="198645" y="55026"/>
                  <a:pt x="196553" y="56722"/>
                  <a:pt x="195294" y="58491"/>
                </a:cubicBezTo>
                <a:cubicBezTo>
                  <a:pt x="194035" y="60260"/>
                  <a:pt x="193406" y="62195"/>
                  <a:pt x="193406" y="64296"/>
                </a:cubicBezTo>
                <a:cubicBezTo>
                  <a:pt x="193406" y="66950"/>
                  <a:pt x="194202" y="69153"/>
                  <a:pt x="195794" y="70903"/>
                </a:cubicBezTo>
                <a:cubicBezTo>
                  <a:pt x="197386" y="72654"/>
                  <a:pt x="199219" y="73529"/>
                  <a:pt x="201292" y="73529"/>
                </a:cubicBezTo>
                <a:cubicBezTo>
                  <a:pt x="204106" y="73529"/>
                  <a:pt x="207808" y="71686"/>
                  <a:pt x="212399" y="68000"/>
                </a:cubicBezTo>
                <a:close/>
                <a:moveTo>
                  <a:pt x="248346" y="37431"/>
                </a:moveTo>
                <a:cubicBezTo>
                  <a:pt x="254307" y="30248"/>
                  <a:pt x="259990" y="26657"/>
                  <a:pt x="265395" y="26657"/>
                </a:cubicBezTo>
                <a:cubicBezTo>
                  <a:pt x="268172" y="26657"/>
                  <a:pt x="270560" y="27350"/>
                  <a:pt x="272559" y="28736"/>
                </a:cubicBezTo>
                <a:cubicBezTo>
                  <a:pt x="274559" y="30121"/>
                  <a:pt x="276151" y="32402"/>
                  <a:pt x="277336" y="35579"/>
                </a:cubicBezTo>
                <a:cubicBezTo>
                  <a:pt x="278150" y="37795"/>
                  <a:pt x="278557" y="41193"/>
                  <a:pt x="278557" y="45775"/>
                </a:cubicBezTo>
                <a:lnTo>
                  <a:pt x="278557" y="67441"/>
                </a:lnTo>
                <a:cubicBezTo>
                  <a:pt x="278557" y="70655"/>
                  <a:pt x="278816" y="72835"/>
                  <a:pt x="279335" y="73980"/>
                </a:cubicBezTo>
                <a:cubicBezTo>
                  <a:pt x="279742" y="74904"/>
                  <a:pt x="280399" y="75624"/>
                  <a:pt x="281306" y="76141"/>
                </a:cubicBezTo>
                <a:cubicBezTo>
                  <a:pt x="282213" y="76658"/>
                  <a:pt x="283889" y="76917"/>
                  <a:pt x="286332" y="76917"/>
                </a:cubicBezTo>
                <a:lnTo>
                  <a:pt x="286332" y="78972"/>
                </a:lnTo>
                <a:lnTo>
                  <a:pt x="261175" y="78972"/>
                </a:lnTo>
                <a:lnTo>
                  <a:pt x="261175" y="76917"/>
                </a:lnTo>
                <a:lnTo>
                  <a:pt x="262230" y="76917"/>
                </a:lnTo>
                <a:cubicBezTo>
                  <a:pt x="264599" y="76917"/>
                  <a:pt x="266256" y="76557"/>
                  <a:pt x="267200" y="75839"/>
                </a:cubicBezTo>
                <a:cubicBezTo>
                  <a:pt x="268144" y="75121"/>
                  <a:pt x="268802" y="74062"/>
                  <a:pt x="269172" y="72663"/>
                </a:cubicBezTo>
                <a:cubicBezTo>
                  <a:pt x="269320" y="72110"/>
                  <a:pt x="269394" y="70379"/>
                  <a:pt x="269394" y="67469"/>
                </a:cubicBezTo>
                <a:lnTo>
                  <a:pt x="269394" y="46749"/>
                </a:lnTo>
                <a:cubicBezTo>
                  <a:pt x="269394" y="42145"/>
                  <a:pt x="268792" y="38803"/>
                  <a:pt x="267589" y="36721"/>
                </a:cubicBezTo>
                <a:cubicBezTo>
                  <a:pt x="266386" y="34640"/>
                  <a:pt x="264359" y="33599"/>
                  <a:pt x="261508" y="33599"/>
                </a:cubicBezTo>
                <a:cubicBezTo>
                  <a:pt x="257102" y="33599"/>
                  <a:pt x="252715" y="35993"/>
                  <a:pt x="248346" y="40782"/>
                </a:cubicBezTo>
                <a:lnTo>
                  <a:pt x="248346" y="67469"/>
                </a:lnTo>
                <a:cubicBezTo>
                  <a:pt x="248346" y="70895"/>
                  <a:pt x="248550" y="73012"/>
                  <a:pt x="248957" y="73822"/>
                </a:cubicBezTo>
                <a:cubicBezTo>
                  <a:pt x="249475" y="74890"/>
                  <a:pt x="250188" y="75673"/>
                  <a:pt x="251095" y="76170"/>
                </a:cubicBezTo>
                <a:cubicBezTo>
                  <a:pt x="252002" y="76668"/>
                  <a:pt x="253844" y="76917"/>
                  <a:pt x="256621" y="76917"/>
                </a:cubicBezTo>
                <a:lnTo>
                  <a:pt x="256621" y="78972"/>
                </a:lnTo>
                <a:lnTo>
                  <a:pt x="231463" y="78972"/>
                </a:lnTo>
                <a:lnTo>
                  <a:pt x="231463" y="76917"/>
                </a:lnTo>
                <a:lnTo>
                  <a:pt x="232574" y="76917"/>
                </a:lnTo>
                <a:cubicBezTo>
                  <a:pt x="235166" y="76917"/>
                  <a:pt x="236915" y="76261"/>
                  <a:pt x="237822" y="74950"/>
                </a:cubicBezTo>
                <a:cubicBezTo>
                  <a:pt x="238729" y="73638"/>
                  <a:pt x="239183" y="71135"/>
                  <a:pt x="239183" y="67441"/>
                </a:cubicBezTo>
                <a:lnTo>
                  <a:pt x="239183" y="48601"/>
                </a:lnTo>
                <a:cubicBezTo>
                  <a:pt x="239183" y="42506"/>
                  <a:pt x="239044" y="38793"/>
                  <a:pt x="238766" y="37464"/>
                </a:cubicBezTo>
                <a:cubicBezTo>
                  <a:pt x="238488" y="36133"/>
                  <a:pt x="238063" y="35228"/>
                  <a:pt x="237489" y="34748"/>
                </a:cubicBezTo>
                <a:cubicBezTo>
                  <a:pt x="236915" y="34268"/>
                  <a:pt x="236147" y="34028"/>
                  <a:pt x="235184" y="34028"/>
                </a:cubicBezTo>
                <a:cubicBezTo>
                  <a:pt x="234147" y="34028"/>
                  <a:pt x="232907" y="34305"/>
                  <a:pt x="231463" y="34859"/>
                </a:cubicBezTo>
                <a:lnTo>
                  <a:pt x="230630" y="32863"/>
                </a:lnTo>
                <a:lnTo>
                  <a:pt x="245958" y="26657"/>
                </a:lnTo>
                <a:lnTo>
                  <a:pt x="248346" y="26657"/>
                </a:lnTo>
                <a:lnTo>
                  <a:pt x="248346" y="37431"/>
                </a:lnTo>
                <a:close/>
                <a:moveTo>
                  <a:pt x="325875" y="73251"/>
                </a:moveTo>
                <a:cubicBezTo>
                  <a:pt x="323394" y="75843"/>
                  <a:pt x="320969" y="77703"/>
                  <a:pt x="318599" y="78833"/>
                </a:cubicBezTo>
                <a:cubicBezTo>
                  <a:pt x="316230" y="79962"/>
                  <a:pt x="313675" y="80527"/>
                  <a:pt x="310935" y="80527"/>
                </a:cubicBezTo>
                <a:cubicBezTo>
                  <a:pt x="305382" y="80527"/>
                  <a:pt x="300532" y="78209"/>
                  <a:pt x="296385" y="73572"/>
                </a:cubicBezTo>
                <a:cubicBezTo>
                  <a:pt x="292238" y="68935"/>
                  <a:pt x="290165" y="62977"/>
                  <a:pt x="290165" y="55697"/>
                </a:cubicBezTo>
                <a:cubicBezTo>
                  <a:pt x="290165" y="48418"/>
                  <a:pt x="292461" y="41759"/>
                  <a:pt x="297052" y="35718"/>
                </a:cubicBezTo>
                <a:cubicBezTo>
                  <a:pt x="301642" y="29677"/>
                  <a:pt x="307548" y="26657"/>
                  <a:pt x="314767" y="26657"/>
                </a:cubicBezTo>
                <a:cubicBezTo>
                  <a:pt x="319247" y="26657"/>
                  <a:pt x="322950" y="28082"/>
                  <a:pt x="325875" y="30933"/>
                </a:cubicBezTo>
                <a:lnTo>
                  <a:pt x="325875" y="21527"/>
                </a:lnTo>
                <a:cubicBezTo>
                  <a:pt x="325875" y="15690"/>
                  <a:pt x="325736" y="12102"/>
                  <a:pt x="325458" y="10763"/>
                </a:cubicBezTo>
                <a:cubicBezTo>
                  <a:pt x="325180" y="9425"/>
                  <a:pt x="324745" y="8514"/>
                  <a:pt x="324153" y="8032"/>
                </a:cubicBezTo>
                <a:cubicBezTo>
                  <a:pt x="323561" y="7548"/>
                  <a:pt x="322820" y="7306"/>
                  <a:pt x="321931" y="7306"/>
                </a:cubicBezTo>
                <a:cubicBezTo>
                  <a:pt x="320969" y="7306"/>
                  <a:pt x="319692" y="7604"/>
                  <a:pt x="318100" y="8198"/>
                </a:cubicBezTo>
                <a:lnTo>
                  <a:pt x="317378" y="6246"/>
                </a:lnTo>
                <a:lnTo>
                  <a:pt x="332539" y="0"/>
                </a:lnTo>
                <a:lnTo>
                  <a:pt x="335038" y="0"/>
                </a:lnTo>
                <a:lnTo>
                  <a:pt x="335038" y="58812"/>
                </a:lnTo>
                <a:cubicBezTo>
                  <a:pt x="335038" y="64773"/>
                  <a:pt x="335177" y="68411"/>
                  <a:pt x="335454" y="69725"/>
                </a:cubicBezTo>
                <a:cubicBezTo>
                  <a:pt x="335732" y="71039"/>
                  <a:pt x="336176" y="71956"/>
                  <a:pt x="336787" y="72474"/>
                </a:cubicBezTo>
                <a:cubicBezTo>
                  <a:pt x="337398" y="72992"/>
                  <a:pt x="338111" y="73251"/>
                  <a:pt x="338925" y="73251"/>
                </a:cubicBezTo>
                <a:cubicBezTo>
                  <a:pt x="339925" y="73251"/>
                  <a:pt x="341258" y="72937"/>
                  <a:pt x="342924" y="72307"/>
                </a:cubicBezTo>
                <a:lnTo>
                  <a:pt x="343535" y="74251"/>
                </a:lnTo>
                <a:lnTo>
                  <a:pt x="328429" y="80527"/>
                </a:lnTo>
                <a:lnTo>
                  <a:pt x="325875" y="80527"/>
                </a:lnTo>
                <a:lnTo>
                  <a:pt x="325875" y="73251"/>
                </a:lnTo>
                <a:moveTo>
                  <a:pt x="325875" y="69376"/>
                </a:moveTo>
                <a:lnTo>
                  <a:pt x="325875" y="43229"/>
                </a:lnTo>
                <a:cubicBezTo>
                  <a:pt x="325652" y="40717"/>
                  <a:pt x="324986" y="38428"/>
                  <a:pt x="323875" y="36360"/>
                </a:cubicBezTo>
                <a:cubicBezTo>
                  <a:pt x="322765" y="34291"/>
                  <a:pt x="321293" y="32731"/>
                  <a:pt x="319460" y="31680"/>
                </a:cubicBezTo>
                <a:cubicBezTo>
                  <a:pt x="317627" y="30627"/>
                  <a:pt x="315841" y="30100"/>
                  <a:pt x="314101" y="30100"/>
                </a:cubicBezTo>
                <a:cubicBezTo>
                  <a:pt x="310843" y="30100"/>
                  <a:pt x="307937" y="31559"/>
                  <a:pt x="305382" y="34477"/>
                </a:cubicBezTo>
                <a:cubicBezTo>
                  <a:pt x="302013" y="38317"/>
                  <a:pt x="300328" y="43930"/>
                  <a:pt x="300328" y="51317"/>
                </a:cubicBezTo>
                <a:cubicBezTo>
                  <a:pt x="300328" y="58777"/>
                  <a:pt x="301957" y="64492"/>
                  <a:pt x="305215" y="68463"/>
                </a:cubicBezTo>
                <a:cubicBezTo>
                  <a:pt x="308473" y="72433"/>
                  <a:pt x="312102" y="74418"/>
                  <a:pt x="316100" y="74418"/>
                </a:cubicBezTo>
                <a:cubicBezTo>
                  <a:pt x="319469" y="74418"/>
                  <a:pt x="322727" y="72737"/>
                  <a:pt x="325875" y="693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⑧">
            <a:extLst xmlns:a="http://schemas.openxmlformats.org/drawingml/2006/main">
              <a:ext uri="{FF2B5EF4-FFF2-40B4-BE49-F238E27FC236}">
                <a16:creationId xmlns:a16="http://schemas.microsoft.com/office/drawing/2014/main" id="{E08AC1EB-E03B-4F87-B7C9-0A387BBA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54" y="1518608"/>
            <a:ext cx="102528" cy="102324"/>
          </a:xfrm>
          <a:custGeom xmlns:a="http://schemas.openxmlformats.org/drawingml/2006/main">
            <a:pathLst>
              <a:path w="102528" h="102324">
                <a:moveTo>
                  <a:pt x="51315" y="0"/>
                </a:moveTo>
                <a:cubicBezTo>
                  <a:pt x="82538" y="2920"/>
                  <a:pt x="99609" y="20016"/>
                  <a:pt x="102528" y="51289"/>
                </a:cubicBezTo>
                <a:cubicBezTo>
                  <a:pt x="99609" y="82393"/>
                  <a:pt x="82538" y="99404"/>
                  <a:pt x="51315" y="102324"/>
                </a:cubicBezTo>
                <a:cubicBezTo>
                  <a:pt x="20024" y="99404"/>
                  <a:pt x="2919" y="82393"/>
                  <a:pt x="0" y="51289"/>
                </a:cubicBezTo>
                <a:cubicBezTo>
                  <a:pt x="2919" y="20016"/>
                  <a:pt x="20024" y="2920"/>
                  <a:pt x="51315" y="0"/>
                </a:cubicBezTo>
                <a:moveTo>
                  <a:pt x="51315" y="2087"/>
                </a:moveTo>
                <a:cubicBezTo>
                  <a:pt x="21279" y="4871"/>
                  <a:pt x="4870" y="21272"/>
                  <a:pt x="2087" y="51289"/>
                </a:cubicBezTo>
                <a:cubicBezTo>
                  <a:pt x="4870" y="81205"/>
                  <a:pt x="21279" y="97555"/>
                  <a:pt x="51315" y="100339"/>
                </a:cubicBezTo>
                <a:cubicBezTo>
                  <a:pt x="81350" y="97555"/>
                  <a:pt x="97760" y="81205"/>
                  <a:pt x="100542" y="51289"/>
                </a:cubicBezTo>
                <a:cubicBezTo>
                  <a:pt x="97760" y="21272"/>
                  <a:pt x="81350" y="4871"/>
                  <a:pt x="51315" y="2087"/>
                </a:cubicBezTo>
                <a:moveTo>
                  <a:pt x="51417" y="51518"/>
                </a:moveTo>
                <a:cubicBezTo>
                  <a:pt x="39810" y="51824"/>
                  <a:pt x="33871" y="57084"/>
                  <a:pt x="33599" y="67300"/>
                </a:cubicBezTo>
                <a:cubicBezTo>
                  <a:pt x="34346" y="77380"/>
                  <a:pt x="40421" y="82725"/>
                  <a:pt x="51824" y="83336"/>
                </a:cubicBezTo>
                <a:cubicBezTo>
                  <a:pt x="62616" y="82589"/>
                  <a:pt x="68352" y="77091"/>
                  <a:pt x="69031" y="66842"/>
                </a:cubicBezTo>
                <a:cubicBezTo>
                  <a:pt x="68691" y="57067"/>
                  <a:pt x="62820" y="51960"/>
                  <a:pt x="51417" y="51518"/>
                </a:cubicBezTo>
                <a:moveTo>
                  <a:pt x="51111" y="19650"/>
                </a:moveTo>
                <a:cubicBezTo>
                  <a:pt x="41575" y="20125"/>
                  <a:pt x="36603" y="24537"/>
                  <a:pt x="36195" y="32886"/>
                </a:cubicBezTo>
                <a:cubicBezTo>
                  <a:pt x="36535" y="41167"/>
                  <a:pt x="41744" y="45511"/>
                  <a:pt x="51824" y="45919"/>
                </a:cubicBezTo>
                <a:cubicBezTo>
                  <a:pt x="61157" y="45715"/>
                  <a:pt x="65891" y="40879"/>
                  <a:pt x="66027" y="31410"/>
                </a:cubicBezTo>
                <a:cubicBezTo>
                  <a:pt x="65959" y="23638"/>
                  <a:pt x="60987" y="19718"/>
                  <a:pt x="51111" y="19650"/>
                </a:cubicBezTo>
                <a:moveTo>
                  <a:pt x="39759" y="48006"/>
                </a:moveTo>
                <a:cubicBezTo>
                  <a:pt x="35517" y="45427"/>
                  <a:pt x="32801" y="43136"/>
                  <a:pt x="31614" y="41133"/>
                </a:cubicBezTo>
                <a:cubicBezTo>
                  <a:pt x="30222" y="38893"/>
                  <a:pt x="29526" y="35822"/>
                  <a:pt x="29526" y="31919"/>
                </a:cubicBezTo>
                <a:cubicBezTo>
                  <a:pt x="30782" y="20618"/>
                  <a:pt x="37773" y="14644"/>
                  <a:pt x="50500" y="14000"/>
                </a:cubicBezTo>
                <a:cubicBezTo>
                  <a:pt x="64822" y="14644"/>
                  <a:pt x="72221" y="20618"/>
                  <a:pt x="72696" y="31919"/>
                </a:cubicBezTo>
                <a:cubicBezTo>
                  <a:pt x="72764" y="39657"/>
                  <a:pt x="69421" y="45155"/>
                  <a:pt x="62667" y="48413"/>
                </a:cubicBezTo>
                <a:cubicBezTo>
                  <a:pt x="71084" y="51739"/>
                  <a:pt x="75428" y="57814"/>
                  <a:pt x="75700" y="66638"/>
                </a:cubicBezTo>
                <a:cubicBezTo>
                  <a:pt x="75224" y="81028"/>
                  <a:pt x="66604" y="88477"/>
                  <a:pt x="49839" y="88986"/>
                </a:cubicBezTo>
                <a:cubicBezTo>
                  <a:pt x="35381" y="87663"/>
                  <a:pt x="27745" y="80434"/>
                  <a:pt x="26930" y="67300"/>
                </a:cubicBezTo>
                <a:cubicBezTo>
                  <a:pt x="27134" y="57899"/>
                  <a:pt x="31410" y="51468"/>
                  <a:pt x="39759" y="480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Input">
            <a:extLst xmlns:a="http://schemas.openxmlformats.org/drawingml/2006/main">
              <a:ext uri="{FF2B5EF4-FFF2-40B4-BE49-F238E27FC236}">
                <a16:creationId xmlns:a16="http://schemas.microsoft.com/office/drawing/2014/main" id="{58F4B6CA-7F10-4BC6-B578-6E44917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595" y="1526993"/>
            <a:ext cx="236254" cy="99631"/>
          </a:xfrm>
          <a:custGeom xmlns:a="http://schemas.openxmlformats.org/drawingml/2006/main">
            <a:pathLst>
              <a:path w="236254" h="99631">
                <a:moveTo>
                  <a:pt x="32266" y="73251"/>
                </a:moveTo>
                <a:lnTo>
                  <a:pt x="32266" y="75306"/>
                </a:lnTo>
                <a:lnTo>
                  <a:pt x="0" y="75306"/>
                </a:lnTo>
                <a:lnTo>
                  <a:pt x="0" y="73251"/>
                </a:lnTo>
                <a:lnTo>
                  <a:pt x="2666" y="73251"/>
                </a:lnTo>
                <a:cubicBezTo>
                  <a:pt x="5776" y="73251"/>
                  <a:pt x="8034" y="72344"/>
                  <a:pt x="9441" y="70530"/>
                </a:cubicBezTo>
                <a:cubicBezTo>
                  <a:pt x="10330" y="69345"/>
                  <a:pt x="10774" y="66495"/>
                  <a:pt x="10774" y="61978"/>
                </a:cubicBezTo>
                <a:lnTo>
                  <a:pt x="10774" y="13329"/>
                </a:lnTo>
                <a:cubicBezTo>
                  <a:pt x="10774" y="9515"/>
                  <a:pt x="10533" y="6997"/>
                  <a:pt x="10052" y="5776"/>
                </a:cubicBezTo>
                <a:cubicBezTo>
                  <a:pt x="9682" y="4850"/>
                  <a:pt x="8923" y="4054"/>
                  <a:pt x="7775" y="3388"/>
                </a:cubicBezTo>
                <a:cubicBezTo>
                  <a:pt x="6146" y="2499"/>
                  <a:pt x="4443" y="2055"/>
                  <a:pt x="2666" y="2055"/>
                </a:cubicBezTo>
                <a:lnTo>
                  <a:pt x="0" y="2055"/>
                </a:lnTo>
                <a:lnTo>
                  <a:pt x="0" y="0"/>
                </a:lnTo>
                <a:lnTo>
                  <a:pt x="32266" y="0"/>
                </a:lnTo>
                <a:lnTo>
                  <a:pt x="32266" y="2055"/>
                </a:lnTo>
                <a:lnTo>
                  <a:pt x="29545" y="2055"/>
                </a:lnTo>
                <a:cubicBezTo>
                  <a:pt x="26472" y="2055"/>
                  <a:pt x="24232" y="2962"/>
                  <a:pt x="22825" y="4776"/>
                </a:cubicBezTo>
                <a:cubicBezTo>
                  <a:pt x="21900" y="5961"/>
                  <a:pt x="21437" y="8812"/>
                  <a:pt x="21437" y="13329"/>
                </a:cubicBezTo>
                <a:lnTo>
                  <a:pt x="21437" y="61978"/>
                </a:lnTo>
                <a:cubicBezTo>
                  <a:pt x="21437" y="65791"/>
                  <a:pt x="21677" y="68309"/>
                  <a:pt x="22159" y="69531"/>
                </a:cubicBezTo>
                <a:cubicBezTo>
                  <a:pt x="22529" y="70456"/>
                  <a:pt x="23306" y="71252"/>
                  <a:pt x="24491" y="71919"/>
                </a:cubicBezTo>
                <a:cubicBezTo>
                  <a:pt x="26083" y="72807"/>
                  <a:pt x="27768" y="73251"/>
                  <a:pt x="29545" y="73251"/>
                </a:cubicBezTo>
                <a:lnTo>
                  <a:pt x="32266" y="73251"/>
                </a:lnTo>
                <a:close/>
                <a:moveTo>
                  <a:pt x="53561" y="33766"/>
                </a:moveTo>
                <a:cubicBezTo>
                  <a:pt x="59522" y="26583"/>
                  <a:pt x="65205" y="22992"/>
                  <a:pt x="70610" y="22992"/>
                </a:cubicBezTo>
                <a:cubicBezTo>
                  <a:pt x="73387" y="22992"/>
                  <a:pt x="75775" y="23685"/>
                  <a:pt x="77774" y="25071"/>
                </a:cubicBezTo>
                <a:cubicBezTo>
                  <a:pt x="79773" y="26456"/>
                  <a:pt x="81366" y="28737"/>
                  <a:pt x="82550" y="31914"/>
                </a:cubicBezTo>
                <a:cubicBezTo>
                  <a:pt x="83365" y="34129"/>
                  <a:pt x="83772" y="37528"/>
                  <a:pt x="83772" y="42110"/>
                </a:cubicBezTo>
                <a:lnTo>
                  <a:pt x="83772" y="63776"/>
                </a:lnTo>
                <a:cubicBezTo>
                  <a:pt x="83772" y="66990"/>
                  <a:pt x="84031" y="69170"/>
                  <a:pt x="84550" y="70315"/>
                </a:cubicBezTo>
                <a:cubicBezTo>
                  <a:pt x="84957" y="71238"/>
                  <a:pt x="85614" y="71958"/>
                  <a:pt x="86521" y="72476"/>
                </a:cubicBezTo>
                <a:cubicBezTo>
                  <a:pt x="87428" y="72993"/>
                  <a:pt x="89103" y="73251"/>
                  <a:pt x="91547" y="73251"/>
                </a:cubicBezTo>
                <a:lnTo>
                  <a:pt x="91547" y="75306"/>
                </a:lnTo>
                <a:lnTo>
                  <a:pt x="66389" y="75306"/>
                </a:lnTo>
                <a:lnTo>
                  <a:pt x="66389" y="73251"/>
                </a:lnTo>
                <a:lnTo>
                  <a:pt x="67445" y="73251"/>
                </a:lnTo>
                <a:cubicBezTo>
                  <a:pt x="69814" y="73251"/>
                  <a:pt x="71471" y="72892"/>
                  <a:pt x="72415" y="72174"/>
                </a:cubicBezTo>
                <a:cubicBezTo>
                  <a:pt x="73359" y="71455"/>
                  <a:pt x="74016" y="70397"/>
                  <a:pt x="74387" y="68998"/>
                </a:cubicBezTo>
                <a:cubicBezTo>
                  <a:pt x="74535" y="68445"/>
                  <a:pt x="74609" y="66713"/>
                  <a:pt x="74609" y="63803"/>
                </a:cubicBezTo>
                <a:lnTo>
                  <a:pt x="74609" y="43083"/>
                </a:lnTo>
                <a:cubicBezTo>
                  <a:pt x="74609" y="38480"/>
                  <a:pt x="74007" y="35137"/>
                  <a:pt x="72804" y="33056"/>
                </a:cubicBezTo>
                <a:cubicBezTo>
                  <a:pt x="71600" y="30974"/>
                  <a:pt x="69573" y="29934"/>
                  <a:pt x="66723" y="29934"/>
                </a:cubicBezTo>
                <a:cubicBezTo>
                  <a:pt x="62317" y="29934"/>
                  <a:pt x="57930" y="32328"/>
                  <a:pt x="53561" y="37117"/>
                </a:cubicBezTo>
                <a:lnTo>
                  <a:pt x="53561" y="63803"/>
                </a:lnTo>
                <a:cubicBezTo>
                  <a:pt x="53561" y="67229"/>
                  <a:pt x="53764" y="69347"/>
                  <a:pt x="54172" y="70157"/>
                </a:cubicBezTo>
                <a:cubicBezTo>
                  <a:pt x="54690" y="71225"/>
                  <a:pt x="55403" y="72008"/>
                  <a:pt x="56310" y="72505"/>
                </a:cubicBezTo>
                <a:cubicBezTo>
                  <a:pt x="57217" y="73003"/>
                  <a:pt x="59059" y="73251"/>
                  <a:pt x="61836" y="73251"/>
                </a:cubicBezTo>
                <a:lnTo>
                  <a:pt x="61836" y="75306"/>
                </a:lnTo>
                <a:lnTo>
                  <a:pt x="36678" y="75306"/>
                </a:lnTo>
                <a:lnTo>
                  <a:pt x="36678" y="73251"/>
                </a:lnTo>
                <a:lnTo>
                  <a:pt x="37789" y="73251"/>
                </a:lnTo>
                <a:cubicBezTo>
                  <a:pt x="40380" y="73251"/>
                  <a:pt x="42130" y="72596"/>
                  <a:pt x="43037" y="71285"/>
                </a:cubicBezTo>
                <a:cubicBezTo>
                  <a:pt x="43944" y="69973"/>
                  <a:pt x="44397" y="67470"/>
                  <a:pt x="44397" y="63776"/>
                </a:cubicBezTo>
                <a:lnTo>
                  <a:pt x="44397" y="44935"/>
                </a:lnTo>
                <a:cubicBezTo>
                  <a:pt x="44397" y="38840"/>
                  <a:pt x="44259" y="35128"/>
                  <a:pt x="43981" y="33799"/>
                </a:cubicBezTo>
                <a:cubicBezTo>
                  <a:pt x="43703" y="32468"/>
                  <a:pt x="43277" y="31563"/>
                  <a:pt x="42704" y="31083"/>
                </a:cubicBezTo>
                <a:cubicBezTo>
                  <a:pt x="42130" y="30602"/>
                  <a:pt x="41361" y="30362"/>
                  <a:pt x="40399" y="30362"/>
                </a:cubicBezTo>
                <a:cubicBezTo>
                  <a:pt x="39362" y="30362"/>
                  <a:pt x="38122" y="30639"/>
                  <a:pt x="36678" y="31194"/>
                </a:cubicBezTo>
                <a:lnTo>
                  <a:pt x="35845" y="29198"/>
                </a:lnTo>
                <a:lnTo>
                  <a:pt x="51173" y="22992"/>
                </a:lnTo>
                <a:lnTo>
                  <a:pt x="53561" y="22992"/>
                </a:lnTo>
                <a:lnTo>
                  <a:pt x="53561" y="33766"/>
                </a:lnTo>
                <a:close/>
                <a:moveTo>
                  <a:pt x="91504" y="29439"/>
                </a:moveTo>
                <a:lnTo>
                  <a:pt x="107165" y="23103"/>
                </a:lnTo>
                <a:lnTo>
                  <a:pt x="109275" y="23103"/>
                </a:lnTo>
                <a:lnTo>
                  <a:pt x="109275" y="34987"/>
                </a:lnTo>
                <a:cubicBezTo>
                  <a:pt x="111904" y="30508"/>
                  <a:pt x="114542" y="27388"/>
                  <a:pt x="117189" y="25630"/>
                </a:cubicBezTo>
                <a:cubicBezTo>
                  <a:pt x="119836" y="23871"/>
                  <a:pt x="122622" y="22992"/>
                  <a:pt x="125547" y="22992"/>
                </a:cubicBezTo>
                <a:cubicBezTo>
                  <a:pt x="130656" y="22992"/>
                  <a:pt x="134914" y="24989"/>
                  <a:pt x="138320" y="28983"/>
                </a:cubicBezTo>
                <a:cubicBezTo>
                  <a:pt x="142504" y="33865"/>
                  <a:pt x="144596" y="40227"/>
                  <a:pt x="144596" y="48068"/>
                </a:cubicBezTo>
                <a:cubicBezTo>
                  <a:pt x="144596" y="56833"/>
                  <a:pt x="142078" y="64082"/>
                  <a:pt x="137043" y="69815"/>
                </a:cubicBezTo>
                <a:cubicBezTo>
                  <a:pt x="132896" y="74513"/>
                  <a:pt x="127676" y="76861"/>
                  <a:pt x="121382" y="76861"/>
                </a:cubicBezTo>
                <a:cubicBezTo>
                  <a:pt x="118642" y="76861"/>
                  <a:pt x="116273" y="76472"/>
                  <a:pt x="114273" y="75695"/>
                </a:cubicBezTo>
                <a:cubicBezTo>
                  <a:pt x="112792" y="75140"/>
                  <a:pt x="111126" y="74029"/>
                  <a:pt x="109275" y="72363"/>
                </a:cubicBezTo>
                <a:lnTo>
                  <a:pt x="109275" y="87857"/>
                </a:lnTo>
                <a:cubicBezTo>
                  <a:pt x="109275" y="91337"/>
                  <a:pt x="109488" y="93550"/>
                  <a:pt x="109914" y="94494"/>
                </a:cubicBezTo>
                <a:cubicBezTo>
                  <a:pt x="110340" y="95438"/>
                  <a:pt x="111080" y="96188"/>
                  <a:pt x="112135" y="96743"/>
                </a:cubicBezTo>
                <a:cubicBezTo>
                  <a:pt x="113190" y="97298"/>
                  <a:pt x="115106" y="97576"/>
                  <a:pt x="117883" y="97576"/>
                </a:cubicBezTo>
                <a:lnTo>
                  <a:pt x="117883" y="99631"/>
                </a:lnTo>
                <a:lnTo>
                  <a:pt x="91226" y="99631"/>
                </a:lnTo>
                <a:lnTo>
                  <a:pt x="91226" y="97576"/>
                </a:lnTo>
                <a:lnTo>
                  <a:pt x="92615" y="97576"/>
                </a:lnTo>
                <a:cubicBezTo>
                  <a:pt x="94651" y="97613"/>
                  <a:pt x="96391" y="97224"/>
                  <a:pt x="97835" y="96408"/>
                </a:cubicBezTo>
                <a:cubicBezTo>
                  <a:pt x="98538" y="96001"/>
                  <a:pt x="99084" y="95343"/>
                  <a:pt x="99473" y="94435"/>
                </a:cubicBezTo>
                <a:cubicBezTo>
                  <a:pt x="99862" y="93528"/>
                  <a:pt x="100056" y="91222"/>
                  <a:pt x="100056" y="87517"/>
                </a:cubicBezTo>
                <a:lnTo>
                  <a:pt x="100056" y="39387"/>
                </a:lnTo>
                <a:cubicBezTo>
                  <a:pt x="100056" y="36089"/>
                  <a:pt x="99908" y="33996"/>
                  <a:pt x="99612" y="33108"/>
                </a:cubicBezTo>
                <a:cubicBezTo>
                  <a:pt x="99316" y="32218"/>
                  <a:pt x="98844" y="31551"/>
                  <a:pt x="98196" y="31107"/>
                </a:cubicBezTo>
                <a:cubicBezTo>
                  <a:pt x="97548" y="30661"/>
                  <a:pt x="96669" y="30439"/>
                  <a:pt x="95558" y="30439"/>
                </a:cubicBezTo>
                <a:cubicBezTo>
                  <a:pt x="94669" y="30439"/>
                  <a:pt x="93540" y="30698"/>
                  <a:pt x="92170" y="31216"/>
                </a:cubicBezTo>
                <a:lnTo>
                  <a:pt x="91504" y="29439"/>
                </a:lnTo>
                <a:moveTo>
                  <a:pt x="109275" y="38365"/>
                </a:moveTo>
                <a:lnTo>
                  <a:pt x="109275" y="57334"/>
                </a:lnTo>
                <a:cubicBezTo>
                  <a:pt x="109275" y="61439"/>
                  <a:pt x="109442" y="64138"/>
                  <a:pt x="109775" y="65431"/>
                </a:cubicBezTo>
                <a:cubicBezTo>
                  <a:pt x="110293" y="67576"/>
                  <a:pt x="111561" y="69462"/>
                  <a:pt x="113579" y="71089"/>
                </a:cubicBezTo>
                <a:cubicBezTo>
                  <a:pt x="115597" y="72716"/>
                  <a:pt x="118142" y="73529"/>
                  <a:pt x="121215" y="73529"/>
                </a:cubicBezTo>
                <a:cubicBezTo>
                  <a:pt x="124918" y="73529"/>
                  <a:pt x="127917" y="72087"/>
                  <a:pt x="130212" y="69203"/>
                </a:cubicBezTo>
                <a:cubicBezTo>
                  <a:pt x="133211" y="65432"/>
                  <a:pt x="134711" y="60126"/>
                  <a:pt x="134711" y="53285"/>
                </a:cubicBezTo>
                <a:cubicBezTo>
                  <a:pt x="134711" y="45520"/>
                  <a:pt x="133007" y="39549"/>
                  <a:pt x="129601" y="35371"/>
                </a:cubicBezTo>
                <a:cubicBezTo>
                  <a:pt x="127232" y="32487"/>
                  <a:pt x="124418" y="31044"/>
                  <a:pt x="121160" y="31044"/>
                </a:cubicBezTo>
                <a:cubicBezTo>
                  <a:pt x="119383" y="31044"/>
                  <a:pt x="117624" y="31488"/>
                  <a:pt x="115884" y="32375"/>
                </a:cubicBezTo>
                <a:cubicBezTo>
                  <a:pt x="114551" y="33041"/>
                  <a:pt x="112348" y="35037"/>
                  <a:pt x="109275" y="38365"/>
                </a:cubicBezTo>
                <a:close/>
                <a:moveTo>
                  <a:pt x="196200" y="24436"/>
                </a:moveTo>
                <a:lnTo>
                  <a:pt x="196200" y="55258"/>
                </a:lnTo>
                <a:cubicBezTo>
                  <a:pt x="196200" y="61145"/>
                  <a:pt x="196339" y="64745"/>
                  <a:pt x="196617" y="66060"/>
                </a:cubicBezTo>
                <a:cubicBezTo>
                  <a:pt x="196895" y="67374"/>
                  <a:pt x="197339" y="68290"/>
                  <a:pt x="197950" y="68809"/>
                </a:cubicBezTo>
                <a:cubicBezTo>
                  <a:pt x="198561" y="69327"/>
                  <a:pt x="199273" y="69586"/>
                  <a:pt x="200088" y="69586"/>
                </a:cubicBezTo>
                <a:cubicBezTo>
                  <a:pt x="201236" y="69586"/>
                  <a:pt x="202531" y="69271"/>
                  <a:pt x="203975" y="68642"/>
                </a:cubicBezTo>
                <a:lnTo>
                  <a:pt x="204753" y="70586"/>
                </a:lnTo>
                <a:lnTo>
                  <a:pt x="189536" y="76861"/>
                </a:lnTo>
                <a:lnTo>
                  <a:pt x="187037" y="76861"/>
                </a:lnTo>
                <a:lnTo>
                  <a:pt x="187037" y="66087"/>
                </a:lnTo>
                <a:cubicBezTo>
                  <a:pt x="182668" y="70826"/>
                  <a:pt x="179336" y="73807"/>
                  <a:pt x="177041" y="75029"/>
                </a:cubicBezTo>
                <a:cubicBezTo>
                  <a:pt x="174745" y="76250"/>
                  <a:pt x="172320" y="76861"/>
                  <a:pt x="169766" y="76861"/>
                </a:cubicBezTo>
                <a:cubicBezTo>
                  <a:pt x="166915" y="76861"/>
                  <a:pt x="164443" y="76037"/>
                  <a:pt x="162352" y="74390"/>
                </a:cubicBezTo>
                <a:cubicBezTo>
                  <a:pt x="160260" y="72742"/>
                  <a:pt x="158807" y="70623"/>
                  <a:pt x="157992" y="68031"/>
                </a:cubicBezTo>
                <a:cubicBezTo>
                  <a:pt x="157177" y="65439"/>
                  <a:pt x="156770" y="61774"/>
                  <a:pt x="156770" y="57035"/>
                </a:cubicBezTo>
                <a:lnTo>
                  <a:pt x="156770" y="34321"/>
                </a:lnTo>
                <a:cubicBezTo>
                  <a:pt x="156770" y="31914"/>
                  <a:pt x="156511" y="30248"/>
                  <a:pt x="155993" y="29323"/>
                </a:cubicBezTo>
                <a:cubicBezTo>
                  <a:pt x="155474" y="28397"/>
                  <a:pt x="154706" y="27684"/>
                  <a:pt x="153688" y="27185"/>
                </a:cubicBezTo>
                <a:cubicBezTo>
                  <a:pt x="152670" y="26685"/>
                  <a:pt x="150828" y="26453"/>
                  <a:pt x="148162" y="26490"/>
                </a:cubicBezTo>
                <a:lnTo>
                  <a:pt x="148162" y="24436"/>
                </a:lnTo>
                <a:lnTo>
                  <a:pt x="165989" y="24436"/>
                </a:lnTo>
                <a:lnTo>
                  <a:pt x="165989" y="58396"/>
                </a:lnTo>
                <a:cubicBezTo>
                  <a:pt x="165989" y="63123"/>
                  <a:pt x="166813" y="66226"/>
                  <a:pt x="168460" y="67703"/>
                </a:cubicBezTo>
                <a:cubicBezTo>
                  <a:pt x="170108" y="69181"/>
                  <a:pt x="172098" y="69919"/>
                  <a:pt x="174431" y="69919"/>
                </a:cubicBezTo>
                <a:cubicBezTo>
                  <a:pt x="176023" y="69919"/>
                  <a:pt x="177827" y="69421"/>
                  <a:pt x="179845" y="68423"/>
                </a:cubicBezTo>
                <a:cubicBezTo>
                  <a:pt x="181863" y="67426"/>
                  <a:pt x="184260" y="65524"/>
                  <a:pt x="187037" y="62719"/>
                </a:cubicBezTo>
                <a:lnTo>
                  <a:pt x="187037" y="33969"/>
                </a:lnTo>
                <a:cubicBezTo>
                  <a:pt x="187037" y="31088"/>
                  <a:pt x="186509" y="29140"/>
                  <a:pt x="185454" y="28125"/>
                </a:cubicBezTo>
                <a:cubicBezTo>
                  <a:pt x="184399" y="27109"/>
                  <a:pt x="182205" y="26565"/>
                  <a:pt x="178873" y="26490"/>
                </a:cubicBezTo>
                <a:lnTo>
                  <a:pt x="178873" y="24436"/>
                </a:lnTo>
                <a:lnTo>
                  <a:pt x="196200" y="24436"/>
                </a:lnTo>
                <a:close/>
                <a:moveTo>
                  <a:pt x="222814" y="7664"/>
                </a:moveTo>
                <a:lnTo>
                  <a:pt x="222814" y="24436"/>
                </a:lnTo>
                <a:lnTo>
                  <a:pt x="234699" y="24436"/>
                </a:lnTo>
                <a:lnTo>
                  <a:pt x="234699" y="28323"/>
                </a:lnTo>
                <a:lnTo>
                  <a:pt x="222814" y="28323"/>
                </a:lnTo>
                <a:lnTo>
                  <a:pt x="222814" y="61266"/>
                </a:lnTo>
                <a:cubicBezTo>
                  <a:pt x="222814" y="64558"/>
                  <a:pt x="223286" y="66777"/>
                  <a:pt x="224230" y="67923"/>
                </a:cubicBezTo>
                <a:cubicBezTo>
                  <a:pt x="225174" y="69069"/>
                  <a:pt x="226387" y="69642"/>
                  <a:pt x="227868" y="69642"/>
                </a:cubicBezTo>
                <a:cubicBezTo>
                  <a:pt x="229090" y="69642"/>
                  <a:pt x="230274" y="69262"/>
                  <a:pt x="231422" y="68503"/>
                </a:cubicBezTo>
                <a:cubicBezTo>
                  <a:pt x="232570" y="67744"/>
                  <a:pt x="233458" y="66624"/>
                  <a:pt x="234088" y="65143"/>
                </a:cubicBezTo>
                <a:lnTo>
                  <a:pt x="236254" y="65143"/>
                </a:lnTo>
                <a:cubicBezTo>
                  <a:pt x="234958" y="68782"/>
                  <a:pt x="233125" y="71534"/>
                  <a:pt x="230756" y="73399"/>
                </a:cubicBezTo>
                <a:cubicBezTo>
                  <a:pt x="228386" y="75263"/>
                  <a:pt x="225943" y="76195"/>
                  <a:pt x="223425" y="76195"/>
                </a:cubicBezTo>
                <a:cubicBezTo>
                  <a:pt x="221722" y="76195"/>
                  <a:pt x="220056" y="75722"/>
                  <a:pt x="218427" y="74777"/>
                </a:cubicBezTo>
                <a:cubicBezTo>
                  <a:pt x="216798" y="73832"/>
                  <a:pt x="215594" y="72479"/>
                  <a:pt x="214817" y="70719"/>
                </a:cubicBezTo>
                <a:cubicBezTo>
                  <a:pt x="214039" y="68958"/>
                  <a:pt x="213651" y="66243"/>
                  <a:pt x="213651" y="62573"/>
                </a:cubicBezTo>
                <a:lnTo>
                  <a:pt x="213651" y="28323"/>
                </a:lnTo>
                <a:lnTo>
                  <a:pt x="205598" y="28323"/>
                </a:lnTo>
                <a:lnTo>
                  <a:pt x="205598" y="26490"/>
                </a:lnTo>
                <a:cubicBezTo>
                  <a:pt x="207634" y="25674"/>
                  <a:pt x="209717" y="24290"/>
                  <a:pt x="211846" y="22341"/>
                </a:cubicBezTo>
                <a:cubicBezTo>
                  <a:pt x="213975" y="20391"/>
                  <a:pt x="215872" y="18080"/>
                  <a:pt x="217538" y="15406"/>
                </a:cubicBezTo>
                <a:cubicBezTo>
                  <a:pt x="218390" y="13996"/>
                  <a:pt x="219574" y="11415"/>
                  <a:pt x="221092" y="7664"/>
                </a:cubicBezTo>
                <a:lnTo>
                  <a:pt x="222814" y="76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477ef1f6c41b6"/>
          <a:stretch xmlns:a="http://schemas.openxmlformats.org/drawingml/2006/main"/>
        </p:blipFill>
        <p:spPr>
          <a:xfrm xmlns:a="http://schemas.openxmlformats.org/drawingml/2006/main">
            <a:off x="6887817" y="1380512"/>
            <a:ext cx="581953" cy="583849"/>
          </a:xfrm>
          <a:prstGeom xmlns:a="http://schemas.openxmlformats.org/drawingml/2006/main" prst="rect">
            <a:avLst/>
          </a:prstGeom>
        </p:spPr>
      </p:pic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EBD4D-4CCC-45B8-B6CF-E773D5C5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79" y="309649"/>
            <a:ext cx="2020724" cy="2644381"/>
          </a:xfrm>
          <a:custGeom xmlns:a="http://schemas.openxmlformats.org/drawingml/2006/main">
            <a:pathLst>
              <a:path w="2020724" h="2644381" fill="none">
                <a:moveTo>
                  <a:pt x="0" y="86446"/>
                </a:moveTo>
                <a:cubicBezTo>
                  <a:pt x="0" y="38703"/>
                  <a:pt x="38703" y="0"/>
                  <a:pt x="86446" y="0"/>
                </a:cubicBezTo>
                <a:lnTo>
                  <a:pt x="1934278" y="0"/>
                </a:lnTo>
                <a:cubicBezTo>
                  <a:pt x="1982021" y="0"/>
                  <a:pt x="2020724" y="38703"/>
                  <a:pt x="2020724" y="86446"/>
                </a:cubicBezTo>
                <a:lnTo>
                  <a:pt x="2020724" y="2557935"/>
                </a:lnTo>
                <a:cubicBezTo>
                  <a:pt x="2020724" y="2605678"/>
                  <a:pt x="1982021" y="2644381"/>
                  <a:pt x="1934278" y="2644381"/>
                </a:cubicBezTo>
                <a:lnTo>
                  <a:pt x="86446" y="2644381"/>
                </a:lnTo>
                <a:cubicBezTo>
                  <a:pt x="38703" y="2644381"/>
                  <a:pt x="0" y="2605678"/>
                  <a:pt x="0" y="2557935"/>
                </a:cubicBezTo>
                <a:lnTo>
                  <a:pt x="0" y="86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88" cap="flat">
            <a:solidFill>
              <a:srgbClr val="000000"/>
            </a:solidFill>
            <a:miter/>
          </a:ln>
        </p:spPr>
      </p:sp>
      <p:sp>
        <p:nvSpPr>
          <p:cNvPr id="203" name="Text FinalCIG">
            <a:extLst xmlns:a="http://schemas.openxmlformats.org/drawingml/2006/main">
              <a:ext uri="{FF2B5EF4-FFF2-40B4-BE49-F238E27FC236}">
                <a16:creationId xmlns:a16="http://schemas.microsoft.com/office/drawing/2014/main" id="{B6C8D0A7-6093-4D9F-BF42-BB8C137F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752" y="585927"/>
            <a:ext cx="677685" cy="108783"/>
          </a:xfrm>
          <a:custGeom xmlns:a="http://schemas.openxmlformats.org/drawingml/2006/main">
            <a:pathLst>
              <a:path w="677685" h="108783">
                <a:moveTo>
                  <a:pt x="39718" y="8297"/>
                </a:moveTo>
                <a:lnTo>
                  <a:pt x="39718" y="51011"/>
                </a:lnTo>
                <a:lnTo>
                  <a:pt x="42714" y="51011"/>
                </a:lnTo>
                <a:cubicBezTo>
                  <a:pt x="47324" y="51011"/>
                  <a:pt x="51088" y="50317"/>
                  <a:pt x="54007" y="48930"/>
                </a:cubicBezTo>
                <a:cubicBezTo>
                  <a:pt x="56927" y="47542"/>
                  <a:pt x="59398" y="45204"/>
                  <a:pt x="61421" y="41915"/>
                </a:cubicBezTo>
                <a:cubicBezTo>
                  <a:pt x="63444" y="38626"/>
                  <a:pt x="64763" y="34180"/>
                  <a:pt x="65377" y="28579"/>
                </a:cubicBezTo>
                <a:lnTo>
                  <a:pt x="68066" y="28579"/>
                </a:lnTo>
                <a:lnTo>
                  <a:pt x="68066" y="80973"/>
                </a:lnTo>
                <a:lnTo>
                  <a:pt x="65377" y="80973"/>
                </a:lnTo>
                <a:cubicBezTo>
                  <a:pt x="64404" y="71088"/>
                  <a:pt x="61754" y="64571"/>
                  <a:pt x="57426" y="61421"/>
                </a:cubicBezTo>
                <a:cubicBezTo>
                  <a:pt x="53098" y="58271"/>
                  <a:pt x="48194" y="56696"/>
                  <a:pt x="42714" y="56696"/>
                </a:cubicBezTo>
                <a:lnTo>
                  <a:pt x="39718" y="56696"/>
                </a:lnTo>
                <a:lnTo>
                  <a:pt x="39718" y="88655"/>
                </a:lnTo>
                <a:cubicBezTo>
                  <a:pt x="39718" y="94009"/>
                  <a:pt x="40013" y="97355"/>
                  <a:pt x="40602" y="98695"/>
                </a:cubicBezTo>
                <a:cubicBezTo>
                  <a:pt x="41191" y="100033"/>
                  <a:pt x="42343" y="101204"/>
                  <a:pt x="44059" y="102207"/>
                </a:cubicBezTo>
                <a:cubicBezTo>
                  <a:pt x="45774" y="103211"/>
                  <a:pt x="48092" y="103713"/>
                  <a:pt x="51011" y="103713"/>
                </a:cubicBezTo>
                <a:lnTo>
                  <a:pt x="54468" y="103713"/>
                </a:lnTo>
                <a:lnTo>
                  <a:pt x="54468" y="106478"/>
                </a:lnTo>
                <a:lnTo>
                  <a:pt x="0" y="106478"/>
                </a:lnTo>
                <a:lnTo>
                  <a:pt x="0" y="103713"/>
                </a:lnTo>
                <a:lnTo>
                  <a:pt x="3457" y="103713"/>
                </a:lnTo>
                <a:cubicBezTo>
                  <a:pt x="6479" y="103713"/>
                  <a:pt x="8912" y="103172"/>
                  <a:pt x="10755" y="102092"/>
                </a:cubicBezTo>
                <a:cubicBezTo>
                  <a:pt x="12087" y="101370"/>
                  <a:pt x="13111" y="100135"/>
                  <a:pt x="13828" y="98385"/>
                </a:cubicBezTo>
                <a:cubicBezTo>
                  <a:pt x="14392" y="97150"/>
                  <a:pt x="14673" y="93906"/>
                  <a:pt x="14673" y="88655"/>
                </a:cubicBezTo>
                <a:lnTo>
                  <a:pt x="14673" y="20128"/>
                </a:lnTo>
                <a:cubicBezTo>
                  <a:pt x="14673" y="14774"/>
                  <a:pt x="14392" y="11428"/>
                  <a:pt x="13828" y="10090"/>
                </a:cubicBezTo>
                <a:cubicBezTo>
                  <a:pt x="13265" y="8751"/>
                  <a:pt x="12125" y="7579"/>
                  <a:pt x="10410" y="6576"/>
                </a:cubicBezTo>
                <a:cubicBezTo>
                  <a:pt x="8694" y="5572"/>
                  <a:pt x="6376" y="5070"/>
                  <a:pt x="3457" y="5070"/>
                </a:cubicBezTo>
                <a:lnTo>
                  <a:pt x="0" y="5070"/>
                </a:lnTo>
                <a:lnTo>
                  <a:pt x="0" y="2305"/>
                </a:lnTo>
                <a:lnTo>
                  <a:pt x="87887" y="2305"/>
                </a:lnTo>
                <a:lnTo>
                  <a:pt x="87887" y="32266"/>
                </a:lnTo>
                <a:lnTo>
                  <a:pt x="84737" y="32266"/>
                </a:lnTo>
                <a:cubicBezTo>
                  <a:pt x="84020" y="25227"/>
                  <a:pt x="82189" y="20012"/>
                  <a:pt x="79244" y="16620"/>
                </a:cubicBezTo>
                <a:cubicBezTo>
                  <a:pt x="76299" y="13229"/>
                  <a:pt x="72035" y="10840"/>
                  <a:pt x="66453" y="9454"/>
                </a:cubicBezTo>
                <a:cubicBezTo>
                  <a:pt x="63380" y="8683"/>
                  <a:pt x="57695" y="8297"/>
                  <a:pt x="49398" y="8297"/>
                </a:cubicBezTo>
                <a:lnTo>
                  <a:pt x="39718" y="8297"/>
                </a:lnTo>
                <a:close/>
                <a:moveTo>
                  <a:pt x="114618" y="0"/>
                </a:moveTo>
                <a:cubicBezTo>
                  <a:pt x="117947" y="0"/>
                  <a:pt x="120764" y="1169"/>
                  <a:pt x="123069" y="3508"/>
                </a:cubicBezTo>
                <a:cubicBezTo>
                  <a:pt x="125374" y="5844"/>
                  <a:pt x="126526" y="8657"/>
                  <a:pt x="126526" y="11946"/>
                </a:cubicBezTo>
                <a:cubicBezTo>
                  <a:pt x="126526" y="15235"/>
                  <a:pt x="125361" y="18036"/>
                  <a:pt x="123031" y="20349"/>
                </a:cubicBezTo>
                <a:cubicBezTo>
                  <a:pt x="120700" y="22660"/>
                  <a:pt x="117896" y="23815"/>
                  <a:pt x="114618" y="23815"/>
                </a:cubicBezTo>
                <a:cubicBezTo>
                  <a:pt x="111341" y="23815"/>
                  <a:pt x="108549" y="22660"/>
                  <a:pt x="106245" y="20349"/>
                </a:cubicBezTo>
                <a:cubicBezTo>
                  <a:pt x="103940" y="18036"/>
                  <a:pt x="102787" y="15235"/>
                  <a:pt x="102787" y="11946"/>
                </a:cubicBezTo>
                <a:cubicBezTo>
                  <a:pt x="102787" y="8657"/>
                  <a:pt x="103940" y="5844"/>
                  <a:pt x="106245" y="3508"/>
                </a:cubicBezTo>
                <a:cubicBezTo>
                  <a:pt x="108549" y="1169"/>
                  <a:pt x="111341" y="0"/>
                  <a:pt x="114618" y="0"/>
                </a:cubicBezTo>
                <a:moveTo>
                  <a:pt x="125374" y="34571"/>
                </a:moveTo>
                <a:lnTo>
                  <a:pt x="125374" y="91574"/>
                </a:lnTo>
                <a:cubicBezTo>
                  <a:pt x="125374" y="96645"/>
                  <a:pt x="125963" y="99884"/>
                  <a:pt x="127141" y="101293"/>
                </a:cubicBezTo>
                <a:cubicBezTo>
                  <a:pt x="128319" y="102701"/>
                  <a:pt x="130623" y="103508"/>
                  <a:pt x="134055" y="103713"/>
                </a:cubicBezTo>
                <a:lnTo>
                  <a:pt x="134055" y="106478"/>
                </a:lnTo>
                <a:lnTo>
                  <a:pt x="95259" y="106478"/>
                </a:lnTo>
                <a:lnTo>
                  <a:pt x="95259" y="103713"/>
                </a:lnTo>
                <a:cubicBezTo>
                  <a:pt x="98434" y="103610"/>
                  <a:pt x="100790" y="102688"/>
                  <a:pt x="102326" y="100947"/>
                </a:cubicBezTo>
                <a:cubicBezTo>
                  <a:pt x="103351" y="99769"/>
                  <a:pt x="103863" y="96645"/>
                  <a:pt x="103863" y="91574"/>
                </a:cubicBezTo>
                <a:lnTo>
                  <a:pt x="103863" y="49628"/>
                </a:lnTo>
                <a:cubicBezTo>
                  <a:pt x="103863" y="44494"/>
                  <a:pt x="103274" y="41214"/>
                  <a:pt x="102096" y="39788"/>
                </a:cubicBezTo>
                <a:cubicBezTo>
                  <a:pt x="100918" y="38362"/>
                  <a:pt x="98639" y="37545"/>
                  <a:pt x="95259" y="37337"/>
                </a:cubicBezTo>
                <a:lnTo>
                  <a:pt x="95259" y="34571"/>
                </a:lnTo>
                <a:lnTo>
                  <a:pt x="125374" y="34571"/>
                </a:lnTo>
                <a:close/>
                <a:moveTo>
                  <a:pt x="170167" y="34571"/>
                </a:moveTo>
                <a:lnTo>
                  <a:pt x="170167" y="43943"/>
                </a:lnTo>
                <a:cubicBezTo>
                  <a:pt x="173855" y="39921"/>
                  <a:pt x="177389" y="36996"/>
                  <a:pt x="180769" y="35166"/>
                </a:cubicBezTo>
                <a:cubicBezTo>
                  <a:pt x="184149" y="33335"/>
                  <a:pt x="187786" y="32420"/>
                  <a:pt x="191678" y="32420"/>
                </a:cubicBezTo>
                <a:cubicBezTo>
                  <a:pt x="196339" y="32420"/>
                  <a:pt x="200206" y="33715"/>
                  <a:pt x="203279" y="36304"/>
                </a:cubicBezTo>
                <a:cubicBezTo>
                  <a:pt x="206352" y="38894"/>
                  <a:pt x="208400" y="42112"/>
                  <a:pt x="209425" y="45958"/>
                </a:cubicBezTo>
                <a:cubicBezTo>
                  <a:pt x="210244" y="48882"/>
                  <a:pt x="210654" y="54498"/>
                  <a:pt x="210654" y="62806"/>
                </a:cubicBezTo>
                <a:lnTo>
                  <a:pt x="210654" y="90806"/>
                </a:lnTo>
                <a:cubicBezTo>
                  <a:pt x="210654" y="96338"/>
                  <a:pt x="211153" y="99782"/>
                  <a:pt x="212152" y="101139"/>
                </a:cubicBezTo>
                <a:cubicBezTo>
                  <a:pt x="213151" y="102496"/>
                  <a:pt x="215238" y="103354"/>
                  <a:pt x="218413" y="103713"/>
                </a:cubicBezTo>
                <a:lnTo>
                  <a:pt x="218413" y="106478"/>
                </a:lnTo>
                <a:lnTo>
                  <a:pt x="182075" y="106478"/>
                </a:lnTo>
                <a:lnTo>
                  <a:pt x="182075" y="103713"/>
                </a:lnTo>
                <a:cubicBezTo>
                  <a:pt x="184790" y="103354"/>
                  <a:pt x="186736" y="102227"/>
                  <a:pt x="187914" y="100332"/>
                </a:cubicBezTo>
                <a:cubicBezTo>
                  <a:pt x="188733" y="99052"/>
                  <a:pt x="189143" y="95877"/>
                  <a:pt x="189143" y="90806"/>
                </a:cubicBezTo>
                <a:lnTo>
                  <a:pt x="189143" y="58847"/>
                </a:lnTo>
                <a:cubicBezTo>
                  <a:pt x="189143" y="52957"/>
                  <a:pt x="188913" y="49244"/>
                  <a:pt x="188452" y="47708"/>
                </a:cubicBezTo>
                <a:cubicBezTo>
                  <a:pt x="187991" y="46171"/>
                  <a:pt x="187210" y="44981"/>
                  <a:pt x="186108" y="44135"/>
                </a:cubicBezTo>
                <a:cubicBezTo>
                  <a:pt x="185007" y="43290"/>
                  <a:pt x="183791" y="42868"/>
                  <a:pt x="182459" y="42868"/>
                </a:cubicBezTo>
                <a:cubicBezTo>
                  <a:pt x="178055" y="42868"/>
                  <a:pt x="173957" y="46043"/>
                  <a:pt x="170167" y="52394"/>
                </a:cubicBezTo>
                <a:lnTo>
                  <a:pt x="170167" y="90806"/>
                </a:lnTo>
                <a:cubicBezTo>
                  <a:pt x="170167" y="96184"/>
                  <a:pt x="170667" y="99590"/>
                  <a:pt x="171666" y="101024"/>
                </a:cubicBezTo>
                <a:cubicBezTo>
                  <a:pt x="172664" y="102458"/>
                  <a:pt x="174521" y="103354"/>
                  <a:pt x="177235" y="103713"/>
                </a:cubicBezTo>
                <a:lnTo>
                  <a:pt x="177235" y="106478"/>
                </a:lnTo>
                <a:lnTo>
                  <a:pt x="140897" y="106478"/>
                </a:lnTo>
                <a:lnTo>
                  <a:pt x="140897" y="103713"/>
                </a:lnTo>
                <a:cubicBezTo>
                  <a:pt x="143919" y="103405"/>
                  <a:pt x="146070" y="102432"/>
                  <a:pt x="147351" y="100793"/>
                </a:cubicBezTo>
                <a:cubicBezTo>
                  <a:pt x="148221" y="99667"/>
                  <a:pt x="148657" y="96338"/>
                  <a:pt x="148657" y="90806"/>
                </a:cubicBezTo>
                <a:lnTo>
                  <a:pt x="148657" y="50243"/>
                </a:lnTo>
                <a:cubicBezTo>
                  <a:pt x="148657" y="44748"/>
                  <a:pt x="148157" y="41327"/>
                  <a:pt x="147159" y="39980"/>
                </a:cubicBezTo>
                <a:cubicBezTo>
                  <a:pt x="146160" y="38632"/>
                  <a:pt x="144073" y="37751"/>
                  <a:pt x="140897" y="37337"/>
                </a:cubicBezTo>
                <a:lnTo>
                  <a:pt x="140897" y="34571"/>
                </a:lnTo>
                <a:lnTo>
                  <a:pt x="170167" y="34571"/>
                </a:lnTo>
                <a:close/>
                <a:moveTo>
                  <a:pt x="267374" y="95877"/>
                </a:moveTo>
                <a:cubicBezTo>
                  <a:pt x="258616" y="103661"/>
                  <a:pt x="250754" y="107554"/>
                  <a:pt x="243789" y="107554"/>
                </a:cubicBezTo>
                <a:cubicBezTo>
                  <a:pt x="239691" y="107554"/>
                  <a:pt x="236285" y="106205"/>
                  <a:pt x="233571" y="103509"/>
                </a:cubicBezTo>
                <a:cubicBezTo>
                  <a:pt x="230857" y="100810"/>
                  <a:pt x="229499" y="97431"/>
                  <a:pt x="229499" y="93373"/>
                </a:cubicBezTo>
                <a:cubicBezTo>
                  <a:pt x="229499" y="87873"/>
                  <a:pt x="231855" y="82927"/>
                  <a:pt x="236567" y="78534"/>
                </a:cubicBezTo>
                <a:cubicBezTo>
                  <a:pt x="241279" y="74140"/>
                  <a:pt x="251548" y="68295"/>
                  <a:pt x="267374" y="60998"/>
                </a:cubicBezTo>
                <a:lnTo>
                  <a:pt x="267374" y="53777"/>
                </a:lnTo>
                <a:cubicBezTo>
                  <a:pt x="267374" y="48348"/>
                  <a:pt x="267079" y="44929"/>
                  <a:pt x="266490" y="43521"/>
                </a:cubicBezTo>
                <a:cubicBezTo>
                  <a:pt x="265901" y="42112"/>
                  <a:pt x="264787" y="40883"/>
                  <a:pt x="263148" y="39833"/>
                </a:cubicBezTo>
                <a:cubicBezTo>
                  <a:pt x="261509" y="38783"/>
                  <a:pt x="259666" y="38258"/>
                  <a:pt x="257617" y="38258"/>
                </a:cubicBezTo>
                <a:cubicBezTo>
                  <a:pt x="254288" y="38258"/>
                  <a:pt x="251548" y="39001"/>
                  <a:pt x="249397" y="40486"/>
                </a:cubicBezTo>
                <a:cubicBezTo>
                  <a:pt x="248065" y="41408"/>
                  <a:pt x="247399" y="42484"/>
                  <a:pt x="247399" y="43713"/>
                </a:cubicBezTo>
                <a:cubicBezTo>
                  <a:pt x="247399" y="44788"/>
                  <a:pt x="248116" y="46120"/>
                  <a:pt x="249550" y="47708"/>
                </a:cubicBezTo>
                <a:cubicBezTo>
                  <a:pt x="251497" y="49910"/>
                  <a:pt x="252470" y="52036"/>
                  <a:pt x="252470" y="54084"/>
                </a:cubicBezTo>
                <a:cubicBezTo>
                  <a:pt x="252470" y="56594"/>
                  <a:pt x="251535" y="58732"/>
                  <a:pt x="249666" y="60499"/>
                </a:cubicBezTo>
                <a:cubicBezTo>
                  <a:pt x="247796" y="62266"/>
                  <a:pt x="245351" y="63149"/>
                  <a:pt x="242329" y="63149"/>
                </a:cubicBezTo>
                <a:cubicBezTo>
                  <a:pt x="239102" y="63149"/>
                  <a:pt x="236401" y="62176"/>
                  <a:pt x="234224" y="60230"/>
                </a:cubicBezTo>
                <a:cubicBezTo>
                  <a:pt x="232047" y="58284"/>
                  <a:pt x="230959" y="56005"/>
                  <a:pt x="230959" y="53393"/>
                </a:cubicBezTo>
                <a:cubicBezTo>
                  <a:pt x="230959" y="49705"/>
                  <a:pt x="232419" y="46184"/>
                  <a:pt x="235338" y="42829"/>
                </a:cubicBezTo>
                <a:cubicBezTo>
                  <a:pt x="238257" y="39475"/>
                  <a:pt x="242329" y="36901"/>
                  <a:pt x="247553" y="35109"/>
                </a:cubicBezTo>
                <a:cubicBezTo>
                  <a:pt x="252777" y="33316"/>
                  <a:pt x="258206" y="32420"/>
                  <a:pt x="263840" y="32420"/>
                </a:cubicBezTo>
                <a:cubicBezTo>
                  <a:pt x="270651" y="32420"/>
                  <a:pt x="276042" y="33871"/>
                  <a:pt x="280011" y="36772"/>
                </a:cubicBezTo>
                <a:cubicBezTo>
                  <a:pt x="283980" y="39672"/>
                  <a:pt x="286554" y="42817"/>
                  <a:pt x="287732" y="46205"/>
                </a:cubicBezTo>
                <a:cubicBezTo>
                  <a:pt x="288449" y="48361"/>
                  <a:pt x="288808" y="53314"/>
                  <a:pt x="288808" y="61066"/>
                </a:cubicBezTo>
                <a:lnTo>
                  <a:pt x="288808" y="89018"/>
                </a:lnTo>
                <a:cubicBezTo>
                  <a:pt x="288808" y="92303"/>
                  <a:pt x="288936" y="94370"/>
                  <a:pt x="289192" y="95219"/>
                </a:cubicBezTo>
                <a:cubicBezTo>
                  <a:pt x="289448" y="96065"/>
                  <a:pt x="289832" y="96694"/>
                  <a:pt x="290344" y="97106"/>
                </a:cubicBezTo>
                <a:cubicBezTo>
                  <a:pt x="290856" y="97515"/>
                  <a:pt x="291445" y="97720"/>
                  <a:pt x="292111" y="97720"/>
                </a:cubicBezTo>
                <a:cubicBezTo>
                  <a:pt x="293443" y="97720"/>
                  <a:pt x="294800" y="96773"/>
                  <a:pt x="296183" y="94878"/>
                </a:cubicBezTo>
                <a:lnTo>
                  <a:pt x="298487" y="96722"/>
                </a:lnTo>
                <a:cubicBezTo>
                  <a:pt x="295927" y="100512"/>
                  <a:pt x="293276" y="103264"/>
                  <a:pt x="290536" y="104980"/>
                </a:cubicBezTo>
                <a:cubicBezTo>
                  <a:pt x="287796" y="106696"/>
                  <a:pt x="284685" y="107554"/>
                  <a:pt x="281202" y="107554"/>
                </a:cubicBezTo>
                <a:cubicBezTo>
                  <a:pt x="277105" y="107554"/>
                  <a:pt x="273904" y="106587"/>
                  <a:pt x="271599" y="104654"/>
                </a:cubicBezTo>
                <a:cubicBezTo>
                  <a:pt x="269294" y="102720"/>
                  <a:pt x="267886" y="99795"/>
                  <a:pt x="267374" y="95877"/>
                </a:cubicBezTo>
                <a:moveTo>
                  <a:pt x="267374" y="90192"/>
                </a:moveTo>
                <a:lnTo>
                  <a:pt x="267374" y="66160"/>
                </a:lnTo>
                <a:cubicBezTo>
                  <a:pt x="261176" y="69814"/>
                  <a:pt x="256567" y="73726"/>
                  <a:pt x="253545" y="77895"/>
                </a:cubicBezTo>
                <a:cubicBezTo>
                  <a:pt x="251548" y="80673"/>
                  <a:pt x="250549" y="83478"/>
                  <a:pt x="250549" y="86310"/>
                </a:cubicBezTo>
                <a:cubicBezTo>
                  <a:pt x="250549" y="88677"/>
                  <a:pt x="251394" y="90761"/>
                  <a:pt x="253084" y="92564"/>
                </a:cubicBezTo>
                <a:cubicBezTo>
                  <a:pt x="254365" y="93953"/>
                  <a:pt x="256157" y="94647"/>
                  <a:pt x="258462" y="94647"/>
                </a:cubicBezTo>
                <a:cubicBezTo>
                  <a:pt x="261023" y="94647"/>
                  <a:pt x="263993" y="93162"/>
                  <a:pt x="267374" y="90192"/>
                </a:cubicBezTo>
                <a:close/>
                <a:moveTo>
                  <a:pt x="334109" y="2305"/>
                </a:moveTo>
                <a:lnTo>
                  <a:pt x="334109" y="91574"/>
                </a:lnTo>
                <a:cubicBezTo>
                  <a:pt x="334109" y="96645"/>
                  <a:pt x="334698" y="99884"/>
                  <a:pt x="335876" y="101293"/>
                </a:cubicBezTo>
                <a:cubicBezTo>
                  <a:pt x="337054" y="102701"/>
                  <a:pt x="339359" y="103508"/>
                  <a:pt x="342791" y="103713"/>
                </a:cubicBezTo>
                <a:lnTo>
                  <a:pt x="342791" y="106478"/>
                </a:lnTo>
                <a:lnTo>
                  <a:pt x="303994" y="106478"/>
                </a:lnTo>
                <a:lnTo>
                  <a:pt x="303994" y="103713"/>
                </a:lnTo>
                <a:cubicBezTo>
                  <a:pt x="307170" y="103610"/>
                  <a:pt x="309526" y="102688"/>
                  <a:pt x="311062" y="100947"/>
                </a:cubicBezTo>
                <a:cubicBezTo>
                  <a:pt x="312087" y="99769"/>
                  <a:pt x="312599" y="96645"/>
                  <a:pt x="312599" y="91574"/>
                </a:cubicBezTo>
                <a:lnTo>
                  <a:pt x="312599" y="17209"/>
                </a:lnTo>
                <a:cubicBezTo>
                  <a:pt x="312599" y="12157"/>
                  <a:pt x="312010" y="8924"/>
                  <a:pt x="310832" y="7507"/>
                </a:cubicBezTo>
                <a:cubicBezTo>
                  <a:pt x="309654" y="6089"/>
                  <a:pt x="307375" y="5277"/>
                  <a:pt x="303994" y="5070"/>
                </a:cubicBezTo>
                <a:lnTo>
                  <a:pt x="303994" y="2305"/>
                </a:lnTo>
                <a:lnTo>
                  <a:pt x="334109" y="2305"/>
                </a:lnTo>
                <a:close/>
                <a:moveTo>
                  <a:pt x="488111" y="0"/>
                </a:moveTo>
                <a:lnTo>
                  <a:pt x="488111" y="36107"/>
                </a:lnTo>
                <a:lnTo>
                  <a:pt x="485115" y="36107"/>
                </a:lnTo>
                <a:cubicBezTo>
                  <a:pt x="482862" y="26634"/>
                  <a:pt x="478662" y="19375"/>
                  <a:pt x="472516" y="14330"/>
                </a:cubicBezTo>
                <a:cubicBezTo>
                  <a:pt x="466370" y="9284"/>
                  <a:pt x="459405" y="6761"/>
                  <a:pt x="451620" y="6761"/>
                </a:cubicBezTo>
                <a:cubicBezTo>
                  <a:pt x="445115" y="6761"/>
                  <a:pt x="439149" y="8630"/>
                  <a:pt x="433720" y="12369"/>
                </a:cubicBezTo>
                <a:cubicBezTo>
                  <a:pt x="428291" y="16107"/>
                  <a:pt x="424322" y="20999"/>
                  <a:pt x="421812" y="27042"/>
                </a:cubicBezTo>
                <a:cubicBezTo>
                  <a:pt x="418585" y="34776"/>
                  <a:pt x="416972" y="43380"/>
                  <a:pt x="416972" y="52855"/>
                </a:cubicBezTo>
                <a:cubicBezTo>
                  <a:pt x="416972" y="62176"/>
                  <a:pt x="418150" y="70665"/>
                  <a:pt x="420506" y="78322"/>
                </a:cubicBezTo>
                <a:cubicBezTo>
                  <a:pt x="422862" y="85979"/>
                  <a:pt x="426550" y="91766"/>
                  <a:pt x="431569" y="95684"/>
                </a:cubicBezTo>
                <a:cubicBezTo>
                  <a:pt x="436588" y="99603"/>
                  <a:pt x="443092" y="101562"/>
                  <a:pt x="451082" y="101562"/>
                </a:cubicBezTo>
                <a:cubicBezTo>
                  <a:pt x="457638" y="101562"/>
                  <a:pt x="463643" y="100127"/>
                  <a:pt x="469097" y="97259"/>
                </a:cubicBezTo>
                <a:cubicBezTo>
                  <a:pt x="474552" y="94391"/>
                  <a:pt x="480301" y="89449"/>
                  <a:pt x="486344" y="82432"/>
                </a:cubicBezTo>
                <a:lnTo>
                  <a:pt x="486344" y="91421"/>
                </a:lnTo>
                <a:cubicBezTo>
                  <a:pt x="480506" y="97515"/>
                  <a:pt x="474424" y="101933"/>
                  <a:pt x="468099" y="104673"/>
                </a:cubicBezTo>
                <a:cubicBezTo>
                  <a:pt x="461773" y="107413"/>
                  <a:pt x="454386" y="108783"/>
                  <a:pt x="445935" y="108783"/>
                </a:cubicBezTo>
                <a:cubicBezTo>
                  <a:pt x="434821" y="108783"/>
                  <a:pt x="424949" y="106558"/>
                  <a:pt x="416319" y="102109"/>
                </a:cubicBezTo>
                <a:cubicBezTo>
                  <a:pt x="407689" y="97660"/>
                  <a:pt x="401031" y="91267"/>
                  <a:pt x="396345" y="82932"/>
                </a:cubicBezTo>
                <a:cubicBezTo>
                  <a:pt x="391659" y="74595"/>
                  <a:pt x="389315" y="65721"/>
                  <a:pt x="389315" y="56310"/>
                </a:cubicBezTo>
                <a:cubicBezTo>
                  <a:pt x="389315" y="46388"/>
                  <a:pt x="391915" y="36978"/>
                  <a:pt x="397113" y="28079"/>
                </a:cubicBezTo>
                <a:cubicBezTo>
                  <a:pt x="402312" y="19179"/>
                  <a:pt x="409328" y="12274"/>
                  <a:pt x="418163" y="7366"/>
                </a:cubicBezTo>
                <a:cubicBezTo>
                  <a:pt x="426998" y="2455"/>
                  <a:pt x="436383" y="0"/>
                  <a:pt x="446319" y="0"/>
                </a:cubicBezTo>
                <a:cubicBezTo>
                  <a:pt x="453643" y="0"/>
                  <a:pt x="461377" y="1588"/>
                  <a:pt x="469520" y="4763"/>
                </a:cubicBezTo>
                <a:cubicBezTo>
                  <a:pt x="474232" y="6607"/>
                  <a:pt x="477228" y="7529"/>
                  <a:pt x="478508" y="7529"/>
                </a:cubicBezTo>
                <a:cubicBezTo>
                  <a:pt x="480147" y="7529"/>
                  <a:pt x="481568" y="6927"/>
                  <a:pt x="482772" y="5723"/>
                </a:cubicBezTo>
                <a:cubicBezTo>
                  <a:pt x="483976" y="4520"/>
                  <a:pt x="484757" y="2612"/>
                  <a:pt x="485115" y="0"/>
                </a:cubicBezTo>
                <a:lnTo>
                  <a:pt x="488111" y="0"/>
                </a:lnTo>
                <a:close/>
                <a:moveTo>
                  <a:pt x="553662" y="103713"/>
                </a:moveTo>
                <a:lnTo>
                  <a:pt x="553662" y="106478"/>
                </a:lnTo>
                <a:lnTo>
                  <a:pt x="499194" y="106478"/>
                </a:lnTo>
                <a:lnTo>
                  <a:pt x="499194" y="103713"/>
                </a:lnTo>
                <a:lnTo>
                  <a:pt x="502651" y="103713"/>
                </a:lnTo>
                <a:cubicBezTo>
                  <a:pt x="505673" y="103713"/>
                  <a:pt x="508105" y="103172"/>
                  <a:pt x="509949" y="102092"/>
                </a:cubicBezTo>
                <a:cubicBezTo>
                  <a:pt x="511281" y="101370"/>
                  <a:pt x="512305" y="100135"/>
                  <a:pt x="513022" y="98385"/>
                </a:cubicBezTo>
                <a:cubicBezTo>
                  <a:pt x="513585" y="97150"/>
                  <a:pt x="513867" y="93906"/>
                  <a:pt x="513867" y="88655"/>
                </a:cubicBezTo>
                <a:lnTo>
                  <a:pt x="513867" y="20128"/>
                </a:lnTo>
                <a:cubicBezTo>
                  <a:pt x="513867" y="14774"/>
                  <a:pt x="513585" y="11428"/>
                  <a:pt x="513022" y="10090"/>
                </a:cubicBezTo>
                <a:cubicBezTo>
                  <a:pt x="512459" y="8751"/>
                  <a:pt x="511319" y="7579"/>
                  <a:pt x="509603" y="6576"/>
                </a:cubicBezTo>
                <a:cubicBezTo>
                  <a:pt x="507888" y="5572"/>
                  <a:pt x="505570" y="5070"/>
                  <a:pt x="502651" y="5070"/>
                </a:cubicBezTo>
                <a:lnTo>
                  <a:pt x="499194" y="5070"/>
                </a:lnTo>
                <a:lnTo>
                  <a:pt x="499194" y="2305"/>
                </a:lnTo>
                <a:lnTo>
                  <a:pt x="553662" y="2305"/>
                </a:lnTo>
                <a:lnTo>
                  <a:pt x="553662" y="5070"/>
                </a:lnTo>
                <a:lnTo>
                  <a:pt x="550205" y="5070"/>
                </a:lnTo>
                <a:cubicBezTo>
                  <a:pt x="547183" y="5070"/>
                  <a:pt x="544750" y="5611"/>
                  <a:pt x="542907" y="6691"/>
                </a:cubicBezTo>
                <a:cubicBezTo>
                  <a:pt x="541575" y="7413"/>
                  <a:pt x="540525" y="8648"/>
                  <a:pt x="539757" y="10398"/>
                </a:cubicBezTo>
                <a:cubicBezTo>
                  <a:pt x="539194" y="11633"/>
                  <a:pt x="538912" y="14877"/>
                  <a:pt x="538912" y="20128"/>
                </a:cubicBezTo>
                <a:lnTo>
                  <a:pt x="538912" y="88655"/>
                </a:lnTo>
                <a:cubicBezTo>
                  <a:pt x="538912" y="94009"/>
                  <a:pt x="539206" y="97355"/>
                  <a:pt x="539795" y="98695"/>
                </a:cubicBezTo>
                <a:cubicBezTo>
                  <a:pt x="540384" y="100033"/>
                  <a:pt x="541537" y="101204"/>
                  <a:pt x="543252" y="102207"/>
                </a:cubicBezTo>
                <a:cubicBezTo>
                  <a:pt x="544968" y="103211"/>
                  <a:pt x="547286" y="103713"/>
                  <a:pt x="550205" y="103713"/>
                </a:cubicBezTo>
                <a:lnTo>
                  <a:pt x="553662" y="103713"/>
                </a:lnTo>
                <a:close/>
                <a:moveTo>
                  <a:pt x="665470" y="0"/>
                </a:moveTo>
                <a:lnTo>
                  <a:pt x="665470" y="36722"/>
                </a:lnTo>
                <a:lnTo>
                  <a:pt x="662627" y="36722"/>
                </a:lnTo>
                <a:cubicBezTo>
                  <a:pt x="659196" y="26733"/>
                  <a:pt x="654049" y="19140"/>
                  <a:pt x="647186" y="13944"/>
                </a:cubicBezTo>
                <a:cubicBezTo>
                  <a:pt x="640323" y="8745"/>
                  <a:pt x="632820" y="6146"/>
                  <a:pt x="624676" y="6146"/>
                </a:cubicBezTo>
                <a:cubicBezTo>
                  <a:pt x="616891" y="6146"/>
                  <a:pt x="610413" y="8327"/>
                  <a:pt x="605240" y="12688"/>
                </a:cubicBezTo>
                <a:cubicBezTo>
                  <a:pt x="600067" y="17049"/>
                  <a:pt x="596405" y="23133"/>
                  <a:pt x="594254" y="30939"/>
                </a:cubicBezTo>
                <a:cubicBezTo>
                  <a:pt x="592103" y="38744"/>
                  <a:pt x="591027" y="46753"/>
                  <a:pt x="591027" y="54965"/>
                </a:cubicBezTo>
                <a:cubicBezTo>
                  <a:pt x="591027" y="64914"/>
                  <a:pt x="592205" y="73638"/>
                  <a:pt x="594561" y="81136"/>
                </a:cubicBezTo>
                <a:cubicBezTo>
                  <a:pt x="596917" y="88634"/>
                  <a:pt x="600720" y="94144"/>
                  <a:pt x="605970" y="97665"/>
                </a:cubicBezTo>
                <a:cubicBezTo>
                  <a:pt x="611219" y="101185"/>
                  <a:pt x="617455" y="102944"/>
                  <a:pt x="624676" y="102944"/>
                </a:cubicBezTo>
                <a:cubicBezTo>
                  <a:pt x="627186" y="102944"/>
                  <a:pt x="629759" y="102676"/>
                  <a:pt x="632397" y="102140"/>
                </a:cubicBezTo>
                <a:cubicBezTo>
                  <a:pt x="635035" y="101602"/>
                  <a:pt x="637736" y="100822"/>
                  <a:pt x="640502" y="99799"/>
                </a:cubicBezTo>
                <a:lnTo>
                  <a:pt x="640502" y="78207"/>
                </a:lnTo>
                <a:cubicBezTo>
                  <a:pt x="640502" y="74084"/>
                  <a:pt x="640220" y="71418"/>
                  <a:pt x="639657" y="70208"/>
                </a:cubicBezTo>
                <a:cubicBezTo>
                  <a:pt x="639094" y="68996"/>
                  <a:pt x="637928" y="67901"/>
                  <a:pt x="636161" y="66923"/>
                </a:cubicBezTo>
                <a:cubicBezTo>
                  <a:pt x="634394" y="65944"/>
                  <a:pt x="632256" y="65454"/>
                  <a:pt x="629747" y="65454"/>
                </a:cubicBezTo>
                <a:lnTo>
                  <a:pt x="627058" y="65454"/>
                </a:lnTo>
                <a:lnTo>
                  <a:pt x="627058" y="62689"/>
                </a:lnTo>
                <a:lnTo>
                  <a:pt x="677685" y="62689"/>
                </a:lnTo>
                <a:lnTo>
                  <a:pt x="677685" y="65454"/>
                </a:lnTo>
                <a:cubicBezTo>
                  <a:pt x="673844" y="65712"/>
                  <a:pt x="671168" y="66240"/>
                  <a:pt x="669657" y="67039"/>
                </a:cubicBezTo>
                <a:cubicBezTo>
                  <a:pt x="668146" y="67837"/>
                  <a:pt x="666981" y="69164"/>
                  <a:pt x="666161" y="71019"/>
                </a:cubicBezTo>
                <a:cubicBezTo>
                  <a:pt x="665700" y="71999"/>
                  <a:pt x="665470" y="74395"/>
                  <a:pt x="665470" y="78207"/>
                </a:cubicBezTo>
                <a:lnTo>
                  <a:pt x="665470" y="99799"/>
                </a:lnTo>
                <a:cubicBezTo>
                  <a:pt x="658812" y="102768"/>
                  <a:pt x="651885" y="105007"/>
                  <a:pt x="644689" y="106517"/>
                </a:cubicBezTo>
                <a:cubicBezTo>
                  <a:pt x="637493" y="108028"/>
                  <a:pt x="630028" y="108783"/>
                  <a:pt x="622295" y="108783"/>
                </a:cubicBezTo>
                <a:cubicBezTo>
                  <a:pt x="612410" y="108783"/>
                  <a:pt x="604203" y="107443"/>
                  <a:pt x="597672" y="104762"/>
                </a:cubicBezTo>
                <a:cubicBezTo>
                  <a:pt x="591142" y="102079"/>
                  <a:pt x="585381" y="98555"/>
                  <a:pt x="580387" y="94189"/>
                </a:cubicBezTo>
                <a:cubicBezTo>
                  <a:pt x="575393" y="89823"/>
                  <a:pt x="571488" y="84908"/>
                  <a:pt x="568671" y="79443"/>
                </a:cubicBezTo>
                <a:cubicBezTo>
                  <a:pt x="565086" y="72395"/>
                  <a:pt x="563294" y="64503"/>
                  <a:pt x="563294" y="55770"/>
                </a:cubicBezTo>
                <a:cubicBezTo>
                  <a:pt x="563294" y="40142"/>
                  <a:pt x="568799" y="26940"/>
                  <a:pt x="579811" y="16164"/>
                </a:cubicBezTo>
                <a:cubicBezTo>
                  <a:pt x="590822" y="5388"/>
                  <a:pt x="604676" y="0"/>
                  <a:pt x="621373" y="0"/>
                </a:cubicBezTo>
                <a:cubicBezTo>
                  <a:pt x="626546" y="0"/>
                  <a:pt x="631206" y="414"/>
                  <a:pt x="635355" y="1241"/>
                </a:cubicBezTo>
                <a:cubicBezTo>
                  <a:pt x="637608" y="1656"/>
                  <a:pt x="641257" y="2833"/>
                  <a:pt x="646302" y="4773"/>
                </a:cubicBezTo>
                <a:cubicBezTo>
                  <a:pt x="651347" y="6713"/>
                  <a:pt x="654330" y="7682"/>
                  <a:pt x="655252" y="7682"/>
                </a:cubicBezTo>
                <a:cubicBezTo>
                  <a:pt x="656686" y="7682"/>
                  <a:pt x="658018" y="7147"/>
                  <a:pt x="659247" y="6076"/>
                </a:cubicBezTo>
                <a:cubicBezTo>
                  <a:pt x="660476" y="5004"/>
                  <a:pt x="661603" y="2979"/>
                  <a:pt x="662627" y="0"/>
                </a:cubicBezTo>
                <a:lnTo>
                  <a:pt x="6654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19F00-5C6F-40D4-A292-EC9FC49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3485" y="1606723"/>
            <a:ext cx="389894" cy="671315"/>
          </a:xfrm>
          <a:custGeom xmlns:a="http://schemas.openxmlformats.org/drawingml/2006/main">
            <a:pathLst>
              <a:path w="389894" h="671315">
                <a:moveTo>
                  <a:pt x="337764" y="52129"/>
                </a:moveTo>
                <a:lnTo>
                  <a:pt x="389894" y="26065"/>
                </a:lnTo>
                <a:lnTo>
                  <a:pt x="337764" y="0"/>
                </a:lnTo>
                <a:lnTo>
                  <a:pt x="337764" y="17376"/>
                </a:lnTo>
                <a:lnTo>
                  <a:pt x="186259" y="17376"/>
                </a:lnTo>
                <a:lnTo>
                  <a:pt x="186259" y="653939"/>
                </a:lnTo>
                <a:lnTo>
                  <a:pt x="0" y="653939"/>
                </a:lnTo>
                <a:lnTo>
                  <a:pt x="0" y="671315"/>
                </a:lnTo>
                <a:lnTo>
                  <a:pt x="203636" y="671315"/>
                </a:lnTo>
                <a:lnTo>
                  <a:pt x="203636" y="34753"/>
                </a:lnTo>
                <a:lnTo>
                  <a:pt x="337764" y="34753"/>
                </a:lnTo>
                <a:lnTo>
                  <a:pt x="337764" y="521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B3608-4AF0-4AA7-BC0D-71328808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611" y="1069790"/>
            <a:ext cx="1747756" cy="1761025"/>
          </a:xfrm>
          <a:custGeom xmlns:a="http://schemas.openxmlformats.org/drawingml/2006/main">
            <a:pathLst>
              <a:path w="1747756" h="1761025" fill="none">
                <a:moveTo>
                  <a:pt x="0" y="51017"/>
                </a:moveTo>
                <a:cubicBezTo>
                  <a:pt x="0" y="22841"/>
                  <a:pt x="22841" y="0"/>
                  <a:pt x="51017" y="0"/>
                </a:cubicBezTo>
                <a:lnTo>
                  <a:pt x="1696739" y="0"/>
                </a:lnTo>
                <a:cubicBezTo>
                  <a:pt x="1724914" y="0"/>
                  <a:pt x="1747756" y="22841"/>
                  <a:pt x="1747756" y="51017"/>
                </a:cubicBezTo>
                <a:lnTo>
                  <a:pt x="1747756" y="1710008"/>
                </a:lnTo>
                <a:cubicBezTo>
                  <a:pt x="1747756" y="1738184"/>
                  <a:pt x="1724914" y="1761025"/>
                  <a:pt x="1696739" y="1761025"/>
                </a:cubicBezTo>
                <a:lnTo>
                  <a:pt x="51017" y="1761025"/>
                </a:lnTo>
                <a:cubicBezTo>
                  <a:pt x="22841" y="1761025"/>
                  <a:pt x="0" y="1738184"/>
                  <a:pt x="0" y="1710008"/>
                </a:cubicBezTo>
                <a:lnTo>
                  <a:pt x="0" y="510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B2341-7855-4792-86D9-4C48FB5D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95" y="813882"/>
            <a:ext cx="52129" cy="248764"/>
          </a:xfrm>
          <a:custGeom xmlns:a="http://schemas.openxmlformats.org/drawingml/2006/main">
            <a:pathLst>
              <a:path w="52129" h="248764">
                <a:moveTo>
                  <a:pt x="17376" y="196635"/>
                </a:moveTo>
                <a:lnTo>
                  <a:pt x="0" y="196635"/>
                </a:lnTo>
                <a:lnTo>
                  <a:pt x="26065" y="248764"/>
                </a:lnTo>
                <a:lnTo>
                  <a:pt x="52129" y="196635"/>
                </a:lnTo>
                <a:lnTo>
                  <a:pt x="34753" y="196635"/>
                </a:lnTo>
                <a:lnTo>
                  <a:pt x="34753" y="0"/>
                </a:lnTo>
                <a:lnTo>
                  <a:pt x="17376" y="0"/>
                </a:lnTo>
                <a:lnTo>
                  <a:pt x="17376" y="1966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3bdfda4874d2f"/>
          <a:stretch xmlns:a="http://schemas.openxmlformats.org/drawingml/2006/main"/>
        </p:blipFill>
        <p:spPr>
          <a:xfrm xmlns:a="http://schemas.openxmlformats.org/drawingml/2006/main">
            <a:off x="9350221" y="1272463"/>
            <a:ext cx="136484" cy="136484"/>
          </a:xfrm>
          <a:prstGeom xmlns:a="http://schemas.openxmlformats.org/drawingml/2006/main" prst="rect">
            <a:avLst/>
          </a:prstGeom>
        </p:spPr>
      </p:pic>
      <p:sp>
        <p:nvSpPr>
          <p:cNvPr id="208" name="Text [f">
            <a:extLst xmlns:a="http://schemas.openxmlformats.org/drawingml/2006/main">
              <a:ext uri="{FF2B5EF4-FFF2-40B4-BE49-F238E27FC236}">
                <a16:creationId xmlns:a16="http://schemas.microsoft.com/office/drawing/2014/main" id="{89BB15EC-19B5-4E8D-BB48-C980F09E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28" y="1279216"/>
            <a:ext cx="82953" cy="108287"/>
          </a:xfrm>
          <a:custGeom xmlns:a="http://schemas.openxmlformats.org/drawingml/2006/main">
            <a:pathLst>
              <a:path w="82953" h="108287">
                <a:moveTo>
                  <a:pt x="26065" y="108287"/>
                </a:moveTo>
                <a:lnTo>
                  <a:pt x="0" y="108287"/>
                </a:lnTo>
                <a:lnTo>
                  <a:pt x="0" y="2014"/>
                </a:lnTo>
                <a:lnTo>
                  <a:pt x="26065" y="2014"/>
                </a:lnTo>
                <a:lnTo>
                  <a:pt x="26065" y="6694"/>
                </a:lnTo>
                <a:lnTo>
                  <a:pt x="8886" y="6694"/>
                </a:lnTo>
                <a:lnTo>
                  <a:pt x="8886" y="103726"/>
                </a:lnTo>
                <a:lnTo>
                  <a:pt x="26065" y="103726"/>
                </a:lnTo>
                <a:lnTo>
                  <a:pt x="26065" y="108287"/>
                </a:lnTo>
                <a:close/>
                <a:moveTo>
                  <a:pt x="55230" y="34121"/>
                </a:moveTo>
                <a:lnTo>
                  <a:pt x="55230" y="69827"/>
                </a:lnTo>
                <a:cubicBezTo>
                  <a:pt x="55230" y="74888"/>
                  <a:pt x="55783" y="78090"/>
                  <a:pt x="56888" y="79434"/>
                </a:cubicBezTo>
                <a:cubicBezTo>
                  <a:pt x="58350" y="81174"/>
                  <a:pt x="60304" y="82045"/>
                  <a:pt x="62753" y="82045"/>
                </a:cubicBezTo>
                <a:lnTo>
                  <a:pt x="67670" y="82045"/>
                </a:lnTo>
                <a:lnTo>
                  <a:pt x="67670" y="84236"/>
                </a:lnTo>
                <a:lnTo>
                  <a:pt x="35267" y="84236"/>
                </a:lnTo>
                <a:lnTo>
                  <a:pt x="35267" y="82045"/>
                </a:lnTo>
                <a:lnTo>
                  <a:pt x="37695" y="82045"/>
                </a:lnTo>
                <a:cubicBezTo>
                  <a:pt x="39275" y="82045"/>
                  <a:pt x="40716" y="81649"/>
                  <a:pt x="42020" y="80858"/>
                </a:cubicBezTo>
                <a:cubicBezTo>
                  <a:pt x="43323" y="80067"/>
                  <a:pt x="44221" y="78999"/>
                  <a:pt x="44715" y="77655"/>
                </a:cubicBezTo>
                <a:cubicBezTo>
                  <a:pt x="45209" y="76311"/>
                  <a:pt x="45455" y="73702"/>
                  <a:pt x="45455" y="69827"/>
                </a:cubicBezTo>
                <a:lnTo>
                  <a:pt x="45455" y="34121"/>
                </a:lnTo>
                <a:lnTo>
                  <a:pt x="34911" y="34121"/>
                </a:lnTo>
                <a:lnTo>
                  <a:pt x="34911" y="29974"/>
                </a:lnTo>
                <a:lnTo>
                  <a:pt x="45455" y="29974"/>
                </a:lnTo>
                <a:lnTo>
                  <a:pt x="45455" y="26405"/>
                </a:lnTo>
                <a:cubicBezTo>
                  <a:pt x="45455" y="20974"/>
                  <a:pt x="46324" y="16375"/>
                  <a:pt x="48062" y="12608"/>
                </a:cubicBezTo>
                <a:cubicBezTo>
                  <a:pt x="49800" y="8842"/>
                  <a:pt x="52455" y="5799"/>
                  <a:pt x="56029" y="3480"/>
                </a:cubicBezTo>
                <a:cubicBezTo>
                  <a:pt x="59603" y="1160"/>
                  <a:pt x="63622" y="0"/>
                  <a:pt x="68084" y="0"/>
                </a:cubicBezTo>
                <a:cubicBezTo>
                  <a:pt x="72231" y="0"/>
                  <a:pt x="76042" y="1343"/>
                  <a:pt x="79517" y="4028"/>
                </a:cubicBezTo>
                <a:cubicBezTo>
                  <a:pt x="81808" y="5805"/>
                  <a:pt x="82953" y="7800"/>
                  <a:pt x="82953" y="10011"/>
                </a:cubicBezTo>
                <a:cubicBezTo>
                  <a:pt x="82953" y="11196"/>
                  <a:pt x="82440" y="12312"/>
                  <a:pt x="81413" y="13358"/>
                </a:cubicBezTo>
                <a:cubicBezTo>
                  <a:pt x="80386" y="14405"/>
                  <a:pt x="79280" y="14928"/>
                  <a:pt x="78096" y="14928"/>
                </a:cubicBezTo>
                <a:cubicBezTo>
                  <a:pt x="77187" y="14928"/>
                  <a:pt x="76230" y="14598"/>
                  <a:pt x="75223" y="13939"/>
                </a:cubicBezTo>
                <a:cubicBezTo>
                  <a:pt x="74215" y="13280"/>
                  <a:pt x="72981" y="11863"/>
                  <a:pt x="71520" y="9687"/>
                </a:cubicBezTo>
                <a:cubicBezTo>
                  <a:pt x="70059" y="7511"/>
                  <a:pt x="68716" y="6044"/>
                  <a:pt x="67492" y="5285"/>
                </a:cubicBezTo>
                <a:cubicBezTo>
                  <a:pt x="66268" y="4526"/>
                  <a:pt x="64905" y="4147"/>
                  <a:pt x="63405" y="4147"/>
                </a:cubicBezTo>
                <a:cubicBezTo>
                  <a:pt x="61588" y="4147"/>
                  <a:pt x="60048" y="4635"/>
                  <a:pt x="58784" y="5613"/>
                </a:cubicBezTo>
                <a:cubicBezTo>
                  <a:pt x="57520" y="6589"/>
                  <a:pt x="56612" y="8103"/>
                  <a:pt x="56059" y="10156"/>
                </a:cubicBezTo>
                <a:cubicBezTo>
                  <a:pt x="55506" y="12208"/>
                  <a:pt x="55230" y="17499"/>
                  <a:pt x="55230" y="26028"/>
                </a:cubicBezTo>
                <a:lnTo>
                  <a:pt x="55230" y="29974"/>
                </a:lnTo>
                <a:lnTo>
                  <a:pt x="69210" y="29974"/>
                </a:lnTo>
                <a:lnTo>
                  <a:pt x="69210" y="34121"/>
                </a:lnTo>
                <a:lnTo>
                  <a:pt x="55230" y="34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unc]_cstack">
            <a:extLst xmlns:a="http://schemas.openxmlformats.org/drawingml/2006/main">
              <a:ext uri="{FF2B5EF4-FFF2-40B4-BE49-F238E27FC236}">
                <a16:creationId xmlns:a16="http://schemas.microsoft.com/office/drawing/2014/main" id="{5FE8E9BF-39D1-48DD-B08E-B997547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59" y="1279216"/>
            <a:ext cx="612936" cy="110419"/>
          </a:xfrm>
          <a:custGeom xmlns:a="http://schemas.openxmlformats.org/drawingml/2006/main">
            <a:pathLst>
              <a:path w="612936" h="110419">
                <a:moveTo>
                  <a:pt x="51241" y="29974"/>
                </a:moveTo>
                <a:lnTo>
                  <a:pt x="51241" y="62851"/>
                </a:lnTo>
                <a:cubicBezTo>
                  <a:pt x="51241" y="69131"/>
                  <a:pt x="51389" y="72971"/>
                  <a:pt x="51685" y="74373"/>
                </a:cubicBezTo>
                <a:cubicBezTo>
                  <a:pt x="51981" y="75775"/>
                  <a:pt x="52455" y="76753"/>
                  <a:pt x="53107" y="77305"/>
                </a:cubicBezTo>
                <a:cubicBezTo>
                  <a:pt x="53758" y="77858"/>
                  <a:pt x="54519" y="78135"/>
                  <a:pt x="55387" y="78135"/>
                </a:cubicBezTo>
                <a:cubicBezTo>
                  <a:pt x="56612" y="78135"/>
                  <a:pt x="57994" y="77799"/>
                  <a:pt x="59534" y="77128"/>
                </a:cubicBezTo>
                <a:lnTo>
                  <a:pt x="60363" y="79201"/>
                </a:lnTo>
                <a:lnTo>
                  <a:pt x="44132" y="85895"/>
                </a:lnTo>
                <a:lnTo>
                  <a:pt x="41467" y="85895"/>
                </a:lnTo>
                <a:lnTo>
                  <a:pt x="41467" y="74403"/>
                </a:lnTo>
                <a:cubicBezTo>
                  <a:pt x="36806" y="79458"/>
                  <a:pt x="33252" y="82637"/>
                  <a:pt x="30804" y="83940"/>
                </a:cubicBezTo>
                <a:cubicBezTo>
                  <a:pt x="28355" y="85243"/>
                  <a:pt x="25768" y="85895"/>
                  <a:pt x="23044" y="85895"/>
                </a:cubicBezTo>
                <a:cubicBezTo>
                  <a:pt x="20003" y="85895"/>
                  <a:pt x="17367" y="85016"/>
                  <a:pt x="15135" y="83259"/>
                </a:cubicBezTo>
                <a:cubicBezTo>
                  <a:pt x="12904" y="81501"/>
                  <a:pt x="11354" y="79241"/>
                  <a:pt x="10485" y="76476"/>
                </a:cubicBezTo>
                <a:cubicBezTo>
                  <a:pt x="9616" y="73712"/>
                  <a:pt x="9182" y="69802"/>
                  <a:pt x="9182" y="64747"/>
                </a:cubicBezTo>
                <a:lnTo>
                  <a:pt x="9182" y="40519"/>
                </a:lnTo>
                <a:cubicBezTo>
                  <a:pt x="9182" y="37952"/>
                  <a:pt x="8905" y="36175"/>
                  <a:pt x="8353" y="35187"/>
                </a:cubicBezTo>
                <a:cubicBezTo>
                  <a:pt x="7800" y="34200"/>
                  <a:pt x="6980" y="33440"/>
                  <a:pt x="5894" y="32907"/>
                </a:cubicBezTo>
                <a:cubicBezTo>
                  <a:pt x="4808" y="32374"/>
                  <a:pt x="2843" y="32127"/>
                  <a:pt x="0" y="32166"/>
                </a:cubicBezTo>
                <a:lnTo>
                  <a:pt x="0" y="29974"/>
                </a:lnTo>
                <a:lnTo>
                  <a:pt x="19015" y="29974"/>
                </a:lnTo>
                <a:lnTo>
                  <a:pt x="19015" y="66198"/>
                </a:lnTo>
                <a:cubicBezTo>
                  <a:pt x="19015" y="71241"/>
                  <a:pt x="19894" y="74550"/>
                  <a:pt x="21651" y="76126"/>
                </a:cubicBezTo>
                <a:cubicBezTo>
                  <a:pt x="23409" y="77702"/>
                  <a:pt x="25532" y="78490"/>
                  <a:pt x="28020" y="78490"/>
                </a:cubicBezTo>
                <a:cubicBezTo>
                  <a:pt x="29718" y="78490"/>
                  <a:pt x="31643" y="77958"/>
                  <a:pt x="33795" y="76895"/>
                </a:cubicBezTo>
                <a:cubicBezTo>
                  <a:pt x="35948" y="75831"/>
                  <a:pt x="38505" y="73802"/>
                  <a:pt x="41467" y="70810"/>
                </a:cubicBezTo>
                <a:lnTo>
                  <a:pt x="41467" y="40143"/>
                </a:lnTo>
                <a:cubicBezTo>
                  <a:pt x="41467" y="37070"/>
                  <a:pt x="40904" y="34992"/>
                  <a:pt x="39778" y="33910"/>
                </a:cubicBezTo>
                <a:cubicBezTo>
                  <a:pt x="38653" y="32826"/>
                  <a:pt x="36313" y="32245"/>
                  <a:pt x="32759" y="32166"/>
                </a:cubicBezTo>
                <a:lnTo>
                  <a:pt x="32759" y="29974"/>
                </a:lnTo>
                <a:lnTo>
                  <a:pt x="51241" y="29974"/>
                </a:lnTo>
                <a:close/>
                <a:moveTo>
                  <a:pt x="80295" y="39926"/>
                </a:moveTo>
                <a:cubicBezTo>
                  <a:pt x="86653" y="32265"/>
                  <a:pt x="92715" y="28434"/>
                  <a:pt x="98481" y="28434"/>
                </a:cubicBezTo>
                <a:cubicBezTo>
                  <a:pt x="101443" y="28434"/>
                  <a:pt x="103990" y="29173"/>
                  <a:pt x="106123" y="30652"/>
                </a:cubicBezTo>
                <a:cubicBezTo>
                  <a:pt x="108255" y="32129"/>
                  <a:pt x="109953" y="34562"/>
                  <a:pt x="111217" y="37951"/>
                </a:cubicBezTo>
                <a:cubicBezTo>
                  <a:pt x="112086" y="40314"/>
                  <a:pt x="112520" y="43940"/>
                  <a:pt x="112520" y="48827"/>
                </a:cubicBezTo>
                <a:lnTo>
                  <a:pt x="112520" y="71937"/>
                </a:lnTo>
                <a:cubicBezTo>
                  <a:pt x="112520" y="75365"/>
                  <a:pt x="112797" y="77691"/>
                  <a:pt x="113350" y="78912"/>
                </a:cubicBezTo>
                <a:cubicBezTo>
                  <a:pt x="113784" y="79897"/>
                  <a:pt x="114485" y="80665"/>
                  <a:pt x="115453" y="81217"/>
                </a:cubicBezTo>
                <a:cubicBezTo>
                  <a:pt x="116420" y="81769"/>
                  <a:pt x="118207" y="82045"/>
                  <a:pt x="120814" y="82045"/>
                </a:cubicBezTo>
                <a:lnTo>
                  <a:pt x="120814" y="84236"/>
                </a:lnTo>
                <a:lnTo>
                  <a:pt x="93979" y="84236"/>
                </a:lnTo>
                <a:lnTo>
                  <a:pt x="93979" y="82045"/>
                </a:lnTo>
                <a:lnTo>
                  <a:pt x="95104" y="82045"/>
                </a:lnTo>
                <a:cubicBezTo>
                  <a:pt x="97632" y="82045"/>
                  <a:pt x="99399" y="81661"/>
                  <a:pt x="100406" y="80895"/>
                </a:cubicBezTo>
                <a:cubicBezTo>
                  <a:pt x="101413" y="80129"/>
                  <a:pt x="102114" y="78999"/>
                  <a:pt x="102509" y="77507"/>
                </a:cubicBezTo>
                <a:cubicBezTo>
                  <a:pt x="102667" y="76917"/>
                  <a:pt x="102746" y="75070"/>
                  <a:pt x="102746" y="71967"/>
                </a:cubicBezTo>
                <a:lnTo>
                  <a:pt x="102746" y="49865"/>
                </a:lnTo>
                <a:cubicBezTo>
                  <a:pt x="102746" y="44955"/>
                  <a:pt x="102104" y="41389"/>
                  <a:pt x="100821" y="39169"/>
                </a:cubicBezTo>
                <a:cubicBezTo>
                  <a:pt x="99537" y="36949"/>
                  <a:pt x="97375" y="35839"/>
                  <a:pt x="94334" y="35839"/>
                </a:cubicBezTo>
                <a:cubicBezTo>
                  <a:pt x="89635" y="35839"/>
                  <a:pt x="84955" y="38393"/>
                  <a:pt x="80295" y="43501"/>
                </a:cubicBezTo>
                <a:lnTo>
                  <a:pt x="80295" y="71967"/>
                </a:lnTo>
                <a:cubicBezTo>
                  <a:pt x="80295" y="75621"/>
                  <a:pt x="80512" y="77880"/>
                  <a:pt x="80946" y="78744"/>
                </a:cubicBezTo>
                <a:cubicBezTo>
                  <a:pt x="81499" y="79883"/>
                  <a:pt x="82260" y="80718"/>
                  <a:pt x="83227" y="81249"/>
                </a:cubicBezTo>
                <a:cubicBezTo>
                  <a:pt x="84195" y="81779"/>
                  <a:pt x="86159" y="82045"/>
                  <a:pt x="89121" y="82045"/>
                </a:cubicBezTo>
                <a:lnTo>
                  <a:pt x="89121" y="84236"/>
                </a:lnTo>
                <a:lnTo>
                  <a:pt x="62287" y="84236"/>
                </a:lnTo>
                <a:lnTo>
                  <a:pt x="62287" y="82045"/>
                </a:lnTo>
                <a:lnTo>
                  <a:pt x="63471" y="82045"/>
                </a:lnTo>
                <a:cubicBezTo>
                  <a:pt x="66236" y="82045"/>
                  <a:pt x="68102" y="81345"/>
                  <a:pt x="69069" y="79947"/>
                </a:cubicBezTo>
                <a:cubicBezTo>
                  <a:pt x="70037" y="78548"/>
                  <a:pt x="70521" y="75878"/>
                  <a:pt x="70521" y="71937"/>
                </a:cubicBezTo>
                <a:lnTo>
                  <a:pt x="70521" y="51841"/>
                </a:lnTo>
                <a:cubicBezTo>
                  <a:pt x="70521" y="45339"/>
                  <a:pt x="70373" y="41380"/>
                  <a:pt x="70076" y="39962"/>
                </a:cubicBezTo>
                <a:cubicBezTo>
                  <a:pt x="69780" y="38542"/>
                  <a:pt x="69326" y="37577"/>
                  <a:pt x="68714" y="37064"/>
                </a:cubicBezTo>
                <a:cubicBezTo>
                  <a:pt x="68102" y="36552"/>
                  <a:pt x="67282" y="36296"/>
                  <a:pt x="66255" y="36296"/>
                </a:cubicBezTo>
                <a:cubicBezTo>
                  <a:pt x="65150" y="36296"/>
                  <a:pt x="63827" y="36592"/>
                  <a:pt x="62287" y="37183"/>
                </a:cubicBezTo>
                <a:lnTo>
                  <a:pt x="61398" y="35054"/>
                </a:lnTo>
                <a:lnTo>
                  <a:pt x="77748" y="28434"/>
                </a:lnTo>
                <a:lnTo>
                  <a:pt x="80295" y="28434"/>
                </a:lnTo>
                <a:lnTo>
                  <a:pt x="80295" y="39926"/>
                </a:lnTo>
                <a:close/>
                <a:moveTo>
                  <a:pt x="171370" y="63622"/>
                </a:moveTo>
                <a:cubicBezTo>
                  <a:pt x="169909" y="70770"/>
                  <a:pt x="167046" y="76269"/>
                  <a:pt x="162781" y="80119"/>
                </a:cubicBezTo>
                <a:cubicBezTo>
                  <a:pt x="158516" y="83970"/>
                  <a:pt x="153796" y="85895"/>
                  <a:pt x="148623" y="85895"/>
                </a:cubicBezTo>
                <a:cubicBezTo>
                  <a:pt x="142462" y="85895"/>
                  <a:pt x="137091" y="83311"/>
                  <a:pt x="132510" y="78144"/>
                </a:cubicBezTo>
                <a:cubicBezTo>
                  <a:pt x="127929" y="72976"/>
                  <a:pt x="125639" y="65992"/>
                  <a:pt x="125639" y="57194"/>
                </a:cubicBezTo>
                <a:cubicBezTo>
                  <a:pt x="125639" y="48673"/>
                  <a:pt x="128176" y="41749"/>
                  <a:pt x="133251" y="36424"/>
                </a:cubicBezTo>
                <a:cubicBezTo>
                  <a:pt x="138325" y="31097"/>
                  <a:pt x="144417" y="28434"/>
                  <a:pt x="151525" y="28434"/>
                </a:cubicBezTo>
                <a:cubicBezTo>
                  <a:pt x="156857" y="28434"/>
                  <a:pt x="161241" y="29842"/>
                  <a:pt x="164676" y="32657"/>
                </a:cubicBezTo>
                <a:cubicBezTo>
                  <a:pt x="168112" y="35471"/>
                  <a:pt x="169830" y="38393"/>
                  <a:pt x="169830" y="41424"/>
                </a:cubicBezTo>
                <a:cubicBezTo>
                  <a:pt x="169830" y="42920"/>
                  <a:pt x="169346" y="44130"/>
                  <a:pt x="168379" y="45056"/>
                </a:cubicBezTo>
                <a:cubicBezTo>
                  <a:pt x="167411" y="45980"/>
                  <a:pt x="166059" y="46443"/>
                  <a:pt x="164321" y="46443"/>
                </a:cubicBezTo>
                <a:cubicBezTo>
                  <a:pt x="161991" y="46443"/>
                  <a:pt x="160233" y="45692"/>
                  <a:pt x="159049" y="44191"/>
                </a:cubicBezTo>
                <a:cubicBezTo>
                  <a:pt x="158377" y="43362"/>
                  <a:pt x="157933" y="41782"/>
                  <a:pt x="157716" y="39452"/>
                </a:cubicBezTo>
                <a:cubicBezTo>
                  <a:pt x="157499" y="37122"/>
                  <a:pt x="156699" y="35345"/>
                  <a:pt x="155317" y="34121"/>
                </a:cubicBezTo>
                <a:cubicBezTo>
                  <a:pt x="153934" y="32936"/>
                  <a:pt x="152019" y="32344"/>
                  <a:pt x="149571" y="32344"/>
                </a:cubicBezTo>
                <a:cubicBezTo>
                  <a:pt x="145621" y="32344"/>
                  <a:pt x="142442" y="33805"/>
                  <a:pt x="140033" y="36728"/>
                </a:cubicBezTo>
                <a:cubicBezTo>
                  <a:pt x="136834" y="40598"/>
                  <a:pt x="135235" y="45712"/>
                  <a:pt x="135235" y="52070"/>
                </a:cubicBezTo>
                <a:cubicBezTo>
                  <a:pt x="135235" y="58547"/>
                  <a:pt x="136825" y="64263"/>
                  <a:pt x="140004" y="69220"/>
                </a:cubicBezTo>
                <a:cubicBezTo>
                  <a:pt x="143183" y="74176"/>
                  <a:pt x="147478" y="76654"/>
                  <a:pt x="152888" y="76654"/>
                </a:cubicBezTo>
                <a:cubicBezTo>
                  <a:pt x="156758" y="76654"/>
                  <a:pt x="160233" y="75331"/>
                  <a:pt x="163314" y="72685"/>
                </a:cubicBezTo>
                <a:cubicBezTo>
                  <a:pt x="165486" y="70868"/>
                  <a:pt x="167599" y="67571"/>
                  <a:pt x="169652" y="62792"/>
                </a:cubicBezTo>
                <a:lnTo>
                  <a:pt x="171370" y="63622"/>
                </a:lnTo>
                <a:close/>
                <a:moveTo>
                  <a:pt x="180263" y="2014"/>
                </a:moveTo>
                <a:lnTo>
                  <a:pt x="206328" y="2014"/>
                </a:lnTo>
                <a:lnTo>
                  <a:pt x="206328" y="108287"/>
                </a:lnTo>
                <a:lnTo>
                  <a:pt x="180263" y="108287"/>
                </a:lnTo>
                <a:lnTo>
                  <a:pt x="180263" y="103607"/>
                </a:lnTo>
                <a:lnTo>
                  <a:pt x="197442" y="103607"/>
                </a:lnTo>
                <a:lnTo>
                  <a:pt x="197442" y="6694"/>
                </a:lnTo>
                <a:lnTo>
                  <a:pt x="180263" y="6694"/>
                </a:lnTo>
                <a:lnTo>
                  <a:pt x="180263" y="2014"/>
                </a:lnTo>
                <a:close/>
                <a:moveTo>
                  <a:pt x="308202" y="110419"/>
                </a:moveTo>
                <a:lnTo>
                  <a:pt x="245469" y="110419"/>
                </a:lnTo>
                <a:lnTo>
                  <a:pt x="245469" y="105503"/>
                </a:lnTo>
                <a:lnTo>
                  <a:pt x="308202" y="105503"/>
                </a:lnTo>
                <a:lnTo>
                  <a:pt x="308202" y="110419"/>
                </a:lnTo>
                <a:close/>
                <a:moveTo>
                  <a:pt x="357108" y="63622"/>
                </a:moveTo>
                <a:cubicBezTo>
                  <a:pt x="355646" y="70770"/>
                  <a:pt x="352783" y="76269"/>
                  <a:pt x="348518" y="80119"/>
                </a:cubicBezTo>
                <a:cubicBezTo>
                  <a:pt x="344253" y="83970"/>
                  <a:pt x="339534" y="85895"/>
                  <a:pt x="334360" y="85895"/>
                </a:cubicBezTo>
                <a:cubicBezTo>
                  <a:pt x="328200" y="85895"/>
                  <a:pt x="322829" y="83311"/>
                  <a:pt x="318248" y="78144"/>
                </a:cubicBezTo>
                <a:cubicBezTo>
                  <a:pt x="313667" y="72976"/>
                  <a:pt x="311376" y="65992"/>
                  <a:pt x="311376" y="57194"/>
                </a:cubicBezTo>
                <a:cubicBezTo>
                  <a:pt x="311376" y="48673"/>
                  <a:pt x="313913" y="41749"/>
                  <a:pt x="318988" y="36424"/>
                </a:cubicBezTo>
                <a:cubicBezTo>
                  <a:pt x="324063" y="31097"/>
                  <a:pt x="330154" y="28434"/>
                  <a:pt x="337263" y="28434"/>
                </a:cubicBezTo>
                <a:cubicBezTo>
                  <a:pt x="342594" y="28434"/>
                  <a:pt x="346978" y="29842"/>
                  <a:pt x="350414" y="32657"/>
                </a:cubicBezTo>
                <a:cubicBezTo>
                  <a:pt x="353850" y="35471"/>
                  <a:pt x="355568" y="38393"/>
                  <a:pt x="355568" y="41424"/>
                </a:cubicBezTo>
                <a:cubicBezTo>
                  <a:pt x="355568" y="42920"/>
                  <a:pt x="355084" y="44130"/>
                  <a:pt x="354116" y="45056"/>
                </a:cubicBezTo>
                <a:cubicBezTo>
                  <a:pt x="353149" y="45980"/>
                  <a:pt x="351796" y="46443"/>
                  <a:pt x="350058" y="46443"/>
                </a:cubicBezTo>
                <a:cubicBezTo>
                  <a:pt x="347728" y="46443"/>
                  <a:pt x="345971" y="45692"/>
                  <a:pt x="344786" y="44191"/>
                </a:cubicBezTo>
                <a:cubicBezTo>
                  <a:pt x="344115" y="43362"/>
                  <a:pt x="343671" y="41782"/>
                  <a:pt x="343453" y="39452"/>
                </a:cubicBezTo>
                <a:cubicBezTo>
                  <a:pt x="343236" y="37122"/>
                  <a:pt x="342436" y="35345"/>
                  <a:pt x="341054" y="34121"/>
                </a:cubicBezTo>
                <a:cubicBezTo>
                  <a:pt x="339672" y="32936"/>
                  <a:pt x="337757" y="32344"/>
                  <a:pt x="335308" y="32344"/>
                </a:cubicBezTo>
                <a:cubicBezTo>
                  <a:pt x="331359" y="32344"/>
                  <a:pt x="328180" y="33805"/>
                  <a:pt x="325771" y="36728"/>
                </a:cubicBezTo>
                <a:cubicBezTo>
                  <a:pt x="322572" y="40598"/>
                  <a:pt x="320973" y="45712"/>
                  <a:pt x="320973" y="52070"/>
                </a:cubicBezTo>
                <a:cubicBezTo>
                  <a:pt x="320973" y="58547"/>
                  <a:pt x="322562" y="64263"/>
                  <a:pt x="325741" y="69220"/>
                </a:cubicBezTo>
                <a:cubicBezTo>
                  <a:pt x="328920" y="74176"/>
                  <a:pt x="333215" y="76654"/>
                  <a:pt x="338625" y="76654"/>
                </a:cubicBezTo>
                <a:cubicBezTo>
                  <a:pt x="342496" y="76654"/>
                  <a:pt x="345971" y="75331"/>
                  <a:pt x="349051" y="72685"/>
                </a:cubicBezTo>
                <a:cubicBezTo>
                  <a:pt x="351223" y="70868"/>
                  <a:pt x="353336" y="67571"/>
                  <a:pt x="355390" y="62792"/>
                </a:cubicBezTo>
                <a:lnTo>
                  <a:pt x="357108" y="63622"/>
                </a:lnTo>
                <a:close/>
                <a:moveTo>
                  <a:pt x="400392" y="28434"/>
                </a:moveTo>
                <a:lnTo>
                  <a:pt x="400392" y="46798"/>
                </a:lnTo>
                <a:lnTo>
                  <a:pt x="398437" y="46798"/>
                </a:lnTo>
                <a:cubicBezTo>
                  <a:pt x="396937" y="41038"/>
                  <a:pt x="395011" y="37121"/>
                  <a:pt x="392662" y="35045"/>
                </a:cubicBezTo>
                <a:cubicBezTo>
                  <a:pt x="390312" y="32968"/>
                  <a:pt x="387320" y="31929"/>
                  <a:pt x="383687" y="31929"/>
                </a:cubicBezTo>
                <a:cubicBezTo>
                  <a:pt x="380923" y="31929"/>
                  <a:pt x="378691" y="32659"/>
                  <a:pt x="376993" y="34119"/>
                </a:cubicBezTo>
                <a:cubicBezTo>
                  <a:pt x="375295" y="35578"/>
                  <a:pt x="374446" y="37195"/>
                  <a:pt x="374446" y="38971"/>
                </a:cubicBezTo>
                <a:cubicBezTo>
                  <a:pt x="374446" y="41180"/>
                  <a:pt x="375078" y="43073"/>
                  <a:pt x="376342" y="44651"/>
                </a:cubicBezTo>
                <a:cubicBezTo>
                  <a:pt x="377566" y="46269"/>
                  <a:pt x="380054" y="47985"/>
                  <a:pt x="383806" y="49799"/>
                </a:cubicBezTo>
                <a:lnTo>
                  <a:pt x="392454" y="54001"/>
                </a:lnTo>
                <a:cubicBezTo>
                  <a:pt x="400471" y="57906"/>
                  <a:pt x="404480" y="63054"/>
                  <a:pt x="404480" y="69445"/>
                </a:cubicBezTo>
                <a:cubicBezTo>
                  <a:pt x="404480" y="74376"/>
                  <a:pt x="402614" y="78350"/>
                  <a:pt x="398882" y="81369"/>
                </a:cubicBezTo>
                <a:cubicBezTo>
                  <a:pt x="395150" y="84386"/>
                  <a:pt x="390973" y="85895"/>
                  <a:pt x="386353" y="85895"/>
                </a:cubicBezTo>
                <a:cubicBezTo>
                  <a:pt x="383036" y="85895"/>
                  <a:pt x="379244" y="85303"/>
                  <a:pt x="374979" y="84118"/>
                </a:cubicBezTo>
                <a:cubicBezTo>
                  <a:pt x="373676" y="83723"/>
                  <a:pt x="372610" y="83525"/>
                  <a:pt x="371780" y="83525"/>
                </a:cubicBezTo>
                <a:cubicBezTo>
                  <a:pt x="370872" y="83525"/>
                  <a:pt x="370161" y="84039"/>
                  <a:pt x="369648" y="85066"/>
                </a:cubicBezTo>
                <a:lnTo>
                  <a:pt x="367693" y="85066"/>
                </a:lnTo>
                <a:lnTo>
                  <a:pt x="367693" y="65636"/>
                </a:lnTo>
                <a:lnTo>
                  <a:pt x="369648" y="65636"/>
                </a:lnTo>
                <a:cubicBezTo>
                  <a:pt x="370754" y="71184"/>
                  <a:pt x="372866" y="75365"/>
                  <a:pt x="375986" y="78179"/>
                </a:cubicBezTo>
                <a:cubicBezTo>
                  <a:pt x="379106" y="80993"/>
                  <a:pt x="382601" y="82400"/>
                  <a:pt x="386471" y="82400"/>
                </a:cubicBezTo>
                <a:cubicBezTo>
                  <a:pt x="389196" y="82400"/>
                  <a:pt x="391418" y="81601"/>
                  <a:pt x="393136" y="80005"/>
                </a:cubicBezTo>
                <a:cubicBezTo>
                  <a:pt x="394853" y="78406"/>
                  <a:pt x="395712" y="76483"/>
                  <a:pt x="395712" y="74234"/>
                </a:cubicBezTo>
                <a:cubicBezTo>
                  <a:pt x="395712" y="71512"/>
                  <a:pt x="394755" y="69224"/>
                  <a:pt x="392839" y="67370"/>
                </a:cubicBezTo>
                <a:cubicBezTo>
                  <a:pt x="390924" y="65517"/>
                  <a:pt x="387103" y="63170"/>
                  <a:pt x="381377" y="60330"/>
                </a:cubicBezTo>
                <a:cubicBezTo>
                  <a:pt x="375651" y="57489"/>
                  <a:pt x="371899" y="54925"/>
                  <a:pt x="370122" y="52637"/>
                </a:cubicBezTo>
                <a:cubicBezTo>
                  <a:pt x="368345" y="50388"/>
                  <a:pt x="367456" y="47548"/>
                  <a:pt x="367456" y="44116"/>
                </a:cubicBezTo>
                <a:cubicBezTo>
                  <a:pt x="367456" y="39658"/>
                  <a:pt x="368986" y="35930"/>
                  <a:pt x="372047" y="32933"/>
                </a:cubicBezTo>
                <a:cubicBezTo>
                  <a:pt x="375108" y="29934"/>
                  <a:pt x="379067" y="28434"/>
                  <a:pt x="383924" y="28434"/>
                </a:cubicBezTo>
                <a:cubicBezTo>
                  <a:pt x="386057" y="28434"/>
                  <a:pt x="388643" y="28888"/>
                  <a:pt x="391684" y="29797"/>
                </a:cubicBezTo>
                <a:cubicBezTo>
                  <a:pt x="393698" y="30389"/>
                  <a:pt x="395041" y="30685"/>
                  <a:pt x="395712" y="30685"/>
                </a:cubicBezTo>
                <a:cubicBezTo>
                  <a:pt x="396344" y="30685"/>
                  <a:pt x="396838" y="30547"/>
                  <a:pt x="397193" y="30271"/>
                </a:cubicBezTo>
                <a:cubicBezTo>
                  <a:pt x="397549" y="29994"/>
                  <a:pt x="397963" y="29382"/>
                  <a:pt x="398437" y="28434"/>
                </a:cubicBezTo>
                <a:lnTo>
                  <a:pt x="400392" y="28434"/>
                </a:lnTo>
                <a:close/>
                <a:moveTo>
                  <a:pt x="428832" y="12085"/>
                </a:moveTo>
                <a:lnTo>
                  <a:pt x="428832" y="29974"/>
                </a:lnTo>
                <a:lnTo>
                  <a:pt x="441509" y="29974"/>
                </a:lnTo>
                <a:lnTo>
                  <a:pt x="441509" y="34121"/>
                </a:lnTo>
                <a:lnTo>
                  <a:pt x="428832" y="34121"/>
                </a:lnTo>
                <a:lnTo>
                  <a:pt x="428832" y="69260"/>
                </a:lnTo>
                <a:cubicBezTo>
                  <a:pt x="428832" y="72771"/>
                  <a:pt x="429335" y="75138"/>
                  <a:pt x="430342" y="76361"/>
                </a:cubicBezTo>
                <a:cubicBezTo>
                  <a:pt x="431349" y="77583"/>
                  <a:pt x="432643" y="78194"/>
                  <a:pt x="434222" y="78194"/>
                </a:cubicBezTo>
                <a:cubicBezTo>
                  <a:pt x="435526" y="78194"/>
                  <a:pt x="436789" y="77789"/>
                  <a:pt x="438014" y="76980"/>
                </a:cubicBezTo>
                <a:cubicBezTo>
                  <a:pt x="439238" y="76170"/>
                  <a:pt x="440186" y="74975"/>
                  <a:pt x="440857" y="73396"/>
                </a:cubicBezTo>
                <a:lnTo>
                  <a:pt x="443167" y="73396"/>
                </a:lnTo>
                <a:cubicBezTo>
                  <a:pt x="441785" y="77277"/>
                  <a:pt x="439830" y="80212"/>
                  <a:pt x="437303" y="82202"/>
                </a:cubicBezTo>
                <a:cubicBezTo>
                  <a:pt x="434775" y="84190"/>
                  <a:pt x="432169" y="85184"/>
                  <a:pt x="429483" y="85184"/>
                </a:cubicBezTo>
                <a:cubicBezTo>
                  <a:pt x="427667" y="85184"/>
                  <a:pt x="425890" y="84680"/>
                  <a:pt x="424152" y="83672"/>
                </a:cubicBezTo>
                <a:cubicBezTo>
                  <a:pt x="422414" y="82663"/>
                  <a:pt x="421131" y="81221"/>
                  <a:pt x="420302" y="79344"/>
                </a:cubicBezTo>
                <a:cubicBezTo>
                  <a:pt x="419472" y="77465"/>
                  <a:pt x="419058" y="74569"/>
                  <a:pt x="419058" y="70654"/>
                </a:cubicBezTo>
                <a:lnTo>
                  <a:pt x="419058" y="34121"/>
                </a:lnTo>
                <a:lnTo>
                  <a:pt x="410468" y="34121"/>
                </a:lnTo>
                <a:lnTo>
                  <a:pt x="410468" y="32166"/>
                </a:lnTo>
                <a:cubicBezTo>
                  <a:pt x="412640" y="31295"/>
                  <a:pt x="414862" y="29820"/>
                  <a:pt x="417132" y="27740"/>
                </a:cubicBezTo>
                <a:cubicBezTo>
                  <a:pt x="419403" y="25661"/>
                  <a:pt x="421427" y="23195"/>
                  <a:pt x="423204" y="20343"/>
                </a:cubicBezTo>
                <a:cubicBezTo>
                  <a:pt x="424112" y="18838"/>
                  <a:pt x="425376" y="16086"/>
                  <a:pt x="426995" y="12085"/>
                </a:cubicBezTo>
                <a:lnTo>
                  <a:pt x="428832" y="12085"/>
                </a:lnTo>
                <a:close/>
                <a:moveTo>
                  <a:pt x="477497" y="76417"/>
                </a:moveTo>
                <a:cubicBezTo>
                  <a:pt x="471928" y="80722"/>
                  <a:pt x="468433" y="83210"/>
                  <a:pt x="467011" y="83881"/>
                </a:cubicBezTo>
                <a:cubicBezTo>
                  <a:pt x="464879" y="84908"/>
                  <a:pt x="462608" y="85421"/>
                  <a:pt x="460199" y="85421"/>
                </a:cubicBezTo>
                <a:cubicBezTo>
                  <a:pt x="456447" y="85421"/>
                  <a:pt x="453357" y="84138"/>
                  <a:pt x="450928" y="81571"/>
                </a:cubicBezTo>
                <a:cubicBezTo>
                  <a:pt x="448500" y="79004"/>
                  <a:pt x="447285" y="75627"/>
                  <a:pt x="447285" y="71441"/>
                </a:cubicBezTo>
                <a:cubicBezTo>
                  <a:pt x="447285" y="68795"/>
                  <a:pt x="447878" y="66504"/>
                  <a:pt x="449062" y="64569"/>
                </a:cubicBezTo>
                <a:cubicBezTo>
                  <a:pt x="450682" y="61884"/>
                  <a:pt x="453495" y="59356"/>
                  <a:pt x="457504" y="56987"/>
                </a:cubicBezTo>
                <a:cubicBezTo>
                  <a:pt x="461512" y="54617"/>
                  <a:pt x="468177" y="51734"/>
                  <a:pt x="477497" y="48338"/>
                </a:cubicBezTo>
                <a:lnTo>
                  <a:pt x="477497" y="46206"/>
                </a:lnTo>
                <a:cubicBezTo>
                  <a:pt x="477497" y="40795"/>
                  <a:pt x="476638" y="37083"/>
                  <a:pt x="474920" y="35069"/>
                </a:cubicBezTo>
                <a:cubicBezTo>
                  <a:pt x="473202" y="33055"/>
                  <a:pt x="470704" y="32048"/>
                  <a:pt x="467426" y="32048"/>
                </a:cubicBezTo>
                <a:cubicBezTo>
                  <a:pt x="464938" y="32048"/>
                  <a:pt x="462964" y="32717"/>
                  <a:pt x="461502" y="34054"/>
                </a:cubicBezTo>
                <a:cubicBezTo>
                  <a:pt x="460002" y="35392"/>
                  <a:pt x="459251" y="36927"/>
                  <a:pt x="459251" y="38658"/>
                </a:cubicBezTo>
                <a:lnTo>
                  <a:pt x="459370" y="42081"/>
                </a:lnTo>
                <a:cubicBezTo>
                  <a:pt x="459370" y="43890"/>
                  <a:pt x="458906" y="45287"/>
                  <a:pt x="457978" y="46270"/>
                </a:cubicBezTo>
                <a:cubicBezTo>
                  <a:pt x="457050" y="47254"/>
                  <a:pt x="455835" y="47746"/>
                  <a:pt x="454335" y="47746"/>
                </a:cubicBezTo>
                <a:cubicBezTo>
                  <a:pt x="452873" y="47746"/>
                  <a:pt x="451679" y="47234"/>
                  <a:pt x="450751" y="46211"/>
                </a:cubicBezTo>
                <a:cubicBezTo>
                  <a:pt x="449823" y="45187"/>
                  <a:pt x="449359" y="43789"/>
                  <a:pt x="449359" y="42016"/>
                </a:cubicBezTo>
                <a:cubicBezTo>
                  <a:pt x="449359" y="38631"/>
                  <a:pt x="451096" y="35521"/>
                  <a:pt x="454572" y="32686"/>
                </a:cubicBezTo>
                <a:cubicBezTo>
                  <a:pt x="458047" y="29852"/>
                  <a:pt x="462924" y="28434"/>
                  <a:pt x="469203" y="28434"/>
                </a:cubicBezTo>
                <a:cubicBezTo>
                  <a:pt x="474021" y="28434"/>
                  <a:pt x="477971" y="29243"/>
                  <a:pt x="481051" y="30859"/>
                </a:cubicBezTo>
                <a:cubicBezTo>
                  <a:pt x="483381" y="32082"/>
                  <a:pt x="485099" y="33996"/>
                  <a:pt x="486205" y="36600"/>
                </a:cubicBezTo>
                <a:cubicBezTo>
                  <a:pt x="486915" y="38295"/>
                  <a:pt x="487271" y="41766"/>
                  <a:pt x="487271" y="47013"/>
                </a:cubicBezTo>
                <a:lnTo>
                  <a:pt x="487271" y="65413"/>
                </a:lnTo>
                <a:cubicBezTo>
                  <a:pt x="487271" y="70581"/>
                  <a:pt x="487370" y="73746"/>
                  <a:pt x="487567" y="74910"/>
                </a:cubicBezTo>
                <a:cubicBezTo>
                  <a:pt x="487765" y="76074"/>
                  <a:pt x="488090" y="76853"/>
                  <a:pt x="488544" y="77248"/>
                </a:cubicBezTo>
                <a:cubicBezTo>
                  <a:pt x="488999" y="77642"/>
                  <a:pt x="489522" y="77839"/>
                  <a:pt x="490114" y="77839"/>
                </a:cubicBezTo>
                <a:cubicBezTo>
                  <a:pt x="490746" y="77839"/>
                  <a:pt x="491299" y="77700"/>
                  <a:pt x="491773" y="77424"/>
                </a:cubicBezTo>
                <a:cubicBezTo>
                  <a:pt x="492602" y="76911"/>
                  <a:pt x="494202" y="75469"/>
                  <a:pt x="496571" y="73100"/>
                </a:cubicBezTo>
                <a:lnTo>
                  <a:pt x="496571" y="76417"/>
                </a:lnTo>
                <a:cubicBezTo>
                  <a:pt x="492148" y="82341"/>
                  <a:pt x="487922" y="85303"/>
                  <a:pt x="483894" y="85303"/>
                </a:cubicBezTo>
                <a:cubicBezTo>
                  <a:pt x="481959" y="85303"/>
                  <a:pt x="480419" y="84631"/>
                  <a:pt x="479274" y="83289"/>
                </a:cubicBezTo>
                <a:cubicBezTo>
                  <a:pt x="478128" y="81946"/>
                  <a:pt x="477536" y="79655"/>
                  <a:pt x="477497" y="76417"/>
                </a:cubicBezTo>
                <a:moveTo>
                  <a:pt x="477497" y="72533"/>
                </a:moveTo>
                <a:lnTo>
                  <a:pt x="477497" y="51952"/>
                </a:lnTo>
                <a:cubicBezTo>
                  <a:pt x="471533" y="54310"/>
                  <a:pt x="467683" y="55981"/>
                  <a:pt x="465945" y="56965"/>
                </a:cubicBezTo>
                <a:cubicBezTo>
                  <a:pt x="462825" y="58695"/>
                  <a:pt x="460594" y="60504"/>
                  <a:pt x="459251" y="62390"/>
                </a:cubicBezTo>
                <a:cubicBezTo>
                  <a:pt x="457909" y="64277"/>
                  <a:pt x="457237" y="66342"/>
                  <a:pt x="457237" y="68583"/>
                </a:cubicBezTo>
                <a:cubicBezTo>
                  <a:pt x="457237" y="71414"/>
                  <a:pt x="458086" y="73763"/>
                  <a:pt x="459784" y="75630"/>
                </a:cubicBezTo>
                <a:cubicBezTo>
                  <a:pt x="461483" y="77497"/>
                  <a:pt x="463437" y="78431"/>
                  <a:pt x="465649" y="78431"/>
                </a:cubicBezTo>
                <a:cubicBezTo>
                  <a:pt x="468650" y="78431"/>
                  <a:pt x="472600" y="76465"/>
                  <a:pt x="477497" y="72533"/>
                </a:cubicBezTo>
                <a:close/>
                <a:moveTo>
                  <a:pt x="547143" y="63622"/>
                </a:moveTo>
                <a:cubicBezTo>
                  <a:pt x="545681" y="70770"/>
                  <a:pt x="542818" y="76269"/>
                  <a:pt x="538553" y="80119"/>
                </a:cubicBezTo>
                <a:cubicBezTo>
                  <a:pt x="534288" y="83970"/>
                  <a:pt x="529569" y="85895"/>
                  <a:pt x="524395" y="85895"/>
                </a:cubicBezTo>
                <a:cubicBezTo>
                  <a:pt x="518234" y="85895"/>
                  <a:pt x="512864" y="83311"/>
                  <a:pt x="508283" y="78144"/>
                </a:cubicBezTo>
                <a:cubicBezTo>
                  <a:pt x="503701" y="72976"/>
                  <a:pt x="501411" y="65992"/>
                  <a:pt x="501411" y="57194"/>
                </a:cubicBezTo>
                <a:cubicBezTo>
                  <a:pt x="501411" y="48673"/>
                  <a:pt x="503948" y="41749"/>
                  <a:pt x="509023" y="36424"/>
                </a:cubicBezTo>
                <a:cubicBezTo>
                  <a:pt x="514098" y="31097"/>
                  <a:pt x="520189" y="28434"/>
                  <a:pt x="527298" y="28434"/>
                </a:cubicBezTo>
                <a:cubicBezTo>
                  <a:pt x="532629" y="28434"/>
                  <a:pt x="537013" y="29842"/>
                  <a:pt x="540449" y="32657"/>
                </a:cubicBezTo>
                <a:cubicBezTo>
                  <a:pt x="543885" y="35471"/>
                  <a:pt x="545602" y="38393"/>
                  <a:pt x="545602" y="41424"/>
                </a:cubicBezTo>
                <a:cubicBezTo>
                  <a:pt x="545602" y="42920"/>
                  <a:pt x="545119" y="44130"/>
                  <a:pt x="544151" y="45056"/>
                </a:cubicBezTo>
                <a:cubicBezTo>
                  <a:pt x="543184" y="45980"/>
                  <a:pt x="541831" y="46443"/>
                  <a:pt x="540093" y="46443"/>
                </a:cubicBezTo>
                <a:cubicBezTo>
                  <a:pt x="537763" y="46443"/>
                  <a:pt x="536006" y="45692"/>
                  <a:pt x="534821" y="44191"/>
                </a:cubicBezTo>
                <a:cubicBezTo>
                  <a:pt x="534150" y="43362"/>
                  <a:pt x="533705" y="41782"/>
                  <a:pt x="533488" y="39452"/>
                </a:cubicBezTo>
                <a:cubicBezTo>
                  <a:pt x="533271" y="37122"/>
                  <a:pt x="532471" y="35345"/>
                  <a:pt x="531089" y="34121"/>
                </a:cubicBezTo>
                <a:cubicBezTo>
                  <a:pt x="529707" y="32936"/>
                  <a:pt x="527792" y="32344"/>
                  <a:pt x="525343" y="32344"/>
                </a:cubicBezTo>
                <a:cubicBezTo>
                  <a:pt x="521394" y="32344"/>
                  <a:pt x="518215" y="33805"/>
                  <a:pt x="515806" y="36728"/>
                </a:cubicBezTo>
                <a:cubicBezTo>
                  <a:pt x="512607" y="40598"/>
                  <a:pt x="511007" y="45712"/>
                  <a:pt x="511007" y="52070"/>
                </a:cubicBezTo>
                <a:cubicBezTo>
                  <a:pt x="511007" y="58547"/>
                  <a:pt x="512597" y="64263"/>
                  <a:pt x="515776" y="69220"/>
                </a:cubicBezTo>
                <a:cubicBezTo>
                  <a:pt x="518955" y="74176"/>
                  <a:pt x="523250" y="76654"/>
                  <a:pt x="528660" y="76654"/>
                </a:cubicBezTo>
                <a:cubicBezTo>
                  <a:pt x="532531" y="76654"/>
                  <a:pt x="536006" y="75331"/>
                  <a:pt x="539086" y="72685"/>
                </a:cubicBezTo>
                <a:cubicBezTo>
                  <a:pt x="541258" y="70868"/>
                  <a:pt x="543371" y="67571"/>
                  <a:pt x="545425" y="62792"/>
                </a:cubicBezTo>
                <a:lnTo>
                  <a:pt x="547143" y="63622"/>
                </a:lnTo>
                <a:close/>
                <a:moveTo>
                  <a:pt x="571411" y="0"/>
                </a:moveTo>
                <a:lnTo>
                  <a:pt x="571411" y="53966"/>
                </a:lnTo>
                <a:lnTo>
                  <a:pt x="585213" y="41407"/>
                </a:lnTo>
                <a:cubicBezTo>
                  <a:pt x="588135" y="38722"/>
                  <a:pt x="589834" y="37024"/>
                  <a:pt x="590308" y="36313"/>
                </a:cubicBezTo>
                <a:cubicBezTo>
                  <a:pt x="590623" y="35839"/>
                  <a:pt x="590781" y="35365"/>
                  <a:pt x="590781" y="34891"/>
                </a:cubicBezTo>
                <a:cubicBezTo>
                  <a:pt x="590781" y="34101"/>
                  <a:pt x="590456" y="33420"/>
                  <a:pt x="589804" y="32847"/>
                </a:cubicBezTo>
                <a:cubicBezTo>
                  <a:pt x="589152" y="32275"/>
                  <a:pt x="588076" y="31949"/>
                  <a:pt x="586576" y="31870"/>
                </a:cubicBezTo>
                <a:lnTo>
                  <a:pt x="586576" y="29974"/>
                </a:lnTo>
                <a:lnTo>
                  <a:pt x="610152" y="29974"/>
                </a:lnTo>
                <a:lnTo>
                  <a:pt x="610152" y="31870"/>
                </a:lnTo>
                <a:cubicBezTo>
                  <a:pt x="606914" y="31949"/>
                  <a:pt x="604219" y="32443"/>
                  <a:pt x="602066" y="33351"/>
                </a:cubicBezTo>
                <a:cubicBezTo>
                  <a:pt x="599914" y="34259"/>
                  <a:pt x="597554" y="35878"/>
                  <a:pt x="594987" y="38208"/>
                </a:cubicBezTo>
                <a:lnTo>
                  <a:pt x="581066" y="51063"/>
                </a:lnTo>
                <a:lnTo>
                  <a:pt x="594987" y="68623"/>
                </a:lnTo>
                <a:cubicBezTo>
                  <a:pt x="598858" y="73471"/>
                  <a:pt x="601464" y="76545"/>
                  <a:pt x="602807" y="77846"/>
                </a:cubicBezTo>
                <a:cubicBezTo>
                  <a:pt x="604702" y="79698"/>
                  <a:pt x="606361" y="80901"/>
                  <a:pt x="607783" y="81454"/>
                </a:cubicBezTo>
                <a:cubicBezTo>
                  <a:pt x="608770" y="81848"/>
                  <a:pt x="610488" y="82045"/>
                  <a:pt x="612936" y="82045"/>
                </a:cubicBezTo>
                <a:lnTo>
                  <a:pt x="612936" y="84236"/>
                </a:lnTo>
                <a:lnTo>
                  <a:pt x="586576" y="84236"/>
                </a:lnTo>
                <a:lnTo>
                  <a:pt x="586576" y="82045"/>
                </a:lnTo>
                <a:cubicBezTo>
                  <a:pt x="588076" y="82005"/>
                  <a:pt x="589093" y="81779"/>
                  <a:pt x="589626" y="81365"/>
                </a:cubicBezTo>
                <a:cubicBezTo>
                  <a:pt x="590159" y="80950"/>
                  <a:pt x="590426" y="80369"/>
                  <a:pt x="590426" y="79621"/>
                </a:cubicBezTo>
                <a:cubicBezTo>
                  <a:pt x="590426" y="78714"/>
                  <a:pt x="589636" y="77256"/>
                  <a:pt x="588056" y="75247"/>
                </a:cubicBezTo>
                <a:lnTo>
                  <a:pt x="571411" y="54025"/>
                </a:lnTo>
                <a:lnTo>
                  <a:pt x="571411" y="71994"/>
                </a:lnTo>
                <a:cubicBezTo>
                  <a:pt x="571411" y="75502"/>
                  <a:pt x="571657" y="77808"/>
                  <a:pt x="572151" y="78912"/>
                </a:cubicBezTo>
                <a:cubicBezTo>
                  <a:pt x="572645" y="80016"/>
                  <a:pt x="573346" y="80804"/>
                  <a:pt x="574254" y="81276"/>
                </a:cubicBezTo>
                <a:cubicBezTo>
                  <a:pt x="575162" y="81749"/>
                  <a:pt x="577137" y="82005"/>
                  <a:pt x="580178" y="82045"/>
                </a:cubicBezTo>
                <a:lnTo>
                  <a:pt x="580178" y="84236"/>
                </a:lnTo>
                <a:lnTo>
                  <a:pt x="552573" y="84236"/>
                </a:lnTo>
                <a:lnTo>
                  <a:pt x="552573" y="82045"/>
                </a:lnTo>
                <a:cubicBezTo>
                  <a:pt x="555337" y="82045"/>
                  <a:pt x="557411" y="81709"/>
                  <a:pt x="558793" y="81037"/>
                </a:cubicBezTo>
                <a:cubicBezTo>
                  <a:pt x="559622" y="80604"/>
                  <a:pt x="560254" y="79934"/>
                  <a:pt x="560689" y="79025"/>
                </a:cubicBezTo>
                <a:cubicBezTo>
                  <a:pt x="561281" y="77723"/>
                  <a:pt x="561577" y="75474"/>
                  <a:pt x="561577" y="72278"/>
                </a:cubicBezTo>
                <a:lnTo>
                  <a:pt x="561577" y="22908"/>
                </a:lnTo>
                <a:cubicBezTo>
                  <a:pt x="561577" y="16634"/>
                  <a:pt x="561439" y="12797"/>
                  <a:pt x="561162" y="11396"/>
                </a:cubicBezTo>
                <a:cubicBezTo>
                  <a:pt x="560886" y="9994"/>
                  <a:pt x="560432" y="9027"/>
                  <a:pt x="559800" y="8495"/>
                </a:cubicBezTo>
                <a:cubicBezTo>
                  <a:pt x="559168" y="7962"/>
                  <a:pt x="558339" y="7695"/>
                  <a:pt x="557312" y="7695"/>
                </a:cubicBezTo>
                <a:cubicBezTo>
                  <a:pt x="556483" y="7695"/>
                  <a:pt x="555239" y="8031"/>
                  <a:pt x="553580" y="8702"/>
                </a:cubicBezTo>
                <a:lnTo>
                  <a:pt x="552573" y="6629"/>
                </a:lnTo>
                <a:lnTo>
                  <a:pt x="568686" y="0"/>
                </a:lnTo>
                <a:lnTo>
                  <a:pt x="5714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40502ce2c4f37"/>
          <a:stretch xmlns:a="http://schemas.openxmlformats.org/drawingml/2006/main"/>
        </p:blipFill>
        <p:spPr>
          <a:xfrm xmlns:a="http://schemas.openxmlformats.org/drawingml/2006/main">
            <a:off x="9350221" y="1520788"/>
            <a:ext cx="136484" cy="138380"/>
          </a:xfrm>
          <a:prstGeom xmlns:a="http://schemas.openxmlformats.org/drawingml/2006/main" prst="rect">
            <a:avLst/>
          </a:prstGeom>
        </p:spPr>
      </p:pic>
      <p:sp>
        <p:nvSpPr>
          <p:cNvPr id="211" name="Text [f">
            <a:extLst xmlns:a="http://schemas.openxmlformats.org/drawingml/2006/main">
              <a:ext uri="{FF2B5EF4-FFF2-40B4-BE49-F238E27FC236}">
                <a16:creationId xmlns:a16="http://schemas.microsoft.com/office/drawing/2014/main" id="{308966A0-5525-4747-9EE3-568E906A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28" y="1540810"/>
            <a:ext cx="82953" cy="108287"/>
          </a:xfrm>
          <a:custGeom xmlns:a="http://schemas.openxmlformats.org/drawingml/2006/main">
            <a:pathLst>
              <a:path w="82953" h="108287">
                <a:moveTo>
                  <a:pt x="26065" y="108287"/>
                </a:moveTo>
                <a:lnTo>
                  <a:pt x="0" y="108287"/>
                </a:lnTo>
                <a:lnTo>
                  <a:pt x="0" y="2014"/>
                </a:lnTo>
                <a:lnTo>
                  <a:pt x="26065" y="2014"/>
                </a:lnTo>
                <a:lnTo>
                  <a:pt x="26065" y="6694"/>
                </a:lnTo>
                <a:lnTo>
                  <a:pt x="8886" y="6694"/>
                </a:lnTo>
                <a:lnTo>
                  <a:pt x="8886" y="103726"/>
                </a:lnTo>
                <a:lnTo>
                  <a:pt x="26065" y="103726"/>
                </a:lnTo>
                <a:lnTo>
                  <a:pt x="26065" y="108287"/>
                </a:lnTo>
                <a:close/>
                <a:moveTo>
                  <a:pt x="55230" y="34121"/>
                </a:moveTo>
                <a:lnTo>
                  <a:pt x="55230" y="69827"/>
                </a:lnTo>
                <a:cubicBezTo>
                  <a:pt x="55230" y="74888"/>
                  <a:pt x="55783" y="78090"/>
                  <a:pt x="56888" y="79434"/>
                </a:cubicBezTo>
                <a:cubicBezTo>
                  <a:pt x="58350" y="81174"/>
                  <a:pt x="60304" y="82045"/>
                  <a:pt x="62753" y="82045"/>
                </a:cubicBezTo>
                <a:lnTo>
                  <a:pt x="67670" y="82045"/>
                </a:lnTo>
                <a:lnTo>
                  <a:pt x="67670" y="84236"/>
                </a:lnTo>
                <a:lnTo>
                  <a:pt x="35267" y="84236"/>
                </a:lnTo>
                <a:lnTo>
                  <a:pt x="35267" y="82045"/>
                </a:lnTo>
                <a:lnTo>
                  <a:pt x="37695" y="82045"/>
                </a:lnTo>
                <a:cubicBezTo>
                  <a:pt x="39275" y="82045"/>
                  <a:pt x="40716" y="81649"/>
                  <a:pt x="42020" y="80858"/>
                </a:cubicBezTo>
                <a:cubicBezTo>
                  <a:pt x="43323" y="80067"/>
                  <a:pt x="44221" y="78999"/>
                  <a:pt x="44715" y="77655"/>
                </a:cubicBezTo>
                <a:cubicBezTo>
                  <a:pt x="45209" y="76311"/>
                  <a:pt x="45455" y="73702"/>
                  <a:pt x="45455" y="69827"/>
                </a:cubicBezTo>
                <a:lnTo>
                  <a:pt x="45455" y="34121"/>
                </a:lnTo>
                <a:lnTo>
                  <a:pt x="34911" y="34121"/>
                </a:lnTo>
                <a:lnTo>
                  <a:pt x="34911" y="29974"/>
                </a:lnTo>
                <a:lnTo>
                  <a:pt x="45455" y="29974"/>
                </a:lnTo>
                <a:lnTo>
                  <a:pt x="45455" y="26405"/>
                </a:lnTo>
                <a:cubicBezTo>
                  <a:pt x="45455" y="20974"/>
                  <a:pt x="46324" y="16375"/>
                  <a:pt x="48062" y="12608"/>
                </a:cubicBezTo>
                <a:cubicBezTo>
                  <a:pt x="49800" y="8842"/>
                  <a:pt x="52455" y="5799"/>
                  <a:pt x="56029" y="3480"/>
                </a:cubicBezTo>
                <a:cubicBezTo>
                  <a:pt x="59603" y="1160"/>
                  <a:pt x="63622" y="0"/>
                  <a:pt x="68084" y="0"/>
                </a:cubicBezTo>
                <a:cubicBezTo>
                  <a:pt x="72231" y="0"/>
                  <a:pt x="76042" y="1343"/>
                  <a:pt x="79517" y="4028"/>
                </a:cubicBezTo>
                <a:cubicBezTo>
                  <a:pt x="81808" y="5805"/>
                  <a:pt x="82953" y="7800"/>
                  <a:pt x="82953" y="10011"/>
                </a:cubicBezTo>
                <a:cubicBezTo>
                  <a:pt x="82953" y="11196"/>
                  <a:pt x="82440" y="12312"/>
                  <a:pt x="81413" y="13358"/>
                </a:cubicBezTo>
                <a:cubicBezTo>
                  <a:pt x="80386" y="14405"/>
                  <a:pt x="79280" y="14928"/>
                  <a:pt x="78096" y="14928"/>
                </a:cubicBezTo>
                <a:cubicBezTo>
                  <a:pt x="77187" y="14928"/>
                  <a:pt x="76230" y="14598"/>
                  <a:pt x="75223" y="13939"/>
                </a:cubicBezTo>
                <a:cubicBezTo>
                  <a:pt x="74215" y="13280"/>
                  <a:pt x="72981" y="11863"/>
                  <a:pt x="71520" y="9687"/>
                </a:cubicBezTo>
                <a:cubicBezTo>
                  <a:pt x="70059" y="7511"/>
                  <a:pt x="68716" y="6044"/>
                  <a:pt x="67492" y="5285"/>
                </a:cubicBezTo>
                <a:cubicBezTo>
                  <a:pt x="66268" y="4526"/>
                  <a:pt x="64905" y="4147"/>
                  <a:pt x="63405" y="4147"/>
                </a:cubicBezTo>
                <a:cubicBezTo>
                  <a:pt x="61588" y="4147"/>
                  <a:pt x="60048" y="4635"/>
                  <a:pt x="58784" y="5613"/>
                </a:cubicBezTo>
                <a:cubicBezTo>
                  <a:pt x="57520" y="6589"/>
                  <a:pt x="56612" y="8103"/>
                  <a:pt x="56059" y="10156"/>
                </a:cubicBezTo>
                <a:cubicBezTo>
                  <a:pt x="55506" y="12208"/>
                  <a:pt x="55230" y="17499"/>
                  <a:pt x="55230" y="26028"/>
                </a:cubicBezTo>
                <a:lnTo>
                  <a:pt x="55230" y="29974"/>
                </a:lnTo>
                <a:lnTo>
                  <a:pt x="69210" y="29974"/>
                </a:lnTo>
                <a:lnTo>
                  <a:pt x="69210" y="34121"/>
                </a:lnTo>
                <a:lnTo>
                  <a:pt x="55230" y="34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unc]separability_matrix">
            <a:extLst xmlns:a="http://schemas.openxmlformats.org/drawingml/2006/main">
              <a:ext uri="{FF2B5EF4-FFF2-40B4-BE49-F238E27FC236}">
                <a16:creationId xmlns:a16="http://schemas.microsoft.com/office/drawing/2014/main" id="{B4B0CE32-705D-49CA-B5E8-AD009886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59" y="1540810"/>
            <a:ext cx="1190748" cy="110419"/>
          </a:xfrm>
          <a:custGeom xmlns:a="http://schemas.openxmlformats.org/drawingml/2006/main">
            <a:pathLst>
              <a:path w="1190748" h="110419">
                <a:moveTo>
                  <a:pt x="51241" y="29974"/>
                </a:moveTo>
                <a:lnTo>
                  <a:pt x="51241" y="62851"/>
                </a:lnTo>
                <a:cubicBezTo>
                  <a:pt x="51241" y="69131"/>
                  <a:pt x="51389" y="72971"/>
                  <a:pt x="51685" y="74373"/>
                </a:cubicBezTo>
                <a:cubicBezTo>
                  <a:pt x="51981" y="75775"/>
                  <a:pt x="52455" y="76753"/>
                  <a:pt x="53107" y="77305"/>
                </a:cubicBezTo>
                <a:cubicBezTo>
                  <a:pt x="53758" y="77858"/>
                  <a:pt x="54519" y="78135"/>
                  <a:pt x="55387" y="78135"/>
                </a:cubicBezTo>
                <a:cubicBezTo>
                  <a:pt x="56612" y="78135"/>
                  <a:pt x="57994" y="77799"/>
                  <a:pt x="59534" y="77128"/>
                </a:cubicBezTo>
                <a:lnTo>
                  <a:pt x="60363" y="79201"/>
                </a:lnTo>
                <a:lnTo>
                  <a:pt x="44132" y="85895"/>
                </a:lnTo>
                <a:lnTo>
                  <a:pt x="41467" y="85895"/>
                </a:lnTo>
                <a:lnTo>
                  <a:pt x="41467" y="74403"/>
                </a:lnTo>
                <a:cubicBezTo>
                  <a:pt x="36806" y="79458"/>
                  <a:pt x="33252" y="82637"/>
                  <a:pt x="30804" y="83940"/>
                </a:cubicBezTo>
                <a:cubicBezTo>
                  <a:pt x="28355" y="85243"/>
                  <a:pt x="25768" y="85895"/>
                  <a:pt x="23044" y="85895"/>
                </a:cubicBezTo>
                <a:cubicBezTo>
                  <a:pt x="20003" y="85895"/>
                  <a:pt x="17367" y="85016"/>
                  <a:pt x="15135" y="83259"/>
                </a:cubicBezTo>
                <a:cubicBezTo>
                  <a:pt x="12904" y="81501"/>
                  <a:pt x="11354" y="79241"/>
                  <a:pt x="10485" y="76476"/>
                </a:cubicBezTo>
                <a:cubicBezTo>
                  <a:pt x="9616" y="73712"/>
                  <a:pt x="9182" y="69802"/>
                  <a:pt x="9182" y="64747"/>
                </a:cubicBezTo>
                <a:lnTo>
                  <a:pt x="9182" y="40519"/>
                </a:lnTo>
                <a:cubicBezTo>
                  <a:pt x="9182" y="37952"/>
                  <a:pt x="8905" y="36175"/>
                  <a:pt x="8353" y="35187"/>
                </a:cubicBezTo>
                <a:cubicBezTo>
                  <a:pt x="7800" y="34200"/>
                  <a:pt x="6980" y="33440"/>
                  <a:pt x="5894" y="32907"/>
                </a:cubicBezTo>
                <a:cubicBezTo>
                  <a:pt x="4808" y="32374"/>
                  <a:pt x="2843" y="32127"/>
                  <a:pt x="0" y="32166"/>
                </a:cubicBezTo>
                <a:lnTo>
                  <a:pt x="0" y="29974"/>
                </a:lnTo>
                <a:lnTo>
                  <a:pt x="19015" y="29974"/>
                </a:lnTo>
                <a:lnTo>
                  <a:pt x="19015" y="66198"/>
                </a:lnTo>
                <a:cubicBezTo>
                  <a:pt x="19015" y="71241"/>
                  <a:pt x="19894" y="74550"/>
                  <a:pt x="21651" y="76126"/>
                </a:cubicBezTo>
                <a:cubicBezTo>
                  <a:pt x="23409" y="77702"/>
                  <a:pt x="25532" y="78490"/>
                  <a:pt x="28020" y="78490"/>
                </a:cubicBezTo>
                <a:cubicBezTo>
                  <a:pt x="29718" y="78490"/>
                  <a:pt x="31643" y="77958"/>
                  <a:pt x="33795" y="76895"/>
                </a:cubicBezTo>
                <a:cubicBezTo>
                  <a:pt x="35948" y="75831"/>
                  <a:pt x="38505" y="73802"/>
                  <a:pt x="41467" y="70810"/>
                </a:cubicBezTo>
                <a:lnTo>
                  <a:pt x="41467" y="40143"/>
                </a:lnTo>
                <a:cubicBezTo>
                  <a:pt x="41467" y="37070"/>
                  <a:pt x="40904" y="34992"/>
                  <a:pt x="39778" y="33910"/>
                </a:cubicBezTo>
                <a:cubicBezTo>
                  <a:pt x="38653" y="32826"/>
                  <a:pt x="36313" y="32245"/>
                  <a:pt x="32759" y="32166"/>
                </a:cubicBezTo>
                <a:lnTo>
                  <a:pt x="32759" y="29974"/>
                </a:lnTo>
                <a:lnTo>
                  <a:pt x="51241" y="29974"/>
                </a:lnTo>
                <a:close/>
                <a:moveTo>
                  <a:pt x="80295" y="39926"/>
                </a:moveTo>
                <a:cubicBezTo>
                  <a:pt x="86653" y="32265"/>
                  <a:pt x="92715" y="28434"/>
                  <a:pt x="98481" y="28434"/>
                </a:cubicBezTo>
                <a:cubicBezTo>
                  <a:pt x="101443" y="28434"/>
                  <a:pt x="103990" y="29173"/>
                  <a:pt x="106123" y="30652"/>
                </a:cubicBezTo>
                <a:cubicBezTo>
                  <a:pt x="108255" y="32129"/>
                  <a:pt x="109953" y="34562"/>
                  <a:pt x="111217" y="37951"/>
                </a:cubicBezTo>
                <a:cubicBezTo>
                  <a:pt x="112086" y="40314"/>
                  <a:pt x="112520" y="43940"/>
                  <a:pt x="112520" y="48827"/>
                </a:cubicBezTo>
                <a:lnTo>
                  <a:pt x="112520" y="71937"/>
                </a:lnTo>
                <a:cubicBezTo>
                  <a:pt x="112520" y="75365"/>
                  <a:pt x="112797" y="77691"/>
                  <a:pt x="113350" y="78912"/>
                </a:cubicBezTo>
                <a:cubicBezTo>
                  <a:pt x="113784" y="79897"/>
                  <a:pt x="114485" y="80665"/>
                  <a:pt x="115453" y="81217"/>
                </a:cubicBezTo>
                <a:cubicBezTo>
                  <a:pt x="116420" y="81769"/>
                  <a:pt x="118207" y="82045"/>
                  <a:pt x="120814" y="82045"/>
                </a:cubicBezTo>
                <a:lnTo>
                  <a:pt x="120814" y="84236"/>
                </a:lnTo>
                <a:lnTo>
                  <a:pt x="93979" y="84236"/>
                </a:lnTo>
                <a:lnTo>
                  <a:pt x="93979" y="82045"/>
                </a:lnTo>
                <a:lnTo>
                  <a:pt x="95104" y="82045"/>
                </a:lnTo>
                <a:cubicBezTo>
                  <a:pt x="97632" y="82045"/>
                  <a:pt x="99399" y="81661"/>
                  <a:pt x="100406" y="80895"/>
                </a:cubicBezTo>
                <a:cubicBezTo>
                  <a:pt x="101413" y="80129"/>
                  <a:pt x="102114" y="78999"/>
                  <a:pt x="102509" y="77507"/>
                </a:cubicBezTo>
                <a:cubicBezTo>
                  <a:pt x="102667" y="76917"/>
                  <a:pt x="102746" y="75070"/>
                  <a:pt x="102746" y="71967"/>
                </a:cubicBezTo>
                <a:lnTo>
                  <a:pt x="102746" y="49865"/>
                </a:lnTo>
                <a:cubicBezTo>
                  <a:pt x="102746" y="44955"/>
                  <a:pt x="102104" y="41389"/>
                  <a:pt x="100821" y="39169"/>
                </a:cubicBezTo>
                <a:cubicBezTo>
                  <a:pt x="99537" y="36949"/>
                  <a:pt x="97375" y="35839"/>
                  <a:pt x="94334" y="35839"/>
                </a:cubicBezTo>
                <a:cubicBezTo>
                  <a:pt x="89635" y="35839"/>
                  <a:pt x="84955" y="38393"/>
                  <a:pt x="80295" y="43501"/>
                </a:cubicBezTo>
                <a:lnTo>
                  <a:pt x="80295" y="71967"/>
                </a:lnTo>
                <a:cubicBezTo>
                  <a:pt x="80295" y="75621"/>
                  <a:pt x="80512" y="77880"/>
                  <a:pt x="80946" y="78744"/>
                </a:cubicBezTo>
                <a:cubicBezTo>
                  <a:pt x="81499" y="79883"/>
                  <a:pt x="82260" y="80718"/>
                  <a:pt x="83227" y="81249"/>
                </a:cubicBezTo>
                <a:cubicBezTo>
                  <a:pt x="84195" y="81779"/>
                  <a:pt x="86159" y="82045"/>
                  <a:pt x="89121" y="82045"/>
                </a:cubicBezTo>
                <a:lnTo>
                  <a:pt x="89121" y="84236"/>
                </a:lnTo>
                <a:lnTo>
                  <a:pt x="62287" y="84236"/>
                </a:lnTo>
                <a:lnTo>
                  <a:pt x="62287" y="82045"/>
                </a:lnTo>
                <a:lnTo>
                  <a:pt x="63471" y="82045"/>
                </a:lnTo>
                <a:cubicBezTo>
                  <a:pt x="66236" y="82045"/>
                  <a:pt x="68102" y="81345"/>
                  <a:pt x="69069" y="79947"/>
                </a:cubicBezTo>
                <a:cubicBezTo>
                  <a:pt x="70037" y="78548"/>
                  <a:pt x="70521" y="75878"/>
                  <a:pt x="70521" y="71937"/>
                </a:cubicBezTo>
                <a:lnTo>
                  <a:pt x="70521" y="51841"/>
                </a:lnTo>
                <a:cubicBezTo>
                  <a:pt x="70521" y="45339"/>
                  <a:pt x="70373" y="41380"/>
                  <a:pt x="70076" y="39962"/>
                </a:cubicBezTo>
                <a:cubicBezTo>
                  <a:pt x="69780" y="38542"/>
                  <a:pt x="69326" y="37577"/>
                  <a:pt x="68714" y="37064"/>
                </a:cubicBezTo>
                <a:cubicBezTo>
                  <a:pt x="68102" y="36552"/>
                  <a:pt x="67282" y="36296"/>
                  <a:pt x="66255" y="36296"/>
                </a:cubicBezTo>
                <a:cubicBezTo>
                  <a:pt x="65150" y="36296"/>
                  <a:pt x="63827" y="36592"/>
                  <a:pt x="62287" y="37183"/>
                </a:cubicBezTo>
                <a:lnTo>
                  <a:pt x="61398" y="35054"/>
                </a:lnTo>
                <a:lnTo>
                  <a:pt x="77748" y="28434"/>
                </a:lnTo>
                <a:lnTo>
                  <a:pt x="80295" y="28434"/>
                </a:lnTo>
                <a:lnTo>
                  <a:pt x="80295" y="39926"/>
                </a:lnTo>
                <a:close/>
                <a:moveTo>
                  <a:pt x="171370" y="63622"/>
                </a:moveTo>
                <a:cubicBezTo>
                  <a:pt x="169909" y="70770"/>
                  <a:pt x="167046" y="76269"/>
                  <a:pt x="162781" y="80119"/>
                </a:cubicBezTo>
                <a:cubicBezTo>
                  <a:pt x="158516" y="83970"/>
                  <a:pt x="153796" y="85895"/>
                  <a:pt x="148623" y="85895"/>
                </a:cubicBezTo>
                <a:cubicBezTo>
                  <a:pt x="142462" y="85895"/>
                  <a:pt x="137091" y="83311"/>
                  <a:pt x="132510" y="78144"/>
                </a:cubicBezTo>
                <a:cubicBezTo>
                  <a:pt x="127929" y="72976"/>
                  <a:pt x="125639" y="65992"/>
                  <a:pt x="125639" y="57194"/>
                </a:cubicBezTo>
                <a:cubicBezTo>
                  <a:pt x="125639" y="48673"/>
                  <a:pt x="128176" y="41749"/>
                  <a:pt x="133251" y="36424"/>
                </a:cubicBezTo>
                <a:cubicBezTo>
                  <a:pt x="138325" y="31097"/>
                  <a:pt x="144417" y="28434"/>
                  <a:pt x="151525" y="28434"/>
                </a:cubicBezTo>
                <a:cubicBezTo>
                  <a:pt x="156857" y="28434"/>
                  <a:pt x="161241" y="29842"/>
                  <a:pt x="164676" y="32657"/>
                </a:cubicBezTo>
                <a:cubicBezTo>
                  <a:pt x="168112" y="35471"/>
                  <a:pt x="169830" y="38393"/>
                  <a:pt x="169830" y="41424"/>
                </a:cubicBezTo>
                <a:cubicBezTo>
                  <a:pt x="169830" y="42920"/>
                  <a:pt x="169346" y="44130"/>
                  <a:pt x="168379" y="45056"/>
                </a:cubicBezTo>
                <a:cubicBezTo>
                  <a:pt x="167411" y="45980"/>
                  <a:pt x="166059" y="46443"/>
                  <a:pt x="164321" y="46443"/>
                </a:cubicBezTo>
                <a:cubicBezTo>
                  <a:pt x="161991" y="46443"/>
                  <a:pt x="160233" y="45692"/>
                  <a:pt x="159049" y="44191"/>
                </a:cubicBezTo>
                <a:cubicBezTo>
                  <a:pt x="158377" y="43362"/>
                  <a:pt x="157933" y="41782"/>
                  <a:pt x="157716" y="39452"/>
                </a:cubicBezTo>
                <a:cubicBezTo>
                  <a:pt x="157499" y="37122"/>
                  <a:pt x="156699" y="35345"/>
                  <a:pt x="155317" y="34121"/>
                </a:cubicBezTo>
                <a:cubicBezTo>
                  <a:pt x="153934" y="32936"/>
                  <a:pt x="152019" y="32344"/>
                  <a:pt x="149571" y="32344"/>
                </a:cubicBezTo>
                <a:cubicBezTo>
                  <a:pt x="145621" y="32344"/>
                  <a:pt x="142442" y="33805"/>
                  <a:pt x="140033" y="36728"/>
                </a:cubicBezTo>
                <a:cubicBezTo>
                  <a:pt x="136834" y="40598"/>
                  <a:pt x="135235" y="45712"/>
                  <a:pt x="135235" y="52070"/>
                </a:cubicBezTo>
                <a:cubicBezTo>
                  <a:pt x="135235" y="58547"/>
                  <a:pt x="136825" y="64263"/>
                  <a:pt x="140004" y="69220"/>
                </a:cubicBezTo>
                <a:cubicBezTo>
                  <a:pt x="143183" y="74176"/>
                  <a:pt x="147478" y="76654"/>
                  <a:pt x="152888" y="76654"/>
                </a:cubicBezTo>
                <a:cubicBezTo>
                  <a:pt x="156758" y="76654"/>
                  <a:pt x="160233" y="75331"/>
                  <a:pt x="163314" y="72685"/>
                </a:cubicBezTo>
                <a:cubicBezTo>
                  <a:pt x="165486" y="70868"/>
                  <a:pt x="167599" y="67571"/>
                  <a:pt x="169652" y="62792"/>
                </a:cubicBezTo>
                <a:lnTo>
                  <a:pt x="171370" y="63622"/>
                </a:lnTo>
                <a:close/>
                <a:moveTo>
                  <a:pt x="180263" y="2014"/>
                </a:moveTo>
                <a:lnTo>
                  <a:pt x="206328" y="2014"/>
                </a:lnTo>
                <a:lnTo>
                  <a:pt x="206328" y="108287"/>
                </a:lnTo>
                <a:lnTo>
                  <a:pt x="180263" y="108287"/>
                </a:lnTo>
                <a:lnTo>
                  <a:pt x="180263" y="103607"/>
                </a:lnTo>
                <a:lnTo>
                  <a:pt x="197442" y="103607"/>
                </a:lnTo>
                <a:lnTo>
                  <a:pt x="197442" y="6694"/>
                </a:lnTo>
                <a:lnTo>
                  <a:pt x="180263" y="6694"/>
                </a:lnTo>
                <a:lnTo>
                  <a:pt x="180263" y="2014"/>
                </a:lnTo>
                <a:close/>
                <a:moveTo>
                  <a:pt x="285272" y="28434"/>
                </a:moveTo>
                <a:lnTo>
                  <a:pt x="285272" y="46798"/>
                </a:lnTo>
                <a:lnTo>
                  <a:pt x="283317" y="46798"/>
                </a:lnTo>
                <a:cubicBezTo>
                  <a:pt x="281816" y="41038"/>
                  <a:pt x="279891" y="37121"/>
                  <a:pt x="277541" y="35045"/>
                </a:cubicBezTo>
                <a:cubicBezTo>
                  <a:pt x="275192" y="32968"/>
                  <a:pt x="272200" y="31929"/>
                  <a:pt x="268567" y="31929"/>
                </a:cubicBezTo>
                <a:cubicBezTo>
                  <a:pt x="265802" y="31929"/>
                  <a:pt x="263571" y="32659"/>
                  <a:pt x="261873" y="34119"/>
                </a:cubicBezTo>
                <a:cubicBezTo>
                  <a:pt x="260175" y="35578"/>
                  <a:pt x="259326" y="37195"/>
                  <a:pt x="259326" y="38971"/>
                </a:cubicBezTo>
                <a:cubicBezTo>
                  <a:pt x="259326" y="41180"/>
                  <a:pt x="259958" y="43073"/>
                  <a:pt x="261221" y="44651"/>
                </a:cubicBezTo>
                <a:cubicBezTo>
                  <a:pt x="262445" y="46269"/>
                  <a:pt x="264933" y="47985"/>
                  <a:pt x="268685" y="49799"/>
                </a:cubicBezTo>
                <a:lnTo>
                  <a:pt x="277334" y="54001"/>
                </a:lnTo>
                <a:cubicBezTo>
                  <a:pt x="285351" y="57906"/>
                  <a:pt x="289359" y="63054"/>
                  <a:pt x="289359" y="69445"/>
                </a:cubicBezTo>
                <a:cubicBezTo>
                  <a:pt x="289359" y="74376"/>
                  <a:pt x="287493" y="78350"/>
                  <a:pt x="283761" y="81369"/>
                </a:cubicBezTo>
                <a:cubicBezTo>
                  <a:pt x="280029" y="84386"/>
                  <a:pt x="275853" y="85895"/>
                  <a:pt x="271232" y="85895"/>
                </a:cubicBezTo>
                <a:cubicBezTo>
                  <a:pt x="267915" y="85895"/>
                  <a:pt x="264124" y="85303"/>
                  <a:pt x="259859" y="84118"/>
                </a:cubicBezTo>
                <a:cubicBezTo>
                  <a:pt x="258556" y="83723"/>
                  <a:pt x="257489" y="83525"/>
                  <a:pt x="256660" y="83525"/>
                </a:cubicBezTo>
                <a:cubicBezTo>
                  <a:pt x="255752" y="83525"/>
                  <a:pt x="255041" y="84039"/>
                  <a:pt x="254527" y="85066"/>
                </a:cubicBezTo>
                <a:lnTo>
                  <a:pt x="252573" y="85066"/>
                </a:lnTo>
                <a:lnTo>
                  <a:pt x="252573" y="65636"/>
                </a:lnTo>
                <a:lnTo>
                  <a:pt x="254527" y="65636"/>
                </a:lnTo>
                <a:cubicBezTo>
                  <a:pt x="255633" y="71184"/>
                  <a:pt x="257746" y="75365"/>
                  <a:pt x="260866" y="78179"/>
                </a:cubicBezTo>
                <a:cubicBezTo>
                  <a:pt x="263986" y="80993"/>
                  <a:pt x="267481" y="82400"/>
                  <a:pt x="271351" y="82400"/>
                </a:cubicBezTo>
                <a:cubicBezTo>
                  <a:pt x="274076" y="82400"/>
                  <a:pt x="276297" y="81601"/>
                  <a:pt x="278015" y="80005"/>
                </a:cubicBezTo>
                <a:cubicBezTo>
                  <a:pt x="279733" y="78406"/>
                  <a:pt x="280592" y="76483"/>
                  <a:pt x="280592" y="74234"/>
                </a:cubicBezTo>
                <a:cubicBezTo>
                  <a:pt x="280592" y="71512"/>
                  <a:pt x="279634" y="69224"/>
                  <a:pt x="277719" y="67370"/>
                </a:cubicBezTo>
                <a:cubicBezTo>
                  <a:pt x="275804" y="65517"/>
                  <a:pt x="271983" y="63170"/>
                  <a:pt x="266256" y="60330"/>
                </a:cubicBezTo>
                <a:cubicBezTo>
                  <a:pt x="260530" y="57489"/>
                  <a:pt x="256778" y="54925"/>
                  <a:pt x="255001" y="52637"/>
                </a:cubicBezTo>
                <a:cubicBezTo>
                  <a:pt x="253224" y="50388"/>
                  <a:pt x="252336" y="47548"/>
                  <a:pt x="252336" y="44116"/>
                </a:cubicBezTo>
                <a:cubicBezTo>
                  <a:pt x="252336" y="39658"/>
                  <a:pt x="253866" y="35930"/>
                  <a:pt x="256926" y="32933"/>
                </a:cubicBezTo>
                <a:cubicBezTo>
                  <a:pt x="259987" y="29934"/>
                  <a:pt x="263946" y="28434"/>
                  <a:pt x="268804" y="28434"/>
                </a:cubicBezTo>
                <a:cubicBezTo>
                  <a:pt x="270936" y="28434"/>
                  <a:pt x="273523" y="28888"/>
                  <a:pt x="276564" y="29797"/>
                </a:cubicBezTo>
                <a:cubicBezTo>
                  <a:pt x="278578" y="30389"/>
                  <a:pt x="279921" y="30685"/>
                  <a:pt x="280592" y="30685"/>
                </a:cubicBezTo>
                <a:cubicBezTo>
                  <a:pt x="281224" y="30685"/>
                  <a:pt x="281718" y="30547"/>
                  <a:pt x="282073" y="30271"/>
                </a:cubicBezTo>
                <a:cubicBezTo>
                  <a:pt x="282428" y="29994"/>
                  <a:pt x="282843" y="29382"/>
                  <a:pt x="283317" y="28434"/>
                </a:cubicBezTo>
                <a:lnTo>
                  <a:pt x="285272" y="28434"/>
                </a:lnTo>
                <a:close/>
                <a:moveTo>
                  <a:pt x="307113" y="50471"/>
                </a:moveTo>
                <a:cubicBezTo>
                  <a:pt x="307074" y="58509"/>
                  <a:pt x="309029" y="64813"/>
                  <a:pt x="312978" y="69384"/>
                </a:cubicBezTo>
                <a:cubicBezTo>
                  <a:pt x="316927" y="73954"/>
                  <a:pt x="321567" y="76239"/>
                  <a:pt x="326899" y="76239"/>
                </a:cubicBezTo>
                <a:cubicBezTo>
                  <a:pt x="330453" y="76239"/>
                  <a:pt x="333543" y="75262"/>
                  <a:pt x="336170" y="73307"/>
                </a:cubicBezTo>
                <a:cubicBezTo>
                  <a:pt x="338796" y="71352"/>
                  <a:pt x="340997" y="68005"/>
                  <a:pt x="342775" y="63266"/>
                </a:cubicBezTo>
                <a:lnTo>
                  <a:pt x="344611" y="64451"/>
                </a:lnTo>
                <a:cubicBezTo>
                  <a:pt x="343782" y="69861"/>
                  <a:pt x="341373" y="74788"/>
                  <a:pt x="337384" y="79231"/>
                </a:cubicBezTo>
                <a:cubicBezTo>
                  <a:pt x="333395" y="83674"/>
                  <a:pt x="328399" y="85895"/>
                  <a:pt x="322397" y="85895"/>
                </a:cubicBezTo>
                <a:cubicBezTo>
                  <a:pt x="315881" y="85895"/>
                  <a:pt x="310302" y="83363"/>
                  <a:pt x="305662" y="78300"/>
                </a:cubicBezTo>
                <a:cubicBezTo>
                  <a:pt x="301022" y="73235"/>
                  <a:pt x="298702" y="66426"/>
                  <a:pt x="298702" y="57874"/>
                </a:cubicBezTo>
                <a:cubicBezTo>
                  <a:pt x="298702" y="48613"/>
                  <a:pt x="301081" y="41391"/>
                  <a:pt x="305840" y="36209"/>
                </a:cubicBezTo>
                <a:cubicBezTo>
                  <a:pt x="310598" y="31026"/>
                  <a:pt x="316572" y="28434"/>
                  <a:pt x="323759" y="28434"/>
                </a:cubicBezTo>
                <a:cubicBezTo>
                  <a:pt x="329841" y="28434"/>
                  <a:pt x="334837" y="30433"/>
                  <a:pt x="338746" y="34432"/>
                </a:cubicBezTo>
                <a:cubicBezTo>
                  <a:pt x="342656" y="38429"/>
                  <a:pt x="344611" y="43776"/>
                  <a:pt x="344611" y="50471"/>
                </a:cubicBezTo>
                <a:lnTo>
                  <a:pt x="307113" y="50471"/>
                </a:lnTo>
                <a:moveTo>
                  <a:pt x="307113" y="47035"/>
                </a:moveTo>
                <a:lnTo>
                  <a:pt x="332230" y="47035"/>
                </a:lnTo>
                <a:cubicBezTo>
                  <a:pt x="332033" y="43560"/>
                  <a:pt x="331618" y="41111"/>
                  <a:pt x="330986" y="39689"/>
                </a:cubicBezTo>
                <a:cubicBezTo>
                  <a:pt x="329999" y="37478"/>
                  <a:pt x="328528" y="35740"/>
                  <a:pt x="326573" y="34476"/>
                </a:cubicBezTo>
                <a:cubicBezTo>
                  <a:pt x="324618" y="33213"/>
                  <a:pt x="322574" y="32581"/>
                  <a:pt x="320442" y="32581"/>
                </a:cubicBezTo>
                <a:cubicBezTo>
                  <a:pt x="317164" y="32581"/>
                  <a:pt x="314232" y="33854"/>
                  <a:pt x="311645" y="36402"/>
                </a:cubicBezTo>
                <a:cubicBezTo>
                  <a:pt x="309058" y="38949"/>
                  <a:pt x="307548" y="42493"/>
                  <a:pt x="307113" y="47035"/>
                </a:cubicBezTo>
                <a:close/>
                <a:moveTo>
                  <a:pt x="348419" y="35311"/>
                </a:moveTo>
                <a:lnTo>
                  <a:pt x="365124" y="28553"/>
                </a:lnTo>
                <a:lnTo>
                  <a:pt x="367375" y="28553"/>
                </a:lnTo>
                <a:lnTo>
                  <a:pt x="367375" y="41230"/>
                </a:lnTo>
                <a:cubicBezTo>
                  <a:pt x="370179" y="36451"/>
                  <a:pt x="372993" y="33124"/>
                  <a:pt x="375817" y="31248"/>
                </a:cubicBezTo>
                <a:cubicBezTo>
                  <a:pt x="378640" y="29372"/>
                  <a:pt x="381612" y="28434"/>
                  <a:pt x="384732" y="28434"/>
                </a:cubicBezTo>
                <a:cubicBezTo>
                  <a:pt x="390182" y="28434"/>
                  <a:pt x="394724" y="30564"/>
                  <a:pt x="398357" y="34824"/>
                </a:cubicBezTo>
                <a:cubicBezTo>
                  <a:pt x="402819" y="40032"/>
                  <a:pt x="405051" y="46818"/>
                  <a:pt x="405051" y="55182"/>
                </a:cubicBezTo>
                <a:cubicBezTo>
                  <a:pt x="405051" y="64532"/>
                  <a:pt x="402365" y="72264"/>
                  <a:pt x="396994" y="78379"/>
                </a:cubicBezTo>
                <a:cubicBezTo>
                  <a:pt x="392571" y="83390"/>
                  <a:pt x="387003" y="85895"/>
                  <a:pt x="380289" y="85895"/>
                </a:cubicBezTo>
                <a:cubicBezTo>
                  <a:pt x="377367" y="85895"/>
                  <a:pt x="374839" y="85480"/>
                  <a:pt x="372707" y="84651"/>
                </a:cubicBezTo>
                <a:cubicBezTo>
                  <a:pt x="371127" y="84059"/>
                  <a:pt x="369350" y="82874"/>
                  <a:pt x="367375" y="81097"/>
                </a:cubicBezTo>
                <a:lnTo>
                  <a:pt x="367375" y="97624"/>
                </a:lnTo>
                <a:cubicBezTo>
                  <a:pt x="367375" y="101336"/>
                  <a:pt x="367602" y="103696"/>
                  <a:pt x="368057" y="104703"/>
                </a:cubicBezTo>
                <a:cubicBezTo>
                  <a:pt x="368511" y="105710"/>
                  <a:pt x="369301" y="106510"/>
                  <a:pt x="370426" y="107102"/>
                </a:cubicBezTo>
                <a:cubicBezTo>
                  <a:pt x="371552" y="107695"/>
                  <a:pt x="373595" y="107991"/>
                  <a:pt x="376557" y="107991"/>
                </a:cubicBezTo>
                <a:lnTo>
                  <a:pt x="376557" y="110183"/>
                </a:lnTo>
                <a:lnTo>
                  <a:pt x="348123" y="110183"/>
                </a:lnTo>
                <a:lnTo>
                  <a:pt x="348123" y="107991"/>
                </a:lnTo>
                <a:lnTo>
                  <a:pt x="349604" y="107991"/>
                </a:lnTo>
                <a:cubicBezTo>
                  <a:pt x="351776" y="108030"/>
                  <a:pt x="353632" y="107615"/>
                  <a:pt x="355172" y="106745"/>
                </a:cubicBezTo>
                <a:cubicBezTo>
                  <a:pt x="355923" y="106310"/>
                  <a:pt x="356505" y="105609"/>
                  <a:pt x="356920" y="104640"/>
                </a:cubicBezTo>
                <a:cubicBezTo>
                  <a:pt x="357335" y="103673"/>
                  <a:pt x="357542" y="101213"/>
                  <a:pt x="357542" y="97261"/>
                </a:cubicBezTo>
                <a:lnTo>
                  <a:pt x="357542" y="45922"/>
                </a:lnTo>
                <a:cubicBezTo>
                  <a:pt x="357542" y="42405"/>
                  <a:pt x="357384" y="40173"/>
                  <a:pt x="357068" y="39225"/>
                </a:cubicBezTo>
                <a:cubicBezTo>
                  <a:pt x="356752" y="38276"/>
                  <a:pt x="356248" y="37564"/>
                  <a:pt x="355557" y="37090"/>
                </a:cubicBezTo>
                <a:cubicBezTo>
                  <a:pt x="354866" y="36615"/>
                  <a:pt x="353928" y="36378"/>
                  <a:pt x="352744" y="36378"/>
                </a:cubicBezTo>
                <a:cubicBezTo>
                  <a:pt x="351796" y="36378"/>
                  <a:pt x="350591" y="36654"/>
                  <a:pt x="349130" y="37207"/>
                </a:cubicBezTo>
                <a:lnTo>
                  <a:pt x="348419" y="35311"/>
                </a:lnTo>
                <a:moveTo>
                  <a:pt x="367375" y="44832"/>
                </a:moveTo>
                <a:lnTo>
                  <a:pt x="367375" y="65065"/>
                </a:lnTo>
                <a:cubicBezTo>
                  <a:pt x="367375" y="69444"/>
                  <a:pt x="367553" y="72323"/>
                  <a:pt x="367908" y="73703"/>
                </a:cubicBezTo>
                <a:cubicBezTo>
                  <a:pt x="368461" y="75991"/>
                  <a:pt x="369814" y="78003"/>
                  <a:pt x="371966" y="79738"/>
                </a:cubicBezTo>
                <a:cubicBezTo>
                  <a:pt x="374119" y="81473"/>
                  <a:pt x="376834" y="82341"/>
                  <a:pt x="380111" y="82341"/>
                </a:cubicBezTo>
                <a:cubicBezTo>
                  <a:pt x="384061" y="82341"/>
                  <a:pt x="387260" y="80802"/>
                  <a:pt x="389708" y="77726"/>
                </a:cubicBezTo>
                <a:cubicBezTo>
                  <a:pt x="392907" y="73704"/>
                  <a:pt x="394506" y="68044"/>
                  <a:pt x="394506" y="60747"/>
                </a:cubicBezTo>
                <a:cubicBezTo>
                  <a:pt x="394506" y="52464"/>
                  <a:pt x="392690" y="46095"/>
                  <a:pt x="389056" y="41639"/>
                </a:cubicBezTo>
                <a:cubicBezTo>
                  <a:pt x="386529" y="38562"/>
                  <a:pt x="383528" y="37024"/>
                  <a:pt x="380052" y="37024"/>
                </a:cubicBezTo>
                <a:cubicBezTo>
                  <a:pt x="378157" y="37024"/>
                  <a:pt x="376281" y="37497"/>
                  <a:pt x="374425" y="38444"/>
                </a:cubicBezTo>
                <a:cubicBezTo>
                  <a:pt x="373003" y="39153"/>
                  <a:pt x="370653" y="41283"/>
                  <a:pt x="367375" y="44832"/>
                </a:cubicBezTo>
                <a:close/>
                <a:moveTo>
                  <a:pt x="443843" y="76417"/>
                </a:moveTo>
                <a:cubicBezTo>
                  <a:pt x="438274" y="80722"/>
                  <a:pt x="434779" y="83210"/>
                  <a:pt x="433358" y="83881"/>
                </a:cubicBezTo>
                <a:cubicBezTo>
                  <a:pt x="431225" y="84908"/>
                  <a:pt x="428954" y="85421"/>
                  <a:pt x="426545" y="85421"/>
                </a:cubicBezTo>
                <a:cubicBezTo>
                  <a:pt x="422793" y="85421"/>
                  <a:pt x="419703" y="84138"/>
                  <a:pt x="417274" y="81571"/>
                </a:cubicBezTo>
                <a:cubicBezTo>
                  <a:pt x="414846" y="79004"/>
                  <a:pt x="413631" y="75627"/>
                  <a:pt x="413631" y="71441"/>
                </a:cubicBezTo>
                <a:cubicBezTo>
                  <a:pt x="413631" y="68795"/>
                  <a:pt x="414224" y="66504"/>
                  <a:pt x="415408" y="64569"/>
                </a:cubicBezTo>
                <a:cubicBezTo>
                  <a:pt x="417028" y="61884"/>
                  <a:pt x="419841" y="59356"/>
                  <a:pt x="423850" y="56987"/>
                </a:cubicBezTo>
                <a:cubicBezTo>
                  <a:pt x="427858" y="54617"/>
                  <a:pt x="434523" y="51734"/>
                  <a:pt x="443843" y="48338"/>
                </a:cubicBezTo>
                <a:lnTo>
                  <a:pt x="443843" y="46206"/>
                </a:lnTo>
                <a:cubicBezTo>
                  <a:pt x="443843" y="40795"/>
                  <a:pt x="442984" y="37083"/>
                  <a:pt x="441266" y="35069"/>
                </a:cubicBezTo>
                <a:cubicBezTo>
                  <a:pt x="439548" y="33055"/>
                  <a:pt x="437050" y="32048"/>
                  <a:pt x="433772" y="32048"/>
                </a:cubicBezTo>
                <a:cubicBezTo>
                  <a:pt x="431284" y="32048"/>
                  <a:pt x="429310" y="32717"/>
                  <a:pt x="427848" y="34054"/>
                </a:cubicBezTo>
                <a:cubicBezTo>
                  <a:pt x="426348" y="35392"/>
                  <a:pt x="425597" y="36927"/>
                  <a:pt x="425597" y="38658"/>
                </a:cubicBezTo>
                <a:lnTo>
                  <a:pt x="425716" y="42081"/>
                </a:lnTo>
                <a:cubicBezTo>
                  <a:pt x="425716" y="43890"/>
                  <a:pt x="425252" y="45287"/>
                  <a:pt x="424324" y="46270"/>
                </a:cubicBezTo>
                <a:cubicBezTo>
                  <a:pt x="423396" y="47254"/>
                  <a:pt x="422181" y="47746"/>
                  <a:pt x="420681" y="47746"/>
                </a:cubicBezTo>
                <a:cubicBezTo>
                  <a:pt x="419219" y="47746"/>
                  <a:pt x="418025" y="47234"/>
                  <a:pt x="417097" y="46211"/>
                </a:cubicBezTo>
                <a:cubicBezTo>
                  <a:pt x="416169" y="45187"/>
                  <a:pt x="415705" y="43789"/>
                  <a:pt x="415705" y="42016"/>
                </a:cubicBezTo>
                <a:cubicBezTo>
                  <a:pt x="415705" y="38631"/>
                  <a:pt x="417442" y="35521"/>
                  <a:pt x="420918" y="32686"/>
                </a:cubicBezTo>
                <a:cubicBezTo>
                  <a:pt x="424393" y="29852"/>
                  <a:pt x="429270" y="28434"/>
                  <a:pt x="435549" y="28434"/>
                </a:cubicBezTo>
                <a:cubicBezTo>
                  <a:pt x="440367" y="28434"/>
                  <a:pt x="444317" y="29243"/>
                  <a:pt x="447397" y="30859"/>
                </a:cubicBezTo>
                <a:cubicBezTo>
                  <a:pt x="449727" y="32082"/>
                  <a:pt x="451445" y="33996"/>
                  <a:pt x="452551" y="36600"/>
                </a:cubicBezTo>
                <a:cubicBezTo>
                  <a:pt x="453262" y="38295"/>
                  <a:pt x="453617" y="41766"/>
                  <a:pt x="453617" y="47013"/>
                </a:cubicBezTo>
                <a:lnTo>
                  <a:pt x="453617" y="65413"/>
                </a:lnTo>
                <a:cubicBezTo>
                  <a:pt x="453617" y="70581"/>
                  <a:pt x="453716" y="73746"/>
                  <a:pt x="453913" y="74910"/>
                </a:cubicBezTo>
                <a:cubicBezTo>
                  <a:pt x="454111" y="76074"/>
                  <a:pt x="454436" y="76853"/>
                  <a:pt x="454891" y="77248"/>
                </a:cubicBezTo>
                <a:cubicBezTo>
                  <a:pt x="455345" y="77642"/>
                  <a:pt x="455868" y="77839"/>
                  <a:pt x="456460" y="77839"/>
                </a:cubicBezTo>
                <a:cubicBezTo>
                  <a:pt x="457092" y="77839"/>
                  <a:pt x="457645" y="77700"/>
                  <a:pt x="458119" y="77424"/>
                </a:cubicBezTo>
                <a:cubicBezTo>
                  <a:pt x="458948" y="76911"/>
                  <a:pt x="460548" y="75469"/>
                  <a:pt x="462917" y="73100"/>
                </a:cubicBezTo>
                <a:lnTo>
                  <a:pt x="462917" y="76417"/>
                </a:lnTo>
                <a:cubicBezTo>
                  <a:pt x="458494" y="82341"/>
                  <a:pt x="454269" y="85303"/>
                  <a:pt x="450240" y="85303"/>
                </a:cubicBezTo>
                <a:cubicBezTo>
                  <a:pt x="448305" y="85303"/>
                  <a:pt x="446765" y="84631"/>
                  <a:pt x="445620" y="83289"/>
                </a:cubicBezTo>
                <a:cubicBezTo>
                  <a:pt x="444475" y="81946"/>
                  <a:pt x="443882" y="79655"/>
                  <a:pt x="443843" y="76417"/>
                </a:cubicBezTo>
                <a:moveTo>
                  <a:pt x="443843" y="72533"/>
                </a:moveTo>
                <a:lnTo>
                  <a:pt x="443843" y="51952"/>
                </a:lnTo>
                <a:cubicBezTo>
                  <a:pt x="437879" y="54310"/>
                  <a:pt x="434029" y="55981"/>
                  <a:pt x="432291" y="56965"/>
                </a:cubicBezTo>
                <a:cubicBezTo>
                  <a:pt x="429171" y="58695"/>
                  <a:pt x="426940" y="60504"/>
                  <a:pt x="425597" y="62390"/>
                </a:cubicBezTo>
                <a:cubicBezTo>
                  <a:pt x="424255" y="64277"/>
                  <a:pt x="423583" y="66342"/>
                  <a:pt x="423583" y="68583"/>
                </a:cubicBezTo>
                <a:cubicBezTo>
                  <a:pt x="423583" y="71414"/>
                  <a:pt x="424432" y="73763"/>
                  <a:pt x="426131" y="75630"/>
                </a:cubicBezTo>
                <a:cubicBezTo>
                  <a:pt x="427829" y="77497"/>
                  <a:pt x="429784" y="78431"/>
                  <a:pt x="431995" y="78431"/>
                </a:cubicBezTo>
                <a:cubicBezTo>
                  <a:pt x="434996" y="78431"/>
                  <a:pt x="438946" y="76465"/>
                  <a:pt x="443843" y="72533"/>
                </a:cubicBezTo>
                <a:close/>
                <a:moveTo>
                  <a:pt x="483313" y="28434"/>
                </a:moveTo>
                <a:lnTo>
                  <a:pt x="483313" y="40637"/>
                </a:lnTo>
                <a:cubicBezTo>
                  <a:pt x="487855" y="32502"/>
                  <a:pt x="492515" y="28434"/>
                  <a:pt x="497293" y="28434"/>
                </a:cubicBezTo>
                <a:cubicBezTo>
                  <a:pt x="499466" y="28434"/>
                  <a:pt x="501262" y="29096"/>
                  <a:pt x="502684" y="30419"/>
                </a:cubicBezTo>
                <a:cubicBezTo>
                  <a:pt x="504106" y="31742"/>
                  <a:pt x="504817" y="33272"/>
                  <a:pt x="504817" y="35010"/>
                </a:cubicBezTo>
                <a:cubicBezTo>
                  <a:pt x="504817" y="36550"/>
                  <a:pt x="504303" y="37853"/>
                  <a:pt x="503277" y="38919"/>
                </a:cubicBezTo>
                <a:cubicBezTo>
                  <a:pt x="502250" y="39986"/>
                  <a:pt x="501025" y="40519"/>
                  <a:pt x="499604" y="40519"/>
                </a:cubicBezTo>
                <a:cubicBezTo>
                  <a:pt x="498222" y="40519"/>
                  <a:pt x="496671" y="39837"/>
                  <a:pt x="494954" y="38475"/>
                </a:cubicBezTo>
                <a:cubicBezTo>
                  <a:pt x="493236" y="37113"/>
                  <a:pt x="491962" y="36431"/>
                  <a:pt x="491133" y="36431"/>
                </a:cubicBezTo>
                <a:cubicBezTo>
                  <a:pt x="490422" y="36431"/>
                  <a:pt x="489652" y="36825"/>
                  <a:pt x="488822" y="37612"/>
                </a:cubicBezTo>
                <a:cubicBezTo>
                  <a:pt x="487045" y="39228"/>
                  <a:pt x="485209" y="41887"/>
                  <a:pt x="483313" y="45589"/>
                </a:cubicBezTo>
                <a:lnTo>
                  <a:pt x="483313" y="71528"/>
                </a:lnTo>
                <a:cubicBezTo>
                  <a:pt x="483313" y="74521"/>
                  <a:pt x="483689" y="76785"/>
                  <a:pt x="484439" y="78322"/>
                </a:cubicBezTo>
                <a:cubicBezTo>
                  <a:pt x="484952" y="79386"/>
                  <a:pt x="485861" y="80272"/>
                  <a:pt x="487164" y="80982"/>
                </a:cubicBezTo>
                <a:cubicBezTo>
                  <a:pt x="488467" y="81690"/>
                  <a:pt x="490343" y="82045"/>
                  <a:pt x="492791" y="82045"/>
                </a:cubicBezTo>
                <a:lnTo>
                  <a:pt x="492791" y="84236"/>
                </a:lnTo>
                <a:lnTo>
                  <a:pt x="465009" y="84236"/>
                </a:lnTo>
                <a:lnTo>
                  <a:pt x="465009" y="82045"/>
                </a:lnTo>
                <a:cubicBezTo>
                  <a:pt x="467773" y="82045"/>
                  <a:pt x="469827" y="81611"/>
                  <a:pt x="471170" y="80745"/>
                </a:cubicBezTo>
                <a:cubicBezTo>
                  <a:pt x="472157" y="80114"/>
                  <a:pt x="472848" y="79109"/>
                  <a:pt x="473243" y="77729"/>
                </a:cubicBezTo>
                <a:cubicBezTo>
                  <a:pt x="473440" y="77059"/>
                  <a:pt x="473539" y="75148"/>
                  <a:pt x="473539" y="71996"/>
                </a:cubicBezTo>
                <a:lnTo>
                  <a:pt x="473539" y="51013"/>
                </a:lnTo>
                <a:cubicBezTo>
                  <a:pt x="473539" y="44708"/>
                  <a:pt x="473411" y="40955"/>
                  <a:pt x="473154" y="39754"/>
                </a:cubicBezTo>
                <a:cubicBezTo>
                  <a:pt x="472897" y="38552"/>
                  <a:pt x="472423" y="37675"/>
                  <a:pt x="471732" y="37124"/>
                </a:cubicBezTo>
                <a:cubicBezTo>
                  <a:pt x="471041" y="36572"/>
                  <a:pt x="470182" y="36296"/>
                  <a:pt x="469155" y="36296"/>
                </a:cubicBezTo>
                <a:cubicBezTo>
                  <a:pt x="467931" y="36296"/>
                  <a:pt x="466549" y="36592"/>
                  <a:pt x="465009" y="37183"/>
                </a:cubicBezTo>
                <a:lnTo>
                  <a:pt x="464416" y="35054"/>
                </a:lnTo>
                <a:lnTo>
                  <a:pt x="480825" y="28434"/>
                </a:lnTo>
                <a:lnTo>
                  <a:pt x="483313" y="28434"/>
                </a:lnTo>
                <a:close/>
                <a:moveTo>
                  <a:pt x="538326" y="76417"/>
                </a:moveTo>
                <a:cubicBezTo>
                  <a:pt x="532758" y="80722"/>
                  <a:pt x="529263" y="83210"/>
                  <a:pt x="527841" y="83881"/>
                </a:cubicBezTo>
                <a:cubicBezTo>
                  <a:pt x="525709" y="84908"/>
                  <a:pt x="523438" y="85421"/>
                  <a:pt x="521029" y="85421"/>
                </a:cubicBezTo>
                <a:cubicBezTo>
                  <a:pt x="517277" y="85421"/>
                  <a:pt x="514187" y="84138"/>
                  <a:pt x="511758" y="81571"/>
                </a:cubicBezTo>
                <a:cubicBezTo>
                  <a:pt x="509330" y="79004"/>
                  <a:pt x="508115" y="75627"/>
                  <a:pt x="508115" y="71441"/>
                </a:cubicBezTo>
                <a:cubicBezTo>
                  <a:pt x="508115" y="68795"/>
                  <a:pt x="508708" y="66504"/>
                  <a:pt x="509892" y="64569"/>
                </a:cubicBezTo>
                <a:cubicBezTo>
                  <a:pt x="511511" y="61884"/>
                  <a:pt x="514325" y="59356"/>
                  <a:pt x="518334" y="56987"/>
                </a:cubicBezTo>
                <a:cubicBezTo>
                  <a:pt x="522342" y="54617"/>
                  <a:pt x="529006" y="51734"/>
                  <a:pt x="538326" y="48338"/>
                </a:cubicBezTo>
                <a:lnTo>
                  <a:pt x="538326" y="46206"/>
                </a:lnTo>
                <a:cubicBezTo>
                  <a:pt x="538326" y="40795"/>
                  <a:pt x="537468" y="37083"/>
                  <a:pt x="535750" y="35069"/>
                </a:cubicBezTo>
                <a:cubicBezTo>
                  <a:pt x="534032" y="33055"/>
                  <a:pt x="531534" y="32048"/>
                  <a:pt x="528256" y="32048"/>
                </a:cubicBezTo>
                <a:cubicBezTo>
                  <a:pt x="525768" y="32048"/>
                  <a:pt x="523793" y="32717"/>
                  <a:pt x="522332" y="34054"/>
                </a:cubicBezTo>
                <a:cubicBezTo>
                  <a:pt x="520832" y="35392"/>
                  <a:pt x="520081" y="36927"/>
                  <a:pt x="520081" y="38658"/>
                </a:cubicBezTo>
                <a:lnTo>
                  <a:pt x="520200" y="42081"/>
                </a:lnTo>
                <a:cubicBezTo>
                  <a:pt x="520200" y="43890"/>
                  <a:pt x="519736" y="45287"/>
                  <a:pt x="518808" y="46270"/>
                </a:cubicBezTo>
                <a:cubicBezTo>
                  <a:pt x="517880" y="47254"/>
                  <a:pt x="516665" y="47746"/>
                  <a:pt x="515164" y="47746"/>
                </a:cubicBezTo>
                <a:cubicBezTo>
                  <a:pt x="513703" y="47746"/>
                  <a:pt x="512509" y="47234"/>
                  <a:pt x="511581" y="46211"/>
                </a:cubicBezTo>
                <a:cubicBezTo>
                  <a:pt x="510653" y="45187"/>
                  <a:pt x="510188" y="43789"/>
                  <a:pt x="510188" y="42016"/>
                </a:cubicBezTo>
                <a:cubicBezTo>
                  <a:pt x="510188" y="38631"/>
                  <a:pt x="511926" y="35521"/>
                  <a:pt x="515401" y="32686"/>
                </a:cubicBezTo>
                <a:cubicBezTo>
                  <a:pt x="518877" y="29852"/>
                  <a:pt x="523754" y="28434"/>
                  <a:pt x="530033" y="28434"/>
                </a:cubicBezTo>
                <a:cubicBezTo>
                  <a:pt x="534851" y="28434"/>
                  <a:pt x="538800" y="29243"/>
                  <a:pt x="541881" y="30859"/>
                </a:cubicBezTo>
                <a:cubicBezTo>
                  <a:pt x="544211" y="32082"/>
                  <a:pt x="545929" y="33996"/>
                  <a:pt x="547034" y="36600"/>
                </a:cubicBezTo>
                <a:cubicBezTo>
                  <a:pt x="547745" y="38295"/>
                  <a:pt x="548101" y="41766"/>
                  <a:pt x="548101" y="47013"/>
                </a:cubicBezTo>
                <a:lnTo>
                  <a:pt x="548101" y="65413"/>
                </a:lnTo>
                <a:cubicBezTo>
                  <a:pt x="548101" y="70581"/>
                  <a:pt x="548199" y="73746"/>
                  <a:pt x="548397" y="74910"/>
                </a:cubicBezTo>
                <a:cubicBezTo>
                  <a:pt x="548594" y="76074"/>
                  <a:pt x="548920" y="76853"/>
                  <a:pt x="549374" y="77248"/>
                </a:cubicBezTo>
                <a:cubicBezTo>
                  <a:pt x="549829" y="77642"/>
                  <a:pt x="550352" y="77839"/>
                  <a:pt x="550944" y="77839"/>
                </a:cubicBezTo>
                <a:cubicBezTo>
                  <a:pt x="551576" y="77839"/>
                  <a:pt x="552129" y="77700"/>
                  <a:pt x="552603" y="77424"/>
                </a:cubicBezTo>
                <a:cubicBezTo>
                  <a:pt x="553432" y="76911"/>
                  <a:pt x="555032" y="75469"/>
                  <a:pt x="557401" y="73100"/>
                </a:cubicBezTo>
                <a:lnTo>
                  <a:pt x="557401" y="76417"/>
                </a:lnTo>
                <a:cubicBezTo>
                  <a:pt x="552978" y="82341"/>
                  <a:pt x="548752" y="85303"/>
                  <a:pt x="544724" y="85303"/>
                </a:cubicBezTo>
                <a:cubicBezTo>
                  <a:pt x="542789" y="85303"/>
                  <a:pt x="541249" y="84631"/>
                  <a:pt x="540104" y="83289"/>
                </a:cubicBezTo>
                <a:cubicBezTo>
                  <a:pt x="538958" y="81946"/>
                  <a:pt x="538366" y="79655"/>
                  <a:pt x="538326" y="76417"/>
                </a:cubicBezTo>
                <a:moveTo>
                  <a:pt x="538326" y="72533"/>
                </a:moveTo>
                <a:lnTo>
                  <a:pt x="538326" y="51952"/>
                </a:lnTo>
                <a:cubicBezTo>
                  <a:pt x="532363" y="54310"/>
                  <a:pt x="528513" y="55981"/>
                  <a:pt x="526775" y="56965"/>
                </a:cubicBezTo>
                <a:cubicBezTo>
                  <a:pt x="523655" y="58695"/>
                  <a:pt x="521424" y="60504"/>
                  <a:pt x="520081" y="62390"/>
                </a:cubicBezTo>
                <a:cubicBezTo>
                  <a:pt x="518738" y="64277"/>
                  <a:pt x="518067" y="66342"/>
                  <a:pt x="518067" y="68583"/>
                </a:cubicBezTo>
                <a:cubicBezTo>
                  <a:pt x="518067" y="71414"/>
                  <a:pt x="518916" y="73763"/>
                  <a:pt x="520614" y="75630"/>
                </a:cubicBezTo>
                <a:cubicBezTo>
                  <a:pt x="522313" y="77497"/>
                  <a:pt x="524267" y="78431"/>
                  <a:pt x="526479" y="78431"/>
                </a:cubicBezTo>
                <a:cubicBezTo>
                  <a:pt x="529480" y="78431"/>
                  <a:pt x="533429" y="76465"/>
                  <a:pt x="538326" y="72533"/>
                </a:cubicBezTo>
                <a:close/>
                <a:moveTo>
                  <a:pt x="576789" y="39393"/>
                </a:moveTo>
                <a:cubicBezTo>
                  <a:pt x="582042" y="32087"/>
                  <a:pt x="587709" y="28434"/>
                  <a:pt x="593791" y="28434"/>
                </a:cubicBezTo>
                <a:cubicBezTo>
                  <a:pt x="599359" y="28434"/>
                  <a:pt x="604216" y="30811"/>
                  <a:pt x="608363" y="35565"/>
                </a:cubicBezTo>
                <a:cubicBezTo>
                  <a:pt x="612510" y="40319"/>
                  <a:pt x="614583" y="46818"/>
                  <a:pt x="614583" y="55063"/>
                </a:cubicBezTo>
                <a:cubicBezTo>
                  <a:pt x="614583" y="64690"/>
                  <a:pt x="611384" y="72442"/>
                  <a:pt x="604986" y="78320"/>
                </a:cubicBezTo>
                <a:cubicBezTo>
                  <a:pt x="599497" y="83370"/>
                  <a:pt x="593376" y="85895"/>
                  <a:pt x="586623" y="85895"/>
                </a:cubicBezTo>
                <a:cubicBezTo>
                  <a:pt x="583463" y="85895"/>
                  <a:pt x="580255" y="85322"/>
                  <a:pt x="576997" y="84177"/>
                </a:cubicBezTo>
                <a:cubicBezTo>
                  <a:pt x="573738" y="83032"/>
                  <a:pt x="570411" y="81314"/>
                  <a:pt x="567015" y="79023"/>
                </a:cubicBezTo>
                <a:lnTo>
                  <a:pt x="567015" y="22807"/>
                </a:lnTo>
                <a:cubicBezTo>
                  <a:pt x="567015" y="16646"/>
                  <a:pt x="566867" y="12855"/>
                  <a:pt x="566571" y="11433"/>
                </a:cubicBezTo>
                <a:cubicBezTo>
                  <a:pt x="566275" y="10011"/>
                  <a:pt x="565810" y="9044"/>
                  <a:pt x="565179" y="8530"/>
                </a:cubicBezTo>
                <a:cubicBezTo>
                  <a:pt x="564547" y="8017"/>
                  <a:pt x="563757" y="7760"/>
                  <a:pt x="562809" y="7760"/>
                </a:cubicBezTo>
                <a:cubicBezTo>
                  <a:pt x="561703" y="7760"/>
                  <a:pt x="560321" y="8076"/>
                  <a:pt x="558662" y="8708"/>
                </a:cubicBezTo>
                <a:lnTo>
                  <a:pt x="557833" y="6635"/>
                </a:lnTo>
                <a:lnTo>
                  <a:pt x="574124" y="0"/>
                </a:lnTo>
                <a:lnTo>
                  <a:pt x="576789" y="0"/>
                </a:lnTo>
                <a:lnTo>
                  <a:pt x="576789" y="39393"/>
                </a:lnTo>
                <a:moveTo>
                  <a:pt x="576789" y="43168"/>
                </a:moveTo>
                <a:lnTo>
                  <a:pt x="576789" y="75545"/>
                </a:lnTo>
                <a:cubicBezTo>
                  <a:pt x="578803" y="77513"/>
                  <a:pt x="580887" y="79000"/>
                  <a:pt x="583039" y="80005"/>
                </a:cubicBezTo>
                <a:cubicBezTo>
                  <a:pt x="585191" y="81009"/>
                  <a:pt x="587393" y="81511"/>
                  <a:pt x="589644" y="81511"/>
                </a:cubicBezTo>
                <a:cubicBezTo>
                  <a:pt x="593238" y="81511"/>
                  <a:pt x="596585" y="79542"/>
                  <a:pt x="599685" y="75604"/>
                </a:cubicBezTo>
                <a:cubicBezTo>
                  <a:pt x="602785" y="71665"/>
                  <a:pt x="604335" y="65934"/>
                  <a:pt x="604335" y="58410"/>
                </a:cubicBezTo>
                <a:cubicBezTo>
                  <a:pt x="604335" y="51478"/>
                  <a:pt x="602785" y="46151"/>
                  <a:pt x="599685" y="42429"/>
                </a:cubicBezTo>
                <a:cubicBezTo>
                  <a:pt x="596585" y="38707"/>
                  <a:pt x="593060" y="36846"/>
                  <a:pt x="589111" y="36846"/>
                </a:cubicBezTo>
                <a:cubicBezTo>
                  <a:pt x="587018" y="36846"/>
                  <a:pt x="584925" y="37378"/>
                  <a:pt x="582832" y="38442"/>
                </a:cubicBezTo>
                <a:cubicBezTo>
                  <a:pt x="581252" y="39229"/>
                  <a:pt x="579238" y="40804"/>
                  <a:pt x="576789" y="43168"/>
                </a:cubicBezTo>
                <a:close/>
                <a:moveTo>
                  <a:pt x="636492" y="0"/>
                </a:moveTo>
                <a:cubicBezTo>
                  <a:pt x="638151" y="0"/>
                  <a:pt x="639562" y="586"/>
                  <a:pt x="640727" y="1757"/>
                </a:cubicBezTo>
                <a:cubicBezTo>
                  <a:pt x="641893" y="2927"/>
                  <a:pt x="642475" y="4345"/>
                  <a:pt x="642475" y="6013"/>
                </a:cubicBezTo>
                <a:cubicBezTo>
                  <a:pt x="642475" y="7680"/>
                  <a:pt x="641893" y="9109"/>
                  <a:pt x="640727" y="10300"/>
                </a:cubicBezTo>
                <a:cubicBezTo>
                  <a:pt x="639562" y="11490"/>
                  <a:pt x="638151" y="12085"/>
                  <a:pt x="636492" y="12085"/>
                </a:cubicBezTo>
                <a:cubicBezTo>
                  <a:pt x="634833" y="12085"/>
                  <a:pt x="633412" y="11490"/>
                  <a:pt x="632227" y="10300"/>
                </a:cubicBezTo>
                <a:cubicBezTo>
                  <a:pt x="631042" y="9109"/>
                  <a:pt x="630450" y="7680"/>
                  <a:pt x="630450" y="6013"/>
                </a:cubicBezTo>
                <a:cubicBezTo>
                  <a:pt x="630450" y="4345"/>
                  <a:pt x="631032" y="2927"/>
                  <a:pt x="632197" y="1757"/>
                </a:cubicBezTo>
                <a:cubicBezTo>
                  <a:pt x="633362" y="586"/>
                  <a:pt x="634794" y="0"/>
                  <a:pt x="636492" y="0"/>
                </a:cubicBezTo>
                <a:moveTo>
                  <a:pt x="641409" y="28434"/>
                </a:moveTo>
                <a:lnTo>
                  <a:pt x="641409" y="71937"/>
                </a:lnTo>
                <a:cubicBezTo>
                  <a:pt x="641409" y="75326"/>
                  <a:pt x="641656" y="77582"/>
                  <a:pt x="642149" y="78705"/>
                </a:cubicBezTo>
                <a:cubicBezTo>
                  <a:pt x="642643" y="79828"/>
                  <a:pt x="643373" y="80665"/>
                  <a:pt x="644341" y="81217"/>
                </a:cubicBezTo>
                <a:cubicBezTo>
                  <a:pt x="645309" y="81769"/>
                  <a:pt x="647076" y="82045"/>
                  <a:pt x="649643" y="82045"/>
                </a:cubicBezTo>
                <a:lnTo>
                  <a:pt x="649643" y="84236"/>
                </a:lnTo>
                <a:lnTo>
                  <a:pt x="623282" y="84236"/>
                </a:lnTo>
                <a:lnTo>
                  <a:pt x="623282" y="82045"/>
                </a:lnTo>
                <a:cubicBezTo>
                  <a:pt x="625928" y="82045"/>
                  <a:pt x="627705" y="81788"/>
                  <a:pt x="628613" y="81276"/>
                </a:cubicBezTo>
                <a:cubicBezTo>
                  <a:pt x="629522" y="80764"/>
                  <a:pt x="630242" y="79917"/>
                  <a:pt x="630776" y="78735"/>
                </a:cubicBezTo>
                <a:cubicBezTo>
                  <a:pt x="631309" y="77552"/>
                  <a:pt x="631575" y="75286"/>
                  <a:pt x="631575" y="71937"/>
                </a:cubicBezTo>
                <a:lnTo>
                  <a:pt x="631575" y="51072"/>
                </a:lnTo>
                <a:cubicBezTo>
                  <a:pt x="631575" y="45200"/>
                  <a:pt x="631398" y="41398"/>
                  <a:pt x="631042" y="39665"/>
                </a:cubicBezTo>
                <a:cubicBezTo>
                  <a:pt x="630766" y="38404"/>
                  <a:pt x="630331" y="37527"/>
                  <a:pt x="629739" y="37035"/>
                </a:cubicBezTo>
                <a:cubicBezTo>
                  <a:pt x="629146" y="36542"/>
                  <a:pt x="628337" y="36296"/>
                  <a:pt x="627310" y="36296"/>
                </a:cubicBezTo>
                <a:cubicBezTo>
                  <a:pt x="626204" y="36296"/>
                  <a:pt x="624862" y="36592"/>
                  <a:pt x="623282" y="37183"/>
                </a:cubicBezTo>
                <a:lnTo>
                  <a:pt x="622453" y="35054"/>
                </a:lnTo>
                <a:lnTo>
                  <a:pt x="638802" y="28434"/>
                </a:lnTo>
                <a:lnTo>
                  <a:pt x="641409" y="28434"/>
                </a:lnTo>
                <a:close/>
                <a:moveTo>
                  <a:pt x="675064" y="0"/>
                </a:moveTo>
                <a:lnTo>
                  <a:pt x="675064" y="71922"/>
                </a:lnTo>
                <a:cubicBezTo>
                  <a:pt x="675064" y="75316"/>
                  <a:pt x="675311" y="77566"/>
                  <a:pt x="675804" y="78672"/>
                </a:cubicBezTo>
                <a:cubicBezTo>
                  <a:pt x="676298" y="79776"/>
                  <a:pt x="677058" y="80615"/>
                  <a:pt x="678085" y="81187"/>
                </a:cubicBezTo>
                <a:cubicBezTo>
                  <a:pt x="679112" y="81759"/>
                  <a:pt x="681027" y="82045"/>
                  <a:pt x="683831" y="82045"/>
                </a:cubicBezTo>
                <a:lnTo>
                  <a:pt x="683831" y="84236"/>
                </a:lnTo>
                <a:lnTo>
                  <a:pt x="657233" y="84236"/>
                </a:lnTo>
                <a:lnTo>
                  <a:pt x="657233" y="82045"/>
                </a:lnTo>
                <a:cubicBezTo>
                  <a:pt x="659721" y="82045"/>
                  <a:pt x="661420" y="81788"/>
                  <a:pt x="662328" y="81276"/>
                </a:cubicBezTo>
                <a:cubicBezTo>
                  <a:pt x="663236" y="80763"/>
                  <a:pt x="663947" y="79914"/>
                  <a:pt x="664460" y="78731"/>
                </a:cubicBezTo>
                <a:cubicBezTo>
                  <a:pt x="664974" y="77546"/>
                  <a:pt x="665230" y="75277"/>
                  <a:pt x="665230" y="71922"/>
                </a:cubicBezTo>
                <a:lnTo>
                  <a:pt x="665230" y="22671"/>
                </a:lnTo>
                <a:cubicBezTo>
                  <a:pt x="665230" y="16555"/>
                  <a:pt x="665092" y="12797"/>
                  <a:pt x="664816" y="11396"/>
                </a:cubicBezTo>
                <a:cubicBezTo>
                  <a:pt x="664539" y="9994"/>
                  <a:pt x="664095" y="9037"/>
                  <a:pt x="663483" y="8525"/>
                </a:cubicBezTo>
                <a:cubicBezTo>
                  <a:pt x="662871" y="8011"/>
                  <a:pt x="662091" y="7755"/>
                  <a:pt x="661143" y="7755"/>
                </a:cubicBezTo>
                <a:cubicBezTo>
                  <a:pt x="660116" y="7755"/>
                  <a:pt x="658813" y="8071"/>
                  <a:pt x="657233" y="8702"/>
                </a:cubicBezTo>
                <a:lnTo>
                  <a:pt x="656226" y="6629"/>
                </a:lnTo>
                <a:lnTo>
                  <a:pt x="672398" y="0"/>
                </a:lnTo>
                <a:lnTo>
                  <a:pt x="675064" y="0"/>
                </a:lnTo>
                <a:close/>
                <a:moveTo>
                  <a:pt x="703922" y="0"/>
                </a:moveTo>
                <a:cubicBezTo>
                  <a:pt x="705580" y="0"/>
                  <a:pt x="706992" y="586"/>
                  <a:pt x="708157" y="1757"/>
                </a:cubicBezTo>
                <a:cubicBezTo>
                  <a:pt x="709322" y="2927"/>
                  <a:pt x="709905" y="4345"/>
                  <a:pt x="709905" y="6013"/>
                </a:cubicBezTo>
                <a:cubicBezTo>
                  <a:pt x="709905" y="7680"/>
                  <a:pt x="709322" y="9109"/>
                  <a:pt x="708157" y="10300"/>
                </a:cubicBezTo>
                <a:cubicBezTo>
                  <a:pt x="706992" y="11490"/>
                  <a:pt x="705580" y="12085"/>
                  <a:pt x="703922" y="12085"/>
                </a:cubicBezTo>
                <a:cubicBezTo>
                  <a:pt x="702263" y="12085"/>
                  <a:pt x="700841" y="11490"/>
                  <a:pt x="699656" y="10300"/>
                </a:cubicBezTo>
                <a:cubicBezTo>
                  <a:pt x="698472" y="9109"/>
                  <a:pt x="697879" y="7680"/>
                  <a:pt x="697879" y="6013"/>
                </a:cubicBezTo>
                <a:cubicBezTo>
                  <a:pt x="697879" y="4345"/>
                  <a:pt x="698462" y="2927"/>
                  <a:pt x="699627" y="1757"/>
                </a:cubicBezTo>
                <a:cubicBezTo>
                  <a:pt x="700792" y="586"/>
                  <a:pt x="702223" y="0"/>
                  <a:pt x="703922" y="0"/>
                </a:cubicBezTo>
                <a:moveTo>
                  <a:pt x="708838" y="28434"/>
                </a:moveTo>
                <a:lnTo>
                  <a:pt x="708838" y="71937"/>
                </a:lnTo>
                <a:cubicBezTo>
                  <a:pt x="708838" y="75326"/>
                  <a:pt x="709085" y="77582"/>
                  <a:pt x="709579" y="78705"/>
                </a:cubicBezTo>
                <a:cubicBezTo>
                  <a:pt x="710072" y="79828"/>
                  <a:pt x="710803" y="80665"/>
                  <a:pt x="711771" y="81217"/>
                </a:cubicBezTo>
                <a:cubicBezTo>
                  <a:pt x="712738" y="81769"/>
                  <a:pt x="714505" y="82045"/>
                  <a:pt x="717072" y="82045"/>
                </a:cubicBezTo>
                <a:lnTo>
                  <a:pt x="717072" y="84236"/>
                </a:lnTo>
                <a:lnTo>
                  <a:pt x="690711" y="84236"/>
                </a:lnTo>
                <a:lnTo>
                  <a:pt x="690711" y="82045"/>
                </a:lnTo>
                <a:cubicBezTo>
                  <a:pt x="693357" y="82045"/>
                  <a:pt x="695135" y="81788"/>
                  <a:pt x="696043" y="81276"/>
                </a:cubicBezTo>
                <a:cubicBezTo>
                  <a:pt x="696951" y="80764"/>
                  <a:pt x="697672" y="79917"/>
                  <a:pt x="698205" y="78735"/>
                </a:cubicBezTo>
                <a:cubicBezTo>
                  <a:pt x="698738" y="77552"/>
                  <a:pt x="699005" y="75286"/>
                  <a:pt x="699005" y="71937"/>
                </a:cubicBezTo>
                <a:lnTo>
                  <a:pt x="699005" y="51072"/>
                </a:lnTo>
                <a:cubicBezTo>
                  <a:pt x="699005" y="45200"/>
                  <a:pt x="698827" y="41398"/>
                  <a:pt x="698472" y="39665"/>
                </a:cubicBezTo>
                <a:cubicBezTo>
                  <a:pt x="698195" y="38404"/>
                  <a:pt x="697761" y="37527"/>
                  <a:pt x="697168" y="37035"/>
                </a:cubicBezTo>
                <a:cubicBezTo>
                  <a:pt x="696576" y="36542"/>
                  <a:pt x="695766" y="36296"/>
                  <a:pt x="694740" y="36296"/>
                </a:cubicBezTo>
                <a:cubicBezTo>
                  <a:pt x="693634" y="36296"/>
                  <a:pt x="692291" y="36592"/>
                  <a:pt x="690711" y="37183"/>
                </a:cubicBezTo>
                <a:lnTo>
                  <a:pt x="689882" y="35054"/>
                </a:lnTo>
                <a:lnTo>
                  <a:pt x="706232" y="28434"/>
                </a:lnTo>
                <a:lnTo>
                  <a:pt x="708838" y="28434"/>
                </a:lnTo>
                <a:close/>
                <a:moveTo>
                  <a:pt x="739590" y="12085"/>
                </a:moveTo>
                <a:lnTo>
                  <a:pt x="739590" y="29974"/>
                </a:lnTo>
                <a:lnTo>
                  <a:pt x="752267" y="29974"/>
                </a:lnTo>
                <a:lnTo>
                  <a:pt x="752267" y="34121"/>
                </a:lnTo>
                <a:lnTo>
                  <a:pt x="739590" y="34121"/>
                </a:lnTo>
                <a:lnTo>
                  <a:pt x="739590" y="69260"/>
                </a:lnTo>
                <a:cubicBezTo>
                  <a:pt x="739590" y="72771"/>
                  <a:pt x="740093" y="75138"/>
                  <a:pt x="741100" y="76361"/>
                </a:cubicBezTo>
                <a:cubicBezTo>
                  <a:pt x="742107" y="77583"/>
                  <a:pt x="743401" y="78194"/>
                  <a:pt x="744980" y="78194"/>
                </a:cubicBezTo>
                <a:cubicBezTo>
                  <a:pt x="746284" y="78194"/>
                  <a:pt x="747547" y="77789"/>
                  <a:pt x="748772" y="76980"/>
                </a:cubicBezTo>
                <a:cubicBezTo>
                  <a:pt x="749996" y="76170"/>
                  <a:pt x="750944" y="74975"/>
                  <a:pt x="751615" y="73396"/>
                </a:cubicBezTo>
                <a:lnTo>
                  <a:pt x="753925" y="73396"/>
                </a:lnTo>
                <a:cubicBezTo>
                  <a:pt x="752543" y="77277"/>
                  <a:pt x="750588" y="80212"/>
                  <a:pt x="748061" y="82202"/>
                </a:cubicBezTo>
                <a:cubicBezTo>
                  <a:pt x="745533" y="84190"/>
                  <a:pt x="742927" y="85184"/>
                  <a:pt x="740241" y="85184"/>
                </a:cubicBezTo>
                <a:cubicBezTo>
                  <a:pt x="738425" y="85184"/>
                  <a:pt x="736648" y="84680"/>
                  <a:pt x="734910" y="83672"/>
                </a:cubicBezTo>
                <a:cubicBezTo>
                  <a:pt x="733172" y="82663"/>
                  <a:pt x="731889" y="81221"/>
                  <a:pt x="731059" y="79344"/>
                </a:cubicBezTo>
                <a:cubicBezTo>
                  <a:pt x="730230" y="77465"/>
                  <a:pt x="729816" y="74569"/>
                  <a:pt x="729816" y="70654"/>
                </a:cubicBezTo>
                <a:lnTo>
                  <a:pt x="729816" y="34121"/>
                </a:lnTo>
                <a:lnTo>
                  <a:pt x="721226" y="34121"/>
                </a:lnTo>
                <a:lnTo>
                  <a:pt x="721226" y="32166"/>
                </a:lnTo>
                <a:cubicBezTo>
                  <a:pt x="723398" y="31295"/>
                  <a:pt x="725619" y="29820"/>
                  <a:pt x="727890" y="27740"/>
                </a:cubicBezTo>
                <a:cubicBezTo>
                  <a:pt x="730161" y="25661"/>
                  <a:pt x="732185" y="23195"/>
                  <a:pt x="733962" y="20343"/>
                </a:cubicBezTo>
                <a:cubicBezTo>
                  <a:pt x="734870" y="18838"/>
                  <a:pt x="736134" y="16086"/>
                  <a:pt x="737753" y="12085"/>
                </a:cubicBezTo>
                <a:lnTo>
                  <a:pt x="739590" y="12085"/>
                </a:lnTo>
                <a:close/>
                <a:moveTo>
                  <a:pt x="754467" y="29974"/>
                </a:moveTo>
                <a:lnTo>
                  <a:pt x="779762" y="29974"/>
                </a:lnTo>
                <a:lnTo>
                  <a:pt x="779762" y="32166"/>
                </a:lnTo>
                <a:lnTo>
                  <a:pt x="778518" y="32166"/>
                </a:lnTo>
                <a:cubicBezTo>
                  <a:pt x="776741" y="32166"/>
                  <a:pt x="775408" y="32551"/>
                  <a:pt x="774519" y="33321"/>
                </a:cubicBezTo>
                <a:cubicBezTo>
                  <a:pt x="773631" y="34091"/>
                  <a:pt x="773187" y="35049"/>
                  <a:pt x="773187" y="36194"/>
                </a:cubicBezTo>
                <a:cubicBezTo>
                  <a:pt x="773187" y="37735"/>
                  <a:pt x="773838" y="39867"/>
                  <a:pt x="775141" y="42592"/>
                </a:cubicBezTo>
                <a:lnTo>
                  <a:pt x="788352" y="69960"/>
                </a:lnTo>
                <a:lnTo>
                  <a:pt x="800495" y="39986"/>
                </a:lnTo>
                <a:cubicBezTo>
                  <a:pt x="801167" y="38366"/>
                  <a:pt x="801502" y="36767"/>
                  <a:pt x="801502" y="35187"/>
                </a:cubicBezTo>
                <a:cubicBezTo>
                  <a:pt x="801502" y="34476"/>
                  <a:pt x="801364" y="33943"/>
                  <a:pt x="801088" y="33588"/>
                </a:cubicBezTo>
                <a:cubicBezTo>
                  <a:pt x="800772" y="33153"/>
                  <a:pt x="800278" y="32808"/>
                  <a:pt x="799607" y="32551"/>
                </a:cubicBezTo>
                <a:cubicBezTo>
                  <a:pt x="798935" y="32295"/>
                  <a:pt x="797751" y="32166"/>
                  <a:pt x="796052" y="32166"/>
                </a:cubicBezTo>
                <a:lnTo>
                  <a:pt x="796052" y="29974"/>
                </a:lnTo>
                <a:lnTo>
                  <a:pt x="813705" y="29974"/>
                </a:lnTo>
                <a:lnTo>
                  <a:pt x="813705" y="32166"/>
                </a:lnTo>
                <a:cubicBezTo>
                  <a:pt x="812244" y="32324"/>
                  <a:pt x="811119" y="32640"/>
                  <a:pt x="810329" y="33114"/>
                </a:cubicBezTo>
                <a:cubicBezTo>
                  <a:pt x="809539" y="33588"/>
                  <a:pt x="808670" y="34476"/>
                  <a:pt x="807722" y="35780"/>
                </a:cubicBezTo>
                <a:cubicBezTo>
                  <a:pt x="807367" y="36333"/>
                  <a:pt x="806696" y="37853"/>
                  <a:pt x="805708" y="40341"/>
                </a:cubicBezTo>
                <a:lnTo>
                  <a:pt x="783613" y="94484"/>
                </a:lnTo>
                <a:cubicBezTo>
                  <a:pt x="781480" y="99737"/>
                  <a:pt x="778686" y="103706"/>
                  <a:pt x="775230" y="106391"/>
                </a:cubicBezTo>
                <a:cubicBezTo>
                  <a:pt x="771775" y="109077"/>
                  <a:pt x="768448" y="110419"/>
                  <a:pt x="765249" y="110419"/>
                </a:cubicBezTo>
                <a:cubicBezTo>
                  <a:pt x="762919" y="110419"/>
                  <a:pt x="761003" y="109756"/>
                  <a:pt x="759503" y="108429"/>
                </a:cubicBezTo>
                <a:cubicBezTo>
                  <a:pt x="758002" y="107103"/>
                  <a:pt x="757252" y="105581"/>
                  <a:pt x="757252" y="103864"/>
                </a:cubicBezTo>
                <a:cubicBezTo>
                  <a:pt x="757252" y="102226"/>
                  <a:pt x="757795" y="100904"/>
                  <a:pt x="758881" y="99899"/>
                </a:cubicBezTo>
                <a:cubicBezTo>
                  <a:pt x="759967" y="98896"/>
                  <a:pt x="761458" y="98394"/>
                  <a:pt x="763353" y="98394"/>
                </a:cubicBezTo>
                <a:cubicBezTo>
                  <a:pt x="764656" y="98394"/>
                  <a:pt x="766434" y="98829"/>
                  <a:pt x="768685" y="99697"/>
                </a:cubicBezTo>
                <a:cubicBezTo>
                  <a:pt x="770264" y="100290"/>
                  <a:pt x="771252" y="100586"/>
                  <a:pt x="771646" y="100586"/>
                </a:cubicBezTo>
                <a:cubicBezTo>
                  <a:pt x="772831" y="100586"/>
                  <a:pt x="774125" y="99970"/>
                  <a:pt x="775527" y="98737"/>
                </a:cubicBezTo>
                <a:cubicBezTo>
                  <a:pt x="776929" y="97505"/>
                  <a:pt x="778340" y="95121"/>
                  <a:pt x="779762" y="91584"/>
                </a:cubicBezTo>
                <a:lnTo>
                  <a:pt x="783613" y="82104"/>
                </a:lnTo>
                <a:lnTo>
                  <a:pt x="764123" y="41170"/>
                </a:lnTo>
                <a:cubicBezTo>
                  <a:pt x="763531" y="39946"/>
                  <a:pt x="762583" y="38426"/>
                  <a:pt x="761280" y="36609"/>
                </a:cubicBezTo>
                <a:cubicBezTo>
                  <a:pt x="760293" y="35227"/>
                  <a:pt x="759483" y="34299"/>
                  <a:pt x="758851" y="33825"/>
                </a:cubicBezTo>
                <a:cubicBezTo>
                  <a:pt x="757943" y="33193"/>
                  <a:pt x="756482" y="32640"/>
                  <a:pt x="754467" y="32166"/>
                </a:cubicBezTo>
                <a:lnTo>
                  <a:pt x="754467" y="29974"/>
                </a:lnTo>
                <a:close/>
                <a:moveTo>
                  <a:pt x="876130" y="110419"/>
                </a:moveTo>
                <a:lnTo>
                  <a:pt x="813397" y="110419"/>
                </a:lnTo>
                <a:lnTo>
                  <a:pt x="813397" y="105503"/>
                </a:lnTo>
                <a:lnTo>
                  <a:pt x="876130" y="105503"/>
                </a:lnTo>
                <a:lnTo>
                  <a:pt x="876130" y="110419"/>
                </a:lnTo>
                <a:close/>
                <a:moveTo>
                  <a:pt x="895126" y="39986"/>
                </a:moveTo>
                <a:cubicBezTo>
                  <a:pt x="899075" y="36036"/>
                  <a:pt x="901405" y="33766"/>
                  <a:pt x="902116" y="33173"/>
                </a:cubicBezTo>
                <a:cubicBezTo>
                  <a:pt x="903893" y="31673"/>
                  <a:pt x="905809" y="30508"/>
                  <a:pt x="907862" y="29678"/>
                </a:cubicBezTo>
                <a:cubicBezTo>
                  <a:pt x="909916" y="28849"/>
                  <a:pt x="911950" y="28434"/>
                  <a:pt x="913964" y="28434"/>
                </a:cubicBezTo>
                <a:cubicBezTo>
                  <a:pt x="917360" y="28434"/>
                  <a:pt x="920282" y="29422"/>
                  <a:pt x="922731" y="31396"/>
                </a:cubicBezTo>
                <a:cubicBezTo>
                  <a:pt x="925179" y="33371"/>
                  <a:pt x="926818" y="36234"/>
                  <a:pt x="927648" y="39986"/>
                </a:cubicBezTo>
                <a:cubicBezTo>
                  <a:pt x="931715" y="35247"/>
                  <a:pt x="935151" y="32137"/>
                  <a:pt x="937955" y="30656"/>
                </a:cubicBezTo>
                <a:cubicBezTo>
                  <a:pt x="940759" y="29175"/>
                  <a:pt x="943642" y="28434"/>
                  <a:pt x="946604" y="28434"/>
                </a:cubicBezTo>
                <a:cubicBezTo>
                  <a:pt x="949487" y="28434"/>
                  <a:pt x="952044" y="29173"/>
                  <a:pt x="954275" y="30652"/>
                </a:cubicBezTo>
                <a:cubicBezTo>
                  <a:pt x="956506" y="32129"/>
                  <a:pt x="958274" y="34542"/>
                  <a:pt x="959577" y="37892"/>
                </a:cubicBezTo>
                <a:cubicBezTo>
                  <a:pt x="960446" y="40177"/>
                  <a:pt x="960880" y="43763"/>
                  <a:pt x="960880" y="48649"/>
                </a:cubicBezTo>
                <a:lnTo>
                  <a:pt x="960880" y="71937"/>
                </a:lnTo>
                <a:cubicBezTo>
                  <a:pt x="960880" y="75326"/>
                  <a:pt x="961137" y="77651"/>
                  <a:pt x="961650" y="78912"/>
                </a:cubicBezTo>
                <a:cubicBezTo>
                  <a:pt x="962045" y="79779"/>
                  <a:pt x="962776" y="80517"/>
                  <a:pt x="963842" y="81128"/>
                </a:cubicBezTo>
                <a:cubicBezTo>
                  <a:pt x="964908" y="81739"/>
                  <a:pt x="966646" y="82045"/>
                  <a:pt x="969055" y="82045"/>
                </a:cubicBezTo>
                <a:lnTo>
                  <a:pt x="969055" y="84236"/>
                </a:lnTo>
                <a:lnTo>
                  <a:pt x="942279" y="84236"/>
                </a:lnTo>
                <a:lnTo>
                  <a:pt x="942279" y="82045"/>
                </a:lnTo>
                <a:lnTo>
                  <a:pt x="943405" y="82045"/>
                </a:lnTo>
                <a:cubicBezTo>
                  <a:pt x="945735" y="82045"/>
                  <a:pt x="947552" y="81593"/>
                  <a:pt x="948855" y="80689"/>
                </a:cubicBezTo>
                <a:cubicBezTo>
                  <a:pt x="949763" y="80060"/>
                  <a:pt x="950415" y="79058"/>
                  <a:pt x="950810" y="77683"/>
                </a:cubicBezTo>
                <a:cubicBezTo>
                  <a:pt x="950968" y="77015"/>
                  <a:pt x="951047" y="75110"/>
                  <a:pt x="951047" y="71967"/>
                </a:cubicBezTo>
                <a:lnTo>
                  <a:pt x="951047" y="48745"/>
                </a:lnTo>
                <a:cubicBezTo>
                  <a:pt x="951047" y="44345"/>
                  <a:pt x="950513" y="41241"/>
                  <a:pt x="949447" y="39434"/>
                </a:cubicBezTo>
                <a:cubicBezTo>
                  <a:pt x="947907" y="36919"/>
                  <a:pt x="945439" y="35661"/>
                  <a:pt x="942042" y="35661"/>
                </a:cubicBezTo>
                <a:cubicBezTo>
                  <a:pt x="939949" y="35661"/>
                  <a:pt x="937846" y="36182"/>
                  <a:pt x="935734" y="37224"/>
                </a:cubicBezTo>
                <a:cubicBezTo>
                  <a:pt x="933621" y="38264"/>
                  <a:pt x="931064" y="40199"/>
                  <a:pt x="928062" y="43029"/>
                </a:cubicBezTo>
                <a:lnTo>
                  <a:pt x="927944" y="43677"/>
                </a:lnTo>
                <a:lnTo>
                  <a:pt x="928062" y="46211"/>
                </a:lnTo>
                <a:lnTo>
                  <a:pt x="928062" y="71967"/>
                </a:lnTo>
                <a:cubicBezTo>
                  <a:pt x="928062" y="75660"/>
                  <a:pt x="928270" y="77959"/>
                  <a:pt x="928684" y="78862"/>
                </a:cubicBezTo>
                <a:cubicBezTo>
                  <a:pt x="929099" y="79766"/>
                  <a:pt x="929879" y="80522"/>
                  <a:pt x="931024" y="81132"/>
                </a:cubicBezTo>
                <a:cubicBezTo>
                  <a:pt x="932169" y="81740"/>
                  <a:pt x="934124" y="82045"/>
                  <a:pt x="936889" y="82045"/>
                </a:cubicBezTo>
                <a:lnTo>
                  <a:pt x="936889" y="84236"/>
                </a:lnTo>
                <a:lnTo>
                  <a:pt x="909462" y="84236"/>
                </a:lnTo>
                <a:lnTo>
                  <a:pt x="909462" y="82045"/>
                </a:lnTo>
                <a:cubicBezTo>
                  <a:pt x="912463" y="82045"/>
                  <a:pt x="914526" y="81691"/>
                  <a:pt x="915652" y="80984"/>
                </a:cubicBezTo>
                <a:cubicBezTo>
                  <a:pt x="916777" y="80277"/>
                  <a:pt x="917557" y="79216"/>
                  <a:pt x="917992" y="77802"/>
                </a:cubicBezTo>
                <a:cubicBezTo>
                  <a:pt x="918189" y="77133"/>
                  <a:pt x="918288" y="75188"/>
                  <a:pt x="918288" y="71967"/>
                </a:cubicBezTo>
                <a:lnTo>
                  <a:pt x="918288" y="48745"/>
                </a:lnTo>
                <a:cubicBezTo>
                  <a:pt x="918288" y="44345"/>
                  <a:pt x="917636" y="41181"/>
                  <a:pt x="916333" y="39256"/>
                </a:cubicBezTo>
                <a:cubicBezTo>
                  <a:pt x="914596" y="36741"/>
                  <a:pt x="912167" y="35484"/>
                  <a:pt x="909047" y="35484"/>
                </a:cubicBezTo>
                <a:cubicBezTo>
                  <a:pt x="906914" y="35484"/>
                  <a:pt x="904802" y="36053"/>
                  <a:pt x="902708" y="37192"/>
                </a:cubicBezTo>
                <a:cubicBezTo>
                  <a:pt x="899431" y="38921"/>
                  <a:pt x="896903" y="40866"/>
                  <a:pt x="895126" y="43027"/>
                </a:cubicBezTo>
                <a:lnTo>
                  <a:pt x="895126" y="71967"/>
                </a:lnTo>
                <a:cubicBezTo>
                  <a:pt x="895126" y="75502"/>
                  <a:pt x="895373" y="77801"/>
                  <a:pt x="895866" y="78862"/>
                </a:cubicBezTo>
                <a:cubicBezTo>
                  <a:pt x="896360" y="79922"/>
                  <a:pt x="897091" y="80718"/>
                  <a:pt x="898058" y="81249"/>
                </a:cubicBezTo>
                <a:cubicBezTo>
                  <a:pt x="899026" y="81779"/>
                  <a:pt x="900991" y="82045"/>
                  <a:pt x="903952" y="82045"/>
                </a:cubicBezTo>
                <a:lnTo>
                  <a:pt x="903952" y="84236"/>
                </a:lnTo>
                <a:lnTo>
                  <a:pt x="877118" y="84236"/>
                </a:lnTo>
                <a:lnTo>
                  <a:pt x="877118" y="82045"/>
                </a:lnTo>
                <a:cubicBezTo>
                  <a:pt x="879606" y="82045"/>
                  <a:pt x="881343" y="81779"/>
                  <a:pt x="882331" y="81247"/>
                </a:cubicBezTo>
                <a:cubicBezTo>
                  <a:pt x="883318" y="80715"/>
                  <a:pt x="884068" y="79868"/>
                  <a:pt x="884582" y="78705"/>
                </a:cubicBezTo>
                <a:cubicBezTo>
                  <a:pt x="885095" y="77542"/>
                  <a:pt x="885352" y="75286"/>
                  <a:pt x="885352" y="71937"/>
                </a:cubicBezTo>
                <a:lnTo>
                  <a:pt x="885352" y="51250"/>
                </a:lnTo>
                <a:cubicBezTo>
                  <a:pt x="885352" y="45299"/>
                  <a:pt x="885174" y="41457"/>
                  <a:pt x="884819" y="39725"/>
                </a:cubicBezTo>
                <a:cubicBezTo>
                  <a:pt x="884542" y="38424"/>
                  <a:pt x="884108" y="37527"/>
                  <a:pt x="883515" y="37035"/>
                </a:cubicBezTo>
                <a:cubicBezTo>
                  <a:pt x="882923" y="36542"/>
                  <a:pt x="882113" y="36296"/>
                  <a:pt x="881087" y="36296"/>
                </a:cubicBezTo>
                <a:cubicBezTo>
                  <a:pt x="879981" y="36296"/>
                  <a:pt x="878658" y="36592"/>
                  <a:pt x="877118" y="37183"/>
                </a:cubicBezTo>
                <a:lnTo>
                  <a:pt x="876229" y="35054"/>
                </a:lnTo>
                <a:lnTo>
                  <a:pt x="892579" y="28434"/>
                </a:lnTo>
                <a:lnTo>
                  <a:pt x="895126" y="28434"/>
                </a:lnTo>
                <a:lnTo>
                  <a:pt x="895126" y="39986"/>
                </a:lnTo>
                <a:close/>
                <a:moveTo>
                  <a:pt x="1004242" y="76417"/>
                </a:moveTo>
                <a:cubicBezTo>
                  <a:pt x="998673" y="80722"/>
                  <a:pt x="995178" y="83210"/>
                  <a:pt x="993756" y="83881"/>
                </a:cubicBezTo>
                <a:cubicBezTo>
                  <a:pt x="991624" y="84908"/>
                  <a:pt x="989353" y="85421"/>
                  <a:pt x="986944" y="85421"/>
                </a:cubicBezTo>
                <a:cubicBezTo>
                  <a:pt x="983192" y="85421"/>
                  <a:pt x="980102" y="84138"/>
                  <a:pt x="977673" y="81571"/>
                </a:cubicBezTo>
                <a:cubicBezTo>
                  <a:pt x="975245" y="79004"/>
                  <a:pt x="974030" y="75627"/>
                  <a:pt x="974030" y="71441"/>
                </a:cubicBezTo>
                <a:cubicBezTo>
                  <a:pt x="974030" y="68795"/>
                  <a:pt x="974623" y="66504"/>
                  <a:pt x="975807" y="64569"/>
                </a:cubicBezTo>
                <a:cubicBezTo>
                  <a:pt x="977427" y="61884"/>
                  <a:pt x="980240" y="59356"/>
                  <a:pt x="984249" y="56987"/>
                </a:cubicBezTo>
                <a:cubicBezTo>
                  <a:pt x="988257" y="54617"/>
                  <a:pt x="994921" y="51734"/>
                  <a:pt x="1004242" y="48338"/>
                </a:cubicBezTo>
                <a:lnTo>
                  <a:pt x="1004242" y="46206"/>
                </a:lnTo>
                <a:cubicBezTo>
                  <a:pt x="1004242" y="40795"/>
                  <a:pt x="1003383" y="37083"/>
                  <a:pt x="1001665" y="35069"/>
                </a:cubicBezTo>
                <a:cubicBezTo>
                  <a:pt x="999947" y="33055"/>
                  <a:pt x="997449" y="32048"/>
                  <a:pt x="994171" y="32048"/>
                </a:cubicBezTo>
                <a:cubicBezTo>
                  <a:pt x="991683" y="32048"/>
                  <a:pt x="989709" y="32717"/>
                  <a:pt x="988247" y="34054"/>
                </a:cubicBezTo>
                <a:cubicBezTo>
                  <a:pt x="986747" y="35392"/>
                  <a:pt x="985996" y="36927"/>
                  <a:pt x="985996" y="38658"/>
                </a:cubicBezTo>
                <a:lnTo>
                  <a:pt x="986115" y="42081"/>
                </a:lnTo>
                <a:cubicBezTo>
                  <a:pt x="986115" y="43890"/>
                  <a:pt x="985651" y="45287"/>
                  <a:pt x="984723" y="46270"/>
                </a:cubicBezTo>
                <a:cubicBezTo>
                  <a:pt x="983795" y="47254"/>
                  <a:pt x="982580" y="47746"/>
                  <a:pt x="981080" y="47746"/>
                </a:cubicBezTo>
                <a:cubicBezTo>
                  <a:pt x="979618" y="47746"/>
                  <a:pt x="978424" y="47234"/>
                  <a:pt x="977496" y="46211"/>
                </a:cubicBezTo>
                <a:cubicBezTo>
                  <a:pt x="976568" y="45187"/>
                  <a:pt x="976104" y="43789"/>
                  <a:pt x="976104" y="42016"/>
                </a:cubicBezTo>
                <a:cubicBezTo>
                  <a:pt x="976104" y="38631"/>
                  <a:pt x="977841" y="35521"/>
                  <a:pt x="981317" y="32686"/>
                </a:cubicBezTo>
                <a:cubicBezTo>
                  <a:pt x="984792" y="29852"/>
                  <a:pt x="989669" y="28434"/>
                  <a:pt x="995948" y="28434"/>
                </a:cubicBezTo>
                <a:cubicBezTo>
                  <a:pt x="1000766" y="28434"/>
                  <a:pt x="1004715" y="29243"/>
                  <a:pt x="1007796" y="30859"/>
                </a:cubicBezTo>
                <a:cubicBezTo>
                  <a:pt x="1010126" y="32082"/>
                  <a:pt x="1011844" y="33996"/>
                  <a:pt x="1012950" y="36600"/>
                </a:cubicBezTo>
                <a:cubicBezTo>
                  <a:pt x="1013660" y="38295"/>
                  <a:pt x="1014016" y="41766"/>
                  <a:pt x="1014016" y="47013"/>
                </a:cubicBezTo>
                <a:lnTo>
                  <a:pt x="1014016" y="65413"/>
                </a:lnTo>
                <a:cubicBezTo>
                  <a:pt x="1014016" y="70581"/>
                  <a:pt x="1014115" y="73746"/>
                  <a:pt x="1014312" y="74910"/>
                </a:cubicBezTo>
                <a:cubicBezTo>
                  <a:pt x="1014509" y="76074"/>
                  <a:pt x="1014835" y="76853"/>
                  <a:pt x="1015289" y="77248"/>
                </a:cubicBezTo>
                <a:cubicBezTo>
                  <a:pt x="1015744" y="77642"/>
                  <a:pt x="1016267" y="77839"/>
                  <a:pt x="1016859" y="77839"/>
                </a:cubicBezTo>
                <a:cubicBezTo>
                  <a:pt x="1017491" y="77839"/>
                  <a:pt x="1018044" y="77700"/>
                  <a:pt x="1018518" y="77424"/>
                </a:cubicBezTo>
                <a:cubicBezTo>
                  <a:pt x="1019347" y="76911"/>
                  <a:pt x="1020947" y="75469"/>
                  <a:pt x="1023316" y="73100"/>
                </a:cubicBezTo>
                <a:lnTo>
                  <a:pt x="1023316" y="76417"/>
                </a:lnTo>
                <a:cubicBezTo>
                  <a:pt x="1018893" y="82341"/>
                  <a:pt x="1014667" y="85303"/>
                  <a:pt x="1010639" y="85303"/>
                </a:cubicBezTo>
                <a:cubicBezTo>
                  <a:pt x="1008704" y="85303"/>
                  <a:pt x="1007164" y="84631"/>
                  <a:pt x="1006019" y="83289"/>
                </a:cubicBezTo>
                <a:cubicBezTo>
                  <a:pt x="1004873" y="81946"/>
                  <a:pt x="1004281" y="79655"/>
                  <a:pt x="1004242" y="76417"/>
                </a:cubicBezTo>
                <a:moveTo>
                  <a:pt x="1004242" y="72533"/>
                </a:moveTo>
                <a:lnTo>
                  <a:pt x="1004242" y="51952"/>
                </a:lnTo>
                <a:cubicBezTo>
                  <a:pt x="998278" y="54310"/>
                  <a:pt x="994428" y="55981"/>
                  <a:pt x="992690" y="56965"/>
                </a:cubicBezTo>
                <a:cubicBezTo>
                  <a:pt x="989570" y="58695"/>
                  <a:pt x="987339" y="60504"/>
                  <a:pt x="985996" y="62390"/>
                </a:cubicBezTo>
                <a:cubicBezTo>
                  <a:pt x="984654" y="64277"/>
                  <a:pt x="983982" y="66342"/>
                  <a:pt x="983982" y="68583"/>
                </a:cubicBezTo>
                <a:cubicBezTo>
                  <a:pt x="983982" y="71414"/>
                  <a:pt x="984831" y="73763"/>
                  <a:pt x="986529" y="75630"/>
                </a:cubicBezTo>
                <a:cubicBezTo>
                  <a:pt x="988228" y="77497"/>
                  <a:pt x="990182" y="78431"/>
                  <a:pt x="992394" y="78431"/>
                </a:cubicBezTo>
                <a:cubicBezTo>
                  <a:pt x="995395" y="78431"/>
                  <a:pt x="999345" y="76465"/>
                  <a:pt x="1004242" y="72533"/>
                </a:cubicBezTo>
                <a:close/>
                <a:moveTo>
                  <a:pt x="1043581" y="12085"/>
                </a:moveTo>
                <a:lnTo>
                  <a:pt x="1043581" y="29974"/>
                </a:lnTo>
                <a:lnTo>
                  <a:pt x="1056258" y="29974"/>
                </a:lnTo>
                <a:lnTo>
                  <a:pt x="1056258" y="34121"/>
                </a:lnTo>
                <a:lnTo>
                  <a:pt x="1043581" y="34121"/>
                </a:lnTo>
                <a:lnTo>
                  <a:pt x="1043581" y="69260"/>
                </a:lnTo>
                <a:cubicBezTo>
                  <a:pt x="1043581" y="72771"/>
                  <a:pt x="1044084" y="75138"/>
                  <a:pt x="1045091" y="76361"/>
                </a:cubicBezTo>
                <a:cubicBezTo>
                  <a:pt x="1046098" y="77583"/>
                  <a:pt x="1047392" y="78194"/>
                  <a:pt x="1048971" y="78194"/>
                </a:cubicBezTo>
                <a:cubicBezTo>
                  <a:pt x="1050274" y="78194"/>
                  <a:pt x="1051538" y="77789"/>
                  <a:pt x="1052762" y="76980"/>
                </a:cubicBezTo>
                <a:cubicBezTo>
                  <a:pt x="1053987" y="76170"/>
                  <a:pt x="1054935" y="74975"/>
                  <a:pt x="1055606" y="73396"/>
                </a:cubicBezTo>
                <a:lnTo>
                  <a:pt x="1057916" y="73396"/>
                </a:lnTo>
                <a:cubicBezTo>
                  <a:pt x="1056534" y="77277"/>
                  <a:pt x="1054579" y="80212"/>
                  <a:pt x="1052052" y="82202"/>
                </a:cubicBezTo>
                <a:cubicBezTo>
                  <a:pt x="1049524" y="84190"/>
                  <a:pt x="1046918" y="85184"/>
                  <a:pt x="1044232" y="85184"/>
                </a:cubicBezTo>
                <a:cubicBezTo>
                  <a:pt x="1042416" y="85184"/>
                  <a:pt x="1040638" y="84680"/>
                  <a:pt x="1038901" y="83672"/>
                </a:cubicBezTo>
                <a:cubicBezTo>
                  <a:pt x="1037163" y="82663"/>
                  <a:pt x="1035880" y="81221"/>
                  <a:pt x="1035050" y="79344"/>
                </a:cubicBezTo>
                <a:cubicBezTo>
                  <a:pt x="1034221" y="77465"/>
                  <a:pt x="1033806" y="74569"/>
                  <a:pt x="1033806" y="70654"/>
                </a:cubicBezTo>
                <a:lnTo>
                  <a:pt x="1033806" y="34121"/>
                </a:lnTo>
                <a:lnTo>
                  <a:pt x="1025217" y="34121"/>
                </a:lnTo>
                <a:lnTo>
                  <a:pt x="1025217" y="32166"/>
                </a:lnTo>
                <a:cubicBezTo>
                  <a:pt x="1027389" y="31295"/>
                  <a:pt x="1029610" y="29820"/>
                  <a:pt x="1031881" y="27740"/>
                </a:cubicBezTo>
                <a:cubicBezTo>
                  <a:pt x="1034152" y="25661"/>
                  <a:pt x="1036176" y="23195"/>
                  <a:pt x="1037953" y="20343"/>
                </a:cubicBezTo>
                <a:cubicBezTo>
                  <a:pt x="1038861" y="18838"/>
                  <a:pt x="1040125" y="16086"/>
                  <a:pt x="1041744" y="12085"/>
                </a:cubicBezTo>
                <a:lnTo>
                  <a:pt x="1043581" y="12085"/>
                </a:lnTo>
                <a:close/>
                <a:moveTo>
                  <a:pt x="1077402" y="28434"/>
                </a:moveTo>
                <a:lnTo>
                  <a:pt x="1077402" y="40637"/>
                </a:lnTo>
                <a:cubicBezTo>
                  <a:pt x="1081943" y="32502"/>
                  <a:pt x="1086603" y="28434"/>
                  <a:pt x="1091382" y="28434"/>
                </a:cubicBezTo>
                <a:cubicBezTo>
                  <a:pt x="1093554" y="28434"/>
                  <a:pt x="1095351" y="29096"/>
                  <a:pt x="1096773" y="30419"/>
                </a:cubicBezTo>
                <a:cubicBezTo>
                  <a:pt x="1098194" y="31742"/>
                  <a:pt x="1098905" y="33272"/>
                  <a:pt x="1098905" y="35010"/>
                </a:cubicBezTo>
                <a:cubicBezTo>
                  <a:pt x="1098905" y="36550"/>
                  <a:pt x="1098392" y="37853"/>
                  <a:pt x="1097365" y="38919"/>
                </a:cubicBezTo>
                <a:cubicBezTo>
                  <a:pt x="1096338" y="39986"/>
                  <a:pt x="1095114" y="40519"/>
                  <a:pt x="1093692" y="40519"/>
                </a:cubicBezTo>
                <a:cubicBezTo>
                  <a:pt x="1092310" y="40519"/>
                  <a:pt x="1090760" y="39837"/>
                  <a:pt x="1089042" y="38475"/>
                </a:cubicBezTo>
                <a:cubicBezTo>
                  <a:pt x="1087324" y="37113"/>
                  <a:pt x="1086051" y="36431"/>
                  <a:pt x="1085221" y="36431"/>
                </a:cubicBezTo>
                <a:cubicBezTo>
                  <a:pt x="1084510" y="36431"/>
                  <a:pt x="1083740" y="36825"/>
                  <a:pt x="1082911" y="37612"/>
                </a:cubicBezTo>
                <a:cubicBezTo>
                  <a:pt x="1081134" y="39228"/>
                  <a:pt x="1079297" y="41887"/>
                  <a:pt x="1077402" y="45589"/>
                </a:cubicBezTo>
                <a:lnTo>
                  <a:pt x="1077402" y="71528"/>
                </a:lnTo>
                <a:cubicBezTo>
                  <a:pt x="1077402" y="74521"/>
                  <a:pt x="1077777" y="76785"/>
                  <a:pt x="1078527" y="78322"/>
                </a:cubicBezTo>
                <a:cubicBezTo>
                  <a:pt x="1079041" y="79386"/>
                  <a:pt x="1079949" y="80272"/>
                  <a:pt x="1081252" y="80982"/>
                </a:cubicBezTo>
                <a:cubicBezTo>
                  <a:pt x="1082556" y="81690"/>
                  <a:pt x="1084431" y="82045"/>
                  <a:pt x="1086880" y="82045"/>
                </a:cubicBezTo>
                <a:lnTo>
                  <a:pt x="1086880" y="84236"/>
                </a:lnTo>
                <a:lnTo>
                  <a:pt x="1059097" y="84236"/>
                </a:lnTo>
                <a:lnTo>
                  <a:pt x="1059097" y="82045"/>
                </a:lnTo>
                <a:cubicBezTo>
                  <a:pt x="1061862" y="82045"/>
                  <a:pt x="1063915" y="81611"/>
                  <a:pt x="1065258" y="80745"/>
                </a:cubicBezTo>
                <a:cubicBezTo>
                  <a:pt x="1066245" y="80114"/>
                  <a:pt x="1066937" y="79109"/>
                  <a:pt x="1067331" y="77729"/>
                </a:cubicBezTo>
                <a:cubicBezTo>
                  <a:pt x="1067529" y="77059"/>
                  <a:pt x="1067628" y="75148"/>
                  <a:pt x="1067628" y="71996"/>
                </a:cubicBezTo>
                <a:lnTo>
                  <a:pt x="1067628" y="51013"/>
                </a:lnTo>
                <a:cubicBezTo>
                  <a:pt x="1067628" y="44708"/>
                  <a:pt x="1067499" y="40955"/>
                  <a:pt x="1067243" y="39754"/>
                </a:cubicBezTo>
                <a:cubicBezTo>
                  <a:pt x="1066986" y="38552"/>
                  <a:pt x="1066512" y="37675"/>
                  <a:pt x="1065821" y="37124"/>
                </a:cubicBezTo>
                <a:cubicBezTo>
                  <a:pt x="1065130" y="36572"/>
                  <a:pt x="1064271" y="36296"/>
                  <a:pt x="1063244" y="36296"/>
                </a:cubicBezTo>
                <a:cubicBezTo>
                  <a:pt x="1062020" y="36296"/>
                  <a:pt x="1060638" y="36592"/>
                  <a:pt x="1059097" y="37183"/>
                </a:cubicBezTo>
                <a:lnTo>
                  <a:pt x="1058505" y="35054"/>
                </a:lnTo>
                <a:lnTo>
                  <a:pt x="1074914" y="28434"/>
                </a:lnTo>
                <a:lnTo>
                  <a:pt x="1077402" y="28434"/>
                </a:lnTo>
                <a:close/>
                <a:moveTo>
                  <a:pt x="1115461" y="0"/>
                </a:moveTo>
                <a:cubicBezTo>
                  <a:pt x="1117119" y="0"/>
                  <a:pt x="1118531" y="586"/>
                  <a:pt x="1119696" y="1757"/>
                </a:cubicBezTo>
                <a:cubicBezTo>
                  <a:pt x="1120861" y="2927"/>
                  <a:pt x="1121444" y="4345"/>
                  <a:pt x="1121444" y="6013"/>
                </a:cubicBezTo>
                <a:cubicBezTo>
                  <a:pt x="1121444" y="7680"/>
                  <a:pt x="1120861" y="9109"/>
                  <a:pt x="1119696" y="10300"/>
                </a:cubicBezTo>
                <a:cubicBezTo>
                  <a:pt x="1118531" y="11490"/>
                  <a:pt x="1117119" y="12085"/>
                  <a:pt x="1115461" y="12085"/>
                </a:cubicBezTo>
                <a:cubicBezTo>
                  <a:pt x="1113802" y="12085"/>
                  <a:pt x="1112380" y="11490"/>
                  <a:pt x="1111196" y="10300"/>
                </a:cubicBezTo>
                <a:cubicBezTo>
                  <a:pt x="1110011" y="9109"/>
                  <a:pt x="1109418" y="7680"/>
                  <a:pt x="1109418" y="6013"/>
                </a:cubicBezTo>
                <a:cubicBezTo>
                  <a:pt x="1109418" y="4345"/>
                  <a:pt x="1110001" y="2927"/>
                  <a:pt x="1111166" y="1757"/>
                </a:cubicBezTo>
                <a:cubicBezTo>
                  <a:pt x="1112331" y="586"/>
                  <a:pt x="1113763" y="0"/>
                  <a:pt x="1115461" y="0"/>
                </a:cubicBezTo>
                <a:moveTo>
                  <a:pt x="1120377" y="28434"/>
                </a:moveTo>
                <a:lnTo>
                  <a:pt x="1120377" y="71937"/>
                </a:lnTo>
                <a:cubicBezTo>
                  <a:pt x="1120377" y="75326"/>
                  <a:pt x="1120624" y="77582"/>
                  <a:pt x="1121118" y="78705"/>
                </a:cubicBezTo>
                <a:cubicBezTo>
                  <a:pt x="1121612" y="79828"/>
                  <a:pt x="1122342" y="80665"/>
                  <a:pt x="1123310" y="81217"/>
                </a:cubicBezTo>
                <a:cubicBezTo>
                  <a:pt x="1124277" y="81769"/>
                  <a:pt x="1126045" y="82045"/>
                  <a:pt x="1128612" y="82045"/>
                </a:cubicBezTo>
                <a:lnTo>
                  <a:pt x="1128612" y="84236"/>
                </a:lnTo>
                <a:lnTo>
                  <a:pt x="1102251" y="84236"/>
                </a:lnTo>
                <a:lnTo>
                  <a:pt x="1102251" y="82045"/>
                </a:lnTo>
                <a:cubicBezTo>
                  <a:pt x="1104897" y="82045"/>
                  <a:pt x="1106674" y="81788"/>
                  <a:pt x="1107582" y="81276"/>
                </a:cubicBezTo>
                <a:cubicBezTo>
                  <a:pt x="1108490" y="80764"/>
                  <a:pt x="1109211" y="79917"/>
                  <a:pt x="1109744" y="78735"/>
                </a:cubicBezTo>
                <a:cubicBezTo>
                  <a:pt x="1110277" y="77552"/>
                  <a:pt x="1110544" y="75286"/>
                  <a:pt x="1110544" y="71937"/>
                </a:cubicBezTo>
                <a:lnTo>
                  <a:pt x="1110544" y="51072"/>
                </a:lnTo>
                <a:cubicBezTo>
                  <a:pt x="1110544" y="45200"/>
                  <a:pt x="1110366" y="41398"/>
                  <a:pt x="1110011" y="39665"/>
                </a:cubicBezTo>
                <a:cubicBezTo>
                  <a:pt x="1109734" y="38404"/>
                  <a:pt x="1109300" y="37527"/>
                  <a:pt x="1108708" y="37035"/>
                </a:cubicBezTo>
                <a:cubicBezTo>
                  <a:pt x="1108115" y="36542"/>
                  <a:pt x="1107306" y="36296"/>
                  <a:pt x="1106279" y="36296"/>
                </a:cubicBezTo>
                <a:cubicBezTo>
                  <a:pt x="1105173" y="36296"/>
                  <a:pt x="1103830" y="36592"/>
                  <a:pt x="1102251" y="37183"/>
                </a:cubicBezTo>
                <a:lnTo>
                  <a:pt x="1101421" y="35054"/>
                </a:lnTo>
                <a:lnTo>
                  <a:pt x="1117771" y="28434"/>
                </a:lnTo>
                <a:lnTo>
                  <a:pt x="1120377" y="28434"/>
                </a:lnTo>
                <a:close/>
                <a:moveTo>
                  <a:pt x="1133169" y="29974"/>
                </a:moveTo>
                <a:lnTo>
                  <a:pt x="1158701" y="29974"/>
                </a:lnTo>
                <a:lnTo>
                  <a:pt x="1158701" y="32166"/>
                </a:lnTo>
                <a:cubicBezTo>
                  <a:pt x="1157081" y="32166"/>
                  <a:pt x="1155946" y="32443"/>
                  <a:pt x="1155294" y="32996"/>
                </a:cubicBezTo>
                <a:cubicBezTo>
                  <a:pt x="1154643" y="33548"/>
                  <a:pt x="1154317" y="34279"/>
                  <a:pt x="1154317" y="35187"/>
                </a:cubicBezTo>
                <a:cubicBezTo>
                  <a:pt x="1154317" y="36135"/>
                  <a:pt x="1155008" y="37596"/>
                  <a:pt x="1156390" y="39571"/>
                </a:cubicBezTo>
                <a:cubicBezTo>
                  <a:pt x="1156825" y="40203"/>
                  <a:pt x="1157476" y="41190"/>
                  <a:pt x="1158345" y="42533"/>
                </a:cubicBezTo>
                <a:lnTo>
                  <a:pt x="1162196" y="48694"/>
                </a:lnTo>
                <a:lnTo>
                  <a:pt x="1166638" y="42533"/>
                </a:lnTo>
                <a:cubicBezTo>
                  <a:pt x="1169482" y="38623"/>
                  <a:pt x="1170904" y="36155"/>
                  <a:pt x="1170904" y="35128"/>
                </a:cubicBezTo>
                <a:cubicBezTo>
                  <a:pt x="1170904" y="34299"/>
                  <a:pt x="1170568" y="33598"/>
                  <a:pt x="1169896" y="33025"/>
                </a:cubicBezTo>
                <a:cubicBezTo>
                  <a:pt x="1169225" y="32453"/>
                  <a:pt x="1168139" y="32166"/>
                  <a:pt x="1166638" y="32166"/>
                </a:cubicBezTo>
                <a:lnTo>
                  <a:pt x="1166638" y="29974"/>
                </a:lnTo>
                <a:lnTo>
                  <a:pt x="1185002" y="29974"/>
                </a:lnTo>
                <a:lnTo>
                  <a:pt x="1185002" y="32166"/>
                </a:lnTo>
                <a:cubicBezTo>
                  <a:pt x="1183067" y="32285"/>
                  <a:pt x="1181389" y="32818"/>
                  <a:pt x="1179967" y="33766"/>
                </a:cubicBezTo>
                <a:cubicBezTo>
                  <a:pt x="1178032" y="35108"/>
                  <a:pt x="1175386" y="38031"/>
                  <a:pt x="1172029" y="42533"/>
                </a:cubicBezTo>
                <a:lnTo>
                  <a:pt x="1164624" y="52426"/>
                </a:lnTo>
                <a:lnTo>
                  <a:pt x="1178131" y="71817"/>
                </a:lnTo>
                <a:cubicBezTo>
                  <a:pt x="1181448" y="76585"/>
                  <a:pt x="1183817" y="79453"/>
                  <a:pt x="1185239" y="80419"/>
                </a:cubicBezTo>
                <a:cubicBezTo>
                  <a:pt x="1186661" y="81384"/>
                  <a:pt x="1188497" y="81926"/>
                  <a:pt x="1190748" y="82045"/>
                </a:cubicBezTo>
                <a:lnTo>
                  <a:pt x="1190748" y="84236"/>
                </a:lnTo>
                <a:lnTo>
                  <a:pt x="1165157" y="84236"/>
                </a:lnTo>
                <a:lnTo>
                  <a:pt x="1165157" y="82045"/>
                </a:lnTo>
                <a:cubicBezTo>
                  <a:pt x="1166935" y="82045"/>
                  <a:pt x="1168317" y="81651"/>
                  <a:pt x="1169304" y="80863"/>
                </a:cubicBezTo>
                <a:cubicBezTo>
                  <a:pt x="1170054" y="80312"/>
                  <a:pt x="1170430" y="79583"/>
                  <a:pt x="1170430" y="78677"/>
                </a:cubicBezTo>
                <a:cubicBezTo>
                  <a:pt x="1170430" y="77771"/>
                  <a:pt x="1169166" y="75487"/>
                  <a:pt x="1166638" y="71824"/>
                </a:cubicBezTo>
                <a:lnTo>
                  <a:pt x="1158701" y="60245"/>
                </a:lnTo>
                <a:lnTo>
                  <a:pt x="1149993" y="71824"/>
                </a:lnTo>
                <a:cubicBezTo>
                  <a:pt x="1147307" y="75408"/>
                  <a:pt x="1145964" y="77535"/>
                  <a:pt x="1145964" y="78205"/>
                </a:cubicBezTo>
                <a:cubicBezTo>
                  <a:pt x="1145964" y="79150"/>
                  <a:pt x="1146409" y="80007"/>
                  <a:pt x="1147297" y="80775"/>
                </a:cubicBezTo>
                <a:cubicBezTo>
                  <a:pt x="1148186" y="81542"/>
                  <a:pt x="1149519" y="81966"/>
                  <a:pt x="1151296" y="82045"/>
                </a:cubicBezTo>
                <a:lnTo>
                  <a:pt x="1151296" y="84236"/>
                </a:lnTo>
                <a:lnTo>
                  <a:pt x="1133584" y="84236"/>
                </a:lnTo>
                <a:lnTo>
                  <a:pt x="1133584" y="82045"/>
                </a:lnTo>
                <a:cubicBezTo>
                  <a:pt x="1135005" y="81847"/>
                  <a:pt x="1136249" y="81355"/>
                  <a:pt x="1137316" y="80567"/>
                </a:cubicBezTo>
                <a:cubicBezTo>
                  <a:pt x="1138816" y="79424"/>
                  <a:pt x="1141344" y="76509"/>
                  <a:pt x="1144898" y="71820"/>
                </a:cubicBezTo>
                <a:lnTo>
                  <a:pt x="1156272" y="56750"/>
                </a:lnTo>
                <a:lnTo>
                  <a:pt x="1145964" y="41822"/>
                </a:lnTo>
                <a:cubicBezTo>
                  <a:pt x="1143042" y="37557"/>
                  <a:pt x="1140781" y="34881"/>
                  <a:pt x="1139182" y="33795"/>
                </a:cubicBezTo>
                <a:cubicBezTo>
                  <a:pt x="1137582" y="32709"/>
                  <a:pt x="1135578" y="32166"/>
                  <a:pt x="1133169" y="32166"/>
                </a:cubicBezTo>
                <a:lnTo>
                  <a:pt x="1133169" y="29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8f1c723fa41d6"/>
          <a:stretch xmlns:a="http://schemas.openxmlformats.org/drawingml/2006/main"/>
        </p:blipFill>
        <p:spPr>
          <a:xfrm xmlns:a="http://schemas.openxmlformats.org/drawingml/2006/main">
            <a:off x="9350221" y="1771009"/>
            <a:ext cx="136484" cy="136484"/>
          </a:xfrm>
          <a:prstGeom xmlns:a="http://schemas.openxmlformats.org/drawingml/2006/main" prst="rect">
            <a:avLst/>
          </a:prstGeom>
        </p:spPr>
      </p:pic>
      <p:sp>
        <p:nvSpPr>
          <p:cNvPr id="214" name="Text [f">
            <a:extLst xmlns:a="http://schemas.openxmlformats.org/drawingml/2006/main">
              <a:ext uri="{FF2B5EF4-FFF2-40B4-BE49-F238E27FC236}">
                <a16:creationId xmlns:a16="http://schemas.microsoft.com/office/drawing/2014/main" id="{AD0EB6E2-8370-40C3-8B58-F381986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28" y="1792926"/>
            <a:ext cx="82953" cy="108287"/>
          </a:xfrm>
          <a:custGeom xmlns:a="http://schemas.openxmlformats.org/drawingml/2006/main">
            <a:pathLst>
              <a:path w="82953" h="108287">
                <a:moveTo>
                  <a:pt x="26065" y="108287"/>
                </a:moveTo>
                <a:lnTo>
                  <a:pt x="0" y="108287"/>
                </a:lnTo>
                <a:lnTo>
                  <a:pt x="0" y="2014"/>
                </a:lnTo>
                <a:lnTo>
                  <a:pt x="26065" y="2014"/>
                </a:lnTo>
                <a:lnTo>
                  <a:pt x="26065" y="6694"/>
                </a:lnTo>
                <a:lnTo>
                  <a:pt x="8886" y="6694"/>
                </a:lnTo>
                <a:lnTo>
                  <a:pt x="8886" y="103726"/>
                </a:lnTo>
                <a:lnTo>
                  <a:pt x="26065" y="103726"/>
                </a:lnTo>
                <a:lnTo>
                  <a:pt x="26065" y="108287"/>
                </a:lnTo>
                <a:close/>
                <a:moveTo>
                  <a:pt x="55230" y="34121"/>
                </a:moveTo>
                <a:lnTo>
                  <a:pt x="55230" y="69827"/>
                </a:lnTo>
                <a:cubicBezTo>
                  <a:pt x="55230" y="74888"/>
                  <a:pt x="55783" y="78090"/>
                  <a:pt x="56888" y="79434"/>
                </a:cubicBezTo>
                <a:cubicBezTo>
                  <a:pt x="58350" y="81174"/>
                  <a:pt x="60304" y="82045"/>
                  <a:pt x="62753" y="82045"/>
                </a:cubicBezTo>
                <a:lnTo>
                  <a:pt x="67670" y="82045"/>
                </a:lnTo>
                <a:lnTo>
                  <a:pt x="67670" y="84236"/>
                </a:lnTo>
                <a:lnTo>
                  <a:pt x="35267" y="84236"/>
                </a:lnTo>
                <a:lnTo>
                  <a:pt x="35267" y="82045"/>
                </a:lnTo>
                <a:lnTo>
                  <a:pt x="37695" y="82045"/>
                </a:lnTo>
                <a:cubicBezTo>
                  <a:pt x="39275" y="82045"/>
                  <a:pt x="40716" y="81649"/>
                  <a:pt x="42020" y="80858"/>
                </a:cubicBezTo>
                <a:cubicBezTo>
                  <a:pt x="43323" y="80067"/>
                  <a:pt x="44221" y="78999"/>
                  <a:pt x="44715" y="77655"/>
                </a:cubicBezTo>
                <a:cubicBezTo>
                  <a:pt x="45209" y="76311"/>
                  <a:pt x="45455" y="73702"/>
                  <a:pt x="45455" y="69827"/>
                </a:cubicBezTo>
                <a:lnTo>
                  <a:pt x="45455" y="34121"/>
                </a:lnTo>
                <a:lnTo>
                  <a:pt x="34911" y="34121"/>
                </a:lnTo>
                <a:lnTo>
                  <a:pt x="34911" y="29974"/>
                </a:lnTo>
                <a:lnTo>
                  <a:pt x="45455" y="29974"/>
                </a:lnTo>
                <a:lnTo>
                  <a:pt x="45455" y="26405"/>
                </a:lnTo>
                <a:cubicBezTo>
                  <a:pt x="45455" y="20974"/>
                  <a:pt x="46324" y="16375"/>
                  <a:pt x="48062" y="12608"/>
                </a:cubicBezTo>
                <a:cubicBezTo>
                  <a:pt x="49800" y="8842"/>
                  <a:pt x="52455" y="5799"/>
                  <a:pt x="56029" y="3480"/>
                </a:cubicBezTo>
                <a:cubicBezTo>
                  <a:pt x="59603" y="1160"/>
                  <a:pt x="63622" y="0"/>
                  <a:pt x="68084" y="0"/>
                </a:cubicBezTo>
                <a:cubicBezTo>
                  <a:pt x="72231" y="0"/>
                  <a:pt x="76042" y="1343"/>
                  <a:pt x="79517" y="4028"/>
                </a:cubicBezTo>
                <a:cubicBezTo>
                  <a:pt x="81808" y="5805"/>
                  <a:pt x="82953" y="7800"/>
                  <a:pt x="82953" y="10011"/>
                </a:cubicBezTo>
                <a:cubicBezTo>
                  <a:pt x="82953" y="11196"/>
                  <a:pt x="82440" y="12312"/>
                  <a:pt x="81413" y="13358"/>
                </a:cubicBezTo>
                <a:cubicBezTo>
                  <a:pt x="80386" y="14405"/>
                  <a:pt x="79280" y="14928"/>
                  <a:pt x="78096" y="14928"/>
                </a:cubicBezTo>
                <a:cubicBezTo>
                  <a:pt x="77187" y="14928"/>
                  <a:pt x="76230" y="14598"/>
                  <a:pt x="75223" y="13939"/>
                </a:cubicBezTo>
                <a:cubicBezTo>
                  <a:pt x="74215" y="13280"/>
                  <a:pt x="72981" y="11863"/>
                  <a:pt x="71520" y="9687"/>
                </a:cubicBezTo>
                <a:cubicBezTo>
                  <a:pt x="70059" y="7511"/>
                  <a:pt x="68716" y="6044"/>
                  <a:pt x="67492" y="5285"/>
                </a:cubicBezTo>
                <a:cubicBezTo>
                  <a:pt x="66268" y="4526"/>
                  <a:pt x="64905" y="4147"/>
                  <a:pt x="63405" y="4147"/>
                </a:cubicBezTo>
                <a:cubicBezTo>
                  <a:pt x="61588" y="4147"/>
                  <a:pt x="60048" y="4635"/>
                  <a:pt x="58784" y="5613"/>
                </a:cubicBezTo>
                <a:cubicBezTo>
                  <a:pt x="57520" y="6589"/>
                  <a:pt x="56612" y="8103"/>
                  <a:pt x="56059" y="10156"/>
                </a:cubicBezTo>
                <a:cubicBezTo>
                  <a:pt x="55506" y="12208"/>
                  <a:pt x="55230" y="17499"/>
                  <a:pt x="55230" y="26028"/>
                </a:cubicBezTo>
                <a:lnTo>
                  <a:pt x="55230" y="29974"/>
                </a:lnTo>
                <a:lnTo>
                  <a:pt x="69210" y="29974"/>
                </a:lnTo>
                <a:lnTo>
                  <a:pt x="69210" y="34121"/>
                </a:lnTo>
                <a:lnTo>
                  <a:pt x="55230" y="34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unc]_separabe">
            <a:extLst xmlns:a="http://schemas.openxmlformats.org/drawingml/2006/main">
              <a:ext uri="{FF2B5EF4-FFF2-40B4-BE49-F238E27FC236}">
                <a16:creationId xmlns:a16="http://schemas.microsoft.com/office/drawing/2014/main" id="{1306E1E4-FC67-41F4-9DA3-96911056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59" y="1792926"/>
            <a:ext cx="730127" cy="110419"/>
          </a:xfrm>
          <a:custGeom xmlns:a="http://schemas.openxmlformats.org/drawingml/2006/main">
            <a:pathLst>
              <a:path w="730127" h="110419">
                <a:moveTo>
                  <a:pt x="51241" y="29974"/>
                </a:moveTo>
                <a:lnTo>
                  <a:pt x="51241" y="62851"/>
                </a:lnTo>
                <a:cubicBezTo>
                  <a:pt x="51241" y="69131"/>
                  <a:pt x="51389" y="72971"/>
                  <a:pt x="51685" y="74373"/>
                </a:cubicBezTo>
                <a:cubicBezTo>
                  <a:pt x="51981" y="75775"/>
                  <a:pt x="52455" y="76753"/>
                  <a:pt x="53107" y="77305"/>
                </a:cubicBezTo>
                <a:cubicBezTo>
                  <a:pt x="53758" y="77858"/>
                  <a:pt x="54519" y="78135"/>
                  <a:pt x="55387" y="78135"/>
                </a:cubicBezTo>
                <a:cubicBezTo>
                  <a:pt x="56612" y="78135"/>
                  <a:pt x="57994" y="77799"/>
                  <a:pt x="59534" y="77128"/>
                </a:cubicBezTo>
                <a:lnTo>
                  <a:pt x="60363" y="79201"/>
                </a:lnTo>
                <a:lnTo>
                  <a:pt x="44132" y="85895"/>
                </a:lnTo>
                <a:lnTo>
                  <a:pt x="41467" y="85895"/>
                </a:lnTo>
                <a:lnTo>
                  <a:pt x="41467" y="74403"/>
                </a:lnTo>
                <a:cubicBezTo>
                  <a:pt x="36806" y="79458"/>
                  <a:pt x="33252" y="82637"/>
                  <a:pt x="30804" y="83940"/>
                </a:cubicBezTo>
                <a:cubicBezTo>
                  <a:pt x="28355" y="85243"/>
                  <a:pt x="25768" y="85895"/>
                  <a:pt x="23044" y="85895"/>
                </a:cubicBezTo>
                <a:cubicBezTo>
                  <a:pt x="20003" y="85895"/>
                  <a:pt x="17367" y="85016"/>
                  <a:pt x="15135" y="83259"/>
                </a:cubicBezTo>
                <a:cubicBezTo>
                  <a:pt x="12904" y="81501"/>
                  <a:pt x="11354" y="79241"/>
                  <a:pt x="10485" y="76476"/>
                </a:cubicBezTo>
                <a:cubicBezTo>
                  <a:pt x="9616" y="73712"/>
                  <a:pt x="9182" y="69802"/>
                  <a:pt x="9182" y="64747"/>
                </a:cubicBezTo>
                <a:lnTo>
                  <a:pt x="9182" y="40519"/>
                </a:lnTo>
                <a:cubicBezTo>
                  <a:pt x="9182" y="37952"/>
                  <a:pt x="8905" y="36175"/>
                  <a:pt x="8353" y="35187"/>
                </a:cubicBezTo>
                <a:cubicBezTo>
                  <a:pt x="7800" y="34200"/>
                  <a:pt x="6980" y="33440"/>
                  <a:pt x="5894" y="32907"/>
                </a:cubicBezTo>
                <a:cubicBezTo>
                  <a:pt x="4808" y="32374"/>
                  <a:pt x="2843" y="32127"/>
                  <a:pt x="0" y="32166"/>
                </a:cubicBezTo>
                <a:lnTo>
                  <a:pt x="0" y="29974"/>
                </a:lnTo>
                <a:lnTo>
                  <a:pt x="19015" y="29974"/>
                </a:lnTo>
                <a:lnTo>
                  <a:pt x="19015" y="66198"/>
                </a:lnTo>
                <a:cubicBezTo>
                  <a:pt x="19015" y="71241"/>
                  <a:pt x="19894" y="74550"/>
                  <a:pt x="21651" y="76126"/>
                </a:cubicBezTo>
                <a:cubicBezTo>
                  <a:pt x="23409" y="77702"/>
                  <a:pt x="25532" y="78490"/>
                  <a:pt x="28020" y="78490"/>
                </a:cubicBezTo>
                <a:cubicBezTo>
                  <a:pt x="29718" y="78490"/>
                  <a:pt x="31643" y="77958"/>
                  <a:pt x="33795" y="76895"/>
                </a:cubicBezTo>
                <a:cubicBezTo>
                  <a:pt x="35948" y="75831"/>
                  <a:pt x="38505" y="73802"/>
                  <a:pt x="41467" y="70810"/>
                </a:cubicBezTo>
                <a:lnTo>
                  <a:pt x="41467" y="40143"/>
                </a:lnTo>
                <a:cubicBezTo>
                  <a:pt x="41467" y="37070"/>
                  <a:pt x="40904" y="34992"/>
                  <a:pt x="39778" y="33910"/>
                </a:cubicBezTo>
                <a:cubicBezTo>
                  <a:pt x="38653" y="32826"/>
                  <a:pt x="36313" y="32245"/>
                  <a:pt x="32759" y="32166"/>
                </a:cubicBezTo>
                <a:lnTo>
                  <a:pt x="32759" y="29974"/>
                </a:lnTo>
                <a:lnTo>
                  <a:pt x="51241" y="29974"/>
                </a:lnTo>
                <a:close/>
                <a:moveTo>
                  <a:pt x="80295" y="39926"/>
                </a:moveTo>
                <a:cubicBezTo>
                  <a:pt x="86653" y="32265"/>
                  <a:pt x="92715" y="28434"/>
                  <a:pt x="98481" y="28434"/>
                </a:cubicBezTo>
                <a:cubicBezTo>
                  <a:pt x="101443" y="28434"/>
                  <a:pt x="103990" y="29173"/>
                  <a:pt x="106123" y="30652"/>
                </a:cubicBezTo>
                <a:cubicBezTo>
                  <a:pt x="108255" y="32129"/>
                  <a:pt x="109953" y="34562"/>
                  <a:pt x="111217" y="37951"/>
                </a:cubicBezTo>
                <a:cubicBezTo>
                  <a:pt x="112086" y="40314"/>
                  <a:pt x="112520" y="43940"/>
                  <a:pt x="112520" y="48827"/>
                </a:cubicBezTo>
                <a:lnTo>
                  <a:pt x="112520" y="71937"/>
                </a:lnTo>
                <a:cubicBezTo>
                  <a:pt x="112520" y="75365"/>
                  <a:pt x="112797" y="77691"/>
                  <a:pt x="113350" y="78912"/>
                </a:cubicBezTo>
                <a:cubicBezTo>
                  <a:pt x="113784" y="79897"/>
                  <a:pt x="114485" y="80665"/>
                  <a:pt x="115453" y="81217"/>
                </a:cubicBezTo>
                <a:cubicBezTo>
                  <a:pt x="116420" y="81769"/>
                  <a:pt x="118207" y="82045"/>
                  <a:pt x="120814" y="82045"/>
                </a:cubicBezTo>
                <a:lnTo>
                  <a:pt x="120814" y="84236"/>
                </a:lnTo>
                <a:lnTo>
                  <a:pt x="93979" y="84236"/>
                </a:lnTo>
                <a:lnTo>
                  <a:pt x="93979" y="82045"/>
                </a:lnTo>
                <a:lnTo>
                  <a:pt x="95104" y="82045"/>
                </a:lnTo>
                <a:cubicBezTo>
                  <a:pt x="97632" y="82045"/>
                  <a:pt x="99399" y="81661"/>
                  <a:pt x="100406" y="80895"/>
                </a:cubicBezTo>
                <a:cubicBezTo>
                  <a:pt x="101413" y="80129"/>
                  <a:pt x="102114" y="78999"/>
                  <a:pt x="102509" y="77507"/>
                </a:cubicBezTo>
                <a:cubicBezTo>
                  <a:pt x="102667" y="76917"/>
                  <a:pt x="102746" y="75070"/>
                  <a:pt x="102746" y="71967"/>
                </a:cubicBezTo>
                <a:lnTo>
                  <a:pt x="102746" y="49865"/>
                </a:lnTo>
                <a:cubicBezTo>
                  <a:pt x="102746" y="44955"/>
                  <a:pt x="102104" y="41389"/>
                  <a:pt x="100821" y="39169"/>
                </a:cubicBezTo>
                <a:cubicBezTo>
                  <a:pt x="99537" y="36949"/>
                  <a:pt x="97375" y="35839"/>
                  <a:pt x="94334" y="35839"/>
                </a:cubicBezTo>
                <a:cubicBezTo>
                  <a:pt x="89635" y="35839"/>
                  <a:pt x="84955" y="38393"/>
                  <a:pt x="80295" y="43501"/>
                </a:cubicBezTo>
                <a:lnTo>
                  <a:pt x="80295" y="71967"/>
                </a:lnTo>
                <a:cubicBezTo>
                  <a:pt x="80295" y="75621"/>
                  <a:pt x="80512" y="77880"/>
                  <a:pt x="80946" y="78744"/>
                </a:cubicBezTo>
                <a:cubicBezTo>
                  <a:pt x="81499" y="79883"/>
                  <a:pt x="82260" y="80718"/>
                  <a:pt x="83227" y="81249"/>
                </a:cubicBezTo>
                <a:cubicBezTo>
                  <a:pt x="84195" y="81779"/>
                  <a:pt x="86159" y="82045"/>
                  <a:pt x="89121" y="82045"/>
                </a:cubicBezTo>
                <a:lnTo>
                  <a:pt x="89121" y="84236"/>
                </a:lnTo>
                <a:lnTo>
                  <a:pt x="62287" y="84236"/>
                </a:lnTo>
                <a:lnTo>
                  <a:pt x="62287" y="82045"/>
                </a:lnTo>
                <a:lnTo>
                  <a:pt x="63471" y="82045"/>
                </a:lnTo>
                <a:cubicBezTo>
                  <a:pt x="66236" y="82045"/>
                  <a:pt x="68102" y="81345"/>
                  <a:pt x="69069" y="79947"/>
                </a:cubicBezTo>
                <a:cubicBezTo>
                  <a:pt x="70037" y="78548"/>
                  <a:pt x="70521" y="75878"/>
                  <a:pt x="70521" y="71937"/>
                </a:cubicBezTo>
                <a:lnTo>
                  <a:pt x="70521" y="51841"/>
                </a:lnTo>
                <a:cubicBezTo>
                  <a:pt x="70521" y="45339"/>
                  <a:pt x="70373" y="41380"/>
                  <a:pt x="70076" y="39962"/>
                </a:cubicBezTo>
                <a:cubicBezTo>
                  <a:pt x="69780" y="38542"/>
                  <a:pt x="69326" y="37577"/>
                  <a:pt x="68714" y="37064"/>
                </a:cubicBezTo>
                <a:cubicBezTo>
                  <a:pt x="68102" y="36552"/>
                  <a:pt x="67282" y="36296"/>
                  <a:pt x="66255" y="36296"/>
                </a:cubicBezTo>
                <a:cubicBezTo>
                  <a:pt x="65150" y="36296"/>
                  <a:pt x="63827" y="36592"/>
                  <a:pt x="62287" y="37183"/>
                </a:cubicBezTo>
                <a:lnTo>
                  <a:pt x="61398" y="35054"/>
                </a:lnTo>
                <a:lnTo>
                  <a:pt x="77748" y="28434"/>
                </a:lnTo>
                <a:lnTo>
                  <a:pt x="80295" y="28434"/>
                </a:lnTo>
                <a:lnTo>
                  <a:pt x="80295" y="39926"/>
                </a:lnTo>
                <a:close/>
                <a:moveTo>
                  <a:pt x="171370" y="63622"/>
                </a:moveTo>
                <a:cubicBezTo>
                  <a:pt x="169909" y="70770"/>
                  <a:pt x="167046" y="76269"/>
                  <a:pt x="162781" y="80119"/>
                </a:cubicBezTo>
                <a:cubicBezTo>
                  <a:pt x="158516" y="83970"/>
                  <a:pt x="153796" y="85895"/>
                  <a:pt x="148623" y="85895"/>
                </a:cubicBezTo>
                <a:cubicBezTo>
                  <a:pt x="142462" y="85895"/>
                  <a:pt x="137091" y="83311"/>
                  <a:pt x="132510" y="78144"/>
                </a:cubicBezTo>
                <a:cubicBezTo>
                  <a:pt x="127929" y="72976"/>
                  <a:pt x="125639" y="65992"/>
                  <a:pt x="125639" y="57194"/>
                </a:cubicBezTo>
                <a:cubicBezTo>
                  <a:pt x="125639" y="48673"/>
                  <a:pt x="128176" y="41749"/>
                  <a:pt x="133251" y="36424"/>
                </a:cubicBezTo>
                <a:cubicBezTo>
                  <a:pt x="138325" y="31097"/>
                  <a:pt x="144417" y="28434"/>
                  <a:pt x="151525" y="28434"/>
                </a:cubicBezTo>
                <a:cubicBezTo>
                  <a:pt x="156857" y="28434"/>
                  <a:pt x="161241" y="29842"/>
                  <a:pt x="164676" y="32657"/>
                </a:cubicBezTo>
                <a:cubicBezTo>
                  <a:pt x="168112" y="35471"/>
                  <a:pt x="169830" y="38393"/>
                  <a:pt x="169830" y="41424"/>
                </a:cubicBezTo>
                <a:cubicBezTo>
                  <a:pt x="169830" y="42920"/>
                  <a:pt x="169346" y="44130"/>
                  <a:pt x="168379" y="45056"/>
                </a:cubicBezTo>
                <a:cubicBezTo>
                  <a:pt x="167411" y="45980"/>
                  <a:pt x="166059" y="46443"/>
                  <a:pt x="164321" y="46443"/>
                </a:cubicBezTo>
                <a:cubicBezTo>
                  <a:pt x="161991" y="46443"/>
                  <a:pt x="160233" y="45692"/>
                  <a:pt x="159049" y="44191"/>
                </a:cubicBezTo>
                <a:cubicBezTo>
                  <a:pt x="158377" y="43362"/>
                  <a:pt x="157933" y="41782"/>
                  <a:pt x="157716" y="39452"/>
                </a:cubicBezTo>
                <a:cubicBezTo>
                  <a:pt x="157499" y="37122"/>
                  <a:pt x="156699" y="35345"/>
                  <a:pt x="155317" y="34121"/>
                </a:cubicBezTo>
                <a:cubicBezTo>
                  <a:pt x="153934" y="32936"/>
                  <a:pt x="152019" y="32344"/>
                  <a:pt x="149571" y="32344"/>
                </a:cubicBezTo>
                <a:cubicBezTo>
                  <a:pt x="145621" y="32344"/>
                  <a:pt x="142442" y="33805"/>
                  <a:pt x="140033" y="36728"/>
                </a:cubicBezTo>
                <a:cubicBezTo>
                  <a:pt x="136834" y="40598"/>
                  <a:pt x="135235" y="45712"/>
                  <a:pt x="135235" y="52070"/>
                </a:cubicBezTo>
                <a:cubicBezTo>
                  <a:pt x="135235" y="58547"/>
                  <a:pt x="136825" y="64263"/>
                  <a:pt x="140004" y="69220"/>
                </a:cubicBezTo>
                <a:cubicBezTo>
                  <a:pt x="143183" y="74176"/>
                  <a:pt x="147478" y="76654"/>
                  <a:pt x="152888" y="76654"/>
                </a:cubicBezTo>
                <a:cubicBezTo>
                  <a:pt x="156758" y="76654"/>
                  <a:pt x="160233" y="75331"/>
                  <a:pt x="163314" y="72685"/>
                </a:cubicBezTo>
                <a:cubicBezTo>
                  <a:pt x="165486" y="70868"/>
                  <a:pt x="167599" y="67571"/>
                  <a:pt x="169652" y="62792"/>
                </a:cubicBezTo>
                <a:lnTo>
                  <a:pt x="171370" y="63622"/>
                </a:lnTo>
                <a:close/>
                <a:moveTo>
                  <a:pt x="180263" y="2014"/>
                </a:moveTo>
                <a:lnTo>
                  <a:pt x="206328" y="2014"/>
                </a:lnTo>
                <a:lnTo>
                  <a:pt x="206328" y="108287"/>
                </a:lnTo>
                <a:lnTo>
                  <a:pt x="180263" y="108287"/>
                </a:lnTo>
                <a:lnTo>
                  <a:pt x="180263" y="103607"/>
                </a:lnTo>
                <a:lnTo>
                  <a:pt x="197442" y="103607"/>
                </a:lnTo>
                <a:lnTo>
                  <a:pt x="197442" y="6694"/>
                </a:lnTo>
                <a:lnTo>
                  <a:pt x="180263" y="6694"/>
                </a:lnTo>
                <a:lnTo>
                  <a:pt x="180263" y="2014"/>
                </a:lnTo>
                <a:close/>
                <a:moveTo>
                  <a:pt x="308202" y="110419"/>
                </a:moveTo>
                <a:lnTo>
                  <a:pt x="245469" y="110419"/>
                </a:lnTo>
                <a:lnTo>
                  <a:pt x="245469" y="105503"/>
                </a:lnTo>
                <a:lnTo>
                  <a:pt x="308202" y="105503"/>
                </a:lnTo>
                <a:lnTo>
                  <a:pt x="308202" y="110419"/>
                </a:lnTo>
                <a:close/>
                <a:moveTo>
                  <a:pt x="346089" y="28434"/>
                </a:moveTo>
                <a:lnTo>
                  <a:pt x="346089" y="46798"/>
                </a:lnTo>
                <a:lnTo>
                  <a:pt x="344135" y="46798"/>
                </a:lnTo>
                <a:cubicBezTo>
                  <a:pt x="342634" y="41038"/>
                  <a:pt x="340709" y="37121"/>
                  <a:pt x="338359" y="35045"/>
                </a:cubicBezTo>
                <a:cubicBezTo>
                  <a:pt x="336009" y="32968"/>
                  <a:pt x="333018" y="31929"/>
                  <a:pt x="329384" y="31929"/>
                </a:cubicBezTo>
                <a:cubicBezTo>
                  <a:pt x="326620" y="31929"/>
                  <a:pt x="324389" y="32659"/>
                  <a:pt x="322690" y="34119"/>
                </a:cubicBezTo>
                <a:cubicBezTo>
                  <a:pt x="320992" y="35578"/>
                  <a:pt x="320143" y="37195"/>
                  <a:pt x="320143" y="38971"/>
                </a:cubicBezTo>
                <a:cubicBezTo>
                  <a:pt x="320143" y="41180"/>
                  <a:pt x="320775" y="43073"/>
                  <a:pt x="322039" y="44651"/>
                </a:cubicBezTo>
                <a:cubicBezTo>
                  <a:pt x="323263" y="46269"/>
                  <a:pt x="325751" y="47985"/>
                  <a:pt x="329503" y="49799"/>
                </a:cubicBezTo>
                <a:lnTo>
                  <a:pt x="338152" y="54001"/>
                </a:lnTo>
                <a:cubicBezTo>
                  <a:pt x="346168" y="57906"/>
                  <a:pt x="350177" y="63054"/>
                  <a:pt x="350177" y="69445"/>
                </a:cubicBezTo>
                <a:cubicBezTo>
                  <a:pt x="350177" y="74376"/>
                  <a:pt x="348311" y="78350"/>
                  <a:pt x="344579" y="81369"/>
                </a:cubicBezTo>
                <a:cubicBezTo>
                  <a:pt x="340847" y="84386"/>
                  <a:pt x="336671" y="85895"/>
                  <a:pt x="332050" y="85895"/>
                </a:cubicBezTo>
                <a:cubicBezTo>
                  <a:pt x="328733" y="85895"/>
                  <a:pt x="324942" y="85303"/>
                  <a:pt x="320676" y="84118"/>
                </a:cubicBezTo>
                <a:cubicBezTo>
                  <a:pt x="319373" y="83723"/>
                  <a:pt x="318307" y="83525"/>
                  <a:pt x="317478" y="83525"/>
                </a:cubicBezTo>
                <a:cubicBezTo>
                  <a:pt x="316569" y="83525"/>
                  <a:pt x="315858" y="84039"/>
                  <a:pt x="315345" y="85066"/>
                </a:cubicBezTo>
                <a:lnTo>
                  <a:pt x="313390" y="85066"/>
                </a:lnTo>
                <a:lnTo>
                  <a:pt x="313390" y="65636"/>
                </a:lnTo>
                <a:lnTo>
                  <a:pt x="315345" y="65636"/>
                </a:lnTo>
                <a:cubicBezTo>
                  <a:pt x="316451" y="71184"/>
                  <a:pt x="318564" y="75365"/>
                  <a:pt x="321683" y="78179"/>
                </a:cubicBezTo>
                <a:cubicBezTo>
                  <a:pt x="324803" y="80993"/>
                  <a:pt x="328298" y="82400"/>
                  <a:pt x="332169" y="82400"/>
                </a:cubicBezTo>
                <a:cubicBezTo>
                  <a:pt x="334893" y="82400"/>
                  <a:pt x="337115" y="81601"/>
                  <a:pt x="338833" y="80005"/>
                </a:cubicBezTo>
                <a:cubicBezTo>
                  <a:pt x="340551" y="78406"/>
                  <a:pt x="341410" y="76483"/>
                  <a:pt x="341410" y="74234"/>
                </a:cubicBezTo>
                <a:cubicBezTo>
                  <a:pt x="341410" y="71512"/>
                  <a:pt x="340452" y="69224"/>
                  <a:pt x="338537" y="67370"/>
                </a:cubicBezTo>
                <a:cubicBezTo>
                  <a:pt x="336621" y="65517"/>
                  <a:pt x="332800" y="63170"/>
                  <a:pt x="327074" y="60330"/>
                </a:cubicBezTo>
                <a:cubicBezTo>
                  <a:pt x="321348" y="57489"/>
                  <a:pt x="317596" y="54925"/>
                  <a:pt x="315819" y="52637"/>
                </a:cubicBezTo>
                <a:cubicBezTo>
                  <a:pt x="314042" y="50388"/>
                  <a:pt x="313153" y="47548"/>
                  <a:pt x="313153" y="44116"/>
                </a:cubicBezTo>
                <a:cubicBezTo>
                  <a:pt x="313153" y="39658"/>
                  <a:pt x="314683" y="35930"/>
                  <a:pt x="317744" y="32933"/>
                </a:cubicBezTo>
                <a:cubicBezTo>
                  <a:pt x="320805" y="29934"/>
                  <a:pt x="324764" y="28434"/>
                  <a:pt x="329621" y="28434"/>
                </a:cubicBezTo>
                <a:cubicBezTo>
                  <a:pt x="331754" y="28434"/>
                  <a:pt x="334341" y="28888"/>
                  <a:pt x="337381" y="29797"/>
                </a:cubicBezTo>
                <a:cubicBezTo>
                  <a:pt x="339396" y="30389"/>
                  <a:pt x="340738" y="30685"/>
                  <a:pt x="341410" y="30685"/>
                </a:cubicBezTo>
                <a:cubicBezTo>
                  <a:pt x="342042" y="30685"/>
                  <a:pt x="342535" y="30547"/>
                  <a:pt x="342891" y="30271"/>
                </a:cubicBezTo>
                <a:cubicBezTo>
                  <a:pt x="343246" y="29994"/>
                  <a:pt x="343661" y="29382"/>
                  <a:pt x="344135" y="28434"/>
                </a:cubicBezTo>
                <a:lnTo>
                  <a:pt x="346089" y="28434"/>
                </a:lnTo>
                <a:close/>
                <a:moveTo>
                  <a:pt x="367931" y="50471"/>
                </a:moveTo>
                <a:cubicBezTo>
                  <a:pt x="367892" y="58509"/>
                  <a:pt x="369847" y="64813"/>
                  <a:pt x="373796" y="69384"/>
                </a:cubicBezTo>
                <a:cubicBezTo>
                  <a:pt x="377745" y="73954"/>
                  <a:pt x="382385" y="76239"/>
                  <a:pt x="387717" y="76239"/>
                </a:cubicBezTo>
                <a:cubicBezTo>
                  <a:pt x="391271" y="76239"/>
                  <a:pt x="394361" y="75262"/>
                  <a:pt x="396987" y="73307"/>
                </a:cubicBezTo>
                <a:cubicBezTo>
                  <a:pt x="399614" y="71352"/>
                  <a:pt x="401815" y="68005"/>
                  <a:pt x="403592" y="63266"/>
                </a:cubicBezTo>
                <a:lnTo>
                  <a:pt x="405429" y="64451"/>
                </a:lnTo>
                <a:cubicBezTo>
                  <a:pt x="404599" y="69861"/>
                  <a:pt x="402190" y="74788"/>
                  <a:pt x="398202" y="79231"/>
                </a:cubicBezTo>
                <a:cubicBezTo>
                  <a:pt x="394213" y="83674"/>
                  <a:pt x="389217" y="85895"/>
                  <a:pt x="383215" y="85895"/>
                </a:cubicBezTo>
                <a:cubicBezTo>
                  <a:pt x="376698" y="85895"/>
                  <a:pt x="371120" y="83363"/>
                  <a:pt x="366480" y="78300"/>
                </a:cubicBezTo>
                <a:cubicBezTo>
                  <a:pt x="361840" y="73235"/>
                  <a:pt x="359519" y="66426"/>
                  <a:pt x="359519" y="57874"/>
                </a:cubicBezTo>
                <a:cubicBezTo>
                  <a:pt x="359519" y="48613"/>
                  <a:pt x="361899" y="41391"/>
                  <a:pt x="366658" y="36209"/>
                </a:cubicBezTo>
                <a:cubicBezTo>
                  <a:pt x="371416" y="31026"/>
                  <a:pt x="377390" y="28434"/>
                  <a:pt x="384577" y="28434"/>
                </a:cubicBezTo>
                <a:cubicBezTo>
                  <a:pt x="390659" y="28434"/>
                  <a:pt x="395655" y="30433"/>
                  <a:pt x="399564" y="34432"/>
                </a:cubicBezTo>
                <a:cubicBezTo>
                  <a:pt x="403474" y="38429"/>
                  <a:pt x="405429" y="43776"/>
                  <a:pt x="405429" y="50471"/>
                </a:cubicBezTo>
                <a:lnTo>
                  <a:pt x="367931" y="50471"/>
                </a:lnTo>
                <a:moveTo>
                  <a:pt x="367931" y="47035"/>
                </a:moveTo>
                <a:lnTo>
                  <a:pt x="393048" y="47035"/>
                </a:lnTo>
                <a:cubicBezTo>
                  <a:pt x="392851" y="43560"/>
                  <a:pt x="392436" y="41111"/>
                  <a:pt x="391804" y="39689"/>
                </a:cubicBezTo>
                <a:cubicBezTo>
                  <a:pt x="390817" y="37478"/>
                  <a:pt x="389346" y="35740"/>
                  <a:pt x="387391" y="34476"/>
                </a:cubicBezTo>
                <a:cubicBezTo>
                  <a:pt x="385436" y="33213"/>
                  <a:pt x="383392" y="32581"/>
                  <a:pt x="381260" y="32581"/>
                </a:cubicBezTo>
                <a:cubicBezTo>
                  <a:pt x="377982" y="32581"/>
                  <a:pt x="375050" y="33854"/>
                  <a:pt x="372463" y="36402"/>
                </a:cubicBezTo>
                <a:cubicBezTo>
                  <a:pt x="369876" y="38949"/>
                  <a:pt x="368366" y="42493"/>
                  <a:pt x="367931" y="47035"/>
                </a:cubicBezTo>
                <a:close/>
                <a:moveTo>
                  <a:pt x="409237" y="35311"/>
                </a:moveTo>
                <a:lnTo>
                  <a:pt x="425942" y="28553"/>
                </a:lnTo>
                <a:lnTo>
                  <a:pt x="428194" y="28553"/>
                </a:lnTo>
                <a:lnTo>
                  <a:pt x="428194" y="41230"/>
                </a:lnTo>
                <a:cubicBezTo>
                  <a:pt x="430997" y="36451"/>
                  <a:pt x="433811" y="33124"/>
                  <a:pt x="436635" y="31248"/>
                </a:cubicBezTo>
                <a:cubicBezTo>
                  <a:pt x="439459" y="29372"/>
                  <a:pt x="442430" y="28434"/>
                  <a:pt x="445550" y="28434"/>
                </a:cubicBezTo>
                <a:cubicBezTo>
                  <a:pt x="451000" y="28434"/>
                  <a:pt x="455542" y="30564"/>
                  <a:pt x="459175" y="34824"/>
                </a:cubicBezTo>
                <a:cubicBezTo>
                  <a:pt x="463638" y="40032"/>
                  <a:pt x="465869" y="46818"/>
                  <a:pt x="465869" y="55182"/>
                </a:cubicBezTo>
                <a:cubicBezTo>
                  <a:pt x="465869" y="64532"/>
                  <a:pt x="463183" y="72264"/>
                  <a:pt x="457812" y="78379"/>
                </a:cubicBezTo>
                <a:cubicBezTo>
                  <a:pt x="453389" y="83390"/>
                  <a:pt x="447821" y="85895"/>
                  <a:pt x="441107" y="85895"/>
                </a:cubicBezTo>
                <a:cubicBezTo>
                  <a:pt x="438185" y="85895"/>
                  <a:pt x="435657" y="85480"/>
                  <a:pt x="433525" y="84651"/>
                </a:cubicBezTo>
                <a:cubicBezTo>
                  <a:pt x="431945" y="84059"/>
                  <a:pt x="430168" y="82874"/>
                  <a:pt x="428194" y="81097"/>
                </a:cubicBezTo>
                <a:lnTo>
                  <a:pt x="428194" y="97624"/>
                </a:lnTo>
                <a:cubicBezTo>
                  <a:pt x="428194" y="101336"/>
                  <a:pt x="428421" y="103696"/>
                  <a:pt x="428875" y="104703"/>
                </a:cubicBezTo>
                <a:cubicBezTo>
                  <a:pt x="429329" y="105710"/>
                  <a:pt x="430119" y="106510"/>
                  <a:pt x="431244" y="107102"/>
                </a:cubicBezTo>
                <a:cubicBezTo>
                  <a:pt x="432370" y="107695"/>
                  <a:pt x="434413" y="107991"/>
                  <a:pt x="437375" y="107991"/>
                </a:cubicBezTo>
                <a:lnTo>
                  <a:pt x="437375" y="110183"/>
                </a:lnTo>
                <a:lnTo>
                  <a:pt x="408941" y="110183"/>
                </a:lnTo>
                <a:lnTo>
                  <a:pt x="408941" y="107991"/>
                </a:lnTo>
                <a:lnTo>
                  <a:pt x="410422" y="107991"/>
                </a:lnTo>
                <a:cubicBezTo>
                  <a:pt x="412594" y="108030"/>
                  <a:pt x="414450" y="107615"/>
                  <a:pt x="415990" y="106745"/>
                </a:cubicBezTo>
                <a:cubicBezTo>
                  <a:pt x="416741" y="106310"/>
                  <a:pt x="417323" y="105609"/>
                  <a:pt x="417738" y="104640"/>
                </a:cubicBezTo>
                <a:cubicBezTo>
                  <a:pt x="418153" y="103673"/>
                  <a:pt x="418360" y="101213"/>
                  <a:pt x="418360" y="97261"/>
                </a:cubicBezTo>
                <a:lnTo>
                  <a:pt x="418360" y="45922"/>
                </a:lnTo>
                <a:cubicBezTo>
                  <a:pt x="418360" y="42405"/>
                  <a:pt x="418202" y="40173"/>
                  <a:pt x="417886" y="39225"/>
                </a:cubicBezTo>
                <a:cubicBezTo>
                  <a:pt x="417570" y="38276"/>
                  <a:pt x="417067" y="37564"/>
                  <a:pt x="416376" y="37090"/>
                </a:cubicBezTo>
                <a:cubicBezTo>
                  <a:pt x="415684" y="36615"/>
                  <a:pt x="414746" y="36378"/>
                  <a:pt x="413562" y="36378"/>
                </a:cubicBezTo>
                <a:cubicBezTo>
                  <a:pt x="412614" y="36378"/>
                  <a:pt x="411409" y="36654"/>
                  <a:pt x="409948" y="37207"/>
                </a:cubicBezTo>
                <a:lnTo>
                  <a:pt x="409237" y="35311"/>
                </a:lnTo>
                <a:moveTo>
                  <a:pt x="428194" y="44832"/>
                </a:moveTo>
                <a:lnTo>
                  <a:pt x="428194" y="65065"/>
                </a:lnTo>
                <a:cubicBezTo>
                  <a:pt x="428194" y="69444"/>
                  <a:pt x="428371" y="72323"/>
                  <a:pt x="428727" y="73703"/>
                </a:cubicBezTo>
                <a:cubicBezTo>
                  <a:pt x="429280" y="75991"/>
                  <a:pt x="430632" y="78003"/>
                  <a:pt x="432784" y="79738"/>
                </a:cubicBezTo>
                <a:cubicBezTo>
                  <a:pt x="434937" y="81473"/>
                  <a:pt x="437652" y="82341"/>
                  <a:pt x="440930" y="82341"/>
                </a:cubicBezTo>
                <a:cubicBezTo>
                  <a:pt x="444879" y="82341"/>
                  <a:pt x="448078" y="80802"/>
                  <a:pt x="450526" y="77726"/>
                </a:cubicBezTo>
                <a:cubicBezTo>
                  <a:pt x="453725" y="73704"/>
                  <a:pt x="455324" y="68044"/>
                  <a:pt x="455324" y="60747"/>
                </a:cubicBezTo>
                <a:cubicBezTo>
                  <a:pt x="455324" y="52464"/>
                  <a:pt x="453508" y="46095"/>
                  <a:pt x="449875" y="41639"/>
                </a:cubicBezTo>
                <a:cubicBezTo>
                  <a:pt x="447347" y="38562"/>
                  <a:pt x="444346" y="37024"/>
                  <a:pt x="440870" y="37024"/>
                </a:cubicBezTo>
                <a:cubicBezTo>
                  <a:pt x="438975" y="37024"/>
                  <a:pt x="437099" y="37497"/>
                  <a:pt x="435243" y="38444"/>
                </a:cubicBezTo>
                <a:cubicBezTo>
                  <a:pt x="433821" y="39153"/>
                  <a:pt x="431471" y="41283"/>
                  <a:pt x="428194" y="44832"/>
                </a:cubicBezTo>
                <a:close/>
                <a:moveTo>
                  <a:pt x="504660" y="76417"/>
                </a:moveTo>
                <a:cubicBezTo>
                  <a:pt x="499092" y="80722"/>
                  <a:pt x="495597" y="83210"/>
                  <a:pt x="494175" y="83881"/>
                </a:cubicBezTo>
                <a:cubicBezTo>
                  <a:pt x="492042" y="84908"/>
                  <a:pt x="489772" y="85421"/>
                  <a:pt x="487363" y="85421"/>
                </a:cubicBezTo>
                <a:cubicBezTo>
                  <a:pt x="483611" y="85421"/>
                  <a:pt x="480521" y="84138"/>
                  <a:pt x="478092" y="81571"/>
                </a:cubicBezTo>
                <a:cubicBezTo>
                  <a:pt x="475663" y="79004"/>
                  <a:pt x="474449" y="75627"/>
                  <a:pt x="474449" y="71441"/>
                </a:cubicBezTo>
                <a:cubicBezTo>
                  <a:pt x="474449" y="68795"/>
                  <a:pt x="475041" y="66504"/>
                  <a:pt x="476226" y="64569"/>
                </a:cubicBezTo>
                <a:cubicBezTo>
                  <a:pt x="477845" y="61884"/>
                  <a:pt x="480659" y="59356"/>
                  <a:pt x="484667" y="56987"/>
                </a:cubicBezTo>
                <a:cubicBezTo>
                  <a:pt x="488676" y="54617"/>
                  <a:pt x="495340" y="51734"/>
                  <a:pt x="504660" y="48338"/>
                </a:cubicBezTo>
                <a:lnTo>
                  <a:pt x="504660" y="46206"/>
                </a:lnTo>
                <a:cubicBezTo>
                  <a:pt x="504660" y="40795"/>
                  <a:pt x="503801" y="37083"/>
                  <a:pt x="502083" y="35069"/>
                </a:cubicBezTo>
                <a:cubicBezTo>
                  <a:pt x="500365" y="33055"/>
                  <a:pt x="497867" y="32048"/>
                  <a:pt x="494590" y="32048"/>
                </a:cubicBezTo>
                <a:cubicBezTo>
                  <a:pt x="492102" y="32048"/>
                  <a:pt x="490127" y="32717"/>
                  <a:pt x="488666" y="34054"/>
                </a:cubicBezTo>
                <a:cubicBezTo>
                  <a:pt x="487165" y="35392"/>
                  <a:pt x="486415" y="36927"/>
                  <a:pt x="486415" y="38658"/>
                </a:cubicBezTo>
                <a:lnTo>
                  <a:pt x="486533" y="42081"/>
                </a:lnTo>
                <a:cubicBezTo>
                  <a:pt x="486533" y="43890"/>
                  <a:pt x="486069" y="45287"/>
                  <a:pt x="485141" y="46270"/>
                </a:cubicBezTo>
                <a:cubicBezTo>
                  <a:pt x="484213" y="47254"/>
                  <a:pt x="482999" y="47746"/>
                  <a:pt x="481498" y="47746"/>
                </a:cubicBezTo>
                <a:cubicBezTo>
                  <a:pt x="480037" y="47746"/>
                  <a:pt x="478842" y="47234"/>
                  <a:pt x="477914" y="46211"/>
                </a:cubicBezTo>
                <a:cubicBezTo>
                  <a:pt x="476986" y="45187"/>
                  <a:pt x="476522" y="43789"/>
                  <a:pt x="476522" y="42016"/>
                </a:cubicBezTo>
                <a:cubicBezTo>
                  <a:pt x="476522" y="38631"/>
                  <a:pt x="478260" y="35521"/>
                  <a:pt x="481735" y="32686"/>
                </a:cubicBezTo>
                <a:cubicBezTo>
                  <a:pt x="485210" y="29852"/>
                  <a:pt x="490087" y="28434"/>
                  <a:pt x="496367" y="28434"/>
                </a:cubicBezTo>
                <a:cubicBezTo>
                  <a:pt x="501185" y="28434"/>
                  <a:pt x="505134" y="29243"/>
                  <a:pt x="508214" y="30859"/>
                </a:cubicBezTo>
                <a:cubicBezTo>
                  <a:pt x="510544" y="32082"/>
                  <a:pt x="512262" y="33996"/>
                  <a:pt x="513368" y="36600"/>
                </a:cubicBezTo>
                <a:cubicBezTo>
                  <a:pt x="514079" y="38295"/>
                  <a:pt x="514434" y="41766"/>
                  <a:pt x="514434" y="47013"/>
                </a:cubicBezTo>
                <a:lnTo>
                  <a:pt x="514434" y="65413"/>
                </a:lnTo>
                <a:cubicBezTo>
                  <a:pt x="514434" y="70581"/>
                  <a:pt x="514533" y="73746"/>
                  <a:pt x="514730" y="74910"/>
                </a:cubicBezTo>
                <a:cubicBezTo>
                  <a:pt x="514928" y="76074"/>
                  <a:pt x="515254" y="76853"/>
                  <a:pt x="515708" y="77248"/>
                </a:cubicBezTo>
                <a:cubicBezTo>
                  <a:pt x="516162" y="77642"/>
                  <a:pt x="516685" y="77839"/>
                  <a:pt x="517278" y="77839"/>
                </a:cubicBezTo>
                <a:cubicBezTo>
                  <a:pt x="517910" y="77839"/>
                  <a:pt x="518462" y="77700"/>
                  <a:pt x="518936" y="77424"/>
                </a:cubicBezTo>
                <a:cubicBezTo>
                  <a:pt x="519766" y="76911"/>
                  <a:pt x="521365" y="75469"/>
                  <a:pt x="523735" y="73100"/>
                </a:cubicBezTo>
                <a:lnTo>
                  <a:pt x="523735" y="76417"/>
                </a:lnTo>
                <a:cubicBezTo>
                  <a:pt x="519312" y="82341"/>
                  <a:pt x="515086" y="85303"/>
                  <a:pt x="511058" y="85303"/>
                </a:cubicBezTo>
                <a:cubicBezTo>
                  <a:pt x="509123" y="85303"/>
                  <a:pt x="507582" y="84631"/>
                  <a:pt x="506437" y="83289"/>
                </a:cubicBezTo>
                <a:cubicBezTo>
                  <a:pt x="505292" y="81946"/>
                  <a:pt x="504699" y="79655"/>
                  <a:pt x="504660" y="76417"/>
                </a:cubicBezTo>
                <a:moveTo>
                  <a:pt x="504660" y="72533"/>
                </a:moveTo>
                <a:lnTo>
                  <a:pt x="504660" y="51952"/>
                </a:lnTo>
                <a:cubicBezTo>
                  <a:pt x="498697" y="54310"/>
                  <a:pt x="494846" y="55981"/>
                  <a:pt x="493109" y="56965"/>
                </a:cubicBezTo>
                <a:cubicBezTo>
                  <a:pt x="489989" y="58695"/>
                  <a:pt x="487757" y="60504"/>
                  <a:pt x="486415" y="62390"/>
                </a:cubicBezTo>
                <a:cubicBezTo>
                  <a:pt x="485072" y="64277"/>
                  <a:pt x="484401" y="66342"/>
                  <a:pt x="484401" y="68583"/>
                </a:cubicBezTo>
                <a:cubicBezTo>
                  <a:pt x="484401" y="71414"/>
                  <a:pt x="485250" y="73763"/>
                  <a:pt x="486948" y="75630"/>
                </a:cubicBezTo>
                <a:cubicBezTo>
                  <a:pt x="488646" y="77497"/>
                  <a:pt x="490601" y="78431"/>
                  <a:pt x="492812" y="78431"/>
                </a:cubicBezTo>
                <a:cubicBezTo>
                  <a:pt x="495814" y="78431"/>
                  <a:pt x="499763" y="76465"/>
                  <a:pt x="504660" y="72533"/>
                </a:cubicBezTo>
                <a:close/>
                <a:moveTo>
                  <a:pt x="544131" y="28434"/>
                </a:moveTo>
                <a:lnTo>
                  <a:pt x="544131" y="40637"/>
                </a:lnTo>
                <a:cubicBezTo>
                  <a:pt x="548673" y="32502"/>
                  <a:pt x="553333" y="28434"/>
                  <a:pt x="558111" y="28434"/>
                </a:cubicBezTo>
                <a:cubicBezTo>
                  <a:pt x="560283" y="28434"/>
                  <a:pt x="562080" y="29096"/>
                  <a:pt x="563502" y="30419"/>
                </a:cubicBezTo>
                <a:cubicBezTo>
                  <a:pt x="564924" y="31742"/>
                  <a:pt x="565635" y="33272"/>
                  <a:pt x="565635" y="35010"/>
                </a:cubicBezTo>
                <a:cubicBezTo>
                  <a:pt x="565635" y="36550"/>
                  <a:pt x="565121" y="37853"/>
                  <a:pt x="564094" y="38919"/>
                </a:cubicBezTo>
                <a:cubicBezTo>
                  <a:pt x="563068" y="39986"/>
                  <a:pt x="561843" y="40519"/>
                  <a:pt x="560422" y="40519"/>
                </a:cubicBezTo>
                <a:cubicBezTo>
                  <a:pt x="559039" y="40519"/>
                  <a:pt x="557489" y="39837"/>
                  <a:pt x="555771" y="38475"/>
                </a:cubicBezTo>
                <a:cubicBezTo>
                  <a:pt x="554054" y="37113"/>
                  <a:pt x="552780" y="36431"/>
                  <a:pt x="551951" y="36431"/>
                </a:cubicBezTo>
                <a:cubicBezTo>
                  <a:pt x="551240" y="36431"/>
                  <a:pt x="550470" y="36825"/>
                  <a:pt x="549640" y="37612"/>
                </a:cubicBezTo>
                <a:cubicBezTo>
                  <a:pt x="547863" y="39228"/>
                  <a:pt x="546027" y="41887"/>
                  <a:pt x="544131" y="45589"/>
                </a:cubicBezTo>
                <a:lnTo>
                  <a:pt x="544131" y="71528"/>
                </a:lnTo>
                <a:cubicBezTo>
                  <a:pt x="544131" y="74521"/>
                  <a:pt x="544506" y="76785"/>
                  <a:pt x="545257" y="78322"/>
                </a:cubicBezTo>
                <a:cubicBezTo>
                  <a:pt x="545770" y="79386"/>
                  <a:pt x="546678" y="80272"/>
                  <a:pt x="547982" y="80982"/>
                </a:cubicBezTo>
                <a:cubicBezTo>
                  <a:pt x="549285" y="81690"/>
                  <a:pt x="551161" y="82045"/>
                  <a:pt x="553609" y="82045"/>
                </a:cubicBezTo>
                <a:lnTo>
                  <a:pt x="553609" y="84236"/>
                </a:lnTo>
                <a:lnTo>
                  <a:pt x="525827" y="84236"/>
                </a:lnTo>
                <a:lnTo>
                  <a:pt x="525827" y="82045"/>
                </a:lnTo>
                <a:cubicBezTo>
                  <a:pt x="528591" y="82045"/>
                  <a:pt x="530645" y="81611"/>
                  <a:pt x="531987" y="80745"/>
                </a:cubicBezTo>
                <a:cubicBezTo>
                  <a:pt x="532975" y="80114"/>
                  <a:pt x="533666" y="79109"/>
                  <a:pt x="534061" y="77729"/>
                </a:cubicBezTo>
                <a:cubicBezTo>
                  <a:pt x="534258" y="77059"/>
                  <a:pt x="534357" y="75148"/>
                  <a:pt x="534357" y="71996"/>
                </a:cubicBezTo>
                <a:lnTo>
                  <a:pt x="534357" y="51013"/>
                </a:lnTo>
                <a:cubicBezTo>
                  <a:pt x="534357" y="44708"/>
                  <a:pt x="534229" y="40955"/>
                  <a:pt x="533972" y="39754"/>
                </a:cubicBezTo>
                <a:cubicBezTo>
                  <a:pt x="533715" y="38552"/>
                  <a:pt x="533241" y="37675"/>
                  <a:pt x="532550" y="37124"/>
                </a:cubicBezTo>
                <a:cubicBezTo>
                  <a:pt x="531859" y="36572"/>
                  <a:pt x="531000" y="36296"/>
                  <a:pt x="529973" y="36296"/>
                </a:cubicBezTo>
                <a:cubicBezTo>
                  <a:pt x="528749" y="36296"/>
                  <a:pt x="527367" y="36592"/>
                  <a:pt x="525827" y="37183"/>
                </a:cubicBezTo>
                <a:lnTo>
                  <a:pt x="525234" y="35054"/>
                </a:lnTo>
                <a:lnTo>
                  <a:pt x="541643" y="28434"/>
                </a:lnTo>
                <a:lnTo>
                  <a:pt x="544131" y="28434"/>
                </a:lnTo>
                <a:close/>
                <a:moveTo>
                  <a:pt x="599144" y="76417"/>
                </a:moveTo>
                <a:cubicBezTo>
                  <a:pt x="593576" y="80722"/>
                  <a:pt x="590081" y="83210"/>
                  <a:pt x="588659" y="83881"/>
                </a:cubicBezTo>
                <a:cubicBezTo>
                  <a:pt x="586526" y="84908"/>
                  <a:pt x="584256" y="85421"/>
                  <a:pt x="581847" y="85421"/>
                </a:cubicBezTo>
                <a:cubicBezTo>
                  <a:pt x="578095" y="85421"/>
                  <a:pt x="575005" y="84138"/>
                  <a:pt x="572576" y="81571"/>
                </a:cubicBezTo>
                <a:cubicBezTo>
                  <a:pt x="570147" y="79004"/>
                  <a:pt x="568933" y="75627"/>
                  <a:pt x="568933" y="71441"/>
                </a:cubicBezTo>
                <a:cubicBezTo>
                  <a:pt x="568933" y="68795"/>
                  <a:pt x="569525" y="66504"/>
                  <a:pt x="570710" y="64569"/>
                </a:cubicBezTo>
                <a:cubicBezTo>
                  <a:pt x="572329" y="61884"/>
                  <a:pt x="575143" y="59356"/>
                  <a:pt x="579151" y="56987"/>
                </a:cubicBezTo>
                <a:cubicBezTo>
                  <a:pt x="583160" y="54617"/>
                  <a:pt x="589824" y="51734"/>
                  <a:pt x="599144" y="48338"/>
                </a:cubicBezTo>
                <a:lnTo>
                  <a:pt x="599144" y="46206"/>
                </a:lnTo>
                <a:cubicBezTo>
                  <a:pt x="599144" y="40795"/>
                  <a:pt x="598285" y="37083"/>
                  <a:pt x="596567" y="35069"/>
                </a:cubicBezTo>
                <a:cubicBezTo>
                  <a:pt x="594849" y="33055"/>
                  <a:pt x="592351" y="32048"/>
                  <a:pt x="589074" y="32048"/>
                </a:cubicBezTo>
                <a:cubicBezTo>
                  <a:pt x="586586" y="32048"/>
                  <a:pt x="584611" y="32717"/>
                  <a:pt x="583150" y="34054"/>
                </a:cubicBezTo>
                <a:cubicBezTo>
                  <a:pt x="581649" y="35392"/>
                  <a:pt x="580899" y="36927"/>
                  <a:pt x="580899" y="38658"/>
                </a:cubicBezTo>
                <a:lnTo>
                  <a:pt x="581017" y="42081"/>
                </a:lnTo>
                <a:cubicBezTo>
                  <a:pt x="581017" y="43890"/>
                  <a:pt x="580553" y="45287"/>
                  <a:pt x="579625" y="46270"/>
                </a:cubicBezTo>
                <a:cubicBezTo>
                  <a:pt x="578697" y="47254"/>
                  <a:pt x="577483" y="47746"/>
                  <a:pt x="575982" y="47746"/>
                </a:cubicBezTo>
                <a:cubicBezTo>
                  <a:pt x="574521" y="47746"/>
                  <a:pt x="573326" y="47234"/>
                  <a:pt x="572398" y="46211"/>
                </a:cubicBezTo>
                <a:cubicBezTo>
                  <a:pt x="571470" y="45187"/>
                  <a:pt x="571006" y="43789"/>
                  <a:pt x="571006" y="42016"/>
                </a:cubicBezTo>
                <a:cubicBezTo>
                  <a:pt x="571006" y="38631"/>
                  <a:pt x="572744" y="35521"/>
                  <a:pt x="576219" y="32686"/>
                </a:cubicBezTo>
                <a:cubicBezTo>
                  <a:pt x="579694" y="29852"/>
                  <a:pt x="584572" y="28434"/>
                  <a:pt x="590851" y="28434"/>
                </a:cubicBezTo>
                <a:cubicBezTo>
                  <a:pt x="595669" y="28434"/>
                  <a:pt x="599618" y="29243"/>
                  <a:pt x="602698" y="30859"/>
                </a:cubicBezTo>
                <a:cubicBezTo>
                  <a:pt x="605028" y="32082"/>
                  <a:pt x="606746" y="33996"/>
                  <a:pt x="607852" y="36600"/>
                </a:cubicBezTo>
                <a:cubicBezTo>
                  <a:pt x="608563" y="38295"/>
                  <a:pt x="608918" y="41766"/>
                  <a:pt x="608918" y="47013"/>
                </a:cubicBezTo>
                <a:lnTo>
                  <a:pt x="608918" y="65413"/>
                </a:lnTo>
                <a:cubicBezTo>
                  <a:pt x="608918" y="70581"/>
                  <a:pt x="609017" y="73746"/>
                  <a:pt x="609215" y="74910"/>
                </a:cubicBezTo>
                <a:cubicBezTo>
                  <a:pt x="609412" y="76074"/>
                  <a:pt x="609738" y="76853"/>
                  <a:pt x="610192" y="77248"/>
                </a:cubicBezTo>
                <a:cubicBezTo>
                  <a:pt x="610646" y="77642"/>
                  <a:pt x="611169" y="77839"/>
                  <a:pt x="611762" y="77839"/>
                </a:cubicBezTo>
                <a:cubicBezTo>
                  <a:pt x="612394" y="77839"/>
                  <a:pt x="612947" y="77700"/>
                  <a:pt x="613420" y="77424"/>
                </a:cubicBezTo>
                <a:cubicBezTo>
                  <a:pt x="614250" y="76911"/>
                  <a:pt x="615849" y="75469"/>
                  <a:pt x="618219" y="73100"/>
                </a:cubicBezTo>
                <a:lnTo>
                  <a:pt x="618219" y="76417"/>
                </a:lnTo>
                <a:cubicBezTo>
                  <a:pt x="613796" y="82341"/>
                  <a:pt x="609570" y="85303"/>
                  <a:pt x="605542" y="85303"/>
                </a:cubicBezTo>
                <a:cubicBezTo>
                  <a:pt x="603607" y="85303"/>
                  <a:pt x="602066" y="84631"/>
                  <a:pt x="600921" y="83289"/>
                </a:cubicBezTo>
                <a:cubicBezTo>
                  <a:pt x="599776" y="81946"/>
                  <a:pt x="599184" y="79655"/>
                  <a:pt x="599144" y="76417"/>
                </a:cubicBezTo>
                <a:moveTo>
                  <a:pt x="599144" y="72533"/>
                </a:moveTo>
                <a:lnTo>
                  <a:pt x="599144" y="51952"/>
                </a:lnTo>
                <a:cubicBezTo>
                  <a:pt x="593181" y="54310"/>
                  <a:pt x="589330" y="55981"/>
                  <a:pt x="587593" y="56965"/>
                </a:cubicBezTo>
                <a:cubicBezTo>
                  <a:pt x="584473" y="58695"/>
                  <a:pt x="582242" y="60504"/>
                  <a:pt x="580899" y="62390"/>
                </a:cubicBezTo>
                <a:cubicBezTo>
                  <a:pt x="579556" y="64277"/>
                  <a:pt x="578885" y="66342"/>
                  <a:pt x="578885" y="68583"/>
                </a:cubicBezTo>
                <a:cubicBezTo>
                  <a:pt x="578885" y="71414"/>
                  <a:pt x="579734" y="73763"/>
                  <a:pt x="581432" y="75630"/>
                </a:cubicBezTo>
                <a:cubicBezTo>
                  <a:pt x="583130" y="77497"/>
                  <a:pt x="585085" y="78431"/>
                  <a:pt x="587297" y="78431"/>
                </a:cubicBezTo>
                <a:cubicBezTo>
                  <a:pt x="590298" y="78431"/>
                  <a:pt x="594247" y="76465"/>
                  <a:pt x="599144" y="72533"/>
                </a:cubicBezTo>
                <a:close/>
                <a:moveTo>
                  <a:pt x="637607" y="39393"/>
                </a:moveTo>
                <a:cubicBezTo>
                  <a:pt x="642860" y="32087"/>
                  <a:pt x="648527" y="28434"/>
                  <a:pt x="654608" y="28434"/>
                </a:cubicBezTo>
                <a:cubicBezTo>
                  <a:pt x="660177" y="28434"/>
                  <a:pt x="665034" y="30811"/>
                  <a:pt x="669181" y="35565"/>
                </a:cubicBezTo>
                <a:cubicBezTo>
                  <a:pt x="673328" y="40319"/>
                  <a:pt x="675401" y="46818"/>
                  <a:pt x="675401" y="55063"/>
                </a:cubicBezTo>
                <a:cubicBezTo>
                  <a:pt x="675401" y="64690"/>
                  <a:pt x="672202" y="72442"/>
                  <a:pt x="665804" y="78320"/>
                </a:cubicBezTo>
                <a:cubicBezTo>
                  <a:pt x="660315" y="83370"/>
                  <a:pt x="654194" y="85895"/>
                  <a:pt x="647441" y="85895"/>
                </a:cubicBezTo>
                <a:cubicBezTo>
                  <a:pt x="644281" y="85895"/>
                  <a:pt x="641073" y="85322"/>
                  <a:pt x="637814" y="84177"/>
                </a:cubicBezTo>
                <a:cubicBezTo>
                  <a:pt x="634556" y="83032"/>
                  <a:pt x="631229" y="81314"/>
                  <a:pt x="627833" y="79023"/>
                </a:cubicBezTo>
                <a:lnTo>
                  <a:pt x="627833" y="22807"/>
                </a:lnTo>
                <a:cubicBezTo>
                  <a:pt x="627833" y="16646"/>
                  <a:pt x="627685" y="12855"/>
                  <a:pt x="627389" y="11433"/>
                </a:cubicBezTo>
                <a:cubicBezTo>
                  <a:pt x="627092" y="10011"/>
                  <a:pt x="626628" y="9044"/>
                  <a:pt x="625996" y="8530"/>
                </a:cubicBezTo>
                <a:cubicBezTo>
                  <a:pt x="625365" y="8017"/>
                  <a:pt x="624575" y="7760"/>
                  <a:pt x="623627" y="7760"/>
                </a:cubicBezTo>
                <a:cubicBezTo>
                  <a:pt x="622521" y="7760"/>
                  <a:pt x="621139" y="8076"/>
                  <a:pt x="619480" y="8708"/>
                </a:cubicBezTo>
                <a:lnTo>
                  <a:pt x="618651" y="6635"/>
                </a:lnTo>
                <a:lnTo>
                  <a:pt x="634941" y="0"/>
                </a:lnTo>
                <a:lnTo>
                  <a:pt x="637607" y="0"/>
                </a:lnTo>
                <a:lnTo>
                  <a:pt x="637607" y="39393"/>
                </a:lnTo>
                <a:moveTo>
                  <a:pt x="637607" y="43168"/>
                </a:moveTo>
                <a:lnTo>
                  <a:pt x="637607" y="75545"/>
                </a:lnTo>
                <a:cubicBezTo>
                  <a:pt x="639621" y="77513"/>
                  <a:pt x="641704" y="79000"/>
                  <a:pt x="643857" y="80005"/>
                </a:cubicBezTo>
                <a:cubicBezTo>
                  <a:pt x="646009" y="81009"/>
                  <a:pt x="648211" y="81511"/>
                  <a:pt x="650462" y="81511"/>
                </a:cubicBezTo>
                <a:cubicBezTo>
                  <a:pt x="654056" y="81511"/>
                  <a:pt x="657402" y="79542"/>
                  <a:pt x="660503" y="75604"/>
                </a:cubicBezTo>
                <a:cubicBezTo>
                  <a:pt x="663603" y="71665"/>
                  <a:pt x="665153" y="65934"/>
                  <a:pt x="665153" y="58410"/>
                </a:cubicBezTo>
                <a:cubicBezTo>
                  <a:pt x="665153" y="51478"/>
                  <a:pt x="663603" y="46151"/>
                  <a:pt x="660503" y="42429"/>
                </a:cubicBezTo>
                <a:cubicBezTo>
                  <a:pt x="657402" y="38707"/>
                  <a:pt x="653878" y="36846"/>
                  <a:pt x="649929" y="36846"/>
                </a:cubicBezTo>
                <a:cubicBezTo>
                  <a:pt x="647836" y="36846"/>
                  <a:pt x="645742" y="37378"/>
                  <a:pt x="643649" y="38442"/>
                </a:cubicBezTo>
                <a:cubicBezTo>
                  <a:pt x="642070" y="39229"/>
                  <a:pt x="640056" y="40804"/>
                  <a:pt x="637607" y="43168"/>
                </a:cubicBezTo>
                <a:close/>
                <a:moveTo>
                  <a:pt x="692630" y="50471"/>
                </a:moveTo>
                <a:cubicBezTo>
                  <a:pt x="692590" y="58509"/>
                  <a:pt x="694545" y="64813"/>
                  <a:pt x="698494" y="69384"/>
                </a:cubicBezTo>
                <a:cubicBezTo>
                  <a:pt x="702444" y="73954"/>
                  <a:pt x="707084" y="76239"/>
                  <a:pt x="712415" y="76239"/>
                </a:cubicBezTo>
                <a:cubicBezTo>
                  <a:pt x="715970" y="76239"/>
                  <a:pt x="719060" y="75262"/>
                  <a:pt x="721686" y="73307"/>
                </a:cubicBezTo>
                <a:cubicBezTo>
                  <a:pt x="724312" y="71352"/>
                  <a:pt x="726514" y="68005"/>
                  <a:pt x="728291" y="63266"/>
                </a:cubicBezTo>
                <a:lnTo>
                  <a:pt x="730127" y="64451"/>
                </a:lnTo>
                <a:cubicBezTo>
                  <a:pt x="729298" y="69861"/>
                  <a:pt x="726889" y="74788"/>
                  <a:pt x="722900" y="79231"/>
                </a:cubicBezTo>
                <a:cubicBezTo>
                  <a:pt x="718912" y="83674"/>
                  <a:pt x="713916" y="85895"/>
                  <a:pt x="707913" y="85895"/>
                </a:cubicBezTo>
                <a:cubicBezTo>
                  <a:pt x="701397" y="85895"/>
                  <a:pt x="695819" y="83363"/>
                  <a:pt x="691178" y="78300"/>
                </a:cubicBezTo>
                <a:cubicBezTo>
                  <a:pt x="686538" y="73235"/>
                  <a:pt x="684218" y="66426"/>
                  <a:pt x="684218" y="57874"/>
                </a:cubicBezTo>
                <a:cubicBezTo>
                  <a:pt x="684218" y="48613"/>
                  <a:pt x="686597" y="41391"/>
                  <a:pt x="691356" y="36209"/>
                </a:cubicBezTo>
                <a:cubicBezTo>
                  <a:pt x="696115" y="31026"/>
                  <a:pt x="702088" y="28434"/>
                  <a:pt x="709276" y="28434"/>
                </a:cubicBezTo>
                <a:cubicBezTo>
                  <a:pt x="715357" y="28434"/>
                  <a:pt x="720353" y="30433"/>
                  <a:pt x="724263" y="34432"/>
                </a:cubicBezTo>
                <a:cubicBezTo>
                  <a:pt x="728173" y="38429"/>
                  <a:pt x="730127" y="43776"/>
                  <a:pt x="730127" y="50471"/>
                </a:cubicBezTo>
                <a:lnTo>
                  <a:pt x="692630" y="50471"/>
                </a:lnTo>
                <a:moveTo>
                  <a:pt x="692630" y="47035"/>
                </a:moveTo>
                <a:lnTo>
                  <a:pt x="717747" y="47035"/>
                </a:lnTo>
                <a:cubicBezTo>
                  <a:pt x="717549" y="43560"/>
                  <a:pt x="717135" y="41111"/>
                  <a:pt x="716503" y="39689"/>
                </a:cubicBezTo>
                <a:cubicBezTo>
                  <a:pt x="715515" y="37478"/>
                  <a:pt x="714044" y="35740"/>
                  <a:pt x="712089" y="34476"/>
                </a:cubicBezTo>
                <a:cubicBezTo>
                  <a:pt x="710135" y="33213"/>
                  <a:pt x="708091" y="32581"/>
                  <a:pt x="705958" y="32581"/>
                </a:cubicBezTo>
                <a:cubicBezTo>
                  <a:pt x="702680" y="32581"/>
                  <a:pt x="699748" y="33854"/>
                  <a:pt x="697161" y="36402"/>
                </a:cubicBezTo>
                <a:cubicBezTo>
                  <a:pt x="694575" y="38949"/>
                  <a:pt x="693064" y="42493"/>
                  <a:pt x="692630" y="47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8321058e94a90"/>
          <a:stretch xmlns:a="http://schemas.openxmlformats.org/drawingml/2006/main"/>
        </p:blipFill>
        <p:spPr>
          <a:xfrm xmlns:a="http://schemas.openxmlformats.org/drawingml/2006/main">
            <a:off x="9350221" y="2019334"/>
            <a:ext cx="136484" cy="138380"/>
          </a:xfrm>
          <a:prstGeom xmlns:a="http://schemas.openxmlformats.org/drawingml/2006/main" prst="rect">
            <a:avLst/>
          </a:prstGeom>
        </p:spPr>
      </p:pic>
      <p:sp>
        <p:nvSpPr>
          <p:cNvPr id="217" name="Text [global_var]operators">
            <a:extLst xmlns:a="http://schemas.openxmlformats.org/drawingml/2006/main">
              <a:ext uri="{FF2B5EF4-FFF2-40B4-BE49-F238E27FC236}">
                <a16:creationId xmlns:a16="http://schemas.microsoft.com/office/drawing/2014/main" id="{2C870749-2D14-4867-BE9E-8D6C4F3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28" y="2041252"/>
            <a:ext cx="1068958" cy="110419"/>
          </a:xfrm>
          <a:custGeom xmlns:a="http://schemas.openxmlformats.org/drawingml/2006/main">
            <a:pathLst>
              <a:path w="1068958" h="110419">
                <a:moveTo>
                  <a:pt x="26065" y="108287"/>
                </a:moveTo>
                <a:lnTo>
                  <a:pt x="0" y="108287"/>
                </a:lnTo>
                <a:lnTo>
                  <a:pt x="0" y="2014"/>
                </a:lnTo>
                <a:lnTo>
                  <a:pt x="26065" y="2014"/>
                </a:lnTo>
                <a:lnTo>
                  <a:pt x="26065" y="6694"/>
                </a:lnTo>
                <a:lnTo>
                  <a:pt x="8886" y="6694"/>
                </a:lnTo>
                <a:lnTo>
                  <a:pt x="8886" y="103726"/>
                </a:lnTo>
                <a:lnTo>
                  <a:pt x="26065" y="103726"/>
                </a:lnTo>
                <a:lnTo>
                  <a:pt x="26065" y="108287"/>
                </a:lnTo>
                <a:close/>
                <a:moveTo>
                  <a:pt x="48536" y="64464"/>
                </a:moveTo>
                <a:cubicBezTo>
                  <a:pt x="45219" y="62847"/>
                  <a:pt x="42671" y="60589"/>
                  <a:pt x="40894" y="57690"/>
                </a:cubicBezTo>
                <a:cubicBezTo>
                  <a:pt x="39117" y="54791"/>
                  <a:pt x="38228" y="51586"/>
                  <a:pt x="38228" y="48075"/>
                </a:cubicBezTo>
                <a:cubicBezTo>
                  <a:pt x="38228" y="42712"/>
                  <a:pt x="40252" y="38097"/>
                  <a:pt x="44300" y="34232"/>
                </a:cubicBezTo>
                <a:cubicBezTo>
                  <a:pt x="48348" y="30367"/>
                  <a:pt x="53532" y="28434"/>
                  <a:pt x="59850" y="28434"/>
                </a:cubicBezTo>
                <a:cubicBezTo>
                  <a:pt x="65024" y="28434"/>
                  <a:pt x="69506" y="29698"/>
                  <a:pt x="73297" y="32225"/>
                </a:cubicBezTo>
                <a:lnTo>
                  <a:pt x="84789" y="32225"/>
                </a:lnTo>
                <a:cubicBezTo>
                  <a:pt x="86488" y="32225"/>
                  <a:pt x="87475" y="32274"/>
                  <a:pt x="87751" y="32372"/>
                </a:cubicBezTo>
                <a:cubicBezTo>
                  <a:pt x="88028" y="32469"/>
                  <a:pt x="88225" y="32635"/>
                  <a:pt x="88344" y="32870"/>
                </a:cubicBezTo>
                <a:cubicBezTo>
                  <a:pt x="88581" y="33221"/>
                  <a:pt x="88699" y="33846"/>
                  <a:pt x="88699" y="34745"/>
                </a:cubicBezTo>
                <a:cubicBezTo>
                  <a:pt x="88699" y="35759"/>
                  <a:pt x="88600" y="36462"/>
                  <a:pt x="88403" y="36853"/>
                </a:cubicBezTo>
                <a:cubicBezTo>
                  <a:pt x="88284" y="37048"/>
                  <a:pt x="88077" y="37204"/>
                  <a:pt x="87781" y="37322"/>
                </a:cubicBezTo>
                <a:cubicBezTo>
                  <a:pt x="87485" y="37439"/>
                  <a:pt x="86488" y="37498"/>
                  <a:pt x="84789" y="37498"/>
                </a:cubicBezTo>
                <a:lnTo>
                  <a:pt x="77740" y="37498"/>
                </a:lnTo>
                <a:cubicBezTo>
                  <a:pt x="79952" y="40347"/>
                  <a:pt x="81057" y="43988"/>
                  <a:pt x="81057" y="48420"/>
                </a:cubicBezTo>
                <a:cubicBezTo>
                  <a:pt x="81057" y="53484"/>
                  <a:pt x="79122" y="57817"/>
                  <a:pt x="75252" y="61419"/>
                </a:cubicBezTo>
                <a:cubicBezTo>
                  <a:pt x="71382" y="65020"/>
                  <a:pt x="66189" y="66820"/>
                  <a:pt x="59673" y="66820"/>
                </a:cubicBezTo>
                <a:cubicBezTo>
                  <a:pt x="56987" y="66820"/>
                  <a:pt x="54242" y="66417"/>
                  <a:pt x="51439" y="65612"/>
                </a:cubicBezTo>
                <a:cubicBezTo>
                  <a:pt x="49701" y="67111"/>
                  <a:pt x="48526" y="68423"/>
                  <a:pt x="47914" y="69549"/>
                </a:cubicBezTo>
                <a:cubicBezTo>
                  <a:pt x="47302" y="70673"/>
                  <a:pt x="46996" y="71630"/>
                  <a:pt x="46996" y="72418"/>
                </a:cubicBezTo>
                <a:cubicBezTo>
                  <a:pt x="46996" y="73090"/>
                  <a:pt x="47321" y="73741"/>
                  <a:pt x="47973" y="74373"/>
                </a:cubicBezTo>
                <a:cubicBezTo>
                  <a:pt x="48625" y="75004"/>
                  <a:pt x="49898" y="75457"/>
                  <a:pt x="51794" y="75734"/>
                </a:cubicBezTo>
                <a:cubicBezTo>
                  <a:pt x="52900" y="75892"/>
                  <a:pt x="55664" y="76030"/>
                  <a:pt x="60087" y="76148"/>
                </a:cubicBezTo>
                <a:cubicBezTo>
                  <a:pt x="68223" y="76345"/>
                  <a:pt x="73495" y="76621"/>
                  <a:pt x="75904" y="76976"/>
                </a:cubicBezTo>
                <a:cubicBezTo>
                  <a:pt x="79577" y="77489"/>
                  <a:pt x="82509" y="78851"/>
                  <a:pt x="84701" y="81062"/>
                </a:cubicBezTo>
                <a:cubicBezTo>
                  <a:pt x="86892" y="83271"/>
                  <a:pt x="87988" y="85993"/>
                  <a:pt x="87988" y="89229"/>
                </a:cubicBezTo>
                <a:cubicBezTo>
                  <a:pt x="87988" y="93688"/>
                  <a:pt x="85895" y="97871"/>
                  <a:pt x="81709" y="101778"/>
                </a:cubicBezTo>
                <a:cubicBezTo>
                  <a:pt x="75548" y="107539"/>
                  <a:pt x="67512" y="110419"/>
                  <a:pt x="57599" y="110419"/>
                </a:cubicBezTo>
                <a:cubicBezTo>
                  <a:pt x="49977" y="110419"/>
                  <a:pt x="43540" y="108704"/>
                  <a:pt x="38288" y="105273"/>
                </a:cubicBezTo>
                <a:cubicBezTo>
                  <a:pt x="35326" y="103301"/>
                  <a:pt x="33845" y="101250"/>
                  <a:pt x="33845" y="99120"/>
                </a:cubicBezTo>
                <a:cubicBezTo>
                  <a:pt x="33845" y="98175"/>
                  <a:pt x="34062" y="97229"/>
                  <a:pt x="34496" y="96282"/>
                </a:cubicBezTo>
                <a:cubicBezTo>
                  <a:pt x="35168" y="94822"/>
                  <a:pt x="36550" y="92791"/>
                  <a:pt x="38643" y="90188"/>
                </a:cubicBezTo>
                <a:cubicBezTo>
                  <a:pt x="38920" y="89834"/>
                  <a:pt x="40934" y="87704"/>
                  <a:pt x="44685" y="83799"/>
                </a:cubicBezTo>
                <a:cubicBezTo>
                  <a:pt x="42632" y="82574"/>
                  <a:pt x="41180" y="81477"/>
                  <a:pt x="40331" y="80508"/>
                </a:cubicBezTo>
                <a:cubicBezTo>
                  <a:pt x="39482" y="79539"/>
                  <a:pt x="39058" y="78442"/>
                  <a:pt x="39058" y="77217"/>
                </a:cubicBezTo>
                <a:cubicBezTo>
                  <a:pt x="39058" y="75832"/>
                  <a:pt x="39621" y="74210"/>
                  <a:pt x="40746" y="72352"/>
                </a:cubicBezTo>
                <a:cubicBezTo>
                  <a:pt x="41872" y="70493"/>
                  <a:pt x="44468" y="67864"/>
                  <a:pt x="48536" y="64464"/>
                </a:cubicBezTo>
                <a:moveTo>
                  <a:pt x="58843" y="31396"/>
                </a:moveTo>
                <a:cubicBezTo>
                  <a:pt x="55921" y="31396"/>
                  <a:pt x="53472" y="32555"/>
                  <a:pt x="51498" y="34873"/>
                </a:cubicBezTo>
                <a:cubicBezTo>
                  <a:pt x="49523" y="37189"/>
                  <a:pt x="48536" y="40743"/>
                  <a:pt x="48536" y="45535"/>
                </a:cubicBezTo>
                <a:cubicBezTo>
                  <a:pt x="48536" y="51742"/>
                  <a:pt x="49879" y="56553"/>
                  <a:pt x="52564" y="59969"/>
                </a:cubicBezTo>
                <a:cubicBezTo>
                  <a:pt x="54618" y="62562"/>
                  <a:pt x="57224" y="63858"/>
                  <a:pt x="60383" y="63858"/>
                </a:cubicBezTo>
                <a:cubicBezTo>
                  <a:pt x="63385" y="63858"/>
                  <a:pt x="65853" y="62739"/>
                  <a:pt x="67788" y="60500"/>
                </a:cubicBezTo>
                <a:cubicBezTo>
                  <a:pt x="69723" y="58262"/>
                  <a:pt x="70691" y="54746"/>
                  <a:pt x="70691" y="49954"/>
                </a:cubicBezTo>
                <a:cubicBezTo>
                  <a:pt x="70691" y="43710"/>
                  <a:pt x="69328" y="38819"/>
                  <a:pt x="66603" y="35284"/>
                </a:cubicBezTo>
                <a:cubicBezTo>
                  <a:pt x="64589" y="32692"/>
                  <a:pt x="62003" y="31396"/>
                  <a:pt x="58843" y="31396"/>
                </a:cubicBezTo>
                <a:moveTo>
                  <a:pt x="47943" y="84271"/>
                </a:moveTo>
                <a:cubicBezTo>
                  <a:pt x="46087" y="86282"/>
                  <a:pt x="44685" y="88154"/>
                  <a:pt x="43738" y="89888"/>
                </a:cubicBezTo>
                <a:cubicBezTo>
                  <a:pt x="42790" y="91623"/>
                  <a:pt x="42316" y="93220"/>
                  <a:pt x="42316" y="94679"/>
                </a:cubicBezTo>
                <a:cubicBezTo>
                  <a:pt x="42316" y="96571"/>
                  <a:pt x="43461" y="98226"/>
                  <a:pt x="45752" y="99646"/>
                </a:cubicBezTo>
                <a:cubicBezTo>
                  <a:pt x="49701" y="102089"/>
                  <a:pt x="55407" y="103311"/>
                  <a:pt x="62871" y="103311"/>
                </a:cubicBezTo>
                <a:cubicBezTo>
                  <a:pt x="69980" y="103311"/>
                  <a:pt x="75223" y="102059"/>
                  <a:pt x="78599" y="99555"/>
                </a:cubicBezTo>
                <a:cubicBezTo>
                  <a:pt x="81976" y="97052"/>
                  <a:pt x="83664" y="94382"/>
                  <a:pt x="83664" y="91545"/>
                </a:cubicBezTo>
                <a:cubicBezTo>
                  <a:pt x="83664" y="89495"/>
                  <a:pt x="82657" y="88036"/>
                  <a:pt x="80643" y="87169"/>
                </a:cubicBezTo>
                <a:cubicBezTo>
                  <a:pt x="78589" y="86301"/>
                  <a:pt x="74522" y="85789"/>
                  <a:pt x="68440" y="85632"/>
                </a:cubicBezTo>
                <a:cubicBezTo>
                  <a:pt x="59554" y="85395"/>
                  <a:pt x="52722" y="84942"/>
                  <a:pt x="47943" y="84271"/>
                </a:cubicBezTo>
                <a:close/>
                <a:moveTo>
                  <a:pt x="113500" y="0"/>
                </a:moveTo>
                <a:lnTo>
                  <a:pt x="113500" y="71922"/>
                </a:lnTo>
                <a:cubicBezTo>
                  <a:pt x="113500" y="75316"/>
                  <a:pt x="113746" y="77566"/>
                  <a:pt x="114240" y="78672"/>
                </a:cubicBezTo>
                <a:cubicBezTo>
                  <a:pt x="114734" y="79776"/>
                  <a:pt x="115494" y="80615"/>
                  <a:pt x="116521" y="81187"/>
                </a:cubicBezTo>
                <a:cubicBezTo>
                  <a:pt x="117547" y="81759"/>
                  <a:pt x="119463" y="82045"/>
                  <a:pt x="122267" y="82045"/>
                </a:cubicBezTo>
                <a:lnTo>
                  <a:pt x="122267" y="84236"/>
                </a:lnTo>
                <a:lnTo>
                  <a:pt x="95669" y="84236"/>
                </a:lnTo>
                <a:lnTo>
                  <a:pt x="95669" y="82045"/>
                </a:lnTo>
                <a:cubicBezTo>
                  <a:pt x="98157" y="82045"/>
                  <a:pt x="99855" y="81788"/>
                  <a:pt x="100763" y="81276"/>
                </a:cubicBezTo>
                <a:cubicBezTo>
                  <a:pt x="101672" y="80763"/>
                  <a:pt x="102383" y="79914"/>
                  <a:pt x="102896" y="78731"/>
                </a:cubicBezTo>
                <a:cubicBezTo>
                  <a:pt x="103409" y="77546"/>
                  <a:pt x="103666" y="75277"/>
                  <a:pt x="103666" y="71922"/>
                </a:cubicBezTo>
                <a:lnTo>
                  <a:pt x="103666" y="22671"/>
                </a:lnTo>
                <a:cubicBezTo>
                  <a:pt x="103666" y="16555"/>
                  <a:pt x="103528" y="12797"/>
                  <a:pt x="103251" y="11396"/>
                </a:cubicBezTo>
                <a:cubicBezTo>
                  <a:pt x="102975" y="9994"/>
                  <a:pt x="102531" y="9037"/>
                  <a:pt x="101919" y="8525"/>
                </a:cubicBezTo>
                <a:cubicBezTo>
                  <a:pt x="101306" y="8011"/>
                  <a:pt x="100526" y="7755"/>
                  <a:pt x="99579" y="7755"/>
                </a:cubicBezTo>
                <a:cubicBezTo>
                  <a:pt x="98552" y="7755"/>
                  <a:pt x="97249" y="8071"/>
                  <a:pt x="95669" y="8702"/>
                </a:cubicBezTo>
                <a:lnTo>
                  <a:pt x="94662" y="6629"/>
                </a:lnTo>
                <a:lnTo>
                  <a:pt x="110834" y="0"/>
                </a:lnTo>
                <a:lnTo>
                  <a:pt x="113500" y="0"/>
                </a:lnTo>
                <a:close/>
                <a:moveTo>
                  <a:pt x="155021" y="28434"/>
                </a:moveTo>
                <a:cubicBezTo>
                  <a:pt x="163235" y="28434"/>
                  <a:pt x="169830" y="31551"/>
                  <a:pt x="174806" y="37785"/>
                </a:cubicBezTo>
                <a:cubicBezTo>
                  <a:pt x="179032" y="43110"/>
                  <a:pt x="181145" y="49225"/>
                  <a:pt x="181145" y="56130"/>
                </a:cubicBezTo>
                <a:cubicBezTo>
                  <a:pt x="181145" y="60982"/>
                  <a:pt x="179980" y="65894"/>
                  <a:pt x="177650" y="70865"/>
                </a:cubicBezTo>
                <a:cubicBezTo>
                  <a:pt x="175320" y="75835"/>
                  <a:pt x="172111" y="79582"/>
                  <a:pt x="168023" y="82107"/>
                </a:cubicBezTo>
                <a:cubicBezTo>
                  <a:pt x="163936" y="84632"/>
                  <a:pt x="159385" y="85895"/>
                  <a:pt x="154369" y="85895"/>
                </a:cubicBezTo>
                <a:cubicBezTo>
                  <a:pt x="146194" y="85895"/>
                  <a:pt x="139698" y="82640"/>
                  <a:pt x="134880" y="76130"/>
                </a:cubicBezTo>
                <a:cubicBezTo>
                  <a:pt x="130812" y="70647"/>
                  <a:pt x="128778" y="64493"/>
                  <a:pt x="128778" y="57668"/>
                </a:cubicBezTo>
                <a:cubicBezTo>
                  <a:pt x="128778" y="52697"/>
                  <a:pt x="130012" y="47756"/>
                  <a:pt x="132481" y="42844"/>
                </a:cubicBezTo>
                <a:cubicBezTo>
                  <a:pt x="134949" y="37932"/>
                  <a:pt x="138197" y="34302"/>
                  <a:pt x="142225" y="31955"/>
                </a:cubicBezTo>
                <a:cubicBezTo>
                  <a:pt x="146253" y="29608"/>
                  <a:pt x="150519" y="28434"/>
                  <a:pt x="155021" y="28434"/>
                </a:cubicBezTo>
                <a:moveTo>
                  <a:pt x="153184" y="32344"/>
                </a:moveTo>
                <a:cubicBezTo>
                  <a:pt x="151091" y="32344"/>
                  <a:pt x="148988" y="32965"/>
                  <a:pt x="146875" y="34208"/>
                </a:cubicBezTo>
                <a:cubicBezTo>
                  <a:pt x="144763" y="35451"/>
                  <a:pt x="143055" y="37630"/>
                  <a:pt x="141751" y="40746"/>
                </a:cubicBezTo>
                <a:cubicBezTo>
                  <a:pt x="140448" y="43863"/>
                  <a:pt x="139797" y="47866"/>
                  <a:pt x="139797" y="52757"/>
                </a:cubicBezTo>
                <a:cubicBezTo>
                  <a:pt x="139797" y="60645"/>
                  <a:pt x="141366" y="67450"/>
                  <a:pt x="144506" y="73170"/>
                </a:cubicBezTo>
                <a:cubicBezTo>
                  <a:pt x="147646" y="78889"/>
                  <a:pt x="151782" y="81748"/>
                  <a:pt x="156916" y="81748"/>
                </a:cubicBezTo>
                <a:cubicBezTo>
                  <a:pt x="160747" y="81748"/>
                  <a:pt x="163906" y="80170"/>
                  <a:pt x="166394" y="77015"/>
                </a:cubicBezTo>
                <a:cubicBezTo>
                  <a:pt x="168882" y="73859"/>
                  <a:pt x="170126" y="68436"/>
                  <a:pt x="170126" y="60745"/>
                </a:cubicBezTo>
                <a:cubicBezTo>
                  <a:pt x="170126" y="51120"/>
                  <a:pt x="168053" y="43546"/>
                  <a:pt x="163906" y="38023"/>
                </a:cubicBezTo>
                <a:cubicBezTo>
                  <a:pt x="161102" y="34237"/>
                  <a:pt x="157528" y="32344"/>
                  <a:pt x="153184" y="32344"/>
                </a:cubicBezTo>
                <a:close/>
                <a:moveTo>
                  <a:pt x="204168" y="39393"/>
                </a:moveTo>
                <a:cubicBezTo>
                  <a:pt x="209420" y="32087"/>
                  <a:pt x="215087" y="28434"/>
                  <a:pt x="221169" y="28434"/>
                </a:cubicBezTo>
                <a:cubicBezTo>
                  <a:pt x="226737" y="28434"/>
                  <a:pt x="231595" y="30811"/>
                  <a:pt x="235742" y="35565"/>
                </a:cubicBezTo>
                <a:cubicBezTo>
                  <a:pt x="239888" y="40319"/>
                  <a:pt x="241962" y="46818"/>
                  <a:pt x="241962" y="55063"/>
                </a:cubicBezTo>
                <a:cubicBezTo>
                  <a:pt x="241962" y="64690"/>
                  <a:pt x="238763" y="72442"/>
                  <a:pt x="232365" y="78320"/>
                </a:cubicBezTo>
                <a:cubicBezTo>
                  <a:pt x="226876" y="83370"/>
                  <a:pt x="220754" y="85895"/>
                  <a:pt x="214001" y="85895"/>
                </a:cubicBezTo>
                <a:cubicBezTo>
                  <a:pt x="210842" y="85895"/>
                  <a:pt x="207633" y="85322"/>
                  <a:pt x="204375" y="84177"/>
                </a:cubicBezTo>
                <a:cubicBezTo>
                  <a:pt x="201117" y="83032"/>
                  <a:pt x="197790" y="81314"/>
                  <a:pt x="194394" y="79023"/>
                </a:cubicBezTo>
                <a:lnTo>
                  <a:pt x="194394" y="22807"/>
                </a:lnTo>
                <a:cubicBezTo>
                  <a:pt x="194394" y="16646"/>
                  <a:pt x="194245" y="12855"/>
                  <a:pt x="193949" y="11433"/>
                </a:cubicBezTo>
                <a:cubicBezTo>
                  <a:pt x="193653" y="10011"/>
                  <a:pt x="193189" y="9044"/>
                  <a:pt x="192557" y="8530"/>
                </a:cubicBezTo>
                <a:cubicBezTo>
                  <a:pt x="191925" y="8017"/>
                  <a:pt x="191135" y="7760"/>
                  <a:pt x="190188" y="7760"/>
                </a:cubicBezTo>
                <a:cubicBezTo>
                  <a:pt x="189082" y="7760"/>
                  <a:pt x="187700" y="8076"/>
                  <a:pt x="186041" y="8708"/>
                </a:cubicBezTo>
                <a:lnTo>
                  <a:pt x="185212" y="6635"/>
                </a:lnTo>
                <a:lnTo>
                  <a:pt x="201502" y="0"/>
                </a:lnTo>
                <a:lnTo>
                  <a:pt x="204168" y="0"/>
                </a:lnTo>
                <a:lnTo>
                  <a:pt x="204168" y="39393"/>
                </a:lnTo>
                <a:moveTo>
                  <a:pt x="204168" y="43168"/>
                </a:moveTo>
                <a:lnTo>
                  <a:pt x="204168" y="75545"/>
                </a:lnTo>
                <a:cubicBezTo>
                  <a:pt x="206182" y="77513"/>
                  <a:pt x="208265" y="79000"/>
                  <a:pt x="210417" y="80005"/>
                </a:cubicBezTo>
                <a:cubicBezTo>
                  <a:pt x="212570" y="81009"/>
                  <a:pt x="214771" y="81511"/>
                  <a:pt x="217022" y="81511"/>
                </a:cubicBezTo>
                <a:cubicBezTo>
                  <a:pt x="220616" y="81511"/>
                  <a:pt x="223963" y="79542"/>
                  <a:pt x="227063" y="75604"/>
                </a:cubicBezTo>
                <a:cubicBezTo>
                  <a:pt x="230163" y="71665"/>
                  <a:pt x="231713" y="65934"/>
                  <a:pt x="231713" y="58410"/>
                </a:cubicBezTo>
                <a:cubicBezTo>
                  <a:pt x="231713" y="51478"/>
                  <a:pt x="230163" y="46151"/>
                  <a:pt x="227063" y="42429"/>
                </a:cubicBezTo>
                <a:cubicBezTo>
                  <a:pt x="223963" y="38707"/>
                  <a:pt x="220439" y="36846"/>
                  <a:pt x="216489" y="36846"/>
                </a:cubicBezTo>
                <a:cubicBezTo>
                  <a:pt x="214396" y="36846"/>
                  <a:pt x="212303" y="37378"/>
                  <a:pt x="210210" y="38442"/>
                </a:cubicBezTo>
                <a:cubicBezTo>
                  <a:pt x="208630" y="39229"/>
                  <a:pt x="206616" y="40804"/>
                  <a:pt x="204168" y="43168"/>
                </a:cubicBezTo>
                <a:close/>
                <a:moveTo>
                  <a:pt x="280861" y="76417"/>
                </a:moveTo>
                <a:cubicBezTo>
                  <a:pt x="275293" y="80722"/>
                  <a:pt x="271798" y="83210"/>
                  <a:pt x="270376" y="83881"/>
                </a:cubicBezTo>
                <a:cubicBezTo>
                  <a:pt x="268244" y="84908"/>
                  <a:pt x="265973" y="85421"/>
                  <a:pt x="263564" y="85421"/>
                </a:cubicBezTo>
                <a:cubicBezTo>
                  <a:pt x="259812" y="85421"/>
                  <a:pt x="256722" y="84138"/>
                  <a:pt x="254293" y="81571"/>
                </a:cubicBezTo>
                <a:cubicBezTo>
                  <a:pt x="251864" y="79004"/>
                  <a:pt x="250650" y="75627"/>
                  <a:pt x="250650" y="71441"/>
                </a:cubicBezTo>
                <a:cubicBezTo>
                  <a:pt x="250650" y="68795"/>
                  <a:pt x="251242" y="66504"/>
                  <a:pt x="252427" y="64569"/>
                </a:cubicBezTo>
                <a:cubicBezTo>
                  <a:pt x="254046" y="61884"/>
                  <a:pt x="256860" y="59356"/>
                  <a:pt x="260868" y="56987"/>
                </a:cubicBezTo>
                <a:cubicBezTo>
                  <a:pt x="264877" y="54617"/>
                  <a:pt x="271541" y="51734"/>
                  <a:pt x="280861" y="48338"/>
                </a:cubicBezTo>
                <a:lnTo>
                  <a:pt x="280861" y="46206"/>
                </a:lnTo>
                <a:cubicBezTo>
                  <a:pt x="280861" y="40795"/>
                  <a:pt x="280002" y="37083"/>
                  <a:pt x="278284" y="35069"/>
                </a:cubicBezTo>
                <a:cubicBezTo>
                  <a:pt x="276566" y="33055"/>
                  <a:pt x="274069" y="32048"/>
                  <a:pt x="270791" y="32048"/>
                </a:cubicBezTo>
                <a:cubicBezTo>
                  <a:pt x="268303" y="32048"/>
                  <a:pt x="266328" y="32717"/>
                  <a:pt x="264867" y="34054"/>
                </a:cubicBezTo>
                <a:cubicBezTo>
                  <a:pt x="263366" y="35392"/>
                  <a:pt x="262616" y="36927"/>
                  <a:pt x="262616" y="38658"/>
                </a:cubicBezTo>
                <a:lnTo>
                  <a:pt x="262734" y="42081"/>
                </a:lnTo>
                <a:cubicBezTo>
                  <a:pt x="262734" y="43890"/>
                  <a:pt x="262270" y="45287"/>
                  <a:pt x="261342" y="46270"/>
                </a:cubicBezTo>
                <a:cubicBezTo>
                  <a:pt x="260414" y="47254"/>
                  <a:pt x="259200" y="47746"/>
                  <a:pt x="257699" y="47746"/>
                </a:cubicBezTo>
                <a:cubicBezTo>
                  <a:pt x="256238" y="47746"/>
                  <a:pt x="255043" y="47234"/>
                  <a:pt x="254115" y="46211"/>
                </a:cubicBezTo>
                <a:cubicBezTo>
                  <a:pt x="253187" y="45187"/>
                  <a:pt x="252723" y="43789"/>
                  <a:pt x="252723" y="42016"/>
                </a:cubicBezTo>
                <a:cubicBezTo>
                  <a:pt x="252723" y="38631"/>
                  <a:pt x="254461" y="35521"/>
                  <a:pt x="257936" y="32686"/>
                </a:cubicBezTo>
                <a:cubicBezTo>
                  <a:pt x="261411" y="29852"/>
                  <a:pt x="266289" y="28434"/>
                  <a:pt x="272568" y="28434"/>
                </a:cubicBezTo>
                <a:cubicBezTo>
                  <a:pt x="277386" y="28434"/>
                  <a:pt x="281335" y="29243"/>
                  <a:pt x="284415" y="30859"/>
                </a:cubicBezTo>
                <a:cubicBezTo>
                  <a:pt x="286745" y="32082"/>
                  <a:pt x="288463" y="33996"/>
                  <a:pt x="289569" y="36600"/>
                </a:cubicBezTo>
                <a:cubicBezTo>
                  <a:pt x="290280" y="38295"/>
                  <a:pt x="290635" y="41766"/>
                  <a:pt x="290635" y="47013"/>
                </a:cubicBezTo>
                <a:lnTo>
                  <a:pt x="290635" y="65413"/>
                </a:lnTo>
                <a:cubicBezTo>
                  <a:pt x="290635" y="70581"/>
                  <a:pt x="290734" y="73746"/>
                  <a:pt x="290932" y="74910"/>
                </a:cubicBezTo>
                <a:cubicBezTo>
                  <a:pt x="291129" y="76074"/>
                  <a:pt x="291455" y="76853"/>
                  <a:pt x="291909" y="77248"/>
                </a:cubicBezTo>
                <a:cubicBezTo>
                  <a:pt x="292363" y="77642"/>
                  <a:pt x="292886" y="77839"/>
                  <a:pt x="293479" y="77839"/>
                </a:cubicBezTo>
                <a:cubicBezTo>
                  <a:pt x="294111" y="77839"/>
                  <a:pt x="294664" y="77700"/>
                  <a:pt x="295138" y="77424"/>
                </a:cubicBezTo>
                <a:cubicBezTo>
                  <a:pt x="295967" y="76911"/>
                  <a:pt x="297566" y="75469"/>
                  <a:pt x="299936" y="73100"/>
                </a:cubicBezTo>
                <a:lnTo>
                  <a:pt x="299936" y="76417"/>
                </a:lnTo>
                <a:cubicBezTo>
                  <a:pt x="295513" y="82341"/>
                  <a:pt x="291287" y="85303"/>
                  <a:pt x="287259" y="85303"/>
                </a:cubicBezTo>
                <a:cubicBezTo>
                  <a:pt x="285324" y="85303"/>
                  <a:pt x="283784" y="84631"/>
                  <a:pt x="282638" y="83289"/>
                </a:cubicBezTo>
                <a:cubicBezTo>
                  <a:pt x="281493" y="81946"/>
                  <a:pt x="280901" y="79655"/>
                  <a:pt x="280861" y="76417"/>
                </a:cubicBezTo>
                <a:moveTo>
                  <a:pt x="280861" y="72533"/>
                </a:moveTo>
                <a:lnTo>
                  <a:pt x="280861" y="51952"/>
                </a:lnTo>
                <a:cubicBezTo>
                  <a:pt x="274898" y="54310"/>
                  <a:pt x="271047" y="55981"/>
                  <a:pt x="269310" y="56965"/>
                </a:cubicBezTo>
                <a:cubicBezTo>
                  <a:pt x="266190" y="58695"/>
                  <a:pt x="263959" y="60504"/>
                  <a:pt x="262616" y="62390"/>
                </a:cubicBezTo>
                <a:cubicBezTo>
                  <a:pt x="261273" y="64277"/>
                  <a:pt x="260602" y="66342"/>
                  <a:pt x="260602" y="68583"/>
                </a:cubicBezTo>
                <a:cubicBezTo>
                  <a:pt x="260602" y="71414"/>
                  <a:pt x="261451" y="73763"/>
                  <a:pt x="263149" y="75630"/>
                </a:cubicBezTo>
                <a:cubicBezTo>
                  <a:pt x="264847" y="77497"/>
                  <a:pt x="266802" y="78431"/>
                  <a:pt x="269014" y="78431"/>
                </a:cubicBezTo>
                <a:cubicBezTo>
                  <a:pt x="272015" y="78431"/>
                  <a:pt x="275964" y="76465"/>
                  <a:pt x="280861" y="72533"/>
                </a:cubicBezTo>
                <a:close/>
                <a:moveTo>
                  <a:pt x="323043" y="0"/>
                </a:moveTo>
                <a:lnTo>
                  <a:pt x="323043" y="71922"/>
                </a:lnTo>
                <a:cubicBezTo>
                  <a:pt x="323043" y="75316"/>
                  <a:pt x="323290" y="77566"/>
                  <a:pt x="323783" y="78672"/>
                </a:cubicBezTo>
                <a:cubicBezTo>
                  <a:pt x="324277" y="79776"/>
                  <a:pt x="325037" y="80615"/>
                  <a:pt x="326064" y="81187"/>
                </a:cubicBezTo>
                <a:cubicBezTo>
                  <a:pt x="327091" y="81759"/>
                  <a:pt x="329006" y="82045"/>
                  <a:pt x="331810" y="82045"/>
                </a:cubicBezTo>
                <a:lnTo>
                  <a:pt x="331810" y="84236"/>
                </a:lnTo>
                <a:lnTo>
                  <a:pt x="305212" y="84236"/>
                </a:lnTo>
                <a:lnTo>
                  <a:pt x="305212" y="82045"/>
                </a:lnTo>
                <a:cubicBezTo>
                  <a:pt x="307700" y="82045"/>
                  <a:pt x="309398" y="81788"/>
                  <a:pt x="310307" y="81276"/>
                </a:cubicBezTo>
                <a:cubicBezTo>
                  <a:pt x="311215" y="80763"/>
                  <a:pt x="311926" y="79914"/>
                  <a:pt x="312439" y="78731"/>
                </a:cubicBezTo>
                <a:cubicBezTo>
                  <a:pt x="312953" y="77546"/>
                  <a:pt x="313209" y="75277"/>
                  <a:pt x="313209" y="71922"/>
                </a:cubicBezTo>
                <a:lnTo>
                  <a:pt x="313209" y="22671"/>
                </a:lnTo>
                <a:cubicBezTo>
                  <a:pt x="313209" y="16555"/>
                  <a:pt x="313071" y="12797"/>
                  <a:pt x="312795" y="11396"/>
                </a:cubicBezTo>
                <a:cubicBezTo>
                  <a:pt x="312518" y="9994"/>
                  <a:pt x="312074" y="9037"/>
                  <a:pt x="311462" y="8525"/>
                </a:cubicBezTo>
                <a:cubicBezTo>
                  <a:pt x="310850" y="8011"/>
                  <a:pt x="310070" y="7755"/>
                  <a:pt x="309122" y="7755"/>
                </a:cubicBezTo>
                <a:cubicBezTo>
                  <a:pt x="308095" y="7755"/>
                  <a:pt x="306792" y="8071"/>
                  <a:pt x="305212" y="8702"/>
                </a:cubicBezTo>
                <a:lnTo>
                  <a:pt x="304205" y="6629"/>
                </a:lnTo>
                <a:lnTo>
                  <a:pt x="320377" y="0"/>
                </a:lnTo>
                <a:lnTo>
                  <a:pt x="323043" y="0"/>
                </a:lnTo>
                <a:close/>
                <a:moveTo>
                  <a:pt x="395959" y="110419"/>
                </a:moveTo>
                <a:lnTo>
                  <a:pt x="333226" y="110419"/>
                </a:lnTo>
                <a:lnTo>
                  <a:pt x="333226" y="105503"/>
                </a:lnTo>
                <a:lnTo>
                  <a:pt x="395959" y="105503"/>
                </a:lnTo>
                <a:lnTo>
                  <a:pt x="395959" y="110419"/>
                </a:lnTo>
                <a:close/>
                <a:moveTo>
                  <a:pt x="396057" y="29974"/>
                </a:moveTo>
                <a:lnTo>
                  <a:pt x="421589" y="29974"/>
                </a:lnTo>
                <a:lnTo>
                  <a:pt x="421589" y="32166"/>
                </a:lnTo>
                <a:lnTo>
                  <a:pt x="419930" y="32166"/>
                </a:lnTo>
                <a:cubicBezTo>
                  <a:pt x="418390" y="32166"/>
                  <a:pt x="417215" y="32541"/>
                  <a:pt x="416406" y="33292"/>
                </a:cubicBezTo>
                <a:cubicBezTo>
                  <a:pt x="415596" y="34042"/>
                  <a:pt x="415191" y="35049"/>
                  <a:pt x="415191" y="36313"/>
                </a:cubicBezTo>
                <a:cubicBezTo>
                  <a:pt x="415191" y="37695"/>
                  <a:pt x="415606" y="39334"/>
                  <a:pt x="416435" y="41230"/>
                </a:cubicBezTo>
                <a:lnTo>
                  <a:pt x="429053" y="71204"/>
                </a:lnTo>
                <a:lnTo>
                  <a:pt x="441730" y="40104"/>
                </a:lnTo>
                <a:cubicBezTo>
                  <a:pt x="442638" y="37893"/>
                  <a:pt x="443092" y="36214"/>
                  <a:pt x="443092" y="35069"/>
                </a:cubicBezTo>
                <a:cubicBezTo>
                  <a:pt x="443092" y="34516"/>
                  <a:pt x="442934" y="34062"/>
                  <a:pt x="442618" y="33706"/>
                </a:cubicBezTo>
                <a:cubicBezTo>
                  <a:pt x="442184" y="33114"/>
                  <a:pt x="441631" y="32709"/>
                  <a:pt x="440960" y="32492"/>
                </a:cubicBezTo>
                <a:cubicBezTo>
                  <a:pt x="440288" y="32275"/>
                  <a:pt x="438926" y="32166"/>
                  <a:pt x="436872" y="32166"/>
                </a:cubicBezTo>
                <a:lnTo>
                  <a:pt x="436872" y="29974"/>
                </a:lnTo>
                <a:lnTo>
                  <a:pt x="454584" y="29974"/>
                </a:lnTo>
                <a:lnTo>
                  <a:pt x="454584" y="32166"/>
                </a:lnTo>
                <a:cubicBezTo>
                  <a:pt x="452531" y="32324"/>
                  <a:pt x="451109" y="32739"/>
                  <a:pt x="450319" y="33410"/>
                </a:cubicBezTo>
                <a:cubicBezTo>
                  <a:pt x="448937" y="34595"/>
                  <a:pt x="447693" y="36570"/>
                  <a:pt x="446587" y="39334"/>
                </a:cubicBezTo>
                <a:lnTo>
                  <a:pt x="427335" y="85895"/>
                </a:lnTo>
                <a:lnTo>
                  <a:pt x="424906" y="85895"/>
                </a:lnTo>
                <a:lnTo>
                  <a:pt x="405535" y="40104"/>
                </a:lnTo>
                <a:cubicBezTo>
                  <a:pt x="404667" y="37972"/>
                  <a:pt x="403837" y="36441"/>
                  <a:pt x="403047" y="35513"/>
                </a:cubicBezTo>
                <a:cubicBezTo>
                  <a:pt x="402258" y="34585"/>
                  <a:pt x="401251" y="33805"/>
                  <a:pt x="400026" y="33173"/>
                </a:cubicBezTo>
                <a:cubicBezTo>
                  <a:pt x="399355" y="32818"/>
                  <a:pt x="398032" y="32482"/>
                  <a:pt x="396057" y="32166"/>
                </a:cubicBezTo>
                <a:lnTo>
                  <a:pt x="396057" y="29974"/>
                </a:lnTo>
                <a:close/>
                <a:moveTo>
                  <a:pt x="490403" y="76417"/>
                </a:moveTo>
                <a:cubicBezTo>
                  <a:pt x="484835" y="80722"/>
                  <a:pt x="481340" y="83210"/>
                  <a:pt x="479918" y="83881"/>
                </a:cubicBezTo>
                <a:cubicBezTo>
                  <a:pt x="477785" y="84908"/>
                  <a:pt x="475515" y="85421"/>
                  <a:pt x="473106" y="85421"/>
                </a:cubicBezTo>
                <a:cubicBezTo>
                  <a:pt x="469354" y="85421"/>
                  <a:pt x="466264" y="84138"/>
                  <a:pt x="463835" y="81571"/>
                </a:cubicBezTo>
                <a:cubicBezTo>
                  <a:pt x="461406" y="79004"/>
                  <a:pt x="460192" y="75627"/>
                  <a:pt x="460192" y="71441"/>
                </a:cubicBezTo>
                <a:cubicBezTo>
                  <a:pt x="460192" y="68795"/>
                  <a:pt x="460784" y="66504"/>
                  <a:pt x="461969" y="64569"/>
                </a:cubicBezTo>
                <a:cubicBezTo>
                  <a:pt x="463588" y="61884"/>
                  <a:pt x="466402" y="59356"/>
                  <a:pt x="470410" y="56987"/>
                </a:cubicBezTo>
                <a:cubicBezTo>
                  <a:pt x="474419" y="54617"/>
                  <a:pt x="481083" y="51734"/>
                  <a:pt x="490403" y="48338"/>
                </a:cubicBezTo>
                <a:lnTo>
                  <a:pt x="490403" y="46206"/>
                </a:lnTo>
                <a:cubicBezTo>
                  <a:pt x="490403" y="40795"/>
                  <a:pt x="489544" y="37083"/>
                  <a:pt x="487826" y="35069"/>
                </a:cubicBezTo>
                <a:cubicBezTo>
                  <a:pt x="486108" y="33055"/>
                  <a:pt x="483610" y="32048"/>
                  <a:pt x="480333" y="32048"/>
                </a:cubicBezTo>
                <a:cubicBezTo>
                  <a:pt x="477845" y="32048"/>
                  <a:pt x="475870" y="32717"/>
                  <a:pt x="474409" y="34054"/>
                </a:cubicBezTo>
                <a:cubicBezTo>
                  <a:pt x="472908" y="35392"/>
                  <a:pt x="472158" y="36927"/>
                  <a:pt x="472158" y="38658"/>
                </a:cubicBezTo>
                <a:lnTo>
                  <a:pt x="472276" y="42081"/>
                </a:lnTo>
                <a:cubicBezTo>
                  <a:pt x="472276" y="43890"/>
                  <a:pt x="471812" y="45287"/>
                  <a:pt x="470884" y="46270"/>
                </a:cubicBezTo>
                <a:cubicBezTo>
                  <a:pt x="469956" y="47254"/>
                  <a:pt x="468742" y="47746"/>
                  <a:pt x="467241" y="47746"/>
                </a:cubicBezTo>
                <a:cubicBezTo>
                  <a:pt x="465780" y="47746"/>
                  <a:pt x="464585" y="47234"/>
                  <a:pt x="463657" y="46211"/>
                </a:cubicBezTo>
                <a:cubicBezTo>
                  <a:pt x="462729" y="45187"/>
                  <a:pt x="462265" y="43789"/>
                  <a:pt x="462265" y="42016"/>
                </a:cubicBezTo>
                <a:cubicBezTo>
                  <a:pt x="462265" y="38631"/>
                  <a:pt x="464003" y="35521"/>
                  <a:pt x="467478" y="32686"/>
                </a:cubicBezTo>
                <a:cubicBezTo>
                  <a:pt x="470953" y="29852"/>
                  <a:pt x="475831" y="28434"/>
                  <a:pt x="482110" y="28434"/>
                </a:cubicBezTo>
                <a:cubicBezTo>
                  <a:pt x="486928" y="28434"/>
                  <a:pt x="490877" y="29243"/>
                  <a:pt x="493957" y="30859"/>
                </a:cubicBezTo>
                <a:cubicBezTo>
                  <a:pt x="496287" y="32082"/>
                  <a:pt x="498005" y="33996"/>
                  <a:pt x="499111" y="36600"/>
                </a:cubicBezTo>
                <a:cubicBezTo>
                  <a:pt x="499822" y="38295"/>
                  <a:pt x="500177" y="41766"/>
                  <a:pt x="500177" y="47013"/>
                </a:cubicBezTo>
                <a:lnTo>
                  <a:pt x="500177" y="65413"/>
                </a:lnTo>
                <a:cubicBezTo>
                  <a:pt x="500177" y="70581"/>
                  <a:pt x="500276" y="73746"/>
                  <a:pt x="500474" y="74910"/>
                </a:cubicBezTo>
                <a:cubicBezTo>
                  <a:pt x="500671" y="76074"/>
                  <a:pt x="500997" y="76853"/>
                  <a:pt x="501451" y="77248"/>
                </a:cubicBezTo>
                <a:cubicBezTo>
                  <a:pt x="501905" y="77642"/>
                  <a:pt x="502428" y="77839"/>
                  <a:pt x="503021" y="77839"/>
                </a:cubicBezTo>
                <a:cubicBezTo>
                  <a:pt x="503653" y="77839"/>
                  <a:pt x="504206" y="77700"/>
                  <a:pt x="504679" y="77424"/>
                </a:cubicBezTo>
                <a:cubicBezTo>
                  <a:pt x="505509" y="76911"/>
                  <a:pt x="507108" y="75469"/>
                  <a:pt x="509478" y="73100"/>
                </a:cubicBezTo>
                <a:lnTo>
                  <a:pt x="509478" y="76417"/>
                </a:lnTo>
                <a:cubicBezTo>
                  <a:pt x="505055" y="82341"/>
                  <a:pt x="500829" y="85303"/>
                  <a:pt x="496801" y="85303"/>
                </a:cubicBezTo>
                <a:cubicBezTo>
                  <a:pt x="494866" y="85303"/>
                  <a:pt x="493325" y="84631"/>
                  <a:pt x="492180" y="83289"/>
                </a:cubicBezTo>
                <a:cubicBezTo>
                  <a:pt x="491035" y="81946"/>
                  <a:pt x="490443" y="79655"/>
                  <a:pt x="490403" y="76417"/>
                </a:cubicBezTo>
                <a:moveTo>
                  <a:pt x="490403" y="72533"/>
                </a:moveTo>
                <a:lnTo>
                  <a:pt x="490403" y="51952"/>
                </a:lnTo>
                <a:cubicBezTo>
                  <a:pt x="484440" y="54310"/>
                  <a:pt x="480589" y="55981"/>
                  <a:pt x="478852" y="56965"/>
                </a:cubicBezTo>
                <a:cubicBezTo>
                  <a:pt x="475732" y="58695"/>
                  <a:pt x="473501" y="60504"/>
                  <a:pt x="472158" y="62390"/>
                </a:cubicBezTo>
                <a:cubicBezTo>
                  <a:pt x="470815" y="64277"/>
                  <a:pt x="470144" y="66342"/>
                  <a:pt x="470144" y="68583"/>
                </a:cubicBezTo>
                <a:cubicBezTo>
                  <a:pt x="470144" y="71414"/>
                  <a:pt x="470993" y="73763"/>
                  <a:pt x="472691" y="75630"/>
                </a:cubicBezTo>
                <a:cubicBezTo>
                  <a:pt x="474389" y="77497"/>
                  <a:pt x="476344" y="78431"/>
                  <a:pt x="478556" y="78431"/>
                </a:cubicBezTo>
                <a:cubicBezTo>
                  <a:pt x="481557" y="78431"/>
                  <a:pt x="485506" y="76465"/>
                  <a:pt x="490403" y="72533"/>
                </a:cubicBezTo>
                <a:close/>
                <a:moveTo>
                  <a:pt x="529801" y="28434"/>
                </a:moveTo>
                <a:lnTo>
                  <a:pt x="529801" y="40637"/>
                </a:lnTo>
                <a:cubicBezTo>
                  <a:pt x="534343" y="32502"/>
                  <a:pt x="539003" y="28434"/>
                  <a:pt x="543781" y="28434"/>
                </a:cubicBezTo>
                <a:cubicBezTo>
                  <a:pt x="545953" y="28434"/>
                  <a:pt x="547750" y="29096"/>
                  <a:pt x="549172" y="30419"/>
                </a:cubicBezTo>
                <a:cubicBezTo>
                  <a:pt x="550594" y="31742"/>
                  <a:pt x="551305" y="33272"/>
                  <a:pt x="551305" y="35010"/>
                </a:cubicBezTo>
                <a:cubicBezTo>
                  <a:pt x="551305" y="36550"/>
                  <a:pt x="550791" y="37853"/>
                  <a:pt x="549764" y="38919"/>
                </a:cubicBezTo>
                <a:cubicBezTo>
                  <a:pt x="548738" y="39986"/>
                  <a:pt x="547513" y="40519"/>
                  <a:pt x="546092" y="40519"/>
                </a:cubicBezTo>
                <a:cubicBezTo>
                  <a:pt x="544709" y="40519"/>
                  <a:pt x="543159" y="39837"/>
                  <a:pt x="541441" y="38475"/>
                </a:cubicBezTo>
                <a:cubicBezTo>
                  <a:pt x="539724" y="37113"/>
                  <a:pt x="538450" y="36431"/>
                  <a:pt x="537621" y="36431"/>
                </a:cubicBezTo>
                <a:cubicBezTo>
                  <a:pt x="536910" y="36431"/>
                  <a:pt x="536140" y="36825"/>
                  <a:pt x="535310" y="37612"/>
                </a:cubicBezTo>
                <a:cubicBezTo>
                  <a:pt x="533533" y="39228"/>
                  <a:pt x="531697" y="41887"/>
                  <a:pt x="529801" y="45589"/>
                </a:cubicBezTo>
                <a:lnTo>
                  <a:pt x="529801" y="71528"/>
                </a:lnTo>
                <a:cubicBezTo>
                  <a:pt x="529801" y="74521"/>
                  <a:pt x="530176" y="76785"/>
                  <a:pt x="530927" y="78322"/>
                </a:cubicBezTo>
                <a:cubicBezTo>
                  <a:pt x="531440" y="79386"/>
                  <a:pt x="532348" y="80272"/>
                  <a:pt x="533652" y="80982"/>
                </a:cubicBezTo>
                <a:cubicBezTo>
                  <a:pt x="534955" y="81690"/>
                  <a:pt x="536831" y="82045"/>
                  <a:pt x="539279" y="82045"/>
                </a:cubicBezTo>
                <a:lnTo>
                  <a:pt x="539279" y="84236"/>
                </a:lnTo>
                <a:lnTo>
                  <a:pt x="511497" y="84236"/>
                </a:lnTo>
                <a:lnTo>
                  <a:pt x="511497" y="82045"/>
                </a:lnTo>
                <a:cubicBezTo>
                  <a:pt x="514261" y="82045"/>
                  <a:pt x="516315" y="81611"/>
                  <a:pt x="517657" y="80745"/>
                </a:cubicBezTo>
                <a:cubicBezTo>
                  <a:pt x="518645" y="80114"/>
                  <a:pt x="519336" y="79109"/>
                  <a:pt x="519731" y="77729"/>
                </a:cubicBezTo>
                <a:cubicBezTo>
                  <a:pt x="519928" y="77059"/>
                  <a:pt x="520027" y="75148"/>
                  <a:pt x="520027" y="71996"/>
                </a:cubicBezTo>
                <a:lnTo>
                  <a:pt x="520027" y="51013"/>
                </a:lnTo>
                <a:cubicBezTo>
                  <a:pt x="520027" y="44708"/>
                  <a:pt x="519899" y="40955"/>
                  <a:pt x="519642" y="39754"/>
                </a:cubicBezTo>
                <a:cubicBezTo>
                  <a:pt x="519385" y="38552"/>
                  <a:pt x="518911" y="37675"/>
                  <a:pt x="518220" y="37124"/>
                </a:cubicBezTo>
                <a:cubicBezTo>
                  <a:pt x="517529" y="36572"/>
                  <a:pt x="516670" y="36296"/>
                  <a:pt x="515643" y="36296"/>
                </a:cubicBezTo>
                <a:cubicBezTo>
                  <a:pt x="514419" y="36296"/>
                  <a:pt x="513037" y="36592"/>
                  <a:pt x="511497" y="37183"/>
                </a:cubicBezTo>
                <a:lnTo>
                  <a:pt x="510904" y="35054"/>
                </a:lnTo>
                <a:lnTo>
                  <a:pt x="527313" y="28434"/>
                </a:lnTo>
                <a:lnTo>
                  <a:pt x="529801" y="28434"/>
                </a:lnTo>
                <a:close/>
                <a:moveTo>
                  <a:pt x="554882" y="2014"/>
                </a:moveTo>
                <a:lnTo>
                  <a:pt x="580946" y="2014"/>
                </a:lnTo>
                <a:lnTo>
                  <a:pt x="580946" y="108287"/>
                </a:lnTo>
                <a:lnTo>
                  <a:pt x="554882" y="108287"/>
                </a:lnTo>
                <a:lnTo>
                  <a:pt x="554882" y="103607"/>
                </a:lnTo>
                <a:lnTo>
                  <a:pt x="572061" y="103607"/>
                </a:lnTo>
                <a:lnTo>
                  <a:pt x="572061" y="6694"/>
                </a:lnTo>
                <a:lnTo>
                  <a:pt x="554882" y="6694"/>
                </a:lnTo>
                <a:lnTo>
                  <a:pt x="554882" y="2014"/>
                </a:lnTo>
                <a:close/>
                <a:moveTo>
                  <a:pt x="651425" y="28434"/>
                </a:moveTo>
                <a:cubicBezTo>
                  <a:pt x="659639" y="28434"/>
                  <a:pt x="666234" y="31551"/>
                  <a:pt x="671210" y="37785"/>
                </a:cubicBezTo>
                <a:cubicBezTo>
                  <a:pt x="675436" y="43110"/>
                  <a:pt x="677549" y="49225"/>
                  <a:pt x="677549" y="56130"/>
                </a:cubicBezTo>
                <a:cubicBezTo>
                  <a:pt x="677549" y="60982"/>
                  <a:pt x="676384" y="65894"/>
                  <a:pt x="674054" y="70865"/>
                </a:cubicBezTo>
                <a:cubicBezTo>
                  <a:pt x="671724" y="75835"/>
                  <a:pt x="668515" y="79582"/>
                  <a:pt x="664428" y="82107"/>
                </a:cubicBezTo>
                <a:cubicBezTo>
                  <a:pt x="660340" y="84632"/>
                  <a:pt x="655789" y="85895"/>
                  <a:pt x="650773" y="85895"/>
                </a:cubicBezTo>
                <a:cubicBezTo>
                  <a:pt x="642599" y="85895"/>
                  <a:pt x="636102" y="82640"/>
                  <a:pt x="631284" y="76130"/>
                </a:cubicBezTo>
                <a:cubicBezTo>
                  <a:pt x="627216" y="70647"/>
                  <a:pt x="625183" y="64493"/>
                  <a:pt x="625183" y="57668"/>
                </a:cubicBezTo>
                <a:cubicBezTo>
                  <a:pt x="625183" y="52697"/>
                  <a:pt x="626417" y="47756"/>
                  <a:pt x="628885" y="42844"/>
                </a:cubicBezTo>
                <a:cubicBezTo>
                  <a:pt x="631353" y="37932"/>
                  <a:pt x="634601" y="34302"/>
                  <a:pt x="638630" y="31955"/>
                </a:cubicBezTo>
                <a:cubicBezTo>
                  <a:pt x="642658" y="29608"/>
                  <a:pt x="646923" y="28434"/>
                  <a:pt x="651425" y="28434"/>
                </a:cubicBezTo>
                <a:moveTo>
                  <a:pt x="649589" y="32344"/>
                </a:moveTo>
                <a:cubicBezTo>
                  <a:pt x="647496" y="32344"/>
                  <a:pt x="645393" y="32965"/>
                  <a:pt x="643280" y="34208"/>
                </a:cubicBezTo>
                <a:cubicBezTo>
                  <a:pt x="641167" y="35451"/>
                  <a:pt x="639459" y="37630"/>
                  <a:pt x="638156" y="40746"/>
                </a:cubicBezTo>
                <a:cubicBezTo>
                  <a:pt x="636852" y="43863"/>
                  <a:pt x="636201" y="47866"/>
                  <a:pt x="636201" y="52757"/>
                </a:cubicBezTo>
                <a:cubicBezTo>
                  <a:pt x="636201" y="60645"/>
                  <a:pt x="637771" y="67450"/>
                  <a:pt x="640910" y="73170"/>
                </a:cubicBezTo>
                <a:cubicBezTo>
                  <a:pt x="644050" y="78889"/>
                  <a:pt x="648187" y="81748"/>
                  <a:pt x="653321" y="81748"/>
                </a:cubicBezTo>
                <a:cubicBezTo>
                  <a:pt x="657151" y="81748"/>
                  <a:pt x="660311" y="80170"/>
                  <a:pt x="662799" y="77015"/>
                </a:cubicBezTo>
                <a:cubicBezTo>
                  <a:pt x="665287" y="73859"/>
                  <a:pt x="666531" y="68436"/>
                  <a:pt x="666531" y="60745"/>
                </a:cubicBezTo>
                <a:cubicBezTo>
                  <a:pt x="666531" y="51120"/>
                  <a:pt x="664457" y="43546"/>
                  <a:pt x="660311" y="38023"/>
                </a:cubicBezTo>
                <a:cubicBezTo>
                  <a:pt x="657507" y="34237"/>
                  <a:pt x="653933" y="32344"/>
                  <a:pt x="649589" y="32344"/>
                </a:cubicBezTo>
                <a:close/>
                <a:moveTo>
                  <a:pt x="681782" y="35311"/>
                </a:moveTo>
                <a:lnTo>
                  <a:pt x="698487" y="28553"/>
                </a:lnTo>
                <a:lnTo>
                  <a:pt x="700738" y="28553"/>
                </a:lnTo>
                <a:lnTo>
                  <a:pt x="700738" y="41230"/>
                </a:lnTo>
                <a:cubicBezTo>
                  <a:pt x="703542" y="36451"/>
                  <a:pt x="706356" y="33124"/>
                  <a:pt x="709180" y="31248"/>
                </a:cubicBezTo>
                <a:cubicBezTo>
                  <a:pt x="712004" y="29372"/>
                  <a:pt x="714975" y="28434"/>
                  <a:pt x="718095" y="28434"/>
                </a:cubicBezTo>
                <a:cubicBezTo>
                  <a:pt x="723545" y="28434"/>
                  <a:pt x="728087" y="30564"/>
                  <a:pt x="731720" y="34824"/>
                </a:cubicBezTo>
                <a:cubicBezTo>
                  <a:pt x="736182" y="40032"/>
                  <a:pt x="738414" y="46818"/>
                  <a:pt x="738414" y="55182"/>
                </a:cubicBezTo>
                <a:cubicBezTo>
                  <a:pt x="738414" y="64532"/>
                  <a:pt x="735728" y="72264"/>
                  <a:pt x="730357" y="78379"/>
                </a:cubicBezTo>
                <a:cubicBezTo>
                  <a:pt x="725934" y="83390"/>
                  <a:pt x="720366" y="85895"/>
                  <a:pt x="713652" y="85895"/>
                </a:cubicBezTo>
                <a:cubicBezTo>
                  <a:pt x="710730" y="85895"/>
                  <a:pt x="708202" y="85480"/>
                  <a:pt x="706070" y="84651"/>
                </a:cubicBezTo>
                <a:cubicBezTo>
                  <a:pt x="704490" y="84059"/>
                  <a:pt x="702713" y="82874"/>
                  <a:pt x="700738" y="81097"/>
                </a:cubicBezTo>
                <a:lnTo>
                  <a:pt x="700738" y="97624"/>
                </a:lnTo>
                <a:cubicBezTo>
                  <a:pt x="700738" y="101336"/>
                  <a:pt x="700966" y="103696"/>
                  <a:pt x="701420" y="104703"/>
                </a:cubicBezTo>
                <a:cubicBezTo>
                  <a:pt x="701874" y="105710"/>
                  <a:pt x="702664" y="106510"/>
                  <a:pt x="703789" y="107102"/>
                </a:cubicBezTo>
                <a:cubicBezTo>
                  <a:pt x="704915" y="107695"/>
                  <a:pt x="706958" y="107991"/>
                  <a:pt x="709920" y="107991"/>
                </a:cubicBezTo>
                <a:lnTo>
                  <a:pt x="709920" y="110183"/>
                </a:lnTo>
                <a:lnTo>
                  <a:pt x="681486" y="110183"/>
                </a:lnTo>
                <a:lnTo>
                  <a:pt x="681486" y="107991"/>
                </a:lnTo>
                <a:lnTo>
                  <a:pt x="682967" y="107991"/>
                </a:lnTo>
                <a:cubicBezTo>
                  <a:pt x="685139" y="108030"/>
                  <a:pt x="686995" y="107615"/>
                  <a:pt x="688535" y="106745"/>
                </a:cubicBezTo>
                <a:cubicBezTo>
                  <a:pt x="689286" y="106310"/>
                  <a:pt x="689868" y="105609"/>
                  <a:pt x="690283" y="104640"/>
                </a:cubicBezTo>
                <a:cubicBezTo>
                  <a:pt x="690698" y="103673"/>
                  <a:pt x="690905" y="101213"/>
                  <a:pt x="690905" y="97261"/>
                </a:cubicBezTo>
                <a:lnTo>
                  <a:pt x="690905" y="45922"/>
                </a:lnTo>
                <a:cubicBezTo>
                  <a:pt x="690905" y="42405"/>
                  <a:pt x="690747" y="40173"/>
                  <a:pt x="690431" y="39225"/>
                </a:cubicBezTo>
                <a:cubicBezTo>
                  <a:pt x="690115" y="38276"/>
                  <a:pt x="689612" y="37564"/>
                  <a:pt x="688920" y="37090"/>
                </a:cubicBezTo>
                <a:cubicBezTo>
                  <a:pt x="688229" y="36615"/>
                  <a:pt x="687291" y="36378"/>
                  <a:pt x="686107" y="36378"/>
                </a:cubicBezTo>
                <a:cubicBezTo>
                  <a:pt x="685159" y="36378"/>
                  <a:pt x="683954" y="36654"/>
                  <a:pt x="682493" y="37207"/>
                </a:cubicBezTo>
                <a:lnTo>
                  <a:pt x="681782" y="35311"/>
                </a:lnTo>
                <a:moveTo>
                  <a:pt x="700738" y="44832"/>
                </a:moveTo>
                <a:lnTo>
                  <a:pt x="700738" y="65065"/>
                </a:lnTo>
                <a:cubicBezTo>
                  <a:pt x="700738" y="69444"/>
                  <a:pt x="700916" y="72323"/>
                  <a:pt x="701272" y="73703"/>
                </a:cubicBezTo>
                <a:cubicBezTo>
                  <a:pt x="701824" y="75991"/>
                  <a:pt x="703177" y="78003"/>
                  <a:pt x="705329" y="79738"/>
                </a:cubicBezTo>
                <a:cubicBezTo>
                  <a:pt x="707482" y="81473"/>
                  <a:pt x="710197" y="82341"/>
                  <a:pt x="713475" y="82341"/>
                </a:cubicBezTo>
                <a:cubicBezTo>
                  <a:pt x="717424" y="82341"/>
                  <a:pt x="720623" y="80802"/>
                  <a:pt x="723071" y="77726"/>
                </a:cubicBezTo>
                <a:cubicBezTo>
                  <a:pt x="726270" y="73704"/>
                  <a:pt x="727869" y="68044"/>
                  <a:pt x="727869" y="60747"/>
                </a:cubicBezTo>
                <a:cubicBezTo>
                  <a:pt x="727869" y="52464"/>
                  <a:pt x="726053" y="46095"/>
                  <a:pt x="722420" y="41639"/>
                </a:cubicBezTo>
                <a:cubicBezTo>
                  <a:pt x="719892" y="38562"/>
                  <a:pt x="716891" y="37024"/>
                  <a:pt x="713415" y="37024"/>
                </a:cubicBezTo>
                <a:cubicBezTo>
                  <a:pt x="711520" y="37024"/>
                  <a:pt x="709644" y="37497"/>
                  <a:pt x="707788" y="38444"/>
                </a:cubicBezTo>
                <a:cubicBezTo>
                  <a:pt x="706366" y="39153"/>
                  <a:pt x="704016" y="41283"/>
                  <a:pt x="700738" y="44832"/>
                </a:cubicBezTo>
                <a:close/>
                <a:moveTo>
                  <a:pt x="755619" y="50471"/>
                </a:moveTo>
                <a:cubicBezTo>
                  <a:pt x="755580" y="58509"/>
                  <a:pt x="757535" y="64813"/>
                  <a:pt x="761484" y="69384"/>
                </a:cubicBezTo>
                <a:cubicBezTo>
                  <a:pt x="765433" y="73954"/>
                  <a:pt x="770073" y="76239"/>
                  <a:pt x="775405" y="76239"/>
                </a:cubicBezTo>
                <a:cubicBezTo>
                  <a:pt x="778959" y="76239"/>
                  <a:pt x="782049" y="75262"/>
                  <a:pt x="784676" y="73307"/>
                </a:cubicBezTo>
                <a:cubicBezTo>
                  <a:pt x="787302" y="71352"/>
                  <a:pt x="789503" y="68005"/>
                  <a:pt x="791281" y="63266"/>
                </a:cubicBezTo>
                <a:lnTo>
                  <a:pt x="793117" y="64451"/>
                </a:lnTo>
                <a:cubicBezTo>
                  <a:pt x="792288" y="69861"/>
                  <a:pt x="789879" y="74788"/>
                  <a:pt x="785890" y="79231"/>
                </a:cubicBezTo>
                <a:cubicBezTo>
                  <a:pt x="781901" y="83674"/>
                  <a:pt x="776906" y="85895"/>
                  <a:pt x="770903" y="85895"/>
                </a:cubicBezTo>
                <a:cubicBezTo>
                  <a:pt x="764387" y="85895"/>
                  <a:pt x="758808" y="83363"/>
                  <a:pt x="754168" y="78300"/>
                </a:cubicBezTo>
                <a:cubicBezTo>
                  <a:pt x="749528" y="73235"/>
                  <a:pt x="747208" y="66426"/>
                  <a:pt x="747208" y="57874"/>
                </a:cubicBezTo>
                <a:cubicBezTo>
                  <a:pt x="747208" y="48613"/>
                  <a:pt x="749587" y="41391"/>
                  <a:pt x="754346" y="36209"/>
                </a:cubicBezTo>
                <a:cubicBezTo>
                  <a:pt x="759105" y="31026"/>
                  <a:pt x="765078" y="28434"/>
                  <a:pt x="772265" y="28434"/>
                </a:cubicBezTo>
                <a:cubicBezTo>
                  <a:pt x="778347" y="28434"/>
                  <a:pt x="783343" y="30433"/>
                  <a:pt x="787252" y="34432"/>
                </a:cubicBezTo>
                <a:cubicBezTo>
                  <a:pt x="791162" y="38429"/>
                  <a:pt x="793117" y="43776"/>
                  <a:pt x="793117" y="50471"/>
                </a:cubicBezTo>
                <a:lnTo>
                  <a:pt x="755619" y="50471"/>
                </a:lnTo>
                <a:moveTo>
                  <a:pt x="755619" y="47035"/>
                </a:moveTo>
                <a:lnTo>
                  <a:pt x="780736" y="47035"/>
                </a:lnTo>
                <a:cubicBezTo>
                  <a:pt x="780539" y="43560"/>
                  <a:pt x="780124" y="41111"/>
                  <a:pt x="779492" y="39689"/>
                </a:cubicBezTo>
                <a:cubicBezTo>
                  <a:pt x="778505" y="37478"/>
                  <a:pt x="777034" y="35740"/>
                  <a:pt x="775079" y="34476"/>
                </a:cubicBezTo>
                <a:cubicBezTo>
                  <a:pt x="773124" y="33213"/>
                  <a:pt x="771080" y="32581"/>
                  <a:pt x="768948" y="32581"/>
                </a:cubicBezTo>
                <a:cubicBezTo>
                  <a:pt x="765670" y="32581"/>
                  <a:pt x="762738" y="33854"/>
                  <a:pt x="760151" y="36402"/>
                </a:cubicBezTo>
                <a:cubicBezTo>
                  <a:pt x="757564" y="38949"/>
                  <a:pt x="756054" y="42493"/>
                  <a:pt x="755619" y="47035"/>
                </a:cubicBezTo>
                <a:close/>
                <a:moveTo>
                  <a:pt x="816626" y="28434"/>
                </a:moveTo>
                <a:lnTo>
                  <a:pt x="816626" y="40637"/>
                </a:lnTo>
                <a:cubicBezTo>
                  <a:pt x="821168" y="32502"/>
                  <a:pt x="825828" y="28434"/>
                  <a:pt x="830607" y="28434"/>
                </a:cubicBezTo>
                <a:cubicBezTo>
                  <a:pt x="832779" y="28434"/>
                  <a:pt x="834576" y="29096"/>
                  <a:pt x="835997" y="30419"/>
                </a:cubicBezTo>
                <a:cubicBezTo>
                  <a:pt x="837419" y="31742"/>
                  <a:pt x="838130" y="33272"/>
                  <a:pt x="838130" y="35010"/>
                </a:cubicBezTo>
                <a:cubicBezTo>
                  <a:pt x="838130" y="36550"/>
                  <a:pt x="837616" y="37853"/>
                  <a:pt x="836590" y="38919"/>
                </a:cubicBezTo>
                <a:cubicBezTo>
                  <a:pt x="835563" y="39986"/>
                  <a:pt x="834339" y="40519"/>
                  <a:pt x="832917" y="40519"/>
                </a:cubicBezTo>
                <a:cubicBezTo>
                  <a:pt x="831535" y="40519"/>
                  <a:pt x="829985" y="39837"/>
                  <a:pt x="828267" y="38475"/>
                </a:cubicBezTo>
                <a:cubicBezTo>
                  <a:pt x="826549" y="37113"/>
                  <a:pt x="825275" y="36431"/>
                  <a:pt x="824446" y="36431"/>
                </a:cubicBezTo>
                <a:cubicBezTo>
                  <a:pt x="823735" y="36431"/>
                  <a:pt x="822965" y="36825"/>
                  <a:pt x="822136" y="37612"/>
                </a:cubicBezTo>
                <a:cubicBezTo>
                  <a:pt x="820358" y="39228"/>
                  <a:pt x="818522" y="41887"/>
                  <a:pt x="816626" y="45589"/>
                </a:cubicBezTo>
                <a:lnTo>
                  <a:pt x="816626" y="71528"/>
                </a:lnTo>
                <a:cubicBezTo>
                  <a:pt x="816626" y="74521"/>
                  <a:pt x="817002" y="76785"/>
                  <a:pt x="817752" y="78322"/>
                </a:cubicBezTo>
                <a:cubicBezTo>
                  <a:pt x="818265" y="79386"/>
                  <a:pt x="819174" y="80272"/>
                  <a:pt x="820477" y="80982"/>
                </a:cubicBezTo>
                <a:cubicBezTo>
                  <a:pt x="821780" y="81690"/>
                  <a:pt x="823656" y="82045"/>
                  <a:pt x="826105" y="82045"/>
                </a:cubicBezTo>
                <a:lnTo>
                  <a:pt x="826105" y="84236"/>
                </a:lnTo>
                <a:lnTo>
                  <a:pt x="798322" y="84236"/>
                </a:lnTo>
                <a:lnTo>
                  <a:pt x="798322" y="82045"/>
                </a:lnTo>
                <a:cubicBezTo>
                  <a:pt x="801086" y="82045"/>
                  <a:pt x="803140" y="81611"/>
                  <a:pt x="804483" y="80745"/>
                </a:cubicBezTo>
                <a:cubicBezTo>
                  <a:pt x="805470" y="80114"/>
                  <a:pt x="806161" y="79109"/>
                  <a:pt x="806556" y="77729"/>
                </a:cubicBezTo>
                <a:cubicBezTo>
                  <a:pt x="806753" y="77059"/>
                  <a:pt x="806852" y="75148"/>
                  <a:pt x="806852" y="71996"/>
                </a:cubicBezTo>
                <a:lnTo>
                  <a:pt x="806852" y="51013"/>
                </a:lnTo>
                <a:cubicBezTo>
                  <a:pt x="806852" y="44708"/>
                  <a:pt x="806724" y="40955"/>
                  <a:pt x="806467" y="39754"/>
                </a:cubicBezTo>
                <a:cubicBezTo>
                  <a:pt x="806210" y="38552"/>
                  <a:pt x="805737" y="37675"/>
                  <a:pt x="805045" y="37124"/>
                </a:cubicBezTo>
                <a:cubicBezTo>
                  <a:pt x="804354" y="36572"/>
                  <a:pt x="803495" y="36296"/>
                  <a:pt x="802469" y="36296"/>
                </a:cubicBezTo>
                <a:cubicBezTo>
                  <a:pt x="801244" y="36296"/>
                  <a:pt x="799862" y="36592"/>
                  <a:pt x="798322" y="37183"/>
                </a:cubicBezTo>
                <a:lnTo>
                  <a:pt x="797730" y="35054"/>
                </a:lnTo>
                <a:lnTo>
                  <a:pt x="814138" y="28434"/>
                </a:lnTo>
                <a:lnTo>
                  <a:pt x="816626" y="28434"/>
                </a:lnTo>
                <a:close/>
                <a:moveTo>
                  <a:pt x="871676" y="76417"/>
                </a:moveTo>
                <a:cubicBezTo>
                  <a:pt x="866108" y="80722"/>
                  <a:pt x="862613" y="83210"/>
                  <a:pt x="861191" y="83881"/>
                </a:cubicBezTo>
                <a:cubicBezTo>
                  <a:pt x="859059" y="84908"/>
                  <a:pt x="856788" y="85421"/>
                  <a:pt x="854379" y="85421"/>
                </a:cubicBezTo>
                <a:cubicBezTo>
                  <a:pt x="850627" y="85421"/>
                  <a:pt x="847537" y="84138"/>
                  <a:pt x="845108" y="81571"/>
                </a:cubicBezTo>
                <a:cubicBezTo>
                  <a:pt x="842679" y="79004"/>
                  <a:pt x="841465" y="75627"/>
                  <a:pt x="841465" y="71441"/>
                </a:cubicBezTo>
                <a:cubicBezTo>
                  <a:pt x="841465" y="68795"/>
                  <a:pt x="842057" y="66504"/>
                  <a:pt x="843242" y="64569"/>
                </a:cubicBezTo>
                <a:cubicBezTo>
                  <a:pt x="844861" y="61884"/>
                  <a:pt x="847675" y="59356"/>
                  <a:pt x="851683" y="56987"/>
                </a:cubicBezTo>
                <a:cubicBezTo>
                  <a:pt x="855692" y="54617"/>
                  <a:pt x="862356" y="51734"/>
                  <a:pt x="871676" y="48338"/>
                </a:cubicBezTo>
                <a:lnTo>
                  <a:pt x="871676" y="46206"/>
                </a:lnTo>
                <a:cubicBezTo>
                  <a:pt x="871676" y="40795"/>
                  <a:pt x="870817" y="37083"/>
                  <a:pt x="869099" y="35069"/>
                </a:cubicBezTo>
                <a:cubicBezTo>
                  <a:pt x="867381" y="33055"/>
                  <a:pt x="864884" y="32048"/>
                  <a:pt x="861606" y="32048"/>
                </a:cubicBezTo>
                <a:cubicBezTo>
                  <a:pt x="859118" y="32048"/>
                  <a:pt x="857143" y="32717"/>
                  <a:pt x="855682" y="34054"/>
                </a:cubicBezTo>
                <a:cubicBezTo>
                  <a:pt x="854181" y="35392"/>
                  <a:pt x="853431" y="36927"/>
                  <a:pt x="853431" y="38658"/>
                </a:cubicBezTo>
                <a:lnTo>
                  <a:pt x="853549" y="42081"/>
                </a:lnTo>
                <a:cubicBezTo>
                  <a:pt x="853549" y="43890"/>
                  <a:pt x="853085" y="45287"/>
                  <a:pt x="852157" y="46270"/>
                </a:cubicBezTo>
                <a:cubicBezTo>
                  <a:pt x="851229" y="47254"/>
                  <a:pt x="850015" y="47746"/>
                  <a:pt x="848514" y="47746"/>
                </a:cubicBezTo>
                <a:cubicBezTo>
                  <a:pt x="847053" y="47746"/>
                  <a:pt x="845858" y="47234"/>
                  <a:pt x="844930" y="46211"/>
                </a:cubicBezTo>
                <a:cubicBezTo>
                  <a:pt x="844002" y="45187"/>
                  <a:pt x="843538" y="43789"/>
                  <a:pt x="843538" y="42016"/>
                </a:cubicBezTo>
                <a:cubicBezTo>
                  <a:pt x="843538" y="38631"/>
                  <a:pt x="845276" y="35521"/>
                  <a:pt x="848751" y="32686"/>
                </a:cubicBezTo>
                <a:cubicBezTo>
                  <a:pt x="852226" y="29852"/>
                  <a:pt x="857104" y="28434"/>
                  <a:pt x="863383" y="28434"/>
                </a:cubicBezTo>
                <a:cubicBezTo>
                  <a:pt x="868201" y="28434"/>
                  <a:pt x="872150" y="29243"/>
                  <a:pt x="875230" y="30859"/>
                </a:cubicBezTo>
                <a:cubicBezTo>
                  <a:pt x="877560" y="32082"/>
                  <a:pt x="879278" y="33996"/>
                  <a:pt x="880384" y="36600"/>
                </a:cubicBezTo>
                <a:cubicBezTo>
                  <a:pt x="881095" y="38295"/>
                  <a:pt x="881450" y="41766"/>
                  <a:pt x="881450" y="47013"/>
                </a:cubicBezTo>
                <a:lnTo>
                  <a:pt x="881450" y="65413"/>
                </a:lnTo>
                <a:cubicBezTo>
                  <a:pt x="881450" y="70581"/>
                  <a:pt x="881549" y="73746"/>
                  <a:pt x="881747" y="74910"/>
                </a:cubicBezTo>
                <a:cubicBezTo>
                  <a:pt x="881944" y="76074"/>
                  <a:pt x="882270" y="76853"/>
                  <a:pt x="882724" y="77248"/>
                </a:cubicBezTo>
                <a:cubicBezTo>
                  <a:pt x="883178" y="77642"/>
                  <a:pt x="883701" y="77839"/>
                  <a:pt x="884294" y="77839"/>
                </a:cubicBezTo>
                <a:cubicBezTo>
                  <a:pt x="884926" y="77839"/>
                  <a:pt x="885479" y="77700"/>
                  <a:pt x="885953" y="77424"/>
                </a:cubicBezTo>
                <a:cubicBezTo>
                  <a:pt x="886782" y="76911"/>
                  <a:pt x="888381" y="75469"/>
                  <a:pt x="890751" y="73100"/>
                </a:cubicBezTo>
                <a:lnTo>
                  <a:pt x="890751" y="76417"/>
                </a:lnTo>
                <a:cubicBezTo>
                  <a:pt x="886328" y="82341"/>
                  <a:pt x="882102" y="85303"/>
                  <a:pt x="878074" y="85303"/>
                </a:cubicBezTo>
                <a:cubicBezTo>
                  <a:pt x="876139" y="85303"/>
                  <a:pt x="874599" y="84631"/>
                  <a:pt x="873453" y="83289"/>
                </a:cubicBezTo>
                <a:cubicBezTo>
                  <a:pt x="872308" y="81946"/>
                  <a:pt x="871716" y="79655"/>
                  <a:pt x="871676" y="76417"/>
                </a:cubicBezTo>
                <a:moveTo>
                  <a:pt x="871676" y="72533"/>
                </a:moveTo>
                <a:lnTo>
                  <a:pt x="871676" y="51952"/>
                </a:lnTo>
                <a:cubicBezTo>
                  <a:pt x="865713" y="54310"/>
                  <a:pt x="861862" y="55981"/>
                  <a:pt x="860125" y="56965"/>
                </a:cubicBezTo>
                <a:cubicBezTo>
                  <a:pt x="857005" y="58695"/>
                  <a:pt x="854774" y="60504"/>
                  <a:pt x="853431" y="62390"/>
                </a:cubicBezTo>
                <a:cubicBezTo>
                  <a:pt x="852088" y="64277"/>
                  <a:pt x="851417" y="66342"/>
                  <a:pt x="851417" y="68583"/>
                </a:cubicBezTo>
                <a:cubicBezTo>
                  <a:pt x="851417" y="71414"/>
                  <a:pt x="852266" y="73763"/>
                  <a:pt x="853964" y="75630"/>
                </a:cubicBezTo>
                <a:cubicBezTo>
                  <a:pt x="855662" y="77497"/>
                  <a:pt x="857617" y="78431"/>
                  <a:pt x="859829" y="78431"/>
                </a:cubicBezTo>
                <a:cubicBezTo>
                  <a:pt x="862830" y="78431"/>
                  <a:pt x="866779" y="76465"/>
                  <a:pt x="871676" y="72533"/>
                </a:cubicBezTo>
                <a:close/>
                <a:moveTo>
                  <a:pt x="910943" y="12085"/>
                </a:moveTo>
                <a:lnTo>
                  <a:pt x="910943" y="29974"/>
                </a:lnTo>
                <a:lnTo>
                  <a:pt x="923620" y="29974"/>
                </a:lnTo>
                <a:lnTo>
                  <a:pt x="923620" y="34121"/>
                </a:lnTo>
                <a:lnTo>
                  <a:pt x="910943" y="34121"/>
                </a:lnTo>
                <a:lnTo>
                  <a:pt x="910943" y="69260"/>
                </a:lnTo>
                <a:cubicBezTo>
                  <a:pt x="910943" y="72771"/>
                  <a:pt x="911446" y="75138"/>
                  <a:pt x="912453" y="76361"/>
                </a:cubicBezTo>
                <a:cubicBezTo>
                  <a:pt x="913461" y="77583"/>
                  <a:pt x="914754" y="78194"/>
                  <a:pt x="916334" y="78194"/>
                </a:cubicBezTo>
                <a:cubicBezTo>
                  <a:pt x="917637" y="78194"/>
                  <a:pt x="918901" y="77789"/>
                  <a:pt x="920125" y="76980"/>
                </a:cubicBezTo>
                <a:cubicBezTo>
                  <a:pt x="921349" y="76170"/>
                  <a:pt x="922297" y="74975"/>
                  <a:pt x="922968" y="73396"/>
                </a:cubicBezTo>
                <a:lnTo>
                  <a:pt x="925278" y="73396"/>
                </a:lnTo>
                <a:cubicBezTo>
                  <a:pt x="923896" y="77277"/>
                  <a:pt x="921941" y="80212"/>
                  <a:pt x="919414" y="82202"/>
                </a:cubicBezTo>
                <a:cubicBezTo>
                  <a:pt x="916886" y="84190"/>
                  <a:pt x="914280" y="85184"/>
                  <a:pt x="911595" y="85184"/>
                </a:cubicBezTo>
                <a:cubicBezTo>
                  <a:pt x="909778" y="85184"/>
                  <a:pt x="908001" y="84680"/>
                  <a:pt x="906263" y="83672"/>
                </a:cubicBezTo>
                <a:cubicBezTo>
                  <a:pt x="904525" y="82663"/>
                  <a:pt x="903242" y="81221"/>
                  <a:pt x="902413" y="79344"/>
                </a:cubicBezTo>
                <a:cubicBezTo>
                  <a:pt x="901583" y="77465"/>
                  <a:pt x="901169" y="74569"/>
                  <a:pt x="901169" y="70654"/>
                </a:cubicBezTo>
                <a:lnTo>
                  <a:pt x="901169" y="34121"/>
                </a:lnTo>
                <a:lnTo>
                  <a:pt x="892579" y="34121"/>
                </a:lnTo>
                <a:lnTo>
                  <a:pt x="892579" y="32166"/>
                </a:lnTo>
                <a:cubicBezTo>
                  <a:pt x="894751" y="31295"/>
                  <a:pt x="896973" y="29820"/>
                  <a:pt x="899243" y="27740"/>
                </a:cubicBezTo>
                <a:cubicBezTo>
                  <a:pt x="901514" y="25661"/>
                  <a:pt x="903538" y="23195"/>
                  <a:pt x="905315" y="20343"/>
                </a:cubicBezTo>
                <a:cubicBezTo>
                  <a:pt x="906224" y="18838"/>
                  <a:pt x="907487" y="16086"/>
                  <a:pt x="909107" y="12085"/>
                </a:cubicBezTo>
                <a:lnTo>
                  <a:pt x="910943" y="12085"/>
                </a:lnTo>
                <a:close/>
                <a:moveTo>
                  <a:pt x="955354" y="28434"/>
                </a:moveTo>
                <a:cubicBezTo>
                  <a:pt x="963569" y="28434"/>
                  <a:pt x="970164" y="31551"/>
                  <a:pt x="975140" y="37785"/>
                </a:cubicBezTo>
                <a:cubicBezTo>
                  <a:pt x="979366" y="43110"/>
                  <a:pt x="981478" y="49225"/>
                  <a:pt x="981478" y="56130"/>
                </a:cubicBezTo>
                <a:cubicBezTo>
                  <a:pt x="981478" y="60982"/>
                  <a:pt x="980313" y="65894"/>
                  <a:pt x="977983" y="70865"/>
                </a:cubicBezTo>
                <a:cubicBezTo>
                  <a:pt x="975653" y="75835"/>
                  <a:pt x="972445" y="79582"/>
                  <a:pt x="968357" y="82107"/>
                </a:cubicBezTo>
                <a:cubicBezTo>
                  <a:pt x="964270" y="84632"/>
                  <a:pt x="959718" y="85895"/>
                  <a:pt x="954703" y="85895"/>
                </a:cubicBezTo>
                <a:cubicBezTo>
                  <a:pt x="946528" y="85895"/>
                  <a:pt x="940032" y="82640"/>
                  <a:pt x="935214" y="76130"/>
                </a:cubicBezTo>
                <a:cubicBezTo>
                  <a:pt x="931146" y="70647"/>
                  <a:pt x="929112" y="64493"/>
                  <a:pt x="929112" y="57668"/>
                </a:cubicBezTo>
                <a:cubicBezTo>
                  <a:pt x="929112" y="52697"/>
                  <a:pt x="930346" y="47756"/>
                  <a:pt x="932814" y="42844"/>
                </a:cubicBezTo>
                <a:cubicBezTo>
                  <a:pt x="935283" y="37932"/>
                  <a:pt x="938531" y="34302"/>
                  <a:pt x="942559" y="31955"/>
                </a:cubicBezTo>
                <a:cubicBezTo>
                  <a:pt x="946587" y="29608"/>
                  <a:pt x="950852" y="28434"/>
                  <a:pt x="955354" y="28434"/>
                </a:cubicBezTo>
                <a:moveTo>
                  <a:pt x="953518" y="32344"/>
                </a:moveTo>
                <a:cubicBezTo>
                  <a:pt x="951425" y="32344"/>
                  <a:pt x="949322" y="32965"/>
                  <a:pt x="947209" y="34208"/>
                </a:cubicBezTo>
                <a:cubicBezTo>
                  <a:pt x="945096" y="35451"/>
                  <a:pt x="943388" y="37630"/>
                  <a:pt x="942085" y="40746"/>
                </a:cubicBezTo>
                <a:cubicBezTo>
                  <a:pt x="940782" y="43863"/>
                  <a:pt x="940130" y="47866"/>
                  <a:pt x="940130" y="52757"/>
                </a:cubicBezTo>
                <a:cubicBezTo>
                  <a:pt x="940130" y="60645"/>
                  <a:pt x="941700" y="67450"/>
                  <a:pt x="944840" y="73170"/>
                </a:cubicBezTo>
                <a:cubicBezTo>
                  <a:pt x="947979" y="78889"/>
                  <a:pt x="952116" y="81748"/>
                  <a:pt x="957250" y="81748"/>
                </a:cubicBezTo>
                <a:cubicBezTo>
                  <a:pt x="961081" y="81748"/>
                  <a:pt x="964240" y="80170"/>
                  <a:pt x="966728" y="77015"/>
                </a:cubicBezTo>
                <a:cubicBezTo>
                  <a:pt x="969216" y="73859"/>
                  <a:pt x="970460" y="68436"/>
                  <a:pt x="970460" y="60745"/>
                </a:cubicBezTo>
                <a:cubicBezTo>
                  <a:pt x="970460" y="51120"/>
                  <a:pt x="968387" y="43546"/>
                  <a:pt x="964240" y="38023"/>
                </a:cubicBezTo>
                <a:cubicBezTo>
                  <a:pt x="961436" y="34237"/>
                  <a:pt x="957862" y="32344"/>
                  <a:pt x="953518" y="32344"/>
                </a:cubicBezTo>
                <a:close/>
                <a:moveTo>
                  <a:pt x="1005496" y="28434"/>
                </a:moveTo>
                <a:lnTo>
                  <a:pt x="1005496" y="40637"/>
                </a:lnTo>
                <a:cubicBezTo>
                  <a:pt x="1010038" y="32502"/>
                  <a:pt x="1014698" y="28434"/>
                  <a:pt x="1019476" y="28434"/>
                </a:cubicBezTo>
                <a:cubicBezTo>
                  <a:pt x="1021649" y="28434"/>
                  <a:pt x="1023445" y="29096"/>
                  <a:pt x="1024867" y="30419"/>
                </a:cubicBezTo>
                <a:cubicBezTo>
                  <a:pt x="1026289" y="31742"/>
                  <a:pt x="1027000" y="33272"/>
                  <a:pt x="1027000" y="35010"/>
                </a:cubicBezTo>
                <a:cubicBezTo>
                  <a:pt x="1027000" y="36550"/>
                  <a:pt x="1026486" y="37853"/>
                  <a:pt x="1025460" y="38919"/>
                </a:cubicBezTo>
                <a:cubicBezTo>
                  <a:pt x="1024433" y="39986"/>
                  <a:pt x="1023208" y="40519"/>
                  <a:pt x="1021787" y="40519"/>
                </a:cubicBezTo>
                <a:cubicBezTo>
                  <a:pt x="1020405" y="40519"/>
                  <a:pt x="1018854" y="39837"/>
                  <a:pt x="1017137" y="38475"/>
                </a:cubicBezTo>
                <a:cubicBezTo>
                  <a:pt x="1015419" y="37113"/>
                  <a:pt x="1014145" y="36431"/>
                  <a:pt x="1013316" y="36431"/>
                </a:cubicBezTo>
                <a:cubicBezTo>
                  <a:pt x="1012605" y="36431"/>
                  <a:pt x="1011835" y="36825"/>
                  <a:pt x="1011005" y="37612"/>
                </a:cubicBezTo>
                <a:cubicBezTo>
                  <a:pt x="1009228" y="39228"/>
                  <a:pt x="1007392" y="41887"/>
                  <a:pt x="1005496" y="45589"/>
                </a:cubicBezTo>
                <a:lnTo>
                  <a:pt x="1005496" y="71528"/>
                </a:lnTo>
                <a:cubicBezTo>
                  <a:pt x="1005496" y="74521"/>
                  <a:pt x="1005872" y="76785"/>
                  <a:pt x="1006622" y="78322"/>
                </a:cubicBezTo>
                <a:cubicBezTo>
                  <a:pt x="1007135" y="79386"/>
                  <a:pt x="1008044" y="80272"/>
                  <a:pt x="1009347" y="80982"/>
                </a:cubicBezTo>
                <a:cubicBezTo>
                  <a:pt x="1010650" y="81690"/>
                  <a:pt x="1012526" y="82045"/>
                  <a:pt x="1014974" y="82045"/>
                </a:cubicBezTo>
                <a:lnTo>
                  <a:pt x="1014974" y="84236"/>
                </a:lnTo>
                <a:lnTo>
                  <a:pt x="987192" y="84236"/>
                </a:lnTo>
                <a:lnTo>
                  <a:pt x="987192" y="82045"/>
                </a:lnTo>
                <a:cubicBezTo>
                  <a:pt x="989956" y="82045"/>
                  <a:pt x="992010" y="81611"/>
                  <a:pt x="993353" y="80745"/>
                </a:cubicBezTo>
                <a:cubicBezTo>
                  <a:pt x="994340" y="80114"/>
                  <a:pt x="995031" y="79109"/>
                  <a:pt x="995426" y="77729"/>
                </a:cubicBezTo>
                <a:cubicBezTo>
                  <a:pt x="995623" y="77059"/>
                  <a:pt x="995722" y="75148"/>
                  <a:pt x="995722" y="71996"/>
                </a:cubicBezTo>
                <a:lnTo>
                  <a:pt x="995722" y="51013"/>
                </a:lnTo>
                <a:cubicBezTo>
                  <a:pt x="995722" y="44708"/>
                  <a:pt x="995594" y="40955"/>
                  <a:pt x="995337" y="39754"/>
                </a:cubicBezTo>
                <a:cubicBezTo>
                  <a:pt x="995080" y="38552"/>
                  <a:pt x="994606" y="37675"/>
                  <a:pt x="993915" y="37124"/>
                </a:cubicBezTo>
                <a:cubicBezTo>
                  <a:pt x="993224" y="36572"/>
                  <a:pt x="992365" y="36296"/>
                  <a:pt x="991338" y="36296"/>
                </a:cubicBezTo>
                <a:cubicBezTo>
                  <a:pt x="990114" y="36296"/>
                  <a:pt x="988732" y="36592"/>
                  <a:pt x="987192" y="37183"/>
                </a:cubicBezTo>
                <a:lnTo>
                  <a:pt x="986599" y="35054"/>
                </a:lnTo>
                <a:lnTo>
                  <a:pt x="1003008" y="28434"/>
                </a:lnTo>
                <a:lnTo>
                  <a:pt x="1005496" y="28434"/>
                </a:lnTo>
                <a:close/>
                <a:moveTo>
                  <a:pt x="1064870" y="28434"/>
                </a:moveTo>
                <a:lnTo>
                  <a:pt x="1064870" y="46798"/>
                </a:lnTo>
                <a:lnTo>
                  <a:pt x="1062915" y="46798"/>
                </a:lnTo>
                <a:cubicBezTo>
                  <a:pt x="1061415" y="41038"/>
                  <a:pt x="1059489" y="37121"/>
                  <a:pt x="1057140" y="35045"/>
                </a:cubicBezTo>
                <a:cubicBezTo>
                  <a:pt x="1054790" y="32968"/>
                  <a:pt x="1051798" y="31929"/>
                  <a:pt x="1048165" y="31929"/>
                </a:cubicBezTo>
                <a:cubicBezTo>
                  <a:pt x="1045401" y="31929"/>
                  <a:pt x="1043169" y="32659"/>
                  <a:pt x="1041471" y="34119"/>
                </a:cubicBezTo>
                <a:cubicBezTo>
                  <a:pt x="1039773" y="35578"/>
                  <a:pt x="1038924" y="37195"/>
                  <a:pt x="1038924" y="38971"/>
                </a:cubicBezTo>
                <a:cubicBezTo>
                  <a:pt x="1038924" y="41180"/>
                  <a:pt x="1039556" y="43073"/>
                  <a:pt x="1040820" y="44651"/>
                </a:cubicBezTo>
                <a:cubicBezTo>
                  <a:pt x="1042044" y="46269"/>
                  <a:pt x="1044532" y="47985"/>
                  <a:pt x="1048284" y="49799"/>
                </a:cubicBezTo>
                <a:lnTo>
                  <a:pt x="1056932" y="54001"/>
                </a:lnTo>
                <a:cubicBezTo>
                  <a:pt x="1064949" y="57906"/>
                  <a:pt x="1068958" y="63054"/>
                  <a:pt x="1068958" y="69445"/>
                </a:cubicBezTo>
                <a:cubicBezTo>
                  <a:pt x="1068958" y="74376"/>
                  <a:pt x="1067092" y="78350"/>
                  <a:pt x="1063360" y="81369"/>
                </a:cubicBezTo>
                <a:cubicBezTo>
                  <a:pt x="1059628" y="84386"/>
                  <a:pt x="1055451" y="85895"/>
                  <a:pt x="1050831" y="85895"/>
                </a:cubicBezTo>
                <a:cubicBezTo>
                  <a:pt x="1047513" y="85895"/>
                  <a:pt x="1043722" y="85303"/>
                  <a:pt x="1039457" y="84118"/>
                </a:cubicBezTo>
                <a:cubicBezTo>
                  <a:pt x="1038154" y="83723"/>
                  <a:pt x="1037088" y="83525"/>
                  <a:pt x="1036258" y="83525"/>
                </a:cubicBezTo>
                <a:cubicBezTo>
                  <a:pt x="1035350" y="83525"/>
                  <a:pt x="1034639" y="84039"/>
                  <a:pt x="1034126" y="85066"/>
                </a:cubicBezTo>
                <a:lnTo>
                  <a:pt x="1032171" y="85066"/>
                </a:lnTo>
                <a:lnTo>
                  <a:pt x="1032171" y="65636"/>
                </a:lnTo>
                <a:lnTo>
                  <a:pt x="1034126" y="65636"/>
                </a:lnTo>
                <a:cubicBezTo>
                  <a:pt x="1035231" y="71184"/>
                  <a:pt x="1037344" y="75365"/>
                  <a:pt x="1040464" y="78179"/>
                </a:cubicBezTo>
                <a:cubicBezTo>
                  <a:pt x="1043584" y="80993"/>
                  <a:pt x="1047079" y="82400"/>
                  <a:pt x="1050949" y="82400"/>
                </a:cubicBezTo>
                <a:cubicBezTo>
                  <a:pt x="1053674" y="82400"/>
                  <a:pt x="1055896" y="81601"/>
                  <a:pt x="1057614" y="80005"/>
                </a:cubicBezTo>
                <a:cubicBezTo>
                  <a:pt x="1059331" y="78406"/>
                  <a:pt x="1060190" y="76483"/>
                  <a:pt x="1060190" y="74234"/>
                </a:cubicBezTo>
                <a:cubicBezTo>
                  <a:pt x="1060190" y="71512"/>
                  <a:pt x="1059233" y="69224"/>
                  <a:pt x="1057317" y="67370"/>
                </a:cubicBezTo>
                <a:cubicBezTo>
                  <a:pt x="1055402" y="65517"/>
                  <a:pt x="1051581" y="63170"/>
                  <a:pt x="1045855" y="60330"/>
                </a:cubicBezTo>
                <a:cubicBezTo>
                  <a:pt x="1040128" y="57489"/>
                  <a:pt x="1036377" y="54925"/>
                  <a:pt x="1034600" y="52637"/>
                </a:cubicBezTo>
                <a:cubicBezTo>
                  <a:pt x="1032822" y="50388"/>
                  <a:pt x="1031934" y="47548"/>
                  <a:pt x="1031934" y="44116"/>
                </a:cubicBezTo>
                <a:cubicBezTo>
                  <a:pt x="1031934" y="39658"/>
                  <a:pt x="1033464" y="35930"/>
                  <a:pt x="1036525" y="32933"/>
                </a:cubicBezTo>
                <a:cubicBezTo>
                  <a:pt x="1039585" y="29934"/>
                  <a:pt x="1043545" y="28434"/>
                  <a:pt x="1048402" y="28434"/>
                </a:cubicBezTo>
                <a:cubicBezTo>
                  <a:pt x="1050535" y="28434"/>
                  <a:pt x="1053121" y="28888"/>
                  <a:pt x="1056162" y="29797"/>
                </a:cubicBezTo>
                <a:cubicBezTo>
                  <a:pt x="1058176" y="30389"/>
                  <a:pt x="1059519" y="30685"/>
                  <a:pt x="1060190" y="30685"/>
                </a:cubicBezTo>
                <a:cubicBezTo>
                  <a:pt x="1060822" y="30685"/>
                  <a:pt x="1061316" y="30547"/>
                  <a:pt x="1061671" y="30271"/>
                </a:cubicBezTo>
                <a:cubicBezTo>
                  <a:pt x="1062027" y="29994"/>
                  <a:pt x="1062441" y="29382"/>
                  <a:pt x="1062915" y="28434"/>
                </a:cubicBezTo>
                <a:lnTo>
                  <a:pt x="1064870" y="28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Input">
            <a:extLst xmlns:a="http://schemas.openxmlformats.org/drawingml/2006/main">
              <a:ext uri="{FF2B5EF4-FFF2-40B4-BE49-F238E27FC236}">
                <a16:creationId xmlns:a16="http://schemas.microsoft.com/office/drawing/2014/main" id="{DC531F2F-8045-43D8-BA4E-65B2C18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17" y="129493"/>
            <a:ext cx="369302" cy="137823"/>
          </a:xfrm>
          <a:custGeom xmlns:a="http://schemas.openxmlformats.org/drawingml/2006/main">
            <a:pathLst>
              <a:path w="369302" h="137823">
                <a:moveTo>
                  <a:pt x="54468" y="101408"/>
                </a:moveTo>
                <a:lnTo>
                  <a:pt x="54468" y="104174"/>
                </a:lnTo>
                <a:lnTo>
                  <a:pt x="0" y="104174"/>
                </a:lnTo>
                <a:lnTo>
                  <a:pt x="0" y="101408"/>
                </a:lnTo>
                <a:lnTo>
                  <a:pt x="3457" y="101408"/>
                </a:lnTo>
                <a:cubicBezTo>
                  <a:pt x="6479" y="101408"/>
                  <a:pt x="8912" y="100868"/>
                  <a:pt x="10755" y="99787"/>
                </a:cubicBezTo>
                <a:cubicBezTo>
                  <a:pt x="12087" y="99066"/>
                  <a:pt x="13111" y="97830"/>
                  <a:pt x="13828" y="96081"/>
                </a:cubicBezTo>
                <a:cubicBezTo>
                  <a:pt x="14392" y="94845"/>
                  <a:pt x="14673" y="91602"/>
                  <a:pt x="14673" y="86350"/>
                </a:cubicBezTo>
                <a:lnTo>
                  <a:pt x="14673" y="17823"/>
                </a:lnTo>
                <a:cubicBezTo>
                  <a:pt x="14673" y="12470"/>
                  <a:pt x="14392" y="9124"/>
                  <a:pt x="13828" y="7786"/>
                </a:cubicBezTo>
                <a:cubicBezTo>
                  <a:pt x="13265" y="6446"/>
                  <a:pt x="12125" y="5274"/>
                  <a:pt x="10410" y="4271"/>
                </a:cubicBezTo>
                <a:cubicBezTo>
                  <a:pt x="8694" y="3267"/>
                  <a:pt x="6376" y="2766"/>
                  <a:pt x="3457" y="2766"/>
                </a:cubicBezTo>
                <a:lnTo>
                  <a:pt x="0" y="2766"/>
                </a:lnTo>
                <a:lnTo>
                  <a:pt x="0" y="0"/>
                </a:lnTo>
                <a:lnTo>
                  <a:pt x="54468" y="0"/>
                </a:lnTo>
                <a:lnTo>
                  <a:pt x="54468" y="2766"/>
                </a:lnTo>
                <a:lnTo>
                  <a:pt x="51011" y="2766"/>
                </a:lnTo>
                <a:cubicBezTo>
                  <a:pt x="47989" y="2766"/>
                  <a:pt x="45557" y="3306"/>
                  <a:pt x="43713" y="4386"/>
                </a:cubicBezTo>
                <a:cubicBezTo>
                  <a:pt x="42381" y="5108"/>
                  <a:pt x="41331" y="6344"/>
                  <a:pt x="40563" y="8093"/>
                </a:cubicBezTo>
                <a:cubicBezTo>
                  <a:pt x="40000" y="9329"/>
                  <a:pt x="39718" y="12572"/>
                  <a:pt x="39718" y="17823"/>
                </a:cubicBezTo>
                <a:lnTo>
                  <a:pt x="39718" y="86350"/>
                </a:lnTo>
                <a:cubicBezTo>
                  <a:pt x="39718" y="91704"/>
                  <a:pt x="40013" y="95051"/>
                  <a:pt x="40602" y="96390"/>
                </a:cubicBezTo>
                <a:cubicBezTo>
                  <a:pt x="41191" y="97728"/>
                  <a:pt x="42343" y="98899"/>
                  <a:pt x="44059" y="99903"/>
                </a:cubicBezTo>
                <a:cubicBezTo>
                  <a:pt x="45774" y="100906"/>
                  <a:pt x="48092" y="101408"/>
                  <a:pt x="51011" y="101408"/>
                </a:cubicBezTo>
                <a:lnTo>
                  <a:pt x="54468" y="101408"/>
                </a:lnTo>
                <a:close/>
                <a:moveTo>
                  <a:pt x="92308" y="32266"/>
                </a:moveTo>
                <a:lnTo>
                  <a:pt x="92308" y="41639"/>
                </a:lnTo>
                <a:cubicBezTo>
                  <a:pt x="95996" y="37617"/>
                  <a:pt x="99530" y="34691"/>
                  <a:pt x="102910" y="32862"/>
                </a:cubicBezTo>
                <a:cubicBezTo>
                  <a:pt x="106290" y="31031"/>
                  <a:pt x="109927" y="30115"/>
                  <a:pt x="113819" y="30115"/>
                </a:cubicBezTo>
                <a:cubicBezTo>
                  <a:pt x="118480" y="30115"/>
                  <a:pt x="122346" y="31410"/>
                  <a:pt x="125419" y="33999"/>
                </a:cubicBezTo>
                <a:cubicBezTo>
                  <a:pt x="128492" y="36589"/>
                  <a:pt x="130541" y="39807"/>
                  <a:pt x="131565" y="43653"/>
                </a:cubicBezTo>
                <a:cubicBezTo>
                  <a:pt x="132385" y="46577"/>
                  <a:pt x="132795" y="52193"/>
                  <a:pt x="132795" y="60501"/>
                </a:cubicBezTo>
                <a:lnTo>
                  <a:pt x="132795" y="88501"/>
                </a:lnTo>
                <a:cubicBezTo>
                  <a:pt x="132795" y="94033"/>
                  <a:pt x="133294" y="97477"/>
                  <a:pt x="134293" y="98834"/>
                </a:cubicBezTo>
                <a:cubicBezTo>
                  <a:pt x="135291" y="100192"/>
                  <a:pt x="137378" y="101049"/>
                  <a:pt x="140554" y="101408"/>
                </a:cubicBezTo>
                <a:lnTo>
                  <a:pt x="140554" y="104174"/>
                </a:lnTo>
                <a:lnTo>
                  <a:pt x="104216" y="104174"/>
                </a:lnTo>
                <a:lnTo>
                  <a:pt x="104216" y="101408"/>
                </a:lnTo>
                <a:cubicBezTo>
                  <a:pt x="106930" y="101049"/>
                  <a:pt x="108877" y="99923"/>
                  <a:pt x="110055" y="98028"/>
                </a:cubicBezTo>
                <a:cubicBezTo>
                  <a:pt x="110874" y="96747"/>
                  <a:pt x="111284" y="93572"/>
                  <a:pt x="111284" y="88501"/>
                </a:cubicBezTo>
                <a:lnTo>
                  <a:pt x="111284" y="56543"/>
                </a:lnTo>
                <a:cubicBezTo>
                  <a:pt x="111284" y="50653"/>
                  <a:pt x="111053" y="46940"/>
                  <a:pt x="110592" y="45403"/>
                </a:cubicBezTo>
                <a:cubicBezTo>
                  <a:pt x="110131" y="43867"/>
                  <a:pt x="109350" y="42676"/>
                  <a:pt x="108249" y="41831"/>
                </a:cubicBezTo>
                <a:cubicBezTo>
                  <a:pt x="107148" y="40986"/>
                  <a:pt x="105932" y="40563"/>
                  <a:pt x="104600" y="40563"/>
                </a:cubicBezTo>
                <a:cubicBezTo>
                  <a:pt x="100196" y="40563"/>
                  <a:pt x="96098" y="43739"/>
                  <a:pt x="92308" y="50089"/>
                </a:cubicBezTo>
                <a:lnTo>
                  <a:pt x="92308" y="88501"/>
                </a:lnTo>
                <a:cubicBezTo>
                  <a:pt x="92308" y="93879"/>
                  <a:pt x="92808" y="97285"/>
                  <a:pt x="93806" y="98719"/>
                </a:cubicBezTo>
                <a:cubicBezTo>
                  <a:pt x="94805" y="100153"/>
                  <a:pt x="96662" y="101049"/>
                  <a:pt x="99376" y="101408"/>
                </a:cubicBezTo>
                <a:lnTo>
                  <a:pt x="99376" y="104174"/>
                </a:lnTo>
                <a:lnTo>
                  <a:pt x="63038" y="104174"/>
                </a:lnTo>
                <a:lnTo>
                  <a:pt x="63038" y="101408"/>
                </a:lnTo>
                <a:cubicBezTo>
                  <a:pt x="66060" y="101101"/>
                  <a:pt x="68211" y="100127"/>
                  <a:pt x="69491" y="98489"/>
                </a:cubicBezTo>
                <a:cubicBezTo>
                  <a:pt x="70362" y="97362"/>
                  <a:pt x="70797" y="94033"/>
                  <a:pt x="70797" y="88501"/>
                </a:cubicBezTo>
                <a:lnTo>
                  <a:pt x="70797" y="47938"/>
                </a:lnTo>
                <a:cubicBezTo>
                  <a:pt x="70797" y="42444"/>
                  <a:pt x="70298" y="39023"/>
                  <a:pt x="69299" y="37675"/>
                </a:cubicBezTo>
                <a:cubicBezTo>
                  <a:pt x="68301" y="36327"/>
                  <a:pt x="66214" y="35446"/>
                  <a:pt x="63038" y="35032"/>
                </a:cubicBezTo>
                <a:lnTo>
                  <a:pt x="63038" y="32266"/>
                </a:lnTo>
                <a:lnTo>
                  <a:pt x="92308" y="32266"/>
                </a:lnTo>
                <a:close/>
                <a:moveTo>
                  <a:pt x="177700" y="96875"/>
                </a:moveTo>
                <a:lnTo>
                  <a:pt x="177700" y="123533"/>
                </a:lnTo>
                <a:cubicBezTo>
                  <a:pt x="177700" y="127270"/>
                  <a:pt x="177994" y="129814"/>
                  <a:pt x="178583" y="131163"/>
                </a:cubicBezTo>
                <a:cubicBezTo>
                  <a:pt x="179172" y="132514"/>
                  <a:pt x="180081" y="133500"/>
                  <a:pt x="181311" y="134123"/>
                </a:cubicBezTo>
                <a:cubicBezTo>
                  <a:pt x="182540" y="134746"/>
                  <a:pt x="184947" y="135057"/>
                  <a:pt x="188532" y="135057"/>
                </a:cubicBezTo>
                <a:lnTo>
                  <a:pt x="188532" y="137823"/>
                </a:lnTo>
                <a:lnTo>
                  <a:pt x="147585" y="137823"/>
                </a:lnTo>
                <a:lnTo>
                  <a:pt x="147585" y="135057"/>
                </a:lnTo>
                <a:cubicBezTo>
                  <a:pt x="150760" y="134953"/>
                  <a:pt x="153116" y="134045"/>
                  <a:pt x="154653" y="132332"/>
                </a:cubicBezTo>
                <a:cubicBezTo>
                  <a:pt x="155677" y="131140"/>
                  <a:pt x="156189" y="128053"/>
                  <a:pt x="156189" y="123072"/>
                </a:cubicBezTo>
                <a:lnTo>
                  <a:pt x="156189" y="47324"/>
                </a:lnTo>
                <a:cubicBezTo>
                  <a:pt x="156189" y="42189"/>
                  <a:pt x="155600" y="38909"/>
                  <a:pt x="154422" y="37483"/>
                </a:cubicBezTo>
                <a:cubicBezTo>
                  <a:pt x="153244" y="36057"/>
                  <a:pt x="150965" y="35240"/>
                  <a:pt x="147585" y="35032"/>
                </a:cubicBezTo>
                <a:lnTo>
                  <a:pt x="147585" y="32266"/>
                </a:lnTo>
                <a:lnTo>
                  <a:pt x="177700" y="32266"/>
                </a:lnTo>
                <a:lnTo>
                  <a:pt x="177700" y="41716"/>
                </a:lnTo>
                <a:cubicBezTo>
                  <a:pt x="180209" y="38028"/>
                  <a:pt x="182770" y="35365"/>
                  <a:pt x="185382" y="33726"/>
                </a:cubicBezTo>
                <a:cubicBezTo>
                  <a:pt x="189121" y="31319"/>
                  <a:pt x="193193" y="30115"/>
                  <a:pt x="197597" y="30115"/>
                </a:cubicBezTo>
                <a:cubicBezTo>
                  <a:pt x="202873" y="30115"/>
                  <a:pt x="207674" y="31781"/>
                  <a:pt x="212002" y="35113"/>
                </a:cubicBezTo>
                <a:cubicBezTo>
                  <a:pt x="216330" y="38446"/>
                  <a:pt x="219620" y="43047"/>
                  <a:pt x="221874" y="48918"/>
                </a:cubicBezTo>
                <a:cubicBezTo>
                  <a:pt x="224127" y="54788"/>
                  <a:pt x="225254" y="61107"/>
                  <a:pt x="225254" y="67874"/>
                </a:cubicBezTo>
                <a:cubicBezTo>
                  <a:pt x="225254" y="75153"/>
                  <a:pt x="224089" y="81805"/>
                  <a:pt x="221758" y="87829"/>
                </a:cubicBezTo>
                <a:cubicBezTo>
                  <a:pt x="219428" y="93854"/>
                  <a:pt x="216048" y="98442"/>
                  <a:pt x="211618" y="101595"/>
                </a:cubicBezTo>
                <a:cubicBezTo>
                  <a:pt x="207188" y="104748"/>
                  <a:pt x="202258" y="106325"/>
                  <a:pt x="196829" y="106325"/>
                </a:cubicBezTo>
                <a:cubicBezTo>
                  <a:pt x="192885" y="106325"/>
                  <a:pt x="189198" y="105454"/>
                  <a:pt x="185766" y="103713"/>
                </a:cubicBezTo>
                <a:cubicBezTo>
                  <a:pt x="183206" y="102381"/>
                  <a:pt x="180517" y="100102"/>
                  <a:pt x="177700" y="96875"/>
                </a:cubicBezTo>
                <a:moveTo>
                  <a:pt x="177700" y="89104"/>
                </a:moveTo>
                <a:cubicBezTo>
                  <a:pt x="182104" y="95360"/>
                  <a:pt x="186816" y="98489"/>
                  <a:pt x="191835" y="98489"/>
                </a:cubicBezTo>
                <a:cubicBezTo>
                  <a:pt x="194601" y="98489"/>
                  <a:pt x="196880" y="97027"/>
                  <a:pt x="198673" y="94105"/>
                </a:cubicBezTo>
                <a:cubicBezTo>
                  <a:pt x="201336" y="89796"/>
                  <a:pt x="202668" y="81590"/>
                  <a:pt x="202668" y="69487"/>
                </a:cubicBezTo>
                <a:cubicBezTo>
                  <a:pt x="202668" y="57077"/>
                  <a:pt x="201208" y="48590"/>
                  <a:pt x="198289" y="44025"/>
                </a:cubicBezTo>
                <a:cubicBezTo>
                  <a:pt x="196342" y="41000"/>
                  <a:pt x="193730" y="39488"/>
                  <a:pt x="190453" y="39488"/>
                </a:cubicBezTo>
                <a:cubicBezTo>
                  <a:pt x="185280" y="39488"/>
                  <a:pt x="181029" y="43231"/>
                  <a:pt x="177700" y="50718"/>
                </a:cubicBezTo>
                <a:lnTo>
                  <a:pt x="177700" y="89104"/>
                </a:lnTo>
                <a:close/>
                <a:moveTo>
                  <a:pt x="306190" y="32266"/>
                </a:moveTo>
                <a:lnTo>
                  <a:pt x="306190" y="88501"/>
                </a:lnTo>
                <a:cubicBezTo>
                  <a:pt x="306190" y="94015"/>
                  <a:pt x="306702" y="97455"/>
                  <a:pt x="307726" y="98820"/>
                </a:cubicBezTo>
                <a:cubicBezTo>
                  <a:pt x="308751" y="100185"/>
                  <a:pt x="310825" y="101048"/>
                  <a:pt x="313949" y="101408"/>
                </a:cubicBezTo>
                <a:lnTo>
                  <a:pt x="313949" y="104174"/>
                </a:lnTo>
                <a:lnTo>
                  <a:pt x="284679" y="104174"/>
                </a:lnTo>
                <a:lnTo>
                  <a:pt x="284679" y="94571"/>
                </a:lnTo>
                <a:cubicBezTo>
                  <a:pt x="281248" y="98668"/>
                  <a:pt x="277816" y="101651"/>
                  <a:pt x="274385" y="103521"/>
                </a:cubicBezTo>
                <a:cubicBezTo>
                  <a:pt x="270953" y="105390"/>
                  <a:pt x="267112" y="106325"/>
                  <a:pt x="262861" y="106325"/>
                </a:cubicBezTo>
                <a:cubicBezTo>
                  <a:pt x="258815" y="106325"/>
                  <a:pt x="255217" y="105083"/>
                  <a:pt x="252067" y="102599"/>
                </a:cubicBezTo>
                <a:cubicBezTo>
                  <a:pt x="248917" y="100115"/>
                  <a:pt x="246805" y="97208"/>
                  <a:pt x="245729" y="93879"/>
                </a:cubicBezTo>
                <a:cubicBezTo>
                  <a:pt x="244654" y="90550"/>
                  <a:pt x="244116" y="84737"/>
                  <a:pt x="244116" y="76440"/>
                </a:cubicBezTo>
                <a:lnTo>
                  <a:pt x="244116" y="47938"/>
                </a:lnTo>
                <a:cubicBezTo>
                  <a:pt x="244116" y="42444"/>
                  <a:pt x="243616" y="39023"/>
                  <a:pt x="242618" y="37675"/>
                </a:cubicBezTo>
                <a:cubicBezTo>
                  <a:pt x="241619" y="36327"/>
                  <a:pt x="239532" y="35446"/>
                  <a:pt x="236357" y="35032"/>
                </a:cubicBezTo>
                <a:lnTo>
                  <a:pt x="236357" y="32266"/>
                </a:lnTo>
                <a:lnTo>
                  <a:pt x="265627" y="32266"/>
                </a:lnTo>
                <a:lnTo>
                  <a:pt x="265627" y="81417"/>
                </a:lnTo>
                <a:cubicBezTo>
                  <a:pt x="265627" y="86545"/>
                  <a:pt x="265870" y="89852"/>
                  <a:pt x="266356" y="91339"/>
                </a:cubicBezTo>
                <a:cubicBezTo>
                  <a:pt x="266843" y="92826"/>
                  <a:pt x="267611" y="93954"/>
                  <a:pt x="268661" y="94724"/>
                </a:cubicBezTo>
                <a:cubicBezTo>
                  <a:pt x="269711" y="95492"/>
                  <a:pt x="270927" y="95877"/>
                  <a:pt x="272310" y="95877"/>
                </a:cubicBezTo>
                <a:cubicBezTo>
                  <a:pt x="274154" y="95877"/>
                  <a:pt x="275819" y="95390"/>
                  <a:pt x="277304" y="94417"/>
                </a:cubicBezTo>
                <a:cubicBezTo>
                  <a:pt x="279353" y="93085"/>
                  <a:pt x="281811" y="90396"/>
                  <a:pt x="284679" y="86350"/>
                </a:cubicBezTo>
                <a:lnTo>
                  <a:pt x="284679" y="47938"/>
                </a:lnTo>
                <a:cubicBezTo>
                  <a:pt x="284679" y="42444"/>
                  <a:pt x="284180" y="39023"/>
                  <a:pt x="283181" y="37675"/>
                </a:cubicBezTo>
                <a:cubicBezTo>
                  <a:pt x="282182" y="36327"/>
                  <a:pt x="280095" y="35446"/>
                  <a:pt x="276920" y="35032"/>
                </a:cubicBezTo>
                <a:lnTo>
                  <a:pt x="276920" y="32266"/>
                </a:lnTo>
                <a:lnTo>
                  <a:pt x="306190" y="32266"/>
                </a:lnTo>
                <a:close/>
                <a:moveTo>
                  <a:pt x="352248" y="5839"/>
                </a:moveTo>
                <a:lnTo>
                  <a:pt x="352248" y="32266"/>
                </a:lnTo>
                <a:lnTo>
                  <a:pt x="369302" y="32266"/>
                </a:lnTo>
                <a:lnTo>
                  <a:pt x="369302" y="39795"/>
                </a:lnTo>
                <a:lnTo>
                  <a:pt x="352248" y="39795"/>
                </a:lnTo>
                <a:lnTo>
                  <a:pt x="352248" y="84243"/>
                </a:lnTo>
                <a:cubicBezTo>
                  <a:pt x="352248" y="88402"/>
                  <a:pt x="352440" y="91085"/>
                  <a:pt x="352824" y="92292"/>
                </a:cubicBezTo>
                <a:cubicBezTo>
                  <a:pt x="353208" y="93499"/>
                  <a:pt x="353886" y="94475"/>
                  <a:pt x="354860" y="95221"/>
                </a:cubicBezTo>
                <a:cubicBezTo>
                  <a:pt x="355833" y="95965"/>
                  <a:pt x="356729" y="96338"/>
                  <a:pt x="357548" y="96338"/>
                </a:cubicBezTo>
                <a:cubicBezTo>
                  <a:pt x="360877" y="96338"/>
                  <a:pt x="364027" y="93777"/>
                  <a:pt x="366998" y="88655"/>
                </a:cubicBezTo>
                <a:lnTo>
                  <a:pt x="369302" y="90362"/>
                </a:lnTo>
                <a:cubicBezTo>
                  <a:pt x="365154" y="100287"/>
                  <a:pt x="358419" y="105249"/>
                  <a:pt x="349098" y="105249"/>
                </a:cubicBezTo>
                <a:cubicBezTo>
                  <a:pt x="344539" y="105249"/>
                  <a:pt x="340685" y="103978"/>
                  <a:pt x="337536" y="101434"/>
                </a:cubicBezTo>
                <a:cubicBezTo>
                  <a:pt x="334386" y="98890"/>
                  <a:pt x="332376" y="96049"/>
                  <a:pt x="331505" y="92914"/>
                </a:cubicBezTo>
                <a:cubicBezTo>
                  <a:pt x="330993" y="91166"/>
                  <a:pt x="330737" y="86438"/>
                  <a:pt x="330737" y="78728"/>
                </a:cubicBezTo>
                <a:lnTo>
                  <a:pt x="330737" y="39795"/>
                </a:lnTo>
                <a:lnTo>
                  <a:pt x="321364" y="39795"/>
                </a:lnTo>
                <a:lnTo>
                  <a:pt x="321364" y="37099"/>
                </a:lnTo>
                <a:cubicBezTo>
                  <a:pt x="327817" y="32531"/>
                  <a:pt x="333310" y="27732"/>
                  <a:pt x="337843" y="22702"/>
                </a:cubicBezTo>
                <a:cubicBezTo>
                  <a:pt x="342376" y="17671"/>
                  <a:pt x="346332" y="12050"/>
                  <a:pt x="349712" y="5839"/>
                </a:cubicBezTo>
                <a:lnTo>
                  <a:pt x="352248" y="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PhaseI:SymptomV">
            <a:extLst xmlns:a="http://schemas.openxmlformats.org/drawingml/2006/main">
              <a:ext uri="{FF2B5EF4-FFF2-40B4-BE49-F238E27FC236}">
                <a16:creationId xmlns:a16="http://schemas.microsoft.com/office/drawing/2014/main" id="{2CAC4CF4-D3A0-41C4-8A9A-DF185DDB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18" y="121501"/>
            <a:ext cx="1369328" cy="140435"/>
          </a:xfrm>
          <a:custGeom xmlns:a="http://schemas.openxmlformats.org/drawingml/2006/main">
            <a:pathLst>
              <a:path w="1369328" h="140435">
                <a:moveTo>
                  <a:pt x="38489" y="59308"/>
                </a:moveTo>
                <a:lnTo>
                  <a:pt x="38489" y="88194"/>
                </a:lnTo>
                <a:cubicBezTo>
                  <a:pt x="38489" y="93857"/>
                  <a:pt x="38835" y="97422"/>
                  <a:pt x="39526" y="98890"/>
                </a:cubicBezTo>
                <a:cubicBezTo>
                  <a:pt x="40217" y="100356"/>
                  <a:pt x="41447" y="101526"/>
                  <a:pt x="43214" y="102402"/>
                </a:cubicBezTo>
                <a:cubicBezTo>
                  <a:pt x="44981" y="103276"/>
                  <a:pt x="48220" y="103713"/>
                  <a:pt x="52932" y="103713"/>
                </a:cubicBezTo>
                <a:lnTo>
                  <a:pt x="52932" y="106478"/>
                </a:lnTo>
                <a:lnTo>
                  <a:pt x="0" y="106478"/>
                </a:lnTo>
                <a:lnTo>
                  <a:pt x="0" y="103713"/>
                </a:lnTo>
                <a:cubicBezTo>
                  <a:pt x="4814" y="103713"/>
                  <a:pt x="8079" y="103262"/>
                  <a:pt x="9795" y="102361"/>
                </a:cubicBezTo>
                <a:cubicBezTo>
                  <a:pt x="11511" y="101460"/>
                  <a:pt x="12714" y="100289"/>
                  <a:pt x="13406" y="98849"/>
                </a:cubicBezTo>
                <a:cubicBezTo>
                  <a:pt x="14097" y="97408"/>
                  <a:pt x="14443" y="93857"/>
                  <a:pt x="14443" y="88194"/>
                </a:cubicBezTo>
                <a:lnTo>
                  <a:pt x="14443" y="20589"/>
                </a:lnTo>
                <a:cubicBezTo>
                  <a:pt x="14443" y="14926"/>
                  <a:pt x="14097" y="11362"/>
                  <a:pt x="13406" y="9896"/>
                </a:cubicBezTo>
                <a:cubicBezTo>
                  <a:pt x="12714" y="8428"/>
                  <a:pt x="11498" y="7257"/>
                  <a:pt x="9757" y="6384"/>
                </a:cubicBezTo>
                <a:cubicBezTo>
                  <a:pt x="8015" y="5508"/>
                  <a:pt x="4763" y="5070"/>
                  <a:pt x="0" y="5070"/>
                </a:cubicBezTo>
                <a:lnTo>
                  <a:pt x="0" y="2305"/>
                </a:lnTo>
                <a:lnTo>
                  <a:pt x="45403" y="2305"/>
                </a:lnTo>
                <a:cubicBezTo>
                  <a:pt x="60358" y="2305"/>
                  <a:pt x="71088" y="4968"/>
                  <a:pt x="77592" y="10294"/>
                </a:cubicBezTo>
                <a:cubicBezTo>
                  <a:pt x="84097" y="15621"/>
                  <a:pt x="87349" y="22279"/>
                  <a:pt x="87349" y="30269"/>
                </a:cubicBezTo>
                <a:cubicBezTo>
                  <a:pt x="87349" y="37029"/>
                  <a:pt x="85249" y="42817"/>
                  <a:pt x="81049" y="47631"/>
                </a:cubicBezTo>
                <a:cubicBezTo>
                  <a:pt x="76850" y="52445"/>
                  <a:pt x="71062" y="55723"/>
                  <a:pt x="63687" y="57464"/>
                </a:cubicBezTo>
                <a:cubicBezTo>
                  <a:pt x="58719" y="58694"/>
                  <a:pt x="50320" y="59308"/>
                  <a:pt x="38489" y="59308"/>
                </a:cubicBezTo>
                <a:moveTo>
                  <a:pt x="38489" y="8297"/>
                </a:moveTo>
                <a:lnTo>
                  <a:pt x="38489" y="53316"/>
                </a:lnTo>
                <a:cubicBezTo>
                  <a:pt x="40179" y="53418"/>
                  <a:pt x="41459" y="53470"/>
                  <a:pt x="42330" y="53470"/>
                </a:cubicBezTo>
                <a:cubicBezTo>
                  <a:pt x="48578" y="53470"/>
                  <a:pt x="53393" y="51613"/>
                  <a:pt x="56773" y="47900"/>
                </a:cubicBezTo>
                <a:cubicBezTo>
                  <a:pt x="60153" y="44187"/>
                  <a:pt x="61843" y="38438"/>
                  <a:pt x="61843" y="30653"/>
                </a:cubicBezTo>
                <a:cubicBezTo>
                  <a:pt x="61843" y="22919"/>
                  <a:pt x="60153" y="17260"/>
                  <a:pt x="56773" y="13675"/>
                </a:cubicBezTo>
                <a:cubicBezTo>
                  <a:pt x="53393" y="10090"/>
                  <a:pt x="48348" y="8297"/>
                  <a:pt x="41639" y="8297"/>
                </a:cubicBezTo>
                <a:lnTo>
                  <a:pt x="38489" y="8297"/>
                </a:lnTo>
                <a:close/>
                <a:moveTo>
                  <a:pt x="126219" y="2305"/>
                </a:moveTo>
                <a:lnTo>
                  <a:pt x="126219" y="43867"/>
                </a:lnTo>
                <a:cubicBezTo>
                  <a:pt x="130162" y="39689"/>
                  <a:pt x="133773" y="36737"/>
                  <a:pt x="137051" y="35010"/>
                </a:cubicBezTo>
                <a:cubicBezTo>
                  <a:pt x="140329" y="33283"/>
                  <a:pt x="143735" y="32420"/>
                  <a:pt x="147269" y="32420"/>
                </a:cubicBezTo>
                <a:cubicBezTo>
                  <a:pt x="151776" y="32420"/>
                  <a:pt x="155630" y="33700"/>
                  <a:pt x="158831" y="36261"/>
                </a:cubicBezTo>
                <a:cubicBezTo>
                  <a:pt x="162032" y="38822"/>
                  <a:pt x="164157" y="41831"/>
                  <a:pt x="165207" y="45288"/>
                </a:cubicBezTo>
                <a:cubicBezTo>
                  <a:pt x="166257" y="48745"/>
                  <a:pt x="166782" y="54571"/>
                  <a:pt x="166782" y="62765"/>
                </a:cubicBezTo>
                <a:lnTo>
                  <a:pt x="166782" y="90806"/>
                </a:lnTo>
                <a:cubicBezTo>
                  <a:pt x="166782" y="96320"/>
                  <a:pt x="167294" y="99759"/>
                  <a:pt x="168318" y="101125"/>
                </a:cubicBezTo>
                <a:cubicBezTo>
                  <a:pt x="169343" y="102490"/>
                  <a:pt x="171417" y="103353"/>
                  <a:pt x="174541" y="103713"/>
                </a:cubicBezTo>
                <a:lnTo>
                  <a:pt x="174541" y="106478"/>
                </a:lnTo>
                <a:lnTo>
                  <a:pt x="138126" y="106478"/>
                </a:lnTo>
                <a:lnTo>
                  <a:pt x="138126" y="103713"/>
                </a:lnTo>
                <a:cubicBezTo>
                  <a:pt x="140687" y="103353"/>
                  <a:pt x="142608" y="102322"/>
                  <a:pt x="143888" y="100620"/>
                </a:cubicBezTo>
                <a:cubicBezTo>
                  <a:pt x="144810" y="99281"/>
                  <a:pt x="145271" y="96009"/>
                  <a:pt x="145271" y="90806"/>
                </a:cubicBezTo>
                <a:lnTo>
                  <a:pt x="145271" y="58821"/>
                </a:lnTo>
                <a:cubicBezTo>
                  <a:pt x="145271" y="52889"/>
                  <a:pt x="145041" y="49170"/>
                  <a:pt x="144580" y="47662"/>
                </a:cubicBezTo>
                <a:cubicBezTo>
                  <a:pt x="144119" y="46153"/>
                  <a:pt x="143338" y="44977"/>
                  <a:pt x="142237" y="44133"/>
                </a:cubicBezTo>
                <a:cubicBezTo>
                  <a:pt x="141135" y="43290"/>
                  <a:pt x="139893" y="42868"/>
                  <a:pt x="138511" y="42868"/>
                </a:cubicBezTo>
                <a:cubicBezTo>
                  <a:pt x="136462" y="42868"/>
                  <a:pt x="134464" y="43572"/>
                  <a:pt x="132518" y="44981"/>
                </a:cubicBezTo>
                <a:cubicBezTo>
                  <a:pt x="130572" y="46389"/>
                  <a:pt x="128472" y="48860"/>
                  <a:pt x="126219" y="52394"/>
                </a:cubicBezTo>
                <a:lnTo>
                  <a:pt x="126219" y="90806"/>
                </a:lnTo>
                <a:cubicBezTo>
                  <a:pt x="126219" y="95958"/>
                  <a:pt x="126603" y="99178"/>
                  <a:pt x="127371" y="100467"/>
                </a:cubicBezTo>
                <a:cubicBezTo>
                  <a:pt x="128344" y="102218"/>
                  <a:pt x="130342" y="103300"/>
                  <a:pt x="133363" y="103713"/>
                </a:cubicBezTo>
                <a:lnTo>
                  <a:pt x="133363" y="106478"/>
                </a:lnTo>
                <a:lnTo>
                  <a:pt x="96949" y="106478"/>
                </a:lnTo>
                <a:lnTo>
                  <a:pt x="96949" y="103713"/>
                </a:lnTo>
                <a:cubicBezTo>
                  <a:pt x="99970" y="103404"/>
                  <a:pt x="102122" y="102425"/>
                  <a:pt x="103402" y="100776"/>
                </a:cubicBezTo>
                <a:cubicBezTo>
                  <a:pt x="104273" y="99643"/>
                  <a:pt x="104708" y="96320"/>
                  <a:pt x="104708" y="90806"/>
                </a:cubicBezTo>
                <a:lnTo>
                  <a:pt x="104708" y="17977"/>
                </a:lnTo>
                <a:cubicBezTo>
                  <a:pt x="104708" y="12482"/>
                  <a:pt x="104209" y="9061"/>
                  <a:pt x="103210" y="7714"/>
                </a:cubicBezTo>
                <a:cubicBezTo>
                  <a:pt x="102211" y="6366"/>
                  <a:pt x="100124" y="5485"/>
                  <a:pt x="96949" y="5070"/>
                </a:cubicBezTo>
                <a:lnTo>
                  <a:pt x="96949" y="2305"/>
                </a:lnTo>
                <a:lnTo>
                  <a:pt x="126219" y="2305"/>
                </a:lnTo>
                <a:close/>
                <a:moveTo>
                  <a:pt x="223426" y="95877"/>
                </a:moveTo>
                <a:cubicBezTo>
                  <a:pt x="214668" y="103661"/>
                  <a:pt x="206806" y="107554"/>
                  <a:pt x="199840" y="107554"/>
                </a:cubicBezTo>
                <a:cubicBezTo>
                  <a:pt x="195743" y="107554"/>
                  <a:pt x="192337" y="106205"/>
                  <a:pt x="189623" y="103509"/>
                </a:cubicBezTo>
                <a:cubicBezTo>
                  <a:pt x="186908" y="100810"/>
                  <a:pt x="185551" y="97431"/>
                  <a:pt x="185551" y="93373"/>
                </a:cubicBezTo>
                <a:cubicBezTo>
                  <a:pt x="185551" y="87873"/>
                  <a:pt x="187907" y="82927"/>
                  <a:pt x="192619" y="78534"/>
                </a:cubicBezTo>
                <a:cubicBezTo>
                  <a:pt x="197331" y="74140"/>
                  <a:pt x="207600" y="68295"/>
                  <a:pt x="223426" y="60998"/>
                </a:cubicBezTo>
                <a:lnTo>
                  <a:pt x="223426" y="53777"/>
                </a:lnTo>
                <a:cubicBezTo>
                  <a:pt x="223426" y="48348"/>
                  <a:pt x="223131" y="44929"/>
                  <a:pt x="222542" y="43521"/>
                </a:cubicBezTo>
                <a:cubicBezTo>
                  <a:pt x="221953" y="42112"/>
                  <a:pt x="220839" y="40883"/>
                  <a:pt x="219200" y="39833"/>
                </a:cubicBezTo>
                <a:cubicBezTo>
                  <a:pt x="217561" y="38783"/>
                  <a:pt x="215717" y="38258"/>
                  <a:pt x="213669" y="38258"/>
                </a:cubicBezTo>
                <a:cubicBezTo>
                  <a:pt x="210340" y="38258"/>
                  <a:pt x="207600" y="39001"/>
                  <a:pt x="205449" y="40486"/>
                </a:cubicBezTo>
                <a:cubicBezTo>
                  <a:pt x="204117" y="41408"/>
                  <a:pt x="203451" y="42484"/>
                  <a:pt x="203451" y="43713"/>
                </a:cubicBezTo>
                <a:cubicBezTo>
                  <a:pt x="203451" y="44788"/>
                  <a:pt x="204168" y="46120"/>
                  <a:pt x="205602" y="47708"/>
                </a:cubicBezTo>
                <a:cubicBezTo>
                  <a:pt x="207549" y="49910"/>
                  <a:pt x="208522" y="52036"/>
                  <a:pt x="208522" y="54084"/>
                </a:cubicBezTo>
                <a:cubicBezTo>
                  <a:pt x="208522" y="56594"/>
                  <a:pt x="207587" y="58732"/>
                  <a:pt x="205718" y="60499"/>
                </a:cubicBezTo>
                <a:cubicBezTo>
                  <a:pt x="203848" y="62266"/>
                  <a:pt x="201403" y="63149"/>
                  <a:pt x="198381" y="63149"/>
                </a:cubicBezTo>
                <a:cubicBezTo>
                  <a:pt x="195154" y="63149"/>
                  <a:pt x="192453" y="62176"/>
                  <a:pt x="190276" y="60230"/>
                </a:cubicBezTo>
                <a:cubicBezTo>
                  <a:pt x="188099" y="58284"/>
                  <a:pt x="187011" y="56005"/>
                  <a:pt x="187011" y="53393"/>
                </a:cubicBezTo>
                <a:cubicBezTo>
                  <a:pt x="187011" y="49705"/>
                  <a:pt x="188471" y="46184"/>
                  <a:pt x="191390" y="42829"/>
                </a:cubicBezTo>
                <a:cubicBezTo>
                  <a:pt x="194309" y="39475"/>
                  <a:pt x="198381" y="36901"/>
                  <a:pt x="203605" y="35109"/>
                </a:cubicBezTo>
                <a:cubicBezTo>
                  <a:pt x="208829" y="33316"/>
                  <a:pt x="214258" y="32420"/>
                  <a:pt x="219892" y="32420"/>
                </a:cubicBezTo>
                <a:cubicBezTo>
                  <a:pt x="226703" y="32420"/>
                  <a:pt x="232094" y="33871"/>
                  <a:pt x="236063" y="36772"/>
                </a:cubicBezTo>
                <a:cubicBezTo>
                  <a:pt x="240032" y="39672"/>
                  <a:pt x="242606" y="42817"/>
                  <a:pt x="243784" y="46205"/>
                </a:cubicBezTo>
                <a:cubicBezTo>
                  <a:pt x="244501" y="48361"/>
                  <a:pt x="244859" y="53314"/>
                  <a:pt x="244859" y="61066"/>
                </a:cubicBezTo>
                <a:lnTo>
                  <a:pt x="244859" y="89018"/>
                </a:lnTo>
                <a:cubicBezTo>
                  <a:pt x="244859" y="92303"/>
                  <a:pt x="244987" y="94370"/>
                  <a:pt x="245244" y="95219"/>
                </a:cubicBezTo>
                <a:cubicBezTo>
                  <a:pt x="245500" y="96065"/>
                  <a:pt x="245884" y="96694"/>
                  <a:pt x="246396" y="97106"/>
                </a:cubicBezTo>
                <a:cubicBezTo>
                  <a:pt x="246908" y="97515"/>
                  <a:pt x="247497" y="97720"/>
                  <a:pt x="248163" y="97720"/>
                </a:cubicBezTo>
                <a:cubicBezTo>
                  <a:pt x="249495" y="97720"/>
                  <a:pt x="250852" y="96773"/>
                  <a:pt x="252235" y="94878"/>
                </a:cubicBezTo>
                <a:lnTo>
                  <a:pt x="254539" y="96722"/>
                </a:lnTo>
                <a:cubicBezTo>
                  <a:pt x="251978" y="100512"/>
                  <a:pt x="249328" y="103264"/>
                  <a:pt x="246588" y="104980"/>
                </a:cubicBezTo>
                <a:cubicBezTo>
                  <a:pt x="243848" y="106696"/>
                  <a:pt x="240737" y="107554"/>
                  <a:pt x="237254" y="107554"/>
                </a:cubicBezTo>
                <a:cubicBezTo>
                  <a:pt x="233157" y="107554"/>
                  <a:pt x="229956" y="106587"/>
                  <a:pt x="227651" y="104654"/>
                </a:cubicBezTo>
                <a:cubicBezTo>
                  <a:pt x="225346" y="102720"/>
                  <a:pt x="223938" y="99795"/>
                  <a:pt x="223426" y="95877"/>
                </a:cubicBezTo>
                <a:moveTo>
                  <a:pt x="223426" y="90192"/>
                </a:moveTo>
                <a:lnTo>
                  <a:pt x="223426" y="66160"/>
                </a:lnTo>
                <a:cubicBezTo>
                  <a:pt x="217228" y="69814"/>
                  <a:pt x="212619" y="73726"/>
                  <a:pt x="209597" y="77895"/>
                </a:cubicBezTo>
                <a:cubicBezTo>
                  <a:pt x="207600" y="80673"/>
                  <a:pt x="206601" y="83478"/>
                  <a:pt x="206601" y="86310"/>
                </a:cubicBezTo>
                <a:cubicBezTo>
                  <a:pt x="206601" y="88677"/>
                  <a:pt x="207446" y="90761"/>
                  <a:pt x="209136" y="92564"/>
                </a:cubicBezTo>
                <a:cubicBezTo>
                  <a:pt x="210417" y="93953"/>
                  <a:pt x="212209" y="94647"/>
                  <a:pt x="214514" y="94647"/>
                </a:cubicBezTo>
                <a:cubicBezTo>
                  <a:pt x="217075" y="94647"/>
                  <a:pt x="220045" y="93162"/>
                  <a:pt x="223426" y="90192"/>
                </a:cubicBezTo>
                <a:close/>
                <a:moveTo>
                  <a:pt x="307446" y="32727"/>
                </a:moveTo>
                <a:lnTo>
                  <a:pt x="308599" y="57311"/>
                </a:lnTo>
                <a:lnTo>
                  <a:pt x="305987" y="57311"/>
                </a:lnTo>
                <a:cubicBezTo>
                  <a:pt x="302862" y="49979"/>
                  <a:pt x="299623" y="44971"/>
                  <a:pt x="296268" y="42287"/>
                </a:cubicBezTo>
                <a:cubicBezTo>
                  <a:pt x="292914" y="39601"/>
                  <a:pt x="289572" y="38258"/>
                  <a:pt x="286243" y="38258"/>
                </a:cubicBezTo>
                <a:cubicBezTo>
                  <a:pt x="284143" y="38258"/>
                  <a:pt x="282350" y="38963"/>
                  <a:pt x="280865" y="40371"/>
                </a:cubicBezTo>
                <a:cubicBezTo>
                  <a:pt x="279380" y="41780"/>
                  <a:pt x="278637" y="43406"/>
                  <a:pt x="278637" y="45249"/>
                </a:cubicBezTo>
                <a:cubicBezTo>
                  <a:pt x="278637" y="46632"/>
                  <a:pt x="279149" y="47964"/>
                  <a:pt x="280174" y="49244"/>
                </a:cubicBezTo>
                <a:cubicBezTo>
                  <a:pt x="281813" y="51344"/>
                  <a:pt x="286396" y="54942"/>
                  <a:pt x="293925" y="60038"/>
                </a:cubicBezTo>
                <a:cubicBezTo>
                  <a:pt x="301454" y="65134"/>
                  <a:pt x="306409" y="69462"/>
                  <a:pt x="308791" y="73021"/>
                </a:cubicBezTo>
                <a:cubicBezTo>
                  <a:pt x="311172" y="76581"/>
                  <a:pt x="312363" y="80563"/>
                  <a:pt x="312363" y="84968"/>
                </a:cubicBezTo>
                <a:cubicBezTo>
                  <a:pt x="312363" y="88962"/>
                  <a:pt x="311364" y="92880"/>
                  <a:pt x="309367" y="96722"/>
                </a:cubicBezTo>
                <a:cubicBezTo>
                  <a:pt x="307369" y="100563"/>
                  <a:pt x="304553" y="103508"/>
                  <a:pt x="300916" y="105556"/>
                </a:cubicBezTo>
                <a:cubicBezTo>
                  <a:pt x="297280" y="107605"/>
                  <a:pt x="293259" y="108629"/>
                  <a:pt x="288855" y="108629"/>
                </a:cubicBezTo>
                <a:cubicBezTo>
                  <a:pt x="285423" y="108629"/>
                  <a:pt x="280839" y="107534"/>
                  <a:pt x="275103" y="105343"/>
                </a:cubicBezTo>
                <a:cubicBezTo>
                  <a:pt x="273567" y="104768"/>
                  <a:pt x="272517" y="104481"/>
                  <a:pt x="271953" y="104481"/>
                </a:cubicBezTo>
                <a:cubicBezTo>
                  <a:pt x="270263" y="104481"/>
                  <a:pt x="268855" y="105761"/>
                  <a:pt x="267728" y="108322"/>
                </a:cubicBezTo>
                <a:lnTo>
                  <a:pt x="265193" y="108322"/>
                </a:lnTo>
                <a:lnTo>
                  <a:pt x="263964" y="82509"/>
                </a:lnTo>
                <a:lnTo>
                  <a:pt x="266576" y="82509"/>
                </a:lnTo>
                <a:cubicBezTo>
                  <a:pt x="268881" y="89270"/>
                  <a:pt x="272043" y="94340"/>
                  <a:pt x="276064" y="97720"/>
                </a:cubicBezTo>
                <a:cubicBezTo>
                  <a:pt x="280084" y="101101"/>
                  <a:pt x="283887" y="102791"/>
                  <a:pt x="287472" y="102791"/>
                </a:cubicBezTo>
                <a:cubicBezTo>
                  <a:pt x="289930" y="102791"/>
                  <a:pt x="291941" y="102035"/>
                  <a:pt x="293503" y="100524"/>
                </a:cubicBezTo>
                <a:cubicBezTo>
                  <a:pt x="295065" y="99014"/>
                  <a:pt x="295846" y="97183"/>
                  <a:pt x="295846" y="95031"/>
                </a:cubicBezTo>
                <a:cubicBezTo>
                  <a:pt x="295846" y="92573"/>
                  <a:pt x="295078" y="90448"/>
                  <a:pt x="293541" y="88655"/>
                </a:cubicBezTo>
                <a:cubicBezTo>
                  <a:pt x="292005" y="86863"/>
                  <a:pt x="288573" y="84148"/>
                  <a:pt x="283247" y="80512"/>
                </a:cubicBezTo>
                <a:cubicBezTo>
                  <a:pt x="275411" y="75083"/>
                  <a:pt x="270340" y="70934"/>
                  <a:pt x="268035" y="68066"/>
                </a:cubicBezTo>
                <a:cubicBezTo>
                  <a:pt x="264655" y="63866"/>
                  <a:pt x="262965" y="59231"/>
                  <a:pt x="262965" y="54161"/>
                </a:cubicBezTo>
                <a:cubicBezTo>
                  <a:pt x="262965" y="48630"/>
                  <a:pt x="264873" y="43623"/>
                  <a:pt x="268688" y="39142"/>
                </a:cubicBezTo>
                <a:cubicBezTo>
                  <a:pt x="272504" y="34661"/>
                  <a:pt x="278023" y="32420"/>
                  <a:pt x="285244" y="32420"/>
                </a:cubicBezTo>
                <a:cubicBezTo>
                  <a:pt x="289136" y="32420"/>
                  <a:pt x="292901" y="33404"/>
                  <a:pt x="296537" y="35373"/>
                </a:cubicBezTo>
                <a:cubicBezTo>
                  <a:pt x="297920" y="36170"/>
                  <a:pt x="299047" y="36568"/>
                  <a:pt x="299917" y="36568"/>
                </a:cubicBezTo>
                <a:cubicBezTo>
                  <a:pt x="300839" y="36568"/>
                  <a:pt x="301582" y="36376"/>
                  <a:pt x="302145" y="35992"/>
                </a:cubicBezTo>
                <a:cubicBezTo>
                  <a:pt x="302709" y="35608"/>
                  <a:pt x="303605" y="34520"/>
                  <a:pt x="304834" y="32727"/>
                </a:cubicBezTo>
                <a:lnTo>
                  <a:pt x="307446" y="32727"/>
                </a:lnTo>
                <a:close/>
                <a:moveTo>
                  <a:pt x="383682" y="67913"/>
                </a:moveTo>
                <a:lnTo>
                  <a:pt x="344272" y="67913"/>
                </a:lnTo>
                <a:cubicBezTo>
                  <a:pt x="344733" y="77464"/>
                  <a:pt x="347268" y="85013"/>
                  <a:pt x="351877" y="90559"/>
                </a:cubicBezTo>
                <a:cubicBezTo>
                  <a:pt x="355411" y="94821"/>
                  <a:pt x="359662" y="96952"/>
                  <a:pt x="364630" y="96952"/>
                </a:cubicBezTo>
                <a:cubicBezTo>
                  <a:pt x="367703" y="96952"/>
                  <a:pt x="370494" y="96094"/>
                  <a:pt x="373004" y="94378"/>
                </a:cubicBezTo>
                <a:cubicBezTo>
                  <a:pt x="375513" y="92663"/>
                  <a:pt x="378202" y="89577"/>
                  <a:pt x="381070" y="85121"/>
                </a:cubicBezTo>
                <a:lnTo>
                  <a:pt x="383682" y="86811"/>
                </a:lnTo>
                <a:cubicBezTo>
                  <a:pt x="379790" y="94750"/>
                  <a:pt x="375488" y="100371"/>
                  <a:pt x="370776" y="103674"/>
                </a:cubicBezTo>
                <a:cubicBezTo>
                  <a:pt x="366064" y="106978"/>
                  <a:pt x="360610" y="108629"/>
                  <a:pt x="354412" y="108629"/>
                </a:cubicBezTo>
                <a:cubicBezTo>
                  <a:pt x="343759" y="108629"/>
                  <a:pt x="335693" y="104528"/>
                  <a:pt x="330213" y="96325"/>
                </a:cubicBezTo>
                <a:cubicBezTo>
                  <a:pt x="325808" y="89712"/>
                  <a:pt x="323606" y="81510"/>
                  <a:pt x="323606" y="71718"/>
                </a:cubicBezTo>
                <a:cubicBezTo>
                  <a:pt x="323606" y="59720"/>
                  <a:pt x="326845" y="50172"/>
                  <a:pt x="333324" y="43072"/>
                </a:cubicBezTo>
                <a:cubicBezTo>
                  <a:pt x="339803" y="35971"/>
                  <a:pt x="347396" y="32420"/>
                  <a:pt x="356102" y="32420"/>
                </a:cubicBezTo>
                <a:cubicBezTo>
                  <a:pt x="363375" y="32420"/>
                  <a:pt x="369688" y="35403"/>
                  <a:pt x="375040" y="41370"/>
                </a:cubicBezTo>
                <a:cubicBezTo>
                  <a:pt x="380392" y="47336"/>
                  <a:pt x="383273" y="56184"/>
                  <a:pt x="383682" y="67913"/>
                </a:cubicBezTo>
                <a:moveTo>
                  <a:pt x="364784" y="62842"/>
                </a:moveTo>
                <a:cubicBezTo>
                  <a:pt x="364784" y="54596"/>
                  <a:pt x="364335" y="48937"/>
                  <a:pt x="363439" y="45864"/>
                </a:cubicBezTo>
                <a:cubicBezTo>
                  <a:pt x="362543" y="42791"/>
                  <a:pt x="361147" y="40461"/>
                  <a:pt x="359252" y="38873"/>
                </a:cubicBezTo>
                <a:cubicBezTo>
                  <a:pt x="358177" y="37951"/>
                  <a:pt x="356743" y="37490"/>
                  <a:pt x="354950" y="37490"/>
                </a:cubicBezTo>
                <a:cubicBezTo>
                  <a:pt x="352287" y="37490"/>
                  <a:pt x="350110" y="38796"/>
                  <a:pt x="348420" y="41408"/>
                </a:cubicBezTo>
                <a:cubicBezTo>
                  <a:pt x="345398" y="45966"/>
                  <a:pt x="343887" y="52215"/>
                  <a:pt x="343887" y="60153"/>
                </a:cubicBezTo>
                <a:lnTo>
                  <a:pt x="343887" y="62842"/>
                </a:lnTo>
                <a:lnTo>
                  <a:pt x="364784" y="62842"/>
                </a:lnTo>
                <a:close/>
                <a:moveTo>
                  <a:pt x="483685" y="103713"/>
                </a:moveTo>
                <a:lnTo>
                  <a:pt x="483685" y="106478"/>
                </a:lnTo>
                <a:lnTo>
                  <a:pt x="429217" y="106478"/>
                </a:lnTo>
                <a:lnTo>
                  <a:pt x="429217" y="103713"/>
                </a:lnTo>
                <a:lnTo>
                  <a:pt x="432674" y="103713"/>
                </a:lnTo>
                <a:cubicBezTo>
                  <a:pt x="435696" y="103713"/>
                  <a:pt x="438129" y="103172"/>
                  <a:pt x="439972" y="102092"/>
                </a:cubicBezTo>
                <a:cubicBezTo>
                  <a:pt x="441304" y="101370"/>
                  <a:pt x="442328" y="100135"/>
                  <a:pt x="443045" y="98385"/>
                </a:cubicBezTo>
                <a:cubicBezTo>
                  <a:pt x="443609" y="97150"/>
                  <a:pt x="443890" y="93906"/>
                  <a:pt x="443890" y="88655"/>
                </a:cubicBezTo>
                <a:lnTo>
                  <a:pt x="443890" y="20128"/>
                </a:lnTo>
                <a:cubicBezTo>
                  <a:pt x="443890" y="14774"/>
                  <a:pt x="443609" y="11428"/>
                  <a:pt x="443045" y="10090"/>
                </a:cubicBezTo>
                <a:cubicBezTo>
                  <a:pt x="442482" y="8751"/>
                  <a:pt x="441342" y="7579"/>
                  <a:pt x="439627" y="6576"/>
                </a:cubicBezTo>
                <a:cubicBezTo>
                  <a:pt x="437911" y="5572"/>
                  <a:pt x="435593" y="5070"/>
                  <a:pt x="432674" y="5070"/>
                </a:cubicBezTo>
                <a:lnTo>
                  <a:pt x="429217" y="5070"/>
                </a:lnTo>
                <a:lnTo>
                  <a:pt x="429217" y="2305"/>
                </a:lnTo>
                <a:lnTo>
                  <a:pt x="483685" y="2305"/>
                </a:lnTo>
                <a:lnTo>
                  <a:pt x="483685" y="5070"/>
                </a:lnTo>
                <a:lnTo>
                  <a:pt x="480228" y="5070"/>
                </a:lnTo>
                <a:cubicBezTo>
                  <a:pt x="477206" y="5070"/>
                  <a:pt x="474774" y="5611"/>
                  <a:pt x="472930" y="6691"/>
                </a:cubicBezTo>
                <a:cubicBezTo>
                  <a:pt x="471598" y="7413"/>
                  <a:pt x="470548" y="8648"/>
                  <a:pt x="469780" y="10398"/>
                </a:cubicBezTo>
                <a:cubicBezTo>
                  <a:pt x="469217" y="11633"/>
                  <a:pt x="468935" y="14877"/>
                  <a:pt x="468935" y="20128"/>
                </a:cubicBezTo>
                <a:lnTo>
                  <a:pt x="468935" y="88655"/>
                </a:lnTo>
                <a:cubicBezTo>
                  <a:pt x="468935" y="94009"/>
                  <a:pt x="469230" y="97355"/>
                  <a:pt x="469819" y="98695"/>
                </a:cubicBezTo>
                <a:cubicBezTo>
                  <a:pt x="470408" y="100033"/>
                  <a:pt x="471560" y="101204"/>
                  <a:pt x="473276" y="102207"/>
                </a:cubicBezTo>
                <a:cubicBezTo>
                  <a:pt x="474991" y="103211"/>
                  <a:pt x="477309" y="103713"/>
                  <a:pt x="480228" y="103713"/>
                </a:cubicBezTo>
                <a:lnTo>
                  <a:pt x="483685" y="103713"/>
                </a:lnTo>
                <a:close/>
                <a:moveTo>
                  <a:pt x="513136" y="32573"/>
                </a:moveTo>
                <a:cubicBezTo>
                  <a:pt x="516670" y="32573"/>
                  <a:pt x="519679" y="33815"/>
                  <a:pt x="522163" y="36299"/>
                </a:cubicBezTo>
                <a:cubicBezTo>
                  <a:pt x="524647" y="38783"/>
                  <a:pt x="525889" y="41792"/>
                  <a:pt x="525889" y="45326"/>
                </a:cubicBezTo>
                <a:cubicBezTo>
                  <a:pt x="525889" y="48860"/>
                  <a:pt x="524647" y="51869"/>
                  <a:pt x="522163" y="54353"/>
                </a:cubicBezTo>
                <a:cubicBezTo>
                  <a:pt x="519679" y="56837"/>
                  <a:pt x="516670" y="58079"/>
                  <a:pt x="513136" y="58079"/>
                </a:cubicBezTo>
                <a:cubicBezTo>
                  <a:pt x="509602" y="58079"/>
                  <a:pt x="506593" y="56837"/>
                  <a:pt x="504109" y="54353"/>
                </a:cubicBezTo>
                <a:cubicBezTo>
                  <a:pt x="501625" y="51869"/>
                  <a:pt x="500383" y="48860"/>
                  <a:pt x="500383" y="45326"/>
                </a:cubicBezTo>
                <a:cubicBezTo>
                  <a:pt x="500383" y="41792"/>
                  <a:pt x="501625" y="38783"/>
                  <a:pt x="504109" y="36299"/>
                </a:cubicBezTo>
                <a:cubicBezTo>
                  <a:pt x="506593" y="33815"/>
                  <a:pt x="509602" y="32573"/>
                  <a:pt x="513136" y="32573"/>
                </a:cubicBezTo>
                <a:moveTo>
                  <a:pt x="513059" y="82816"/>
                </a:moveTo>
                <a:cubicBezTo>
                  <a:pt x="516644" y="82816"/>
                  <a:pt x="519679" y="84075"/>
                  <a:pt x="522163" y="86593"/>
                </a:cubicBezTo>
                <a:cubicBezTo>
                  <a:pt x="524647" y="89109"/>
                  <a:pt x="525889" y="92139"/>
                  <a:pt x="525889" y="95684"/>
                </a:cubicBezTo>
                <a:cubicBezTo>
                  <a:pt x="525889" y="99230"/>
                  <a:pt x="524634" y="102248"/>
                  <a:pt x="522124" y="104740"/>
                </a:cubicBezTo>
                <a:cubicBezTo>
                  <a:pt x="519615" y="107231"/>
                  <a:pt x="516593" y="108476"/>
                  <a:pt x="513059" y="108476"/>
                </a:cubicBezTo>
                <a:cubicBezTo>
                  <a:pt x="509525" y="108476"/>
                  <a:pt x="506516" y="107231"/>
                  <a:pt x="504032" y="104740"/>
                </a:cubicBezTo>
                <a:cubicBezTo>
                  <a:pt x="501548" y="102248"/>
                  <a:pt x="500306" y="99230"/>
                  <a:pt x="500306" y="95684"/>
                </a:cubicBezTo>
                <a:cubicBezTo>
                  <a:pt x="500306" y="92139"/>
                  <a:pt x="501548" y="89109"/>
                  <a:pt x="504032" y="86593"/>
                </a:cubicBezTo>
                <a:cubicBezTo>
                  <a:pt x="506516" y="84075"/>
                  <a:pt x="509525" y="82816"/>
                  <a:pt x="513059" y="82816"/>
                </a:cubicBezTo>
                <a:close/>
                <a:moveTo>
                  <a:pt x="652022" y="0"/>
                </a:moveTo>
                <a:lnTo>
                  <a:pt x="652867" y="34725"/>
                </a:lnTo>
                <a:lnTo>
                  <a:pt x="649717" y="34725"/>
                </a:lnTo>
                <a:cubicBezTo>
                  <a:pt x="648232" y="26040"/>
                  <a:pt x="644582" y="19055"/>
                  <a:pt x="638769" y="13768"/>
                </a:cubicBezTo>
                <a:cubicBezTo>
                  <a:pt x="632956" y="8482"/>
                  <a:pt x="626670" y="5839"/>
                  <a:pt x="619909" y="5839"/>
                </a:cubicBezTo>
                <a:cubicBezTo>
                  <a:pt x="614685" y="5839"/>
                  <a:pt x="610549" y="7230"/>
                  <a:pt x="607502" y="10014"/>
                </a:cubicBezTo>
                <a:cubicBezTo>
                  <a:pt x="604455" y="12795"/>
                  <a:pt x="602931" y="15999"/>
                  <a:pt x="602931" y="19624"/>
                </a:cubicBezTo>
                <a:cubicBezTo>
                  <a:pt x="602931" y="21920"/>
                  <a:pt x="603469" y="23963"/>
                  <a:pt x="604544" y="25750"/>
                </a:cubicBezTo>
                <a:cubicBezTo>
                  <a:pt x="606029" y="28150"/>
                  <a:pt x="608411" y="30523"/>
                  <a:pt x="611689" y="32871"/>
                </a:cubicBezTo>
                <a:cubicBezTo>
                  <a:pt x="614096" y="34556"/>
                  <a:pt x="619653" y="37544"/>
                  <a:pt x="628360" y="41833"/>
                </a:cubicBezTo>
                <a:cubicBezTo>
                  <a:pt x="640549" y="47806"/>
                  <a:pt x="648769" y="53449"/>
                  <a:pt x="653020" y="58761"/>
                </a:cubicBezTo>
                <a:cubicBezTo>
                  <a:pt x="657220" y="64071"/>
                  <a:pt x="659320" y="70148"/>
                  <a:pt x="659320" y="76992"/>
                </a:cubicBezTo>
                <a:cubicBezTo>
                  <a:pt x="659320" y="85673"/>
                  <a:pt x="655927" y="93142"/>
                  <a:pt x="649141" y="99398"/>
                </a:cubicBezTo>
                <a:cubicBezTo>
                  <a:pt x="642354" y="105655"/>
                  <a:pt x="633737" y="108783"/>
                  <a:pt x="623289" y="108783"/>
                </a:cubicBezTo>
                <a:cubicBezTo>
                  <a:pt x="620011" y="108783"/>
                  <a:pt x="616913" y="108450"/>
                  <a:pt x="613994" y="107784"/>
                </a:cubicBezTo>
                <a:cubicBezTo>
                  <a:pt x="611074" y="107118"/>
                  <a:pt x="607412" y="105864"/>
                  <a:pt x="603008" y="104020"/>
                </a:cubicBezTo>
                <a:cubicBezTo>
                  <a:pt x="600549" y="102996"/>
                  <a:pt x="598526" y="102483"/>
                  <a:pt x="596939" y="102483"/>
                </a:cubicBezTo>
                <a:cubicBezTo>
                  <a:pt x="595607" y="102483"/>
                  <a:pt x="594199" y="103002"/>
                  <a:pt x="592713" y="104039"/>
                </a:cubicBezTo>
                <a:cubicBezTo>
                  <a:pt x="591228" y="105076"/>
                  <a:pt x="590024" y="106658"/>
                  <a:pt x="589103" y="108783"/>
                </a:cubicBezTo>
                <a:lnTo>
                  <a:pt x="586260" y="108783"/>
                </a:lnTo>
                <a:lnTo>
                  <a:pt x="586260" y="69449"/>
                </a:lnTo>
                <a:lnTo>
                  <a:pt x="589103" y="69449"/>
                </a:lnTo>
                <a:cubicBezTo>
                  <a:pt x="591356" y="80486"/>
                  <a:pt x="595697" y="88905"/>
                  <a:pt x="602124" y="94705"/>
                </a:cubicBezTo>
                <a:cubicBezTo>
                  <a:pt x="608552" y="100505"/>
                  <a:pt x="615479" y="103405"/>
                  <a:pt x="622905" y="103405"/>
                </a:cubicBezTo>
                <a:cubicBezTo>
                  <a:pt x="628641" y="103405"/>
                  <a:pt x="633212" y="101848"/>
                  <a:pt x="636618" y="98733"/>
                </a:cubicBezTo>
                <a:cubicBezTo>
                  <a:pt x="640024" y="95619"/>
                  <a:pt x="641727" y="91994"/>
                  <a:pt x="641727" y="87858"/>
                </a:cubicBezTo>
                <a:cubicBezTo>
                  <a:pt x="641727" y="85408"/>
                  <a:pt x="641074" y="83034"/>
                  <a:pt x="639768" y="80737"/>
                </a:cubicBezTo>
                <a:cubicBezTo>
                  <a:pt x="638462" y="78439"/>
                  <a:pt x="636477" y="76256"/>
                  <a:pt x="633814" y="74188"/>
                </a:cubicBezTo>
                <a:cubicBezTo>
                  <a:pt x="631151" y="72120"/>
                  <a:pt x="626439" y="69427"/>
                  <a:pt x="619679" y="66110"/>
                </a:cubicBezTo>
                <a:cubicBezTo>
                  <a:pt x="610204" y="61463"/>
                  <a:pt x="603392" y="57504"/>
                  <a:pt x="599243" y="54231"/>
                </a:cubicBezTo>
                <a:cubicBezTo>
                  <a:pt x="595095" y="50958"/>
                  <a:pt x="591907" y="47301"/>
                  <a:pt x="589679" y="43262"/>
                </a:cubicBezTo>
                <a:cubicBezTo>
                  <a:pt x="587451" y="39222"/>
                  <a:pt x="586337" y="34773"/>
                  <a:pt x="586337" y="29916"/>
                </a:cubicBezTo>
                <a:cubicBezTo>
                  <a:pt x="586337" y="21632"/>
                  <a:pt x="589384" y="14575"/>
                  <a:pt x="595479" y="8746"/>
                </a:cubicBezTo>
                <a:cubicBezTo>
                  <a:pt x="601574" y="2915"/>
                  <a:pt x="609256" y="0"/>
                  <a:pt x="618526" y="0"/>
                </a:cubicBezTo>
                <a:cubicBezTo>
                  <a:pt x="621906" y="0"/>
                  <a:pt x="625184" y="415"/>
                  <a:pt x="628360" y="1244"/>
                </a:cubicBezTo>
                <a:cubicBezTo>
                  <a:pt x="630767" y="1865"/>
                  <a:pt x="633699" y="3016"/>
                  <a:pt x="637156" y="4698"/>
                </a:cubicBezTo>
                <a:cubicBezTo>
                  <a:pt x="640613" y="6380"/>
                  <a:pt x="643033" y="7221"/>
                  <a:pt x="644416" y="7221"/>
                </a:cubicBezTo>
                <a:cubicBezTo>
                  <a:pt x="645748" y="7221"/>
                  <a:pt x="646797" y="6808"/>
                  <a:pt x="647566" y="5980"/>
                </a:cubicBezTo>
                <a:cubicBezTo>
                  <a:pt x="648334" y="5151"/>
                  <a:pt x="649051" y="3158"/>
                  <a:pt x="649717" y="0"/>
                </a:cubicBezTo>
                <a:lnTo>
                  <a:pt x="652022" y="0"/>
                </a:lnTo>
                <a:close/>
                <a:moveTo>
                  <a:pt x="703256" y="109467"/>
                </a:moveTo>
                <a:lnTo>
                  <a:pt x="680055" y="56103"/>
                </a:lnTo>
                <a:cubicBezTo>
                  <a:pt x="676572" y="48021"/>
                  <a:pt x="673999" y="43053"/>
                  <a:pt x="672334" y="41199"/>
                </a:cubicBezTo>
                <a:cubicBezTo>
                  <a:pt x="670670" y="39344"/>
                  <a:pt x="668660" y="38057"/>
                  <a:pt x="666304" y="37337"/>
                </a:cubicBezTo>
                <a:lnTo>
                  <a:pt x="666304" y="34571"/>
                </a:lnTo>
                <a:lnTo>
                  <a:pt x="704485" y="34571"/>
                </a:lnTo>
                <a:lnTo>
                  <a:pt x="704485" y="37337"/>
                </a:lnTo>
                <a:cubicBezTo>
                  <a:pt x="701976" y="37439"/>
                  <a:pt x="700209" y="37928"/>
                  <a:pt x="699184" y="38803"/>
                </a:cubicBezTo>
                <a:cubicBezTo>
                  <a:pt x="698160" y="39677"/>
                  <a:pt x="697648" y="40732"/>
                  <a:pt x="697648" y="41968"/>
                </a:cubicBezTo>
                <a:cubicBezTo>
                  <a:pt x="697648" y="43922"/>
                  <a:pt x="698928" y="47781"/>
                  <a:pt x="701489" y="53544"/>
                </a:cubicBezTo>
                <a:lnTo>
                  <a:pt x="713781" y="81794"/>
                </a:lnTo>
                <a:lnTo>
                  <a:pt x="722155" y="59964"/>
                </a:lnTo>
                <a:cubicBezTo>
                  <a:pt x="725176" y="52190"/>
                  <a:pt x="726687" y="46784"/>
                  <a:pt x="726687" y="43747"/>
                </a:cubicBezTo>
                <a:cubicBezTo>
                  <a:pt x="726687" y="41842"/>
                  <a:pt x="726060" y="40323"/>
                  <a:pt x="724805" y="39190"/>
                </a:cubicBezTo>
                <a:cubicBezTo>
                  <a:pt x="723550" y="38057"/>
                  <a:pt x="721335" y="37439"/>
                  <a:pt x="718160" y="37337"/>
                </a:cubicBezTo>
                <a:lnTo>
                  <a:pt x="718160" y="34571"/>
                </a:lnTo>
                <a:lnTo>
                  <a:pt x="742206" y="34571"/>
                </a:lnTo>
                <a:lnTo>
                  <a:pt x="742206" y="37337"/>
                </a:lnTo>
                <a:cubicBezTo>
                  <a:pt x="739850" y="37594"/>
                  <a:pt x="737929" y="38508"/>
                  <a:pt x="736444" y="40078"/>
                </a:cubicBezTo>
                <a:cubicBezTo>
                  <a:pt x="734959" y="41648"/>
                  <a:pt x="732475" y="46990"/>
                  <a:pt x="728992" y="56103"/>
                </a:cubicBezTo>
                <a:lnTo>
                  <a:pt x="708480" y="109398"/>
                </a:lnTo>
                <a:cubicBezTo>
                  <a:pt x="703307" y="122714"/>
                  <a:pt x="699466" y="130908"/>
                  <a:pt x="696956" y="133981"/>
                </a:cubicBezTo>
                <a:cubicBezTo>
                  <a:pt x="693422" y="138283"/>
                  <a:pt x="688992" y="140435"/>
                  <a:pt x="683666" y="140435"/>
                </a:cubicBezTo>
                <a:cubicBezTo>
                  <a:pt x="679415" y="140435"/>
                  <a:pt x="675971" y="139218"/>
                  <a:pt x="673333" y="136785"/>
                </a:cubicBezTo>
                <a:cubicBezTo>
                  <a:pt x="670695" y="134353"/>
                  <a:pt x="669377" y="131421"/>
                  <a:pt x="669377" y="127989"/>
                </a:cubicBezTo>
                <a:cubicBezTo>
                  <a:pt x="669377" y="125019"/>
                  <a:pt x="670286" y="122560"/>
                  <a:pt x="672104" y="120614"/>
                </a:cubicBezTo>
                <a:cubicBezTo>
                  <a:pt x="673922" y="118668"/>
                  <a:pt x="676163" y="117695"/>
                  <a:pt x="678826" y="117695"/>
                </a:cubicBezTo>
                <a:cubicBezTo>
                  <a:pt x="681387" y="117695"/>
                  <a:pt x="683448" y="118509"/>
                  <a:pt x="685010" y="120139"/>
                </a:cubicBezTo>
                <a:cubicBezTo>
                  <a:pt x="686572" y="121770"/>
                  <a:pt x="687379" y="124292"/>
                  <a:pt x="687430" y="127706"/>
                </a:cubicBezTo>
                <a:cubicBezTo>
                  <a:pt x="687481" y="129642"/>
                  <a:pt x="687712" y="130891"/>
                  <a:pt x="688122" y="131451"/>
                </a:cubicBezTo>
                <a:cubicBezTo>
                  <a:pt x="688531" y="132011"/>
                  <a:pt x="689120" y="132291"/>
                  <a:pt x="689889" y="132291"/>
                </a:cubicBezTo>
                <a:cubicBezTo>
                  <a:pt x="691118" y="132291"/>
                  <a:pt x="692424" y="131552"/>
                  <a:pt x="693807" y="130073"/>
                </a:cubicBezTo>
                <a:cubicBezTo>
                  <a:pt x="695855" y="127931"/>
                  <a:pt x="698262" y="123037"/>
                  <a:pt x="701028" y="115390"/>
                </a:cubicBezTo>
                <a:lnTo>
                  <a:pt x="703256" y="109467"/>
                </a:lnTo>
                <a:close/>
                <a:moveTo>
                  <a:pt x="778333" y="34571"/>
                </a:moveTo>
                <a:lnTo>
                  <a:pt x="778333" y="44097"/>
                </a:lnTo>
                <a:cubicBezTo>
                  <a:pt x="782277" y="39766"/>
                  <a:pt x="785926" y="36737"/>
                  <a:pt x="789281" y="35010"/>
                </a:cubicBezTo>
                <a:cubicBezTo>
                  <a:pt x="792636" y="33283"/>
                  <a:pt x="796310" y="32420"/>
                  <a:pt x="800305" y="32420"/>
                </a:cubicBezTo>
                <a:cubicBezTo>
                  <a:pt x="804915" y="32420"/>
                  <a:pt x="808781" y="33502"/>
                  <a:pt x="811906" y="35666"/>
                </a:cubicBezTo>
                <a:cubicBezTo>
                  <a:pt x="815030" y="37829"/>
                  <a:pt x="817437" y="41127"/>
                  <a:pt x="819127" y="45557"/>
                </a:cubicBezTo>
                <a:cubicBezTo>
                  <a:pt x="823224" y="40920"/>
                  <a:pt x="827155" y="37572"/>
                  <a:pt x="830920" y="35512"/>
                </a:cubicBezTo>
                <a:cubicBezTo>
                  <a:pt x="834684" y="33451"/>
                  <a:pt x="838615" y="32420"/>
                  <a:pt x="842712" y="32420"/>
                </a:cubicBezTo>
                <a:cubicBezTo>
                  <a:pt x="847680" y="32420"/>
                  <a:pt x="851637" y="33561"/>
                  <a:pt x="854581" y="35843"/>
                </a:cubicBezTo>
                <a:cubicBezTo>
                  <a:pt x="857526" y="38126"/>
                  <a:pt x="859575" y="41023"/>
                  <a:pt x="860727" y="44536"/>
                </a:cubicBezTo>
                <a:cubicBezTo>
                  <a:pt x="861880" y="48050"/>
                  <a:pt x="862456" y="53652"/>
                  <a:pt x="862456" y="61344"/>
                </a:cubicBezTo>
                <a:lnTo>
                  <a:pt x="862456" y="90806"/>
                </a:lnTo>
                <a:cubicBezTo>
                  <a:pt x="862456" y="96338"/>
                  <a:pt x="862955" y="99769"/>
                  <a:pt x="863954" y="101101"/>
                </a:cubicBezTo>
                <a:cubicBezTo>
                  <a:pt x="864953" y="102432"/>
                  <a:pt x="867040" y="103303"/>
                  <a:pt x="870215" y="103713"/>
                </a:cubicBezTo>
                <a:lnTo>
                  <a:pt x="870215" y="106478"/>
                </a:lnTo>
                <a:lnTo>
                  <a:pt x="833109" y="106478"/>
                </a:lnTo>
                <a:lnTo>
                  <a:pt x="833109" y="103713"/>
                </a:lnTo>
                <a:cubicBezTo>
                  <a:pt x="836028" y="103457"/>
                  <a:pt x="838179" y="102330"/>
                  <a:pt x="839562" y="100332"/>
                </a:cubicBezTo>
                <a:cubicBezTo>
                  <a:pt x="840484" y="98950"/>
                  <a:pt x="840945" y="95774"/>
                  <a:pt x="840945" y="90806"/>
                </a:cubicBezTo>
                <a:lnTo>
                  <a:pt x="840945" y="59923"/>
                </a:lnTo>
                <a:cubicBezTo>
                  <a:pt x="840945" y="53521"/>
                  <a:pt x="840689" y="49449"/>
                  <a:pt x="840177" y="47708"/>
                </a:cubicBezTo>
                <a:cubicBezTo>
                  <a:pt x="839665" y="45966"/>
                  <a:pt x="838858" y="44673"/>
                  <a:pt x="837757" y="43828"/>
                </a:cubicBezTo>
                <a:cubicBezTo>
                  <a:pt x="836656" y="42983"/>
                  <a:pt x="835363" y="42561"/>
                  <a:pt x="833877" y="42561"/>
                </a:cubicBezTo>
                <a:cubicBezTo>
                  <a:pt x="831675" y="42561"/>
                  <a:pt x="829447" y="43367"/>
                  <a:pt x="827194" y="44981"/>
                </a:cubicBezTo>
                <a:cubicBezTo>
                  <a:pt x="824940" y="46594"/>
                  <a:pt x="822661" y="49014"/>
                  <a:pt x="820356" y="52240"/>
                </a:cubicBezTo>
                <a:lnTo>
                  <a:pt x="820356" y="90806"/>
                </a:lnTo>
                <a:cubicBezTo>
                  <a:pt x="820356" y="95979"/>
                  <a:pt x="820792" y="99231"/>
                  <a:pt x="821662" y="100563"/>
                </a:cubicBezTo>
                <a:cubicBezTo>
                  <a:pt x="822840" y="102458"/>
                  <a:pt x="825094" y="103508"/>
                  <a:pt x="828423" y="103713"/>
                </a:cubicBezTo>
                <a:lnTo>
                  <a:pt x="828423" y="106478"/>
                </a:lnTo>
                <a:lnTo>
                  <a:pt x="791240" y="106478"/>
                </a:lnTo>
                <a:lnTo>
                  <a:pt x="791240" y="103713"/>
                </a:lnTo>
                <a:cubicBezTo>
                  <a:pt x="793237" y="103610"/>
                  <a:pt x="794812" y="103111"/>
                  <a:pt x="795965" y="102215"/>
                </a:cubicBezTo>
                <a:cubicBezTo>
                  <a:pt x="797117" y="101318"/>
                  <a:pt x="797885" y="100243"/>
                  <a:pt x="798269" y="98988"/>
                </a:cubicBezTo>
                <a:cubicBezTo>
                  <a:pt x="798653" y="97733"/>
                  <a:pt x="798846" y="95006"/>
                  <a:pt x="798846" y="90806"/>
                </a:cubicBezTo>
                <a:lnTo>
                  <a:pt x="798846" y="59875"/>
                </a:lnTo>
                <a:cubicBezTo>
                  <a:pt x="798846" y="53359"/>
                  <a:pt x="798589" y="49281"/>
                  <a:pt x="798077" y="47641"/>
                </a:cubicBezTo>
                <a:cubicBezTo>
                  <a:pt x="797565" y="45998"/>
                  <a:pt x="796707" y="44716"/>
                  <a:pt x="795504" y="43792"/>
                </a:cubicBezTo>
                <a:cubicBezTo>
                  <a:pt x="794300" y="42869"/>
                  <a:pt x="793007" y="42407"/>
                  <a:pt x="791624" y="42407"/>
                </a:cubicBezTo>
                <a:cubicBezTo>
                  <a:pt x="789575" y="42407"/>
                  <a:pt x="787706" y="42949"/>
                  <a:pt x="786016" y="44032"/>
                </a:cubicBezTo>
                <a:cubicBezTo>
                  <a:pt x="783609" y="45633"/>
                  <a:pt x="781048" y="48369"/>
                  <a:pt x="778333" y="52240"/>
                </a:cubicBezTo>
                <a:lnTo>
                  <a:pt x="778333" y="90806"/>
                </a:lnTo>
                <a:cubicBezTo>
                  <a:pt x="778333" y="95877"/>
                  <a:pt x="778833" y="99218"/>
                  <a:pt x="779832" y="100832"/>
                </a:cubicBezTo>
                <a:cubicBezTo>
                  <a:pt x="780830" y="102445"/>
                  <a:pt x="782917" y="103405"/>
                  <a:pt x="786093" y="103713"/>
                </a:cubicBezTo>
                <a:lnTo>
                  <a:pt x="786093" y="106478"/>
                </a:lnTo>
                <a:lnTo>
                  <a:pt x="749063" y="106478"/>
                </a:lnTo>
                <a:lnTo>
                  <a:pt x="749063" y="103713"/>
                </a:lnTo>
                <a:cubicBezTo>
                  <a:pt x="752085" y="103405"/>
                  <a:pt x="754236" y="102432"/>
                  <a:pt x="755517" y="100793"/>
                </a:cubicBezTo>
                <a:cubicBezTo>
                  <a:pt x="756387" y="99667"/>
                  <a:pt x="756823" y="96338"/>
                  <a:pt x="756823" y="90806"/>
                </a:cubicBezTo>
                <a:lnTo>
                  <a:pt x="756823" y="50243"/>
                </a:lnTo>
                <a:cubicBezTo>
                  <a:pt x="756823" y="44748"/>
                  <a:pt x="756323" y="41327"/>
                  <a:pt x="755325" y="39980"/>
                </a:cubicBezTo>
                <a:cubicBezTo>
                  <a:pt x="754326" y="38632"/>
                  <a:pt x="752239" y="37751"/>
                  <a:pt x="749063" y="37337"/>
                </a:cubicBezTo>
                <a:lnTo>
                  <a:pt x="749063" y="34571"/>
                </a:lnTo>
                <a:lnTo>
                  <a:pt x="778333" y="34571"/>
                </a:lnTo>
                <a:close/>
                <a:moveTo>
                  <a:pt x="906642" y="99180"/>
                </a:moveTo>
                <a:lnTo>
                  <a:pt x="906642" y="125838"/>
                </a:lnTo>
                <a:cubicBezTo>
                  <a:pt x="906642" y="129575"/>
                  <a:pt x="906936" y="132118"/>
                  <a:pt x="907525" y="133468"/>
                </a:cubicBezTo>
                <a:cubicBezTo>
                  <a:pt x="908114" y="134818"/>
                  <a:pt x="909023" y="135805"/>
                  <a:pt x="910252" y="136428"/>
                </a:cubicBezTo>
                <a:cubicBezTo>
                  <a:pt x="911482" y="137050"/>
                  <a:pt x="913889" y="137362"/>
                  <a:pt x="917474" y="137362"/>
                </a:cubicBezTo>
                <a:lnTo>
                  <a:pt x="917474" y="140127"/>
                </a:lnTo>
                <a:lnTo>
                  <a:pt x="876527" y="140127"/>
                </a:lnTo>
                <a:lnTo>
                  <a:pt x="876527" y="137362"/>
                </a:lnTo>
                <a:cubicBezTo>
                  <a:pt x="879702" y="137258"/>
                  <a:pt x="882058" y="136349"/>
                  <a:pt x="883595" y="134637"/>
                </a:cubicBezTo>
                <a:cubicBezTo>
                  <a:pt x="884619" y="133444"/>
                  <a:pt x="885131" y="130358"/>
                  <a:pt x="885131" y="125377"/>
                </a:cubicBezTo>
                <a:lnTo>
                  <a:pt x="885131" y="49628"/>
                </a:lnTo>
                <a:cubicBezTo>
                  <a:pt x="885131" y="44494"/>
                  <a:pt x="884542" y="41214"/>
                  <a:pt x="883364" y="39788"/>
                </a:cubicBezTo>
                <a:cubicBezTo>
                  <a:pt x="882186" y="38362"/>
                  <a:pt x="879907" y="37545"/>
                  <a:pt x="876527" y="37337"/>
                </a:cubicBezTo>
                <a:lnTo>
                  <a:pt x="876527" y="34571"/>
                </a:lnTo>
                <a:lnTo>
                  <a:pt x="906642" y="34571"/>
                </a:lnTo>
                <a:lnTo>
                  <a:pt x="906642" y="44020"/>
                </a:lnTo>
                <a:cubicBezTo>
                  <a:pt x="909151" y="40333"/>
                  <a:pt x="911712" y="37669"/>
                  <a:pt x="914324" y="36031"/>
                </a:cubicBezTo>
                <a:cubicBezTo>
                  <a:pt x="918063" y="33623"/>
                  <a:pt x="922135" y="32420"/>
                  <a:pt x="926539" y="32420"/>
                </a:cubicBezTo>
                <a:cubicBezTo>
                  <a:pt x="931814" y="32420"/>
                  <a:pt x="936616" y="34086"/>
                  <a:pt x="940944" y="37418"/>
                </a:cubicBezTo>
                <a:cubicBezTo>
                  <a:pt x="945271" y="40750"/>
                  <a:pt x="948562" y="45352"/>
                  <a:pt x="950816" y="51223"/>
                </a:cubicBezTo>
                <a:cubicBezTo>
                  <a:pt x="953069" y="57093"/>
                  <a:pt x="954196" y="63412"/>
                  <a:pt x="954196" y="70179"/>
                </a:cubicBezTo>
                <a:cubicBezTo>
                  <a:pt x="954196" y="77458"/>
                  <a:pt x="953031" y="84110"/>
                  <a:pt x="950700" y="90134"/>
                </a:cubicBezTo>
                <a:cubicBezTo>
                  <a:pt x="948370" y="96158"/>
                  <a:pt x="944990" y="100747"/>
                  <a:pt x="940560" y="103900"/>
                </a:cubicBezTo>
                <a:cubicBezTo>
                  <a:pt x="936129" y="107053"/>
                  <a:pt x="931200" y="108629"/>
                  <a:pt x="925771" y="108629"/>
                </a:cubicBezTo>
                <a:cubicBezTo>
                  <a:pt x="921827" y="108629"/>
                  <a:pt x="918140" y="107759"/>
                  <a:pt x="914708" y="106017"/>
                </a:cubicBezTo>
                <a:cubicBezTo>
                  <a:pt x="912147" y="104686"/>
                  <a:pt x="909459" y="102407"/>
                  <a:pt x="906642" y="99180"/>
                </a:cubicBezTo>
                <a:moveTo>
                  <a:pt x="906642" y="91409"/>
                </a:moveTo>
                <a:cubicBezTo>
                  <a:pt x="911046" y="97665"/>
                  <a:pt x="915758" y="100793"/>
                  <a:pt x="920777" y="100793"/>
                </a:cubicBezTo>
                <a:cubicBezTo>
                  <a:pt x="923543" y="100793"/>
                  <a:pt x="925822" y="99332"/>
                  <a:pt x="927615" y="96410"/>
                </a:cubicBezTo>
                <a:cubicBezTo>
                  <a:pt x="930278" y="92101"/>
                  <a:pt x="931610" y="83895"/>
                  <a:pt x="931610" y="71792"/>
                </a:cubicBezTo>
                <a:cubicBezTo>
                  <a:pt x="931610" y="59382"/>
                  <a:pt x="930150" y="50894"/>
                  <a:pt x="927231" y="46330"/>
                </a:cubicBezTo>
                <a:cubicBezTo>
                  <a:pt x="925284" y="43305"/>
                  <a:pt x="922672" y="41792"/>
                  <a:pt x="919395" y="41792"/>
                </a:cubicBezTo>
                <a:cubicBezTo>
                  <a:pt x="914222" y="41792"/>
                  <a:pt x="909971" y="45536"/>
                  <a:pt x="906642" y="53023"/>
                </a:cubicBezTo>
                <a:lnTo>
                  <a:pt x="906642" y="91409"/>
                </a:lnTo>
                <a:close/>
                <a:moveTo>
                  <a:pt x="994214" y="8143"/>
                </a:moveTo>
                <a:lnTo>
                  <a:pt x="994214" y="34571"/>
                </a:lnTo>
                <a:lnTo>
                  <a:pt x="1011269" y="34571"/>
                </a:lnTo>
                <a:lnTo>
                  <a:pt x="1011269" y="42100"/>
                </a:lnTo>
                <a:lnTo>
                  <a:pt x="994214" y="42100"/>
                </a:lnTo>
                <a:lnTo>
                  <a:pt x="994214" y="86547"/>
                </a:lnTo>
                <a:cubicBezTo>
                  <a:pt x="994214" y="90707"/>
                  <a:pt x="994406" y="93390"/>
                  <a:pt x="994790" y="94597"/>
                </a:cubicBezTo>
                <a:cubicBezTo>
                  <a:pt x="995174" y="95804"/>
                  <a:pt x="995853" y="96780"/>
                  <a:pt x="996826" y="97526"/>
                </a:cubicBezTo>
                <a:cubicBezTo>
                  <a:pt x="997799" y="98270"/>
                  <a:pt x="998695" y="98642"/>
                  <a:pt x="999515" y="98642"/>
                </a:cubicBezTo>
                <a:cubicBezTo>
                  <a:pt x="1002844" y="98642"/>
                  <a:pt x="1005994" y="96081"/>
                  <a:pt x="1008964" y="90960"/>
                </a:cubicBezTo>
                <a:lnTo>
                  <a:pt x="1011269" y="92667"/>
                </a:lnTo>
                <a:cubicBezTo>
                  <a:pt x="1007120" y="102591"/>
                  <a:pt x="1000386" y="107554"/>
                  <a:pt x="991064" y="107554"/>
                </a:cubicBezTo>
                <a:cubicBezTo>
                  <a:pt x="986506" y="107554"/>
                  <a:pt x="982652" y="106282"/>
                  <a:pt x="979502" y="103739"/>
                </a:cubicBezTo>
                <a:cubicBezTo>
                  <a:pt x="976352" y="101194"/>
                  <a:pt x="974342" y="98354"/>
                  <a:pt x="973472" y="95219"/>
                </a:cubicBezTo>
                <a:cubicBezTo>
                  <a:pt x="972959" y="93471"/>
                  <a:pt x="972703" y="88742"/>
                  <a:pt x="972703" y="81033"/>
                </a:cubicBezTo>
                <a:lnTo>
                  <a:pt x="972703" y="42100"/>
                </a:lnTo>
                <a:lnTo>
                  <a:pt x="963331" y="42100"/>
                </a:lnTo>
                <a:lnTo>
                  <a:pt x="963331" y="39404"/>
                </a:lnTo>
                <a:cubicBezTo>
                  <a:pt x="969784" y="34836"/>
                  <a:pt x="975277" y="30037"/>
                  <a:pt x="979809" y="25006"/>
                </a:cubicBezTo>
                <a:cubicBezTo>
                  <a:pt x="984342" y="19976"/>
                  <a:pt x="988299" y="14355"/>
                  <a:pt x="991679" y="8143"/>
                </a:cubicBezTo>
                <a:lnTo>
                  <a:pt x="994214" y="8143"/>
                </a:lnTo>
                <a:close/>
                <a:moveTo>
                  <a:pt x="1051701" y="32420"/>
                </a:moveTo>
                <a:cubicBezTo>
                  <a:pt x="1057950" y="32420"/>
                  <a:pt x="1063763" y="34035"/>
                  <a:pt x="1069140" y="37265"/>
                </a:cubicBezTo>
                <a:cubicBezTo>
                  <a:pt x="1074518" y="40494"/>
                  <a:pt x="1078603" y="45083"/>
                  <a:pt x="1081394" y="51030"/>
                </a:cubicBezTo>
                <a:cubicBezTo>
                  <a:pt x="1084185" y="56978"/>
                  <a:pt x="1085581" y="63489"/>
                  <a:pt x="1085581" y="70563"/>
                </a:cubicBezTo>
                <a:cubicBezTo>
                  <a:pt x="1085581" y="80765"/>
                  <a:pt x="1082994" y="89301"/>
                  <a:pt x="1077822" y="96172"/>
                </a:cubicBezTo>
                <a:cubicBezTo>
                  <a:pt x="1071573" y="104477"/>
                  <a:pt x="1062943" y="108629"/>
                  <a:pt x="1051932" y="108629"/>
                </a:cubicBezTo>
                <a:cubicBezTo>
                  <a:pt x="1041125" y="108629"/>
                  <a:pt x="1032803" y="104835"/>
                  <a:pt x="1026964" y="97247"/>
                </a:cubicBezTo>
                <a:cubicBezTo>
                  <a:pt x="1021125" y="89659"/>
                  <a:pt x="1018206" y="80867"/>
                  <a:pt x="1018206" y="70870"/>
                </a:cubicBezTo>
                <a:cubicBezTo>
                  <a:pt x="1018206" y="60566"/>
                  <a:pt x="1021189" y="51582"/>
                  <a:pt x="1027156" y="43917"/>
                </a:cubicBezTo>
                <a:cubicBezTo>
                  <a:pt x="1033123" y="36252"/>
                  <a:pt x="1041305" y="32420"/>
                  <a:pt x="1051701" y="32420"/>
                </a:cubicBezTo>
                <a:moveTo>
                  <a:pt x="1052009" y="37797"/>
                </a:moveTo>
                <a:cubicBezTo>
                  <a:pt x="1049397" y="37797"/>
                  <a:pt x="1047156" y="38785"/>
                  <a:pt x="1045287" y="40760"/>
                </a:cubicBezTo>
                <a:cubicBezTo>
                  <a:pt x="1043417" y="42733"/>
                  <a:pt x="1042188" y="46630"/>
                  <a:pt x="1041599" y="52449"/>
                </a:cubicBezTo>
                <a:cubicBezTo>
                  <a:pt x="1041010" y="58269"/>
                  <a:pt x="1040716" y="66358"/>
                  <a:pt x="1040716" y="76716"/>
                </a:cubicBezTo>
                <a:cubicBezTo>
                  <a:pt x="1040716" y="82203"/>
                  <a:pt x="1041074" y="87331"/>
                  <a:pt x="1041791" y="92100"/>
                </a:cubicBezTo>
                <a:cubicBezTo>
                  <a:pt x="1042354" y="95740"/>
                  <a:pt x="1043558" y="98509"/>
                  <a:pt x="1045402" y="100407"/>
                </a:cubicBezTo>
                <a:cubicBezTo>
                  <a:pt x="1047246" y="102303"/>
                  <a:pt x="1049345" y="103252"/>
                  <a:pt x="1051701" y="103252"/>
                </a:cubicBezTo>
                <a:cubicBezTo>
                  <a:pt x="1054006" y="103252"/>
                  <a:pt x="1055927" y="102611"/>
                  <a:pt x="1057463" y="101329"/>
                </a:cubicBezTo>
                <a:cubicBezTo>
                  <a:pt x="1059461" y="99586"/>
                  <a:pt x="1060792" y="97150"/>
                  <a:pt x="1061458" y="94021"/>
                </a:cubicBezTo>
                <a:cubicBezTo>
                  <a:pt x="1062482" y="89150"/>
                  <a:pt x="1062995" y="79306"/>
                  <a:pt x="1062995" y="64487"/>
                </a:cubicBezTo>
                <a:cubicBezTo>
                  <a:pt x="1062995" y="55770"/>
                  <a:pt x="1062508" y="49784"/>
                  <a:pt x="1061535" y="46529"/>
                </a:cubicBezTo>
                <a:cubicBezTo>
                  <a:pt x="1060562" y="43272"/>
                  <a:pt x="1059128" y="40900"/>
                  <a:pt x="1057233" y="39413"/>
                </a:cubicBezTo>
                <a:cubicBezTo>
                  <a:pt x="1055901" y="38336"/>
                  <a:pt x="1054160" y="37797"/>
                  <a:pt x="1052009" y="37797"/>
                </a:cubicBezTo>
                <a:close/>
                <a:moveTo>
                  <a:pt x="1125857" y="34571"/>
                </a:moveTo>
                <a:lnTo>
                  <a:pt x="1125857" y="44097"/>
                </a:lnTo>
                <a:cubicBezTo>
                  <a:pt x="1129801" y="39766"/>
                  <a:pt x="1133450" y="36737"/>
                  <a:pt x="1136805" y="35010"/>
                </a:cubicBezTo>
                <a:cubicBezTo>
                  <a:pt x="1140159" y="33283"/>
                  <a:pt x="1143834" y="32420"/>
                  <a:pt x="1147829" y="32420"/>
                </a:cubicBezTo>
                <a:cubicBezTo>
                  <a:pt x="1152438" y="32420"/>
                  <a:pt x="1156305" y="33502"/>
                  <a:pt x="1159429" y="35666"/>
                </a:cubicBezTo>
                <a:cubicBezTo>
                  <a:pt x="1162554" y="37829"/>
                  <a:pt x="1164961" y="41127"/>
                  <a:pt x="1166651" y="45557"/>
                </a:cubicBezTo>
                <a:cubicBezTo>
                  <a:pt x="1170748" y="40920"/>
                  <a:pt x="1174679" y="37572"/>
                  <a:pt x="1178443" y="35512"/>
                </a:cubicBezTo>
                <a:cubicBezTo>
                  <a:pt x="1182208" y="33451"/>
                  <a:pt x="1186139" y="32420"/>
                  <a:pt x="1190236" y="32420"/>
                </a:cubicBezTo>
                <a:cubicBezTo>
                  <a:pt x="1195204" y="32420"/>
                  <a:pt x="1199160" y="33561"/>
                  <a:pt x="1202105" y="35843"/>
                </a:cubicBezTo>
                <a:cubicBezTo>
                  <a:pt x="1205050" y="38126"/>
                  <a:pt x="1207099" y="41023"/>
                  <a:pt x="1208251" y="44536"/>
                </a:cubicBezTo>
                <a:cubicBezTo>
                  <a:pt x="1209403" y="48050"/>
                  <a:pt x="1209980" y="53652"/>
                  <a:pt x="1209980" y="61344"/>
                </a:cubicBezTo>
                <a:lnTo>
                  <a:pt x="1209980" y="90806"/>
                </a:lnTo>
                <a:cubicBezTo>
                  <a:pt x="1209980" y="96338"/>
                  <a:pt x="1210479" y="99769"/>
                  <a:pt x="1211478" y="101101"/>
                </a:cubicBezTo>
                <a:cubicBezTo>
                  <a:pt x="1212476" y="102432"/>
                  <a:pt x="1214563" y="103303"/>
                  <a:pt x="1217739" y="103713"/>
                </a:cubicBezTo>
                <a:lnTo>
                  <a:pt x="1217739" y="106478"/>
                </a:lnTo>
                <a:lnTo>
                  <a:pt x="1180633" y="106478"/>
                </a:lnTo>
                <a:lnTo>
                  <a:pt x="1180633" y="103713"/>
                </a:lnTo>
                <a:cubicBezTo>
                  <a:pt x="1183552" y="103457"/>
                  <a:pt x="1185703" y="102330"/>
                  <a:pt x="1187086" y="100332"/>
                </a:cubicBezTo>
                <a:cubicBezTo>
                  <a:pt x="1188008" y="98950"/>
                  <a:pt x="1188469" y="95774"/>
                  <a:pt x="1188469" y="90806"/>
                </a:cubicBezTo>
                <a:lnTo>
                  <a:pt x="1188469" y="59923"/>
                </a:lnTo>
                <a:cubicBezTo>
                  <a:pt x="1188469" y="53521"/>
                  <a:pt x="1188213" y="49449"/>
                  <a:pt x="1187701" y="47708"/>
                </a:cubicBezTo>
                <a:cubicBezTo>
                  <a:pt x="1187188" y="45966"/>
                  <a:pt x="1186382" y="44673"/>
                  <a:pt x="1185281" y="43828"/>
                </a:cubicBezTo>
                <a:cubicBezTo>
                  <a:pt x="1184180" y="42983"/>
                  <a:pt x="1182886" y="42561"/>
                  <a:pt x="1181401" y="42561"/>
                </a:cubicBezTo>
                <a:cubicBezTo>
                  <a:pt x="1179199" y="42561"/>
                  <a:pt x="1176971" y="43367"/>
                  <a:pt x="1174717" y="44981"/>
                </a:cubicBezTo>
                <a:cubicBezTo>
                  <a:pt x="1172464" y="46594"/>
                  <a:pt x="1170185" y="49014"/>
                  <a:pt x="1167880" y="52240"/>
                </a:cubicBezTo>
                <a:lnTo>
                  <a:pt x="1167880" y="90806"/>
                </a:lnTo>
                <a:cubicBezTo>
                  <a:pt x="1167880" y="95979"/>
                  <a:pt x="1168315" y="99231"/>
                  <a:pt x="1169186" y="100563"/>
                </a:cubicBezTo>
                <a:cubicBezTo>
                  <a:pt x="1170364" y="102458"/>
                  <a:pt x="1172617" y="103508"/>
                  <a:pt x="1175947" y="103713"/>
                </a:cubicBezTo>
                <a:lnTo>
                  <a:pt x="1175947" y="106478"/>
                </a:lnTo>
                <a:lnTo>
                  <a:pt x="1138764" y="106478"/>
                </a:lnTo>
                <a:lnTo>
                  <a:pt x="1138764" y="103713"/>
                </a:lnTo>
                <a:cubicBezTo>
                  <a:pt x="1140761" y="103610"/>
                  <a:pt x="1142336" y="103111"/>
                  <a:pt x="1143488" y="102215"/>
                </a:cubicBezTo>
                <a:cubicBezTo>
                  <a:pt x="1144641" y="101318"/>
                  <a:pt x="1145409" y="100243"/>
                  <a:pt x="1145793" y="98988"/>
                </a:cubicBezTo>
                <a:cubicBezTo>
                  <a:pt x="1146177" y="97733"/>
                  <a:pt x="1146369" y="95006"/>
                  <a:pt x="1146369" y="90806"/>
                </a:cubicBezTo>
                <a:lnTo>
                  <a:pt x="1146369" y="59875"/>
                </a:lnTo>
                <a:cubicBezTo>
                  <a:pt x="1146369" y="53359"/>
                  <a:pt x="1146113" y="49281"/>
                  <a:pt x="1145601" y="47641"/>
                </a:cubicBezTo>
                <a:cubicBezTo>
                  <a:pt x="1145089" y="45998"/>
                  <a:pt x="1144231" y="44716"/>
                  <a:pt x="1143027" y="43792"/>
                </a:cubicBezTo>
                <a:cubicBezTo>
                  <a:pt x="1141824" y="42869"/>
                  <a:pt x="1140531" y="42407"/>
                  <a:pt x="1139148" y="42407"/>
                </a:cubicBezTo>
                <a:cubicBezTo>
                  <a:pt x="1137099" y="42407"/>
                  <a:pt x="1135230" y="42949"/>
                  <a:pt x="1133540" y="44032"/>
                </a:cubicBezTo>
                <a:cubicBezTo>
                  <a:pt x="1131132" y="45633"/>
                  <a:pt x="1128572" y="48369"/>
                  <a:pt x="1125857" y="52240"/>
                </a:cubicBezTo>
                <a:lnTo>
                  <a:pt x="1125857" y="90806"/>
                </a:lnTo>
                <a:cubicBezTo>
                  <a:pt x="1125857" y="95877"/>
                  <a:pt x="1126357" y="99218"/>
                  <a:pt x="1127355" y="100832"/>
                </a:cubicBezTo>
                <a:cubicBezTo>
                  <a:pt x="1128354" y="102445"/>
                  <a:pt x="1130441" y="103405"/>
                  <a:pt x="1133616" y="103713"/>
                </a:cubicBezTo>
                <a:lnTo>
                  <a:pt x="1133616" y="106478"/>
                </a:lnTo>
                <a:lnTo>
                  <a:pt x="1096587" y="106478"/>
                </a:lnTo>
                <a:lnTo>
                  <a:pt x="1096587" y="103713"/>
                </a:lnTo>
                <a:cubicBezTo>
                  <a:pt x="1099609" y="103405"/>
                  <a:pt x="1101760" y="102432"/>
                  <a:pt x="1103040" y="100793"/>
                </a:cubicBezTo>
                <a:cubicBezTo>
                  <a:pt x="1103911" y="99667"/>
                  <a:pt x="1104346" y="96338"/>
                  <a:pt x="1104346" y="90806"/>
                </a:cubicBezTo>
                <a:lnTo>
                  <a:pt x="1104346" y="50243"/>
                </a:lnTo>
                <a:cubicBezTo>
                  <a:pt x="1104346" y="44748"/>
                  <a:pt x="1103847" y="41327"/>
                  <a:pt x="1102848" y="39980"/>
                </a:cubicBezTo>
                <a:cubicBezTo>
                  <a:pt x="1101850" y="38632"/>
                  <a:pt x="1099763" y="37751"/>
                  <a:pt x="1096587" y="37337"/>
                </a:cubicBezTo>
                <a:lnTo>
                  <a:pt x="1096587" y="34571"/>
                </a:lnTo>
                <a:lnTo>
                  <a:pt x="1125857" y="34571"/>
                </a:lnTo>
                <a:close/>
                <a:moveTo>
                  <a:pt x="1369328" y="2305"/>
                </a:moveTo>
                <a:lnTo>
                  <a:pt x="1369328" y="5070"/>
                </a:lnTo>
                <a:cubicBezTo>
                  <a:pt x="1365538" y="5685"/>
                  <a:pt x="1362158" y="7710"/>
                  <a:pt x="1359188" y="11144"/>
                </a:cubicBezTo>
                <a:cubicBezTo>
                  <a:pt x="1357037" y="13705"/>
                  <a:pt x="1353836" y="19726"/>
                  <a:pt x="1349585" y="29208"/>
                </a:cubicBezTo>
                <a:lnTo>
                  <a:pt x="1313708" y="108783"/>
                </a:lnTo>
                <a:lnTo>
                  <a:pt x="1311173" y="108783"/>
                </a:lnTo>
                <a:lnTo>
                  <a:pt x="1275449" y="25998"/>
                </a:lnTo>
                <a:cubicBezTo>
                  <a:pt x="1271147" y="15996"/>
                  <a:pt x="1268266" y="10123"/>
                  <a:pt x="1266807" y="8379"/>
                </a:cubicBezTo>
                <a:cubicBezTo>
                  <a:pt x="1265347" y="6634"/>
                  <a:pt x="1262594" y="5531"/>
                  <a:pt x="1258548" y="5070"/>
                </a:cubicBezTo>
                <a:lnTo>
                  <a:pt x="1258548" y="2305"/>
                </a:lnTo>
                <a:lnTo>
                  <a:pt x="1308484" y="2305"/>
                </a:lnTo>
                <a:lnTo>
                  <a:pt x="1308484" y="5070"/>
                </a:lnTo>
                <a:lnTo>
                  <a:pt x="1306794" y="5070"/>
                </a:lnTo>
                <a:cubicBezTo>
                  <a:pt x="1302287" y="5070"/>
                  <a:pt x="1299214" y="5638"/>
                  <a:pt x="1297575" y="6773"/>
                </a:cubicBezTo>
                <a:cubicBezTo>
                  <a:pt x="1296397" y="7546"/>
                  <a:pt x="1295808" y="8680"/>
                  <a:pt x="1295808" y="10174"/>
                </a:cubicBezTo>
                <a:cubicBezTo>
                  <a:pt x="1295808" y="11103"/>
                  <a:pt x="1296013" y="12198"/>
                  <a:pt x="1296422" y="13461"/>
                </a:cubicBezTo>
                <a:cubicBezTo>
                  <a:pt x="1296832" y="14724"/>
                  <a:pt x="1298215" y="18099"/>
                  <a:pt x="1300571" y="23587"/>
                </a:cubicBezTo>
                <a:lnTo>
                  <a:pt x="1322773" y="75389"/>
                </a:lnTo>
                <a:lnTo>
                  <a:pt x="1343362" y="29251"/>
                </a:lnTo>
                <a:cubicBezTo>
                  <a:pt x="1345820" y="23671"/>
                  <a:pt x="1347331" y="19931"/>
                  <a:pt x="1347894" y="18030"/>
                </a:cubicBezTo>
                <a:cubicBezTo>
                  <a:pt x="1348458" y="16127"/>
                  <a:pt x="1348740" y="14506"/>
                  <a:pt x="1348740" y="13168"/>
                </a:cubicBezTo>
                <a:cubicBezTo>
                  <a:pt x="1348740" y="11627"/>
                  <a:pt x="1348330" y="10265"/>
                  <a:pt x="1347510" y="9082"/>
                </a:cubicBezTo>
                <a:cubicBezTo>
                  <a:pt x="1346691" y="7899"/>
                  <a:pt x="1345487" y="6999"/>
                  <a:pt x="1343900" y="6381"/>
                </a:cubicBezTo>
                <a:cubicBezTo>
                  <a:pt x="1341697" y="5507"/>
                  <a:pt x="1338778" y="5070"/>
                  <a:pt x="1335142" y="5070"/>
                </a:cubicBezTo>
                <a:lnTo>
                  <a:pt x="1335142" y="2305"/>
                </a:lnTo>
                <a:lnTo>
                  <a:pt x="1369328" y="23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erticesLocating">
            <a:extLst xmlns:a="http://schemas.openxmlformats.org/drawingml/2006/main">
              <a:ext uri="{FF2B5EF4-FFF2-40B4-BE49-F238E27FC236}">
                <a16:creationId xmlns:a16="http://schemas.microsoft.com/office/drawing/2014/main" id="{D658FA33-748F-475A-B8AD-F77AFD70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217" y="121501"/>
            <a:ext cx="1055938" cy="140435"/>
          </a:xfrm>
          <a:custGeom xmlns:a="http://schemas.openxmlformats.org/drawingml/2006/main">
            <a:pathLst>
              <a:path w="1055938" h="140435">
                <a:moveTo>
                  <a:pt x="60076" y="67913"/>
                </a:moveTo>
                <a:lnTo>
                  <a:pt x="20666" y="67913"/>
                </a:lnTo>
                <a:cubicBezTo>
                  <a:pt x="21127" y="77464"/>
                  <a:pt x="23662" y="85013"/>
                  <a:pt x="28271" y="90559"/>
                </a:cubicBezTo>
                <a:cubicBezTo>
                  <a:pt x="31805" y="94821"/>
                  <a:pt x="36056" y="96952"/>
                  <a:pt x="41024" y="96952"/>
                </a:cubicBezTo>
                <a:cubicBezTo>
                  <a:pt x="44097" y="96952"/>
                  <a:pt x="46888" y="96094"/>
                  <a:pt x="49398" y="94378"/>
                </a:cubicBezTo>
                <a:cubicBezTo>
                  <a:pt x="51908" y="92663"/>
                  <a:pt x="54596" y="89577"/>
                  <a:pt x="57464" y="85121"/>
                </a:cubicBezTo>
                <a:lnTo>
                  <a:pt x="60076" y="86811"/>
                </a:lnTo>
                <a:cubicBezTo>
                  <a:pt x="56184" y="94750"/>
                  <a:pt x="51882" y="100371"/>
                  <a:pt x="47170" y="103674"/>
                </a:cubicBezTo>
                <a:cubicBezTo>
                  <a:pt x="42458" y="106978"/>
                  <a:pt x="37004" y="108629"/>
                  <a:pt x="30806" y="108629"/>
                </a:cubicBezTo>
                <a:cubicBezTo>
                  <a:pt x="20154" y="108629"/>
                  <a:pt x="12087" y="104528"/>
                  <a:pt x="6607" y="96325"/>
                </a:cubicBezTo>
                <a:cubicBezTo>
                  <a:pt x="2202" y="89712"/>
                  <a:pt x="0" y="81510"/>
                  <a:pt x="0" y="71718"/>
                </a:cubicBezTo>
                <a:cubicBezTo>
                  <a:pt x="0" y="59720"/>
                  <a:pt x="3239" y="50172"/>
                  <a:pt x="9718" y="43072"/>
                </a:cubicBezTo>
                <a:cubicBezTo>
                  <a:pt x="16197" y="35971"/>
                  <a:pt x="23790" y="32420"/>
                  <a:pt x="32497" y="32420"/>
                </a:cubicBezTo>
                <a:cubicBezTo>
                  <a:pt x="39769" y="32420"/>
                  <a:pt x="46082" y="35403"/>
                  <a:pt x="51434" y="41370"/>
                </a:cubicBezTo>
                <a:cubicBezTo>
                  <a:pt x="56786" y="47336"/>
                  <a:pt x="59667" y="56184"/>
                  <a:pt x="60076" y="67913"/>
                </a:cubicBezTo>
                <a:moveTo>
                  <a:pt x="41178" y="62842"/>
                </a:moveTo>
                <a:cubicBezTo>
                  <a:pt x="41178" y="54596"/>
                  <a:pt x="40730" y="48937"/>
                  <a:pt x="39833" y="45864"/>
                </a:cubicBezTo>
                <a:cubicBezTo>
                  <a:pt x="38937" y="42791"/>
                  <a:pt x="37541" y="40461"/>
                  <a:pt x="35646" y="38873"/>
                </a:cubicBezTo>
                <a:cubicBezTo>
                  <a:pt x="34571" y="37951"/>
                  <a:pt x="33137" y="37490"/>
                  <a:pt x="31344" y="37490"/>
                </a:cubicBezTo>
                <a:cubicBezTo>
                  <a:pt x="28681" y="37490"/>
                  <a:pt x="26504" y="38796"/>
                  <a:pt x="24814" y="41408"/>
                </a:cubicBezTo>
                <a:cubicBezTo>
                  <a:pt x="21792" y="45966"/>
                  <a:pt x="20282" y="52215"/>
                  <a:pt x="20282" y="60153"/>
                </a:cubicBezTo>
                <a:lnTo>
                  <a:pt x="20282" y="62842"/>
                </a:lnTo>
                <a:lnTo>
                  <a:pt x="41178" y="62842"/>
                </a:lnTo>
                <a:close/>
                <a:moveTo>
                  <a:pt x="98551" y="34571"/>
                </a:moveTo>
                <a:lnTo>
                  <a:pt x="98551" y="50858"/>
                </a:lnTo>
                <a:cubicBezTo>
                  <a:pt x="103314" y="43431"/>
                  <a:pt x="107488" y="38502"/>
                  <a:pt x="111073" y="36069"/>
                </a:cubicBezTo>
                <a:cubicBezTo>
                  <a:pt x="114658" y="33636"/>
                  <a:pt x="118115" y="32420"/>
                  <a:pt x="121444" y="32420"/>
                </a:cubicBezTo>
                <a:cubicBezTo>
                  <a:pt x="124312" y="32420"/>
                  <a:pt x="126604" y="33306"/>
                  <a:pt x="128320" y="35080"/>
                </a:cubicBezTo>
                <a:cubicBezTo>
                  <a:pt x="130036" y="36853"/>
                  <a:pt x="130894" y="39359"/>
                  <a:pt x="130894" y="42597"/>
                </a:cubicBezTo>
                <a:cubicBezTo>
                  <a:pt x="130894" y="46041"/>
                  <a:pt x="130062" y="48715"/>
                  <a:pt x="128397" y="50618"/>
                </a:cubicBezTo>
                <a:cubicBezTo>
                  <a:pt x="126732" y="52519"/>
                  <a:pt x="124722" y="53470"/>
                  <a:pt x="122366" y="53470"/>
                </a:cubicBezTo>
                <a:cubicBezTo>
                  <a:pt x="119652" y="53470"/>
                  <a:pt x="117296" y="52599"/>
                  <a:pt x="115298" y="50858"/>
                </a:cubicBezTo>
                <a:cubicBezTo>
                  <a:pt x="113301" y="49116"/>
                  <a:pt x="112123" y="48143"/>
                  <a:pt x="111765" y="47938"/>
                </a:cubicBezTo>
                <a:cubicBezTo>
                  <a:pt x="111252" y="47631"/>
                  <a:pt x="110663" y="47477"/>
                  <a:pt x="109998" y="47477"/>
                </a:cubicBezTo>
                <a:cubicBezTo>
                  <a:pt x="108512" y="47477"/>
                  <a:pt x="107104" y="48041"/>
                  <a:pt x="105772" y="49167"/>
                </a:cubicBezTo>
                <a:cubicBezTo>
                  <a:pt x="103672" y="50909"/>
                  <a:pt x="102085" y="53393"/>
                  <a:pt x="101009" y="56619"/>
                </a:cubicBezTo>
                <a:cubicBezTo>
                  <a:pt x="99370" y="61587"/>
                  <a:pt x="98551" y="67067"/>
                  <a:pt x="98551" y="73060"/>
                </a:cubicBezTo>
                <a:lnTo>
                  <a:pt x="98551" y="89577"/>
                </a:lnTo>
                <a:lnTo>
                  <a:pt x="98628" y="93879"/>
                </a:lnTo>
                <a:cubicBezTo>
                  <a:pt x="98628" y="96798"/>
                  <a:pt x="98807" y="98668"/>
                  <a:pt x="99165" y="99487"/>
                </a:cubicBezTo>
                <a:cubicBezTo>
                  <a:pt x="99780" y="100870"/>
                  <a:pt x="100689" y="101882"/>
                  <a:pt x="101893" y="102522"/>
                </a:cubicBezTo>
                <a:cubicBezTo>
                  <a:pt x="103096" y="103162"/>
                  <a:pt x="105132" y="103559"/>
                  <a:pt x="108000" y="103713"/>
                </a:cubicBezTo>
                <a:lnTo>
                  <a:pt x="108000" y="106478"/>
                </a:lnTo>
                <a:lnTo>
                  <a:pt x="69204" y="106478"/>
                </a:lnTo>
                <a:lnTo>
                  <a:pt x="69204" y="103713"/>
                </a:lnTo>
                <a:cubicBezTo>
                  <a:pt x="72328" y="103457"/>
                  <a:pt x="74441" y="102599"/>
                  <a:pt x="75542" y="101139"/>
                </a:cubicBezTo>
                <a:cubicBezTo>
                  <a:pt x="76643" y="99679"/>
                  <a:pt x="77194" y="95825"/>
                  <a:pt x="77194" y="89577"/>
                </a:cubicBezTo>
                <a:lnTo>
                  <a:pt x="77194" y="49782"/>
                </a:lnTo>
                <a:cubicBezTo>
                  <a:pt x="77194" y="45659"/>
                  <a:pt x="76989" y="43031"/>
                  <a:pt x="76579" y="41898"/>
                </a:cubicBezTo>
                <a:cubicBezTo>
                  <a:pt x="76067" y="40454"/>
                  <a:pt x="75324" y="39398"/>
                  <a:pt x="74351" y="38729"/>
                </a:cubicBezTo>
                <a:cubicBezTo>
                  <a:pt x="73378" y="38058"/>
                  <a:pt x="71662" y="37594"/>
                  <a:pt x="69204" y="37337"/>
                </a:cubicBezTo>
                <a:lnTo>
                  <a:pt x="69204" y="34571"/>
                </a:lnTo>
                <a:lnTo>
                  <a:pt x="98551" y="34571"/>
                </a:lnTo>
                <a:close/>
                <a:moveTo>
                  <a:pt x="166755" y="8143"/>
                </a:moveTo>
                <a:lnTo>
                  <a:pt x="166755" y="34571"/>
                </a:lnTo>
                <a:lnTo>
                  <a:pt x="183810" y="34571"/>
                </a:lnTo>
                <a:lnTo>
                  <a:pt x="183810" y="42100"/>
                </a:lnTo>
                <a:lnTo>
                  <a:pt x="166755" y="42100"/>
                </a:lnTo>
                <a:lnTo>
                  <a:pt x="166755" y="86547"/>
                </a:lnTo>
                <a:cubicBezTo>
                  <a:pt x="166755" y="90707"/>
                  <a:pt x="166948" y="93390"/>
                  <a:pt x="167332" y="94597"/>
                </a:cubicBezTo>
                <a:cubicBezTo>
                  <a:pt x="167716" y="95804"/>
                  <a:pt x="168394" y="96780"/>
                  <a:pt x="169367" y="97526"/>
                </a:cubicBezTo>
                <a:cubicBezTo>
                  <a:pt x="170341" y="98270"/>
                  <a:pt x="171237" y="98642"/>
                  <a:pt x="172056" y="98642"/>
                </a:cubicBezTo>
                <a:cubicBezTo>
                  <a:pt x="175385" y="98642"/>
                  <a:pt x="178535" y="96081"/>
                  <a:pt x="181506" y="90960"/>
                </a:cubicBezTo>
                <a:lnTo>
                  <a:pt x="183810" y="92667"/>
                </a:lnTo>
                <a:cubicBezTo>
                  <a:pt x="179662" y="102591"/>
                  <a:pt x="172927" y="107554"/>
                  <a:pt x="163606" y="107554"/>
                </a:cubicBezTo>
                <a:cubicBezTo>
                  <a:pt x="159047" y="107554"/>
                  <a:pt x="155193" y="106282"/>
                  <a:pt x="152044" y="103739"/>
                </a:cubicBezTo>
                <a:cubicBezTo>
                  <a:pt x="148894" y="101194"/>
                  <a:pt x="146884" y="98354"/>
                  <a:pt x="146013" y="95219"/>
                </a:cubicBezTo>
                <a:cubicBezTo>
                  <a:pt x="145501" y="93471"/>
                  <a:pt x="145245" y="88742"/>
                  <a:pt x="145245" y="81033"/>
                </a:cubicBezTo>
                <a:lnTo>
                  <a:pt x="145245" y="42100"/>
                </a:lnTo>
                <a:lnTo>
                  <a:pt x="135872" y="42100"/>
                </a:lnTo>
                <a:lnTo>
                  <a:pt x="135872" y="39404"/>
                </a:lnTo>
                <a:cubicBezTo>
                  <a:pt x="142325" y="34836"/>
                  <a:pt x="147818" y="30037"/>
                  <a:pt x="152351" y="25006"/>
                </a:cubicBezTo>
                <a:cubicBezTo>
                  <a:pt x="156884" y="19976"/>
                  <a:pt x="160840" y="14355"/>
                  <a:pt x="164220" y="8143"/>
                </a:cubicBezTo>
                <a:lnTo>
                  <a:pt x="166755" y="8143"/>
                </a:lnTo>
                <a:close/>
                <a:moveTo>
                  <a:pt x="207743" y="0"/>
                </a:moveTo>
                <a:cubicBezTo>
                  <a:pt x="211072" y="0"/>
                  <a:pt x="213889" y="1169"/>
                  <a:pt x="216194" y="3508"/>
                </a:cubicBezTo>
                <a:cubicBezTo>
                  <a:pt x="218499" y="5844"/>
                  <a:pt x="219651" y="8657"/>
                  <a:pt x="219651" y="11946"/>
                </a:cubicBezTo>
                <a:cubicBezTo>
                  <a:pt x="219651" y="15235"/>
                  <a:pt x="218486" y="18036"/>
                  <a:pt x="216156" y="20349"/>
                </a:cubicBezTo>
                <a:cubicBezTo>
                  <a:pt x="213825" y="22660"/>
                  <a:pt x="211021" y="23815"/>
                  <a:pt x="207743" y="23815"/>
                </a:cubicBezTo>
                <a:cubicBezTo>
                  <a:pt x="204466" y="23815"/>
                  <a:pt x="201674" y="22660"/>
                  <a:pt x="199370" y="20349"/>
                </a:cubicBezTo>
                <a:cubicBezTo>
                  <a:pt x="197065" y="18036"/>
                  <a:pt x="195912" y="15235"/>
                  <a:pt x="195912" y="11946"/>
                </a:cubicBezTo>
                <a:cubicBezTo>
                  <a:pt x="195912" y="8657"/>
                  <a:pt x="197065" y="5844"/>
                  <a:pt x="199370" y="3508"/>
                </a:cubicBezTo>
                <a:cubicBezTo>
                  <a:pt x="201674" y="1169"/>
                  <a:pt x="204466" y="0"/>
                  <a:pt x="207743" y="0"/>
                </a:cubicBezTo>
                <a:moveTo>
                  <a:pt x="218499" y="34571"/>
                </a:moveTo>
                <a:lnTo>
                  <a:pt x="218499" y="91574"/>
                </a:lnTo>
                <a:cubicBezTo>
                  <a:pt x="218499" y="96645"/>
                  <a:pt x="219088" y="99884"/>
                  <a:pt x="220266" y="101293"/>
                </a:cubicBezTo>
                <a:cubicBezTo>
                  <a:pt x="221444" y="102701"/>
                  <a:pt x="223748" y="103508"/>
                  <a:pt x="227180" y="103713"/>
                </a:cubicBezTo>
                <a:lnTo>
                  <a:pt x="227180" y="106478"/>
                </a:lnTo>
                <a:lnTo>
                  <a:pt x="188384" y="106478"/>
                </a:lnTo>
                <a:lnTo>
                  <a:pt x="188384" y="103713"/>
                </a:lnTo>
                <a:cubicBezTo>
                  <a:pt x="191559" y="103610"/>
                  <a:pt x="193915" y="102688"/>
                  <a:pt x="195452" y="100947"/>
                </a:cubicBezTo>
                <a:cubicBezTo>
                  <a:pt x="196476" y="99769"/>
                  <a:pt x="196988" y="96645"/>
                  <a:pt x="196988" y="91574"/>
                </a:cubicBezTo>
                <a:lnTo>
                  <a:pt x="196988" y="49628"/>
                </a:lnTo>
                <a:cubicBezTo>
                  <a:pt x="196988" y="44494"/>
                  <a:pt x="196399" y="41214"/>
                  <a:pt x="195221" y="39788"/>
                </a:cubicBezTo>
                <a:cubicBezTo>
                  <a:pt x="194043" y="38362"/>
                  <a:pt x="191764" y="37545"/>
                  <a:pt x="188384" y="37337"/>
                </a:cubicBezTo>
                <a:lnTo>
                  <a:pt x="188384" y="34571"/>
                </a:lnTo>
                <a:lnTo>
                  <a:pt x="218499" y="34571"/>
                </a:lnTo>
                <a:close/>
                <a:moveTo>
                  <a:pt x="292468" y="87904"/>
                </a:moveTo>
                <a:lnTo>
                  <a:pt x="294849" y="89745"/>
                </a:lnTo>
                <a:cubicBezTo>
                  <a:pt x="291469" y="96117"/>
                  <a:pt x="287257" y="100857"/>
                  <a:pt x="282212" y="103967"/>
                </a:cubicBezTo>
                <a:cubicBezTo>
                  <a:pt x="277167" y="107075"/>
                  <a:pt x="271802" y="108629"/>
                  <a:pt x="266117" y="108629"/>
                </a:cubicBezTo>
                <a:cubicBezTo>
                  <a:pt x="256540" y="108629"/>
                  <a:pt x="248883" y="105015"/>
                  <a:pt x="243147" y="97788"/>
                </a:cubicBezTo>
                <a:cubicBezTo>
                  <a:pt x="237411" y="90558"/>
                  <a:pt x="234542" y="81868"/>
                  <a:pt x="234542" y="71718"/>
                </a:cubicBezTo>
                <a:cubicBezTo>
                  <a:pt x="234542" y="61924"/>
                  <a:pt x="237155" y="53311"/>
                  <a:pt x="242379" y="45878"/>
                </a:cubicBezTo>
                <a:cubicBezTo>
                  <a:pt x="248678" y="36906"/>
                  <a:pt x="257359" y="32420"/>
                  <a:pt x="268422" y="32420"/>
                </a:cubicBezTo>
                <a:cubicBezTo>
                  <a:pt x="275848" y="32420"/>
                  <a:pt x="281751" y="34295"/>
                  <a:pt x="286130" y="38045"/>
                </a:cubicBezTo>
                <a:cubicBezTo>
                  <a:pt x="290509" y="41793"/>
                  <a:pt x="292698" y="45978"/>
                  <a:pt x="292698" y="50601"/>
                </a:cubicBezTo>
                <a:cubicBezTo>
                  <a:pt x="292698" y="53528"/>
                  <a:pt x="291815" y="55865"/>
                  <a:pt x="290048" y="57611"/>
                </a:cubicBezTo>
                <a:cubicBezTo>
                  <a:pt x="288281" y="59357"/>
                  <a:pt x="285963" y="60230"/>
                  <a:pt x="283095" y="60230"/>
                </a:cubicBezTo>
                <a:cubicBezTo>
                  <a:pt x="280074" y="60230"/>
                  <a:pt x="277577" y="59228"/>
                  <a:pt x="275605" y="57224"/>
                </a:cubicBezTo>
                <a:cubicBezTo>
                  <a:pt x="273633" y="55219"/>
                  <a:pt x="272417" y="51647"/>
                  <a:pt x="271956" y="46507"/>
                </a:cubicBezTo>
                <a:cubicBezTo>
                  <a:pt x="271649" y="43270"/>
                  <a:pt x="270906" y="41008"/>
                  <a:pt x="269728" y="39723"/>
                </a:cubicBezTo>
                <a:cubicBezTo>
                  <a:pt x="268550" y="38439"/>
                  <a:pt x="267167" y="37797"/>
                  <a:pt x="265579" y="37797"/>
                </a:cubicBezTo>
                <a:cubicBezTo>
                  <a:pt x="263121" y="37797"/>
                  <a:pt x="261021" y="39103"/>
                  <a:pt x="259280" y="41716"/>
                </a:cubicBezTo>
                <a:cubicBezTo>
                  <a:pt x="256617" y="45659"/>
                  <a:pt x="255285" y="51703"/>
                  <a:pt x="255285" y="59846"/>
                </a:cubicBezTo>
                <a:cubicBezTo>
                  <a:pt x="255285" y="66607"/>
                  <a:pt x="256361" y="73073"/>
                  <a:pt x="258512" y="79244"/>
                </a:cubicBezTo>
                <a:cubicBezTo>
                  <a:pt x="260663" y="85416"/>
                  <a:pt x="263608" y="90012"/>
                  <a:pt x="267346" y="93034"/>
                </a:cubicBezTo>
                <a:cubicBezTo>
                  <a:pt x="270163" y="95236"/>
                  <a:pt x="273492" y="96338"/>
                  <a:pt x="277334" y="96338"/>
                </a:cubicBezTo>
                <a:cubicBezTo>
                  <a:pt x="279843" y="96338"/>
                  <a:pt x="282225" y="95750"/>
                  <a:pt x="284478" y="94575"/>
                </a:cubicBezTo>
                <a:cubicBezTo>
                  <a:pt x="286732" y="93399"/>
                  <a:pt x="289395" y="91175"/>
                  <a:pt x="292468" y="87904"/>
                </a:cubicBezTo>
                <a:close/>
                <a:moveTo>
                  <a:pt x="364207" y="67913"/>
                </a:moveTo>
                <a:lnTo>
                  <a:pt x="324796" y="67913"/>
                </a:lnTo>
                <a:cubicBezTo>
                  <a:pt x="325257" y="77464"/>
                  <a:pt x="327792" y="85013"/>
                  <a:pt x="332402" y="90559"/>
                </a:cubicBezTo>
                <a:cubicBezTo>
                  <a:pt x="335936" y="94821"/>
                  <a:pt x="340186" y="96952"/>
                  <a:pt x="345154" y="96952"/>
                </a:cubicBezTo>
                <a:cubicBezTo>
                  <a:pt x="348227" y="96952"/>
                  <a:pt x="351019" y="96094"/>
                  <a:pt x="353528" y="94378"/>
                </a:cubicBezTo>
                <a:cubicBezTo>
                  <a:pt x="356038" y="92663"/>
                  <a:pt x="358727" y="89577"/>
                  <a:pt x="361595" y="85121"/>
                </a:cubicBezTo>
                <a:lnTo>
                  <a:pt x="364207" y="86811"/>
                </a:lnTo>
                <a:cubicBezTo>
                  <a:pt x="360314" y="94750"/>
                  <a:pt x="356012" y="100371"/>
                  <a:pt x="351300" y="103674"/>
                </a:cubicBezTo>
                <a:cubicBezTo>
                  <a:pt x="346588" y="106978"/>
                  <a:pt x="341134" y="108629"/>
                  <a:pt x="334937" y="108629"/>
                </a:cubicBezTo>
                <a:cubicBezTo>
                  <a:pt x="324284" y="108629"/>
                  <a:pt x="316217" y="104528"/>
                  <a:pt x="310737" y="96325"/>
                </a:cubicBezTo>
                <a:cubicBezTo>
                  <a:pt x="306333" y="89712"/>
                  <a:pt x="304130" y="81510"/>
                  <a:pt x="304130" y="71718"/>
                </a:cubicBezTo>
                <a:cubicBezTo>
                  <a:pt x="304130" y="59720"/>
                  <a:pt x="307370" y="50172"/>
                  <a:pt x="313849" y="43072"/>
                </a:cubicBezTo>
                <a:cubicBezTo>
                  <a:pt x="320327" y="35971"/>
                  <a:pt x="327920" y="32420"/>
                  <a:pt x="336627" y="32420"/>
                </a:cubicBezTo>
                <a:cubicBezTo>
                  <a:pt x="343900" y="32420"/>
                  <a:pt x="350212" y="35403"/>
                  <a:pt x="355564" y="41370"/>
                </a:cubicBezTo>
                <a:cubicBezTo>
                  <a:pt x="360916" y="47336"/>
                  <a:pt x="363797" y="56184"/>
                  <a:pt x="364207" y="67913"/>
                </a:cubicBezTo>
                <a:moveTo>
                  <a:pt x="345308" y="62842"/>
                </a:moveTo>
                <a:cubicBezTo>
                  <a:pt x="345308" y="54596"/>
                  <a:pt x="344860" y="48937"/>
                  <a:pt x="343964" y="45864"/>
                </a:cubicBezTo>
                <a:cubicBezTo>
                  <a:pt x="343067" y="42791"/>
                  <a:pt x="341672" y="40461"/>
                  <a:pt x="339777" y="38873"/>
                </a:cubicBezTo>
                <a:cubicBezTo>
                  <a:pt x="338701" y="37951"/>
                  <a:pt x="337267" y="37490"/>
                  <a:pt x="335475" y="37490"/>
                </a:cubicBezTo>
                <a:cubicBezTo>
                  <a:pt x="332811" y="37490"/>
                  <a:pt x="330635" y="38796"/>
                  <a:pt x="328945" y="41408"/>
                </a:cubicBezTo>
                <a:cubicBezTo>
                  <a:pt x="325923" y="45966"/>
                  <a:pt x="324412" y="52215"/>
                  <a:pt x="324412" y="60153"/>
                </a:cubicBezTo>
                <a:lnTo>
                  <a:pt x="324412" y="62842"/>
                </a:lnTo>
                <a:lnTo>
                  <a:pt x="345308" y="62842"/>
                </a:lnTo>
                <a:close/>
                <a:moveTo>
                  <a:pt x="418276" y="32727"/>
                </a:moveTo>
                <a:lnTo>
                  <a:pt x="419428" y="57311"/>
                </a:lnTo>
                <a:lnTo>
                  <a:pt x="416816" y="57311"/>
                </a:lnTo>
                <a:cubicBezTo>
                  <a:pt x="413692" y="49979"/>
                  <a:pt x="410453" y="44971"/>
                  <a:pt x="407098" y="42287"/>
                </a:cubicBezTo>
                <a:cubicBezTo>
                  <a:pt x="403744" y="39601"/>
                  <a:pt x="400402" y="38258"/>
                  <a:pt x="397073" y="38258"/>
                </a:cubicBezTo>
                <a:cubicBezTo>
                  <a:pt x="394973" y="38258"/>
                  <a:pt x="393180" y="38963"/>
                  <a:pt x="391695" y="40371"/>
                </a:cubicBezTo>
                <a:cubicBezTo>
                  <a:pt x="390210" y="41780"/>
                  <a:pt x="389467" y="43406"/>
                  <a:pt x="389467" y="45249"/>
                </a:cubicBezTo>
                <a:cubicBezTo>
                  <a:pt x="389467" y="46632"/>
                  <a:pt x="389979" y="47964"/>
                  <a:pt x="391004" y="49244"/>
                </a:cubicBezTo>
                <a:cubicBezTo>
                  <a:pt x="392642" y="51344"/>
                  <a:pt x="397226" y="54942"/>
                  <a:pt x="404755" y="60038"/>
                </a:cubicBezTo>
                <a:cubicBezTo>
                  <a:pt x="412284" y="65134"/>
                  <a:pt x="417239" y="69462"/>
                  <a:pt x="419621" y="73021"/>
                </a:cubicBezTo>
                <a:cubicBezTo>
                  <a:pt x="422002" y="76581"/>
                  <a:pt x="423193" y="80563"/>
                  <a:pt x="423193" y="84968"/>
                </a:cubicBezTo>
                <a:cubicBezTo>
                  <a:pt x="423193" y="88962"/>
                  <a:pt x="422194" y="92880"/>
                  <a:pt x="420197" y="96722"/>
                </a:cubicBezTo>
                <a:cubicBezTo>
                  <a:pt x="418199" y="100563"/>
                  <a:pt x="415382" y="103508"/>
                  <a:pt x="411746" y="105556"/>
                </a:cubicBezTo>
                <a:cubicBezTo>
                  <a:pt x="408110" y="107605"/>
                  <a:pt x="404089" y="108629"/>
                  <a:pt x="399685" y="108629"/>
                </a:cubicBezTo>
                <a:cubicBezTo>
                  <a:pt x="396253" y="108629"/>
                  <a:pt x="391669" y="107534"/>
                  <a:pt x="385933" y="105343"/>
                </a:cubicBezTo>
                <a:cubicBezTo>
                  <a:pt x="384397" y="104768"/>
                  <a:pt x="383347" y="104481"/>
                  <a:pt x="382783" y="104481"/>
                </a:cubicBezTo>
                <a:cubicBezTo>
                  <a:pt x="381093" y="104481"/>
                  <a:pt x="379685" y="105761"/>
                  <a:pt x="378558" y="108322"/>
                </a:cubicBezTo>
                <a:lnTo>
                  <a:pt x="376023" y="108322"/>
                </a:lnTo>
                <a:lnTo>
                  <a:pt x="374794" y="82509"/>
                </a:lnTo>
                <a:lnTo>
                  <a:pt x="377406" y="82509"/>
                </a:lnTo>
                <a:cubicBezTo>
                  <a:pt x="379710" y="89270"/>
                  <a:pt x="382873" y="94340"/>
                  <a:pt x="386893" y="97720"/>
                </a:cubicBezTo>
                <a:cubicBezTo>
                  <a:pt x="390914" y="101101"/>
                  <a:pt x="394717" y="102791"/>
                  <a:pt x="398302" y="102791"/>
                </a:cubicBezTo>
                <a:cubicBezTo>
                  <a:pt x="400760" y="102791"/>
                  <a:pt x="402770" y="102035"/>
                  <a:pt x="404333" y="100524"/>
                </a:cubicBezTo>
                <a:cubicBezTo>
                  <a:pt x="405895" y="99014"/>
                  <a:pt x="406676" y="97183"/>
                  <a:pt x="406676" y="95031"/>
                </a:cubicBezTo>
                <a:cubicBezTo>
                  <a:pt x="406676" y="92573"/>
                  <a:pt x="405907" y="90448"/>
                  <a:pt x="404371" y="88655"/>
                </a:cubicBezTo>
                <a:cubicBezTo>
                  <a:pt x="402834" y="86863"/>
                  <a:pt x="399403" y="84148"/>
                  <a:pt x="394076" y="80512"/>
                </a:cubicBezTo>
                <a:cubicBezTo>
                  <a:pt x="386240" y="75083"/>
                  <a:pt x="381170" y="70934"/>
                  <a:pt x="378865" y="68066"/>
                </a:cubicBezTo>
                <a:cubicBezTo>
                  <a:pt x="375485" y="63866"/>
                  <a:pt x="373795" y="59231"/>
                  <a:pt x="373795" y="54161"/>
                </a:cubicBezTo>
                <a:cubicBezTo>
                  <a:pt x="373795" y="48630"/>
                  <a:pt x="375703" y="43623"/>
                  <a:pt x="379518" y="39142"/>
                </a:cubicBezTo>
                <a:cubicBezTo>
                  <a:pt x="383334" y="34661"/>
                  <a:pt x="388852" y="32420"/>
                  <a:pt x="396074" y="32420"/>
                </a:cubicBezTo>
                <a:cubicBezTo>
                  <a:pt x="399966" y="32420"/>
                  <a:pt x="403731" y="33404"/>
                  <a:pt x="407367" y="35373"/>
                </a:cubicBezTo>
                <a:cubicBezTo>
                  <a:pt x="408750" y="36170"/>
                  <a:pt x="409877" y="36568"/>
                  <a:pt x="410747" y="36568"/>
                </a:cubicBezTo>
                <a:cubicBezTo>
                  <a:pt x="411669" y="36568"/>
                  <a:pt x="412412" y="36376"/>
                  <a:pt x="412975" y="35992"/>
                </a:cubicBezTo>
                <a:cubicBezTo>
                  <a:pt x="413539" y="35608"/>
                  <a:pt x="414435" y="34520"/>
                  <a:pt x="415664" y="32727"/>
                </a:cubicBezTo>
                <a:lnTo>
                  <a:pt x="418276" y="32727"/>
                </a:lnTo>
                <a:close/>
                <a:moveTo>
                  <a:pt x="566909" y="69910"/>
                </a:moveTo>
                <a:lnTo>
                  <a:pt x="562991" y="106478"/>
                </a:lnTo>
                <a:lnTo>
                  <a:pt x="470494" y="106478"/>
                </a:lnTo>
                <a:lnTo>
                  <a:pt x="470494" y="103713"/>
                </a:lnTo>
                <a:lnTo>
                  <a:pt x="473951" y="103713"/>
                </a:lnTo>
                <a:cubicBezTo>
                  <a:pt x="476973" y="103713"/>
                  <a:pt x="479406" y="103172"/>
                  <a:pt x="481250" y="102092"/>
                </a:cubicBezTo>
                <a:cubicBezTo>
                  <a:pt x="482581" y="101370"/>
                  <a:pt x="483606" y="100135"/>
                  <a:pt x="484323" y="98385"/>
                </a:cubicBezTo>
                <a:cubicBezTo>
                  <a:pt x="484886" y="97150"/>
                  <a:pt x="485168" y="93906"/>
                  <a:pt x="485168" y="88655"/>
                </a:cubicBezTo>
                <a:lnTo>
                  <a:pt x="485168" y="20128"/>
                </a:lnTo>
                <a:cubicBezTo>
                  <a:pt x="485168" y="14774"/>
                  <a:pt x="484886" y="11428"/>
                  <a:pt x="484323" y="10090"/>
                </a:cubicBezTo>
                <a:cubicBezTo>
                  <a:pt x="483759" y="8751"/>
                  <a:pt x="482620" y="7579"/>
                  <a:pt x="480904" y="6576"/>
                </a:cubicBezTo>
                <a:cubicBezTo>
                  <a:pt x="479188" y="5572"/>
                  <a:pt x="476871" y="5070"/>
                  <a:pt x="473951" y="5070"/>
                </a:cubicBezTo>
                <a:lnTo>
                  <a:pt x="470494" y="5070"/>
                </a:lnTo>
                <a:lnTo>
                  <a:pt x="470494" y="2305"/>
                </a:lnTo>
                <a:lnTo>
                  <a:pt x="526038" y="2305"/>
                </a:lnTo>
                <a:lnTo>
                  <a:pt x="526038" y="5070"/>
                </a:lnTo>
                <a:lnTo>
                  <a:pt x="521506" y="5070"/>
                </a:lnTo>
                <a:cubicBezTo>
                  <a:pt x="518484" y="5070"/>
                  <a:pt x="516051" y="5611"/>
                  <a:pt x="514207" y="6691"/>
                </a:cubicBezTo>
                <a:cubicBezTo>
                  <a:pt x="512876" y="7413"/>
                  <a:pt x="511826" y="8648"/>
                  <a:pt x="511057" y="10398"/>
                </a:cubicBezTo>
                <a:cubicBezTo>
                  <a:pt x="510494" y="11633"/>
                  <a:pt x="510212" y="14877"/>
                  <a:pt x="510212" y="20128"/>
                </a:cubicBezTo>
                <a:lnTo>
                  <a:pt x="510212" y="86504"/>
                </a:lnTo>
                <a:cubicBezTo>
                  <a:pt x="510212" y="91830"/>
                  <a:pt x="510520" y="95224"/>
                  <a:pt x="511134" y="96683"/>
                </a:cubicBezTo>
                <a:cubicBezTo>
                  <a:pt x="511749" y="98143"/>
                  <a:pt x="512952" y="99231"/>
                  <a:pt x="514745" y="99948"/>
                </a:cubicBezTo>
                <a:cubicBezTo>
                  <a:pt x="516025" y="100409"/>
                  <a:pt x="519124" y="100640"/>
                  <a:pt x="524041" y="100640"/>
                </a:cubicBezTo>
                <a:lnTo>
                  <a:pt x="532722" y="100640"/>
                </a:lnTo>
                <a:cubicBezTo>
                  <a:pt x="538253" y="100640"/>
                  <a:pt x="542863" y="99667"/>
                  <a:pt x="546550" y="97720"/>
                </a:cubicBezTo>
                <a:cubicBezTo>
                  <a:pt x="550238" y="95774"/>
                  <a:pt x="553426" y="92701"/>
                  <a:pt x="556115" y="88501"/>
                </a:cubicBezTo>
                <a:cubicBezTo>
                  <a:pt x="558804" y="84302"/>
                  <a:pt x="561352" y="78105"/>
                  <a:pt x="563759" y="69910"/>
                </a:cubicBezTo>
                <a:lnTo>
                  <a:pt x="566909" y="69910"/>
                </a:lnTo>
                <a:close/>
                <a:moveTo>
                  <a:pt x="611037" y="32420"/>
                </a:moveTo>
                <a:cubicBezTo>
                  <a:pt x="617286" y="32420"/>
                  <a:pt x="623099" y="34035"/>
                  <a:pt x="628477" y="37265"/>
                </a:cubicBezTo>
                <a:cubicBezTo>
                  <a:pt x="633854" y="40494"/>
                  <a:pt x="637939" y="45083"/>
                  <a:pt x="640730" y="51030"/>
                </a:cubicBezTo>
                <a:cubicBezTo>
                  <a:pt x="643521" y="56978"/>
                  <a:pt x="644917" y="63489"/>
                  <a:pt x="644917" y="70563"/>
                </a:cubicBezTo>
                <a:cubicBezTo>
                  <a:pt x="644917" y="80765"/>
                  <a:pt x="642330" y="89301"/>
                  <a:pt x="637158" y="96172"/>
                </a:cubicBezTo>
                <a:cubicBezTo>
                  <a:pt x="630909" y="104477"/>
                  <a:pt x="622279" y="108629"/>
                  <a:pt x="611268" y="108629"/>
                </a:cubicBezTo>
                <a:cubicBezTo>
                  <a:pt x="600461" y="108629"/>
                  <a:pt x="592139" y="104835"/>
                  <a:pt x="586300" y="97247"/>
                </a:cubicBezTo>
                <a:cubicBezTo>
                  <a:pt x="580461" y="89659"/>
                  <a:pt x="577542" y="80867"/>
                  <a:pt x="577542" y="70870"/>
                </a:cubicBezTo>
                <a:cubicBezTo>
                  <a:pt x="577542" y="60566"/>
                  <a:pt x="580525" y="51582"/>
                  <a:pt x="586492" y="43917"/>
                </a:cubicBezTo>
                <a:cubicBezTo>
                  <a:pt x="592459" y="36252"/>
                  <a:pt x="600641" y="32420"/>
                  <a:pt x="611037" y="32420"/>
                </a:cubicBezTo>
                <a:moveTo>
                  <a:pt x="611345" y="37797"/>
                </a:moveTo>
                <a:cubicBezTo>
                  <a:pt x="608733" y="37797"/>
                  <a:pt x="606492" y="38785"/>
                  <a:pt x="604623" y="40760"/>
                </a:cubicBezTo>
                <a:cubicBezTo>
                  <a:pt x="602753" y="42733"/>
                  <a:pt x="601524" y="46630"/>
                  <a:pt x="600935" y="52449"/>
                </a:cubicBezTo>
                <a:cubicBezTo>
                  <a:pt x="600346" y="58269"/>
                  <a:pt x="600052" y="66358"/>
                  <a:pt x="600052" y="76716"/>
                </a:cubicBezTo>
                <a:cubicBezTo>
                  <a:pt x="600052" y="82203"/>
                  <a:pt x="600410" y="87331"/>
                  <a:pt x="601127" y="92100"/>
                </a:cubicBezTo>
                <a:cubicBezTo>
                  <a:pt x="601691" y="95740"/>
                  <a:pt x="602894" y="98509"/>
                  <a:pt x="604738" y="100407"/>
                </a:cubicBezTo>
                <a:cubicBezTo>
                  <a:pt x="606582" y="102303"/>
                  <a:pt x="608682" y="103252"/>
                  <a:pt x="611037" y="103252"/>
                </a:cubicBezTo>
                <a:cubicBezTo>
                  <a:pt x="613342" y="103252"/>
                  <a:pt x="615263" y="102611"/>
                  <a:pt x="616799" y="101329"/>
                </a:cubicBezTo>
                <a:cubicBezTo>
                  <a:pt x="618797" y="99586"/>
                  <a:pt x="620128" y="97150"/>
                  <a:pt x="620794" y="94021"/>
                </a:cubicBezTo>
                <a:cubicBezTo>
                  <a:pt x="621818" y="89150"/>
                  <a:pt x="622331" y="79306"/>
                  <a:pt x="622331" y="64487"/>
                </a:cubicBezTo>
                <a:cubicBezTo>
                  <a:pt x="622331" y="55770"/>
                  <a:pt x="621844" y="49784"/>
                  <a:pt x="620871" y="46529"/>
                </a:cubicBezTo>
                <a:cubicBezTo>
                  <a:pt x="619898" y="43272"/>
                  <a:pt x="618464" y="40900"/>
                  <a:pt x="616569" y="39413"/>
                </a:cubicBezTo>
                <a:cubicBezTo>
                  <a:pt x="615237" y="38336"/>
                  <a:pt x="613496" y="37797"/>
                  <a:pt x="611345" y="37797"/>
                </a:cubicBezTo>
                <a:close/>
                <a:moveTo>
                  <a:pt x="713939" y="87904"/>
                </a:moveTo>
                <a:lnTo>
                  <a:pt x="716321" y="89745"/>
                </a:lnTo>
                <a:cubicBezTo>
                  <a:pt x="712940" y="96117"/>
                  <a:pt x="708728" y="100857"/>
                  <a:pt x="703683" y="103967"/>
                </a:cubicBezTo>
                <a:cubicBezTo>
                  <a:pt x="698638" y="107075"/>
                  <a:pt x="693273" y="108629"/>
                  <a:pt x="687588" y="108629"/>
                </a:cubicBezTo>
                <a:cubicBezTo>
                  <a:pt x="678011" y="108629"/>
                  <a:pt x="670354" y="105015"/>
                  <a:pt x="664618" y="97788"/>
                </a:cubicBezTo>
                <a:cubicBezTo>
                  <a:pt x="658882" y="90558"/>
                  <a:pt x="656014" y="81868"/>
                  <a:pt x="656014" y="71718"/>
                </a:cubicBezTo>
                <a:cubicBezTo>
                  <a:pt x="656014" y="61924"/>
                  <a:pt x="658626" y="53311"/>
                  <a:pt x="663850" y="45878"/>
                </a:cubicBezTo>
                <a:cubicBezTo>
                  <a:pt x="670149" y="36906"/>
                  <a:pt x="678831" y="32420"/>
                  <a:pt x="689893" y="32420"/>
                </a:cubicBezTo>
                <a:cubicBezTo>
                  <a:pt x="697320" y="32420"/>
                  <a:pt x="703222" y="34295"/>
                  <a:pt x="707601" y="38045"/>
                </a:cubicBezTo>
                <a:cubicBezTo>
                  <a:pt x="711980" y="41793"/>
                  <a:pt x="714170" y="45978"/>
                  <a:pt x="714170" y="50601"/>
                </a:cubicBezTo>
                <a:cubicBezTo>
                  <a:pt x="714170" y="53528"/>
                  <a:pt x="713286" y="55865"/>
                  <a:pt x="711519" y="57611"/>
                </a:cubicBezTo>
                <a:cubicBezTo>
                  <a:pt x="709752" y="59357"/>
                  <a:pt x="707435" y="60230"/>
                  <a:pt x="704567" y="60230"/>
                </a:cubicBezTo>
                <a:cubicBezTo>
                  <a:pt x="701545" y="60230"/>
                  <a:pt x="699048" y="59228"/>
                  <a:pt x="697076" y="57224"/>
                </a:cubicBezTo>
                <a:cubicBezTo>
                  <a:pt x="695104" y="55219"/>
                  <a:pt x="693888" y="51647"/>
                  <a:pt x="693427" y="46507"/>
                </a:cubicBezTo>
                <a:cubicBezTo>
                  <a:pt x="693120" y="43270"/>
                  <a:pt x="692377" y="41008"/>
                  <a:pt x="691199" y="39723"/>
                </a:cubicBezTo>
                <a:cubicBezTo>
                  <a:pt x="690021" y="38439"/>
                  <a:pt x="688638" y="37797"/>
                  <a:pt x="687051" y="37797"/>
                </a:cubicBezTo>
                <a:cubicBezTo>
                  <a:pt x="684592" y="37797"/>
                  <a:pt x="682492" y="39103"/>
                  <a:pt x="680751" y="41716"/>
                </a:cubicBezTo>
                <a:cubicBezTo>
                  <a:pt x="678088" y="45659"/>
                  <a:pt x="676756" y="51703"/>
                  <a:pt x="676756" y="59846"/>
                </a:cubicBezTo>
                <a:cubicBezTo>
                  <a:pt x="676756" y="66607"/>
                  <a:pt x="677832" y="73073"/>
                  <a:pt x="679983" y="79244"/>
                </a:cubicBezTo>
                <a:cubicBezTo>
                  <a:pt x="682134" y="85416"/>
                  <a:pt x="685079" y="90012"/>
                  <a:pt x="688818" y="93034"/>
                </a:cubicBezTo>
                <a:cubicBezTo>
                  <a:pt x="691635" y="95236"/>
                  <a:pt x="694964" y="96338"/>
                  <a:pt x="698805" y="96338"/>
                </a:cubicBezTo>
                <a:cubicBezTo>
                  <a:pt x="701314" y="96338"/>
                  <a:pt x="703696" y="95750"/>
                  <a:pt x="705949" y="94575"/>
                </a:cubicBezTo>
                <a:cubicBezTo>
                  <a:pt x="708203" y="93399"/>
                  <a:pt x="710866" y="91175"/>
                  <a:pt x="713939" y="87904"/>
                </a:cubicBezTo>
                <a:close/>
                <a:moveTo>
                  <a:pt x="764475" y="95877"/>
                </a:moveTo>
                <a:cubicBezTo>
                  <a:pt x="755717" y="103661"/>
                  <a:pt x="747855" y="107554"/>
                  <a:pt x="740890" y="107554"/>
                </a:cubicBezTo>
                <a:cubicBezTo>
                  <a:pt x="736793" y="107554"/>
                  <a:pt x="733387" y="106205"/>
                  <a:pt x="730672" y="103509"/>
                </a:cubicBezTo>
                <a:cubicBezTo>
                  <a:pt x="727958" y="100810"/>
                  <a:pt x="726601" y="97431"/>
                  <a:pt x="726601" y="93373"/>
                </a:cubicBezTo>
                <a:cubicBezTo>
                  <a:pt x="726601" y="87873"/>
                  <a:pt x="728956" y="82927"/>
                  <a:pt x="733668" y="78534"/>
                </a:cubicBezTo>
                <a:cubicBezTo>
                  <a:pt x="738380" y="74140"/>
                  <a:pt x="748649" y="68295"/>
                  <a:pt x="764475" y="60998"/>
                </a:cubicBezTo>
                <a:lnTo>
                  <a:pt x="764475" y="53777"/>
                </a:lnTo>
                <a:cubicBezTo>
                  <a:pt x="764475" y="48348"/>
                  <a:pt x="764180" y="44929"/>
                  <a:pt x="763591" y="43521"/>
                </a:cubicBezTo>
                <a:cubicBezTo>
                  <a:pt x="763002" y="42112"/>
                  <a:pt x="761888" y="40883"/>
                  <a:pt x="760250" y="39833"/>
                </a:cubicBezTo>
                <a:cubicBezTo>
                  <a:pt x="758611" y="38783"/>
                  <a:pt x="756767" y="38258"/>
                  <a:pt x="754718" y="38258"/>
                </a:cubicBezTo>
                <a:cubicBezTo>
                  <a:pt x="751389" y="38258"/>
                  <a:pt x="748649" y="39001"/>
                  <a:pt x="746498" y="40486"/>
                </a:cubicBezTo>
                <a:cubicBezTo>
                  <a:pt x="745166" y="41408"/>
                  <a:pt x="744501" y="42484"/>
                  <a:pt x="744501" y="43713"/>
                </a:cubicBezTo>
                <a:cubicBezTo>
                  <a:pt x="744501" y="44788"/>
                  <a:pt x="745218" y="46120"/>
                  <a:pt x="746652" y="47708"/>
                </a:cubicBezTo>
                <a:cubicBezTo>
                  <a:pt x="748598" y="49910"/>
                  <a:pt x="749571" y="52036"/>
                  <a:pt x="749571" y="54084"/>
                </a:cubicBezTo>
                <a:cubicBezTo>
                  <a:pt x="749571" y="56594"/>
                  <a:pt x="748636" y="58732"/>
                  <a:pt x="746767" y="60499"/>
                </a:cubicBezTo>
                <a:cubicBezTo>
                  <a:pt x="744898" y="62266"/>
                  <a:pt x="742452" y="63149"/>
                  <a:pt x="739430" y="63149"/>
                </a:cubicBezTo>
                <a:cubicBezTo>
                  <a:pt x="736204" y="63149"/>
                  <a:pt x="733502" y="62176"/>
                  <a:pt x="731325" y="60230"/>
                </a:cubicBezTo>
                <a:cubicBezTo>
                  <a:pt x="729149" y="58284"/>
                  <a:pt x="728060" y="56005"/>
                  <a:pt x="728060" y="53393"/>
                </a:cubicBezTo>
                <a:cubicBezTo>
                  <a:pt x="728060" y="49705"/>
                  <a:pt x="729520" y="46184"/>
                  <a:pt x="732439" y="42829"/>
                </a:cubicBezTo>
                <a:cubicBezTo>
                  <a:pt x="735359" y="39475"/>
                  <a:pt x="739430" y="36901"/>
                  <a:pt x="744654" y="35109"/>
                </a:cubicBezTo>
                <a:cubicBezTo>
                  <a:pt x="749878" y="33316"/>
                  <a:pt x="755307" y="32420"/>
                  <a:pt x="760941" y="32420"/>
                </a:cubicBezTo>
                <a:cubicBezTo>
                  <a:pt x="767753" y="32420"/>
                  <a:pt x="773143" y="33871"/>
                  <a:pt x="777112" y="36772"/>
                </a:cubicBezTo>
                <a:cubicBezTo>
                  <a:pt x="781082" y="39672"/>
                  <a:pt x="783655" y="42817"/>
                  <a:pt x="784833" y="46205"/>
                </a:cubicBezTo>
                <a:cubicBezTo>
                  <a:pt x="785550" y="48361"/>
                  <a:pt x="785909" y="53314"/>
                  <a:pt x="785909" y="61066"/>
                </a:cubicBezTo>
                <a:lnTo>
                  <a:pt x="785909" y="89018"/>
                </a:lnTo>
                <a:cubicBezTo>
                  <a:pt x="785909" y="92303"/>
                  <a:pt x="786037" y="94370"/>
                  <a:pt x="786293" y="95219"/>
                </a:cubicBezTo>
                <a:cubicBezTo>
                  <a:pt x="786549" y="96065"/>
                  <a:pt x="786933" y="96694"/>
                  <a:pt x="787445" y="97106"/>
                </a:cubicBezTo>
                <a:cubicBezTo>
                  <a:pt x="787957" y="97515"/>
                  <a:pt x="788546" y="97720"/>
                  <a:pt x="789212" y="97720"/>
                </a:cubicBezTo>
                <a:cubicBezTo>
                  <a:pt x="790544" y="97720"/>
                  <a:pt x="791901" y="96773"/>
                  <a:pt x="793284" y="94878"/>
                </a:cubicBezTo>
                <a:lnTo>
                  <a:pt x="795589" y="96722"/>
                </a:lnTo>
                <a:cubicBezTo>
                  <a:pt x="793028" y="100512"/>
                  <a:pt x="790377" y="103264"/>
                  <a:pt x="787637" y="104980"/>
                </a:cubicBezTo>
                <a:cubicBezTo>
                  <a:pt x="784897" y="106696"/>
                  <a:pt x="781786" y="107554"/>
                  <a:pt x="778303" y="107554"/>
                </a:cubicBezTo>
                <a:cubicBezTo>
                  <a:pt x="774206" y="107554"/>
                  <a:pt x="771005" y="106587"/>
                  <a:pt x="768700" y="104654"/>
                </a:cubicBezTo>
                <a:cubicBezTo>
                  <a:pt x="766395" y="102720"/>
                  <a:pt x="764987" y="99795"/>
                  <a:pt x="764475" y="95877"/>
                </a:cubicBezTo>
                <a:moveTo>
                  <a:pt x="764475" y="90192"/>
                </a:moveTo>
                <a:lnTo>
                  <a:pt x="764475" y="66160"/>
                </a:lnTo>
                <a:cubicBezTo>
                  <a:pt x="758278" y="69814"/>
                  <a:pt x="753668" y="73726"/>
                  <a:pt x="750647" y="77895"/>
                </a:cubicBezTo>
                <a:cubicBezTo>
                  <a:pt x="748649" y="80673"/>
                  <a:pt x="747650" y="83478"/>
                  <a:pt x="747650" y="86310"/>
                </a:cubicBezTo>
                <a:cubicBezTo>
                  <a:pt x="747650" y="88677"/>
                  <a:pt x="748495" y="90761"/>
                  <a:pt x="750186" y="92564"/>
                </a:cubicBezTo>
                <a:cubicBezTo>
                  <a:pt x="751466" y="93953"/>
                  <a:pt x="753259" y="94647"/>
                  <a:pt x="755563" y="94647"/>
                </a:cubicBezTo>
                <a:cubicBezTo>
                  <a:pt x="758124" y="94647"/>
                  <a:pt x="761095" y="93162"/>
                  <a:pt x="764475" y="90192"/>
                </a:cubicBezTo>
                <a:close/>
                <a:moveTo>
                  <a:pt x="831500" y="8143"/>
                </a:moveTo>
                <a:lnTo>
                  <a:pt x="831500" y="34571"/>
                </a:lnTo>
                <a:lnTo>
                  <a:pt x="848555" y="34571"/>
                </a:lnTo>
                <a:lnTo>
                  <a:pt x="848555" y="42100"/>
                </a:lnTo>
                <a:lnTo>
                  <a:pt x="831500" y="42100"/>
                </a:lnTo>
                <a:lnTo>
                  <a:pt x="831500" y="86547"/>
                </a:lnTo>
                <a:cubicBezTo>
                  <a:pt x="831500" y="90707"/>
                  <a:pt x="831692" y="93390"/>
                  <a:pt x="832076" y="94597"/>
                </a:cubicBezTo>
                <a:cubicBezTo>
                  <a:pt x="832460" y="95804"/>
                  <a:pt x="833139" y="96780"/>
                  <a:pt x="834112" y="97526"/>
                </a:cubicBezTo>
                <a:cubicBezTo>
                  <a:pt x="835085" y="98270"/>
                  <a:pt x="835981" y="98642"/>
                  <a:pt x="836801" y="98642"/>
                </a:cubicBezTo>
                <a:cubicBezTo>
                  <a:pt x="840130" y="98642"/>
                  <a:pt x="843279" y="96081"/>
                  <a:pt x="846250" y="90960"/>
                </a:cubicBezTo>
                <a:lnTo>
                  <a:pt x="848555" y="92667"/>
                </a:lnTo>
                <a:cubicBezTo>
                  <a:pt x="844406" y="102591"/>
                  <a:pt x="837671" y="107554"/>
                  <a:pt x="828350" y="107554"/>
                </a:cubicBezTo>
                <a:cubicBezTo>
                  <a:pt x="823792" y="107554"/>
                  <a:pt x="819938" y="106282"/>
                  <a:pt x="816788" y="103739"/>
                </a:cubicBezTo>
                <a:cubicBezTo>
                  <a:pt x="813638" y="101194"/>
                  <a:pt x="811628" y="98354"/>
                  <a:pt x="810757" y="95219"/>
                </a:cubicBezTo>
                <a:cubicBezTo>
                  <a:pt x="810245" y="93471"/>
                  <a:pt x="809989" y="88742"/>
                  <a:pt x="809989" y="81033"/>
                </a:cubicBezTo>
                <a:lnTo>
                  <a:pt x="809989" y="42100"/>
                </a:lnTo>
                <a:lnTo>
                  <a:pt x="800616" y="42100"/>
                </a:lnTo>
                <a:lnTo>
                  <a:pt x="800616" y="39404"/>
                </a:lnTo>
                <a:cubicBezTo>
                  <a:pt x="807070" y="34836"/>
                  <a:pt x="812563" y="30037"/>
                  <a:pt x="817095" y="25006"/>
                </a:cubicBezTo>
                <a:cubicBezTo>
                  <a:pt x="821628" y="19976"/>
                  <a:pt x="825584" y="14355"/>
                  <a:pt x="828964" y="8143"/>
                </a:cubicBezTo>
                <a:lnTo>
                  <a:pt x="831500" y="8143"/>
                </a:lnTo>
                <a:close/>
                <a:moveTo>
                  <a:pt x="872488" y="0"/>
                </a:moveTo>
                <a:cubicBezTo>
                  <a:pt x="875817" y="0"/>
                  <a:pt x="878634" y="1169"/>
                  <a:pt x="880938" y="3508"/>
                </a:cubicBezTo>
                <a:cubicBezTo>
                  <a:pt x="883243" y="5844"/>
                  <a:pt x="884395" y="8657"/>
                  <a:pt x="884395" y="11946"/>
                </a:cubicBezTo>
                <a:cubicBezTo>
                  <a:pt x="884395" y="15235"/>
                  <a:pt x="883230" y="18036"/>
                  <a:pt x="880900" y="20349"/>
                </a:cubicBezTo>
                <a:cubicBezTo>
                  <a:pt x="878570" y="22660"/>
                  <a:pt x="875765" y="23815"/>
                  <a:pt x="872488" y="23815"/>
                </a:cubicBezTo>
                <a:cubicBezTo>
                  <a:pt x="869210" y="23815"/>
                  <a:pt x="866418" y="22660"/>
                  <a:pt x="864114" y="20349"/>
                </a:cubicBezTo>
                <a:cubicBezTo>
                  <a:pt x="861809" y="18036"/>
                  <a:pt x="860657" y="15235"/>
                  <a:pt x="860657" y="11946"/>
                </a:cubicBezTo>
                <a:cubicBezTo>
                  <a:pt x="860657" y="8657"/>
                  <a:pt x="861809" y="5844"/>
                  <a:pt x="864114" y="3508"/>
                </a:cubicBezTo>
                <a:cubicBezTo>
                  <a:pt x="866418" y="1169"/>
                  <a:pt x="869210" y="0"/>
                  <a:pt x="872488" y="0"/>
                </a:cubicBezTo>
                <a:moveTo>
                  <a:pt x="883243" y="34571"/>
                </a:moveTo>
                <a:lnTo>
                  <a:pt x="883243" y="91574"/>
                </a:lnTo>
                <a:cubicBezTo>
                  <a:pt x="883243" y="96645"/>
                  <a:pt x="883832" y="99884"/>
                  <a:pt x="885010" y="101293"/>
                </a:cubicBezTo>
                <a:cubicBezTo>
                  <a:pt x="886188" y="102701"/>
                  <a:pt x="888493" y="103508"/>
                  <a:pt x="891924" y="103713"/>
                </a:cubicBezTo>
                <a:lnTo>
                  <a:pt x="891924" y="106478"/>
                </a:lnTo>
                <a:lnTo>
                  <a:pt x="853128" y="106478"/>
                </a:lnTo>
                <a:lnTo>
                  <a:pt x="853128" y="103713"/>
                </a:lnTo>
                <a:cubicBezTo>
                  <a:pt x="856303" y="103610"/>
                  <a:pt x="858659" y="102688"/>
                  <a:pt x="860196" y="100947"/>
                </a:cubicBezTo>
                <a:cubicBezTo>
                  <a:pt x="861220" y="99769"/>
                  <a:pt x="861732" y="96645"/>
                  <a:pt x="861732" y="91574"/>
                </a:cubicBezTo>
                <a:lnTo>
                  <a:pt x="861732" y="49628"/>
                </a:lnTo>
                <a:cubicBezTo>
                  <a:pt x="861732" y="44494"/>
                  <a:pt x="861143" y="41214"/>
                  <a:pt x="859965" y="39788"/>
                </a:cubicBezTo>
                <a:cubicBezTo>
                  <a:pt x="858787" y="38362"/>
                  <a:pt x="856508" y="37545"/>
                  <a:pt x="853128" y="37337"/>
                </a:cubicBezTo>
                <a:lnTo>
                  <a:pt x="853128" y="34571"/>
                </a:lnTo>
                <a:lnTo>
                  <a:pt x="883243" y="34571"/>
                </a:lnTo>
                <a:close/>
                <a:moveTo>
                  <a:pt x="927942" y="34571"/>
                </a:moveTo>
                <a:lnTo>
                  <a:pt x="927942" y="43943"/>
                </a:lnTo>
                <a:cubicBezTo>
                  <a:pt x="931630" y="39921"/>
                  <a:pt x="935164" y="36996"/>
                  <a:pt x="938544" y="35166"/>
                </a:cubicBezTo>
                <a:cubicBezTo>
                  <a:pt x="941924" y="33335"/>
                  <a:pt x="945560" y="32420"/>
                  <a:pt x="949453" y="32420"/>
                </a:cubicBezTo>
                <a:cubicBezTo>
                  <a:pt x="954114" y="32420"/>
                  <a:pt x="957980" y="33715"/>
                  <a:pt x="961053" y="36304"/>
                </a:cubicBezTo>
                <a:cubicBezTo>
                  <a:pt x="964126" y="38894"/>
                  <a:pt x="966175" y="42112"/>
                  <a:pt x="967199" y="45958"/>
                </a:cubicBezTo>
                <a:cubicBezTo>
                  <a:pt x="968019" y="48882"/>
                  <a:pt x="968428" y="54498"/>
                  <a:pt x="968428" y="62806"/>
                </a:cubicBezTo>
                <a:lnTo>
                  <a:pt x="968428" y="90806"/>
                </a:lnTo>
                <a:cubicBezTo>
                  <a:pt x="968428" y="96338"/>
                  <a:pt x="968928" y="99782"/>
                  <a:pt x="969927" y="101139"/>
                </a:cubicBezTo>
                <a:cubicBezTo>
                  <a:pt x="970925" y="102496"/>
                  <a:pt x="973012" y="103354"/>
                  <a:pt x="976188" y="103713"/>
                </a:cubicBezTo>
                <a:lnTo>
                  <a:pt x="976188" y="106478"/>
                </a:lnTo>
                <a:lnTo>
                  <a:pt x="939850" y="106478"/>
                </a:lnTo>
                <a:lnTo>
                  <a:pt x="939850" y="103713"/>
                </a:lnTo>
                <a:cubicBezTo>
                  <a:pt x="942564" y="103354"/>
                  <a:pt x="944511" y="102227"/>
                  <a:pt x="945689" y="100332"/>
                </a:cubicBezTo>
                <a:cubicBezTo>
                  <a:pt x="946508" y="99052"/>
                  <a:pt x="946918" y="95877"/>
                  <a:pt x="946918" y="90806"/>
                </a:cubicBezTo>
                <a:lnTo>
                  <a:pt x="946918" y="58847"/>
                </a:lnTo>
                <a:cubicBezTo>
                  <a:pt x="946918" y="52957"/>
                  <a:pt x="946687" y="49244"/>
                  <a:pt x="946226" y="47708"/>
                </a:cubicBezTo>
                <a:cubicBezTo>
                  <a:pt x="945765" y="46171"/>
                  <a:pt x="944984" y="44981"/>
                  <a:pt x="943883" y="44135"/>
                </a:cubicBezTo>
                <a:cubicBezTo>
                  <a:pt x="942782" y="43290"/>
                  <a:pt x="941566" y="42868"/>
                  <a:pt x="940234" y="42868"/>
                </a:cubicBezTo>
                <a:cubicBezTo>
                  <a:pt x="935829" y="42868"/>
                  <a:pt x="931732" y="46043"/>
                  <a:pt x="927942" y="52394"/>
                </a:cubicBezTo>
                <a:lnTo>
                  <a:pt x="927942" y="90806"/>
                </a:lnTo>
                <a:cubicBezTo>
                  <a:pt x="927942" y="96184"/>
                  <a:pt x="928441" y="99590"/>
                  <a:pt x="929440" y="101024"/>
                </a:cubicBezTo>
                <a:cubicBezTo>
                  <a:pt x="930439" y="102458"/>
                  <a:pt x="932296" y="103354"/>
                  <a:pt x="935010" y="103713"/>
                </a:cubicBezTo>
                <a:lnTo>
                  <a:pt x="935010" y="106478"/>
                </a:lnTo>
                <a:lnTo>
                  <a:pt x="898672" y="106478"/>
                </a:lnTo>
                <a:lnTo>
                  <a:pt x="898672" y="103713"/>
                </a:lnTo>
                <a:cubicBezTo>
                  <a:pt x="901694" y="103405"/>
                  <a:pt x="903845" y="102432"/>
                  <a:pt x="905125" y="100793"/>
                </a:cubicBezTo>
                <a:cubicBezTo>
                  <a:pt x="905996" y="99667"/>
                  <a:pt x="906431" y="96338"/>
                  <a:pt x="906431" y="90806"/>
                </a:cubicBezTo>
                <a:lnTo>
                  <a:pt x="906431" y="50243"/>
                </a:lnTo>
                <a:cubicBezTo>
                  <a:pt x="906431" y="44748"/>
                  <a:pt x="905932" y="41327"/>
                  <a:pt x="904933" y="39980"/>
                </a:cubicBezTo>
                <a:cubicBezTo>
                  <a:pt x="903935" y="38632"/>
                  <a:pt x="901848" y="37751"/>
                  <a:pt x="898672" y="37337"/>
                </a:cubicBezTo>
                <a:lnTo>
                  <a:pt x="898672" y="34571"/>
                </a:lnTo>
                <a:lnTo>
                  <a:pt x="927942" y="34571"/>
                </a:lnTo>
                <a:close/>
                <a:moveTo>
                  <a:pt x="1031508" y="35493"/>
                </a:moveTo>
                <a:lnTo>
                  <a:pt x="1055707" y="35493"/>
                </a:lnTo>
                <a:lnTo>
                  <a:pt x="1055707" y="43943"/>
                </a:lnTo>
                <a:lnTo>
                  <a:pt x="1041956" y="43943"/>
                </a:lnTo>
                <a:cubicBezTo>
                  <a:pt x="1044465" y="46453"/>
                  <a:pt x="1046207" y="48732"/>
                  <a:pt x="1047180" y="50781"/>
                </a:cubicBezTo>
                <a:cubicBezTo>
                  <a:pt x="1048409" y="53546"/>
                  <a:pt x="1049024" y="56440"/>
                  <a:pt x="1049024" y="59462"/>
                </a:cubicBezTo>
                <a:cubicBezTo>
                  <a:pt x="1049024" y="64584"/>
                  <a:pt x="1047602" y="69027"/>
                  <a:pt x="1044760" y="72791"/>
                </a:cubicBezTo>
                <a:cubicBezTo>
                  <a:pt x="1041917" y="76555"/>
                  <a:pt x="1038051" y="79500"/>
                  <a:pt x="1033160" y="81626"/>
                </a:cubicBezTo>
                <a:cubicBezTo>
                  <a:pt x="1028268" y="83751"/>
                  <a:pt x="1023928" y="84814"/>
                  <a:pt x="1020138" y="84814"/>
                </a:cubicBezTo>
                <a:cubicBezTo>
                  <a:pt x="1019831" y="84814"/>
                  <a:pt x="1016758" y="84686"/>
                  <a:pt x="1010919" y="84430"/>
                </a:cubicBezTo>
                <a:cubicBezTo>
                  <a:pt x="1008614" y="84430"/>
                  <a:pt x="1006681" y="85181"/>
                  <a:pt x="1005119" y="86684"/>
                </a:cubicBezTo>
                <a:cubicBezTo>
                  <a:pt x="1003557" y="88187"/>
                  <a:pt x="1002776" y="89982"/>
                  <a:pt x="1002776" y="92069"/>
                </a:cubicBezTo>
                <a:cubicBezTo>
                  <a:pt x="1002776" y="93903"/>
                  <a:pt x="1003480" y="95406"/>
                  <a:pt x="1004888" y="96578"/>
                </a:cubicBezTo>
                <a:cubicBezTo>
                  <a:pt x="1006297" y="97749"/>
                  <a:pt x="1008589" y="98335"/>
                  <a:pt x="1011764" y="98335"/>
                </a:cubicBezTo>
                <a:lnTo>
                  <a:pt x="1025055" y="98181"/>
                </a:lnTo>
                <a:cubicBezTo>
                  <a:pt x="1035810" y="98181"/>
                  <a:pt x="1043211" y="99362"/>
                  <a:pt x="1047257" y="101722"/>
                </a:cubicBezTo>
                <a:cubicBezTo>
                  <a:pt x="1053044" y="105005"/>
                  <a:pt x="1055938" y="110059"/>
                  <a:pt x="1055938" y="116883"/>
                </a:cubicBezTo>
                <a:cubicBezTo>
                  <a:pt x="1055938" y="121245"/>
                  <a:pt x="1054606" y="125208"/>
                  <a:pt x="1051943" y="128774"/>
                </a:cubicBezTo>
                <a:cubicBezTo>
                  <a:pt x="1049280" y="132340"/>
                  <a:pt x="1045771" y="134970"/>
                  <a:pt x="1041418" y="136663"/>
                </a:cubicBezTo>
                <a:cubicBezTo>
                  <a:pt x="1034811" y="139177"/>
                  <a:pt x="1027206" y="140435"/>
                  <a:pt x="1018601" y="140435"/>
                </a:cubicBezTo>
                <a:cubicBezTo>
                  <a:pt x="1012148" y="140435"/>
                  <a:pt x="1006258" y="139807"/>
                  <a:pt x="1000932" y="138552"/>
                </a:cubicBezTo>
                <a:cubicBezTo>
                  <a:pt x="995605" y="137298"/>
                  <a:pt x="991790" y="135555"/>
                  <a:pt x="989485" y="133326"/>
                </a:cubicBezTo>
                <a:cubicBezTo>
                  <a:pt x="987180" y="131098"/>
                  <a:pt x="986028" y="128754"/>
                  <a:pt x="986028" y="126294"/>
                </a:cubicBezTo>
                <a:cubicBezTo>
                  <a:pt x="986028" y="123938"/>
                  <a:pt x="986911" y="121825"/>
                  <a:pt x="988678" y="119954"/>
                </a:cubicBezTo>
                <a:cubicBezTo>
                  <a:pt x="990445" y="118084"/>
                  <a:pt x="993736" y="116509"/>
                  <a:pt x="998550" y="115229"/>
                </a:cubicBezTo>
                <a:cubicBezTo>
                  <a:pt x="991892" y="111951"/>
                  <a:pt x="988563" y="107394"/>
                  <a:pt x="988563" y="101557"/>
                </a:cubicBezTo>
                <a:cubicBezTo>
                  <a:pt x="988563" y="98023"/>
                  <a:pt x="989920" y="94592"/>
                  <a:pt x="992635" y="91265"/>
                </a:cubicBezTo>
                <a:cubicBezTo>
                  <a:pt x="995349" y="87936"/>
                  <a:pt x="999651" y="85042"/>
                  <a:pt x="1005541" y="82584"/>
                </a:cubicBezTo>
                <a:cubicBezTo>
                  <a:pt x="998678" y="80071"/>
                  <a:pt x="993710" y="76763"/>
                  <a:pt x="990637" y="72659"/>
                </a:cubicBezTo>
                <a:cubicBezTo>
                  <a:pt x="987564" y="68555"/>
                  <a:pt x="986028" y="63810"/>
                  <a:pt x="986028" y="58425"/>
                </a:cubicBezTo>
                <a:cubicBezTo>
                  <a:pt x="986028" y="51399"/>
                  <a:pt x="988896" y="45308"/>
                  <a:pt x="994632" y="40153"/>
                </a:cubicBezTo>
                <a:cubicBezTo>
                  <a:pt x="1000368" y="34997"/>
                  <a:pt x="1007744" y="32420"/>
                  <a:pt x="1016758" y="32420"/>
                </a:cubicBezTo>
                <a:cubicBezTo>
                  <a:pt x="1021521" y="32420"/>
                  <a:pt x="1026437" y="33444"/>
                  <a:pt x="1031508" y="35493"/>
                </a:cubicBezTo>
                <a:moveTo>
                  <a:pt x="1018217" y="37337"/>
                </a:moveTo>
                <a:cubicBezTo>
                  <a:pt x="1015247" y="37337"/>
                  <a:pt x="1012737" y="38832"/>
                  <a:pt x="1010688" y="41824"/>
                </a:cubicBezTo>
                <a:cubicBezTo>
                  <a:pt x="1008640" y="44813"/>
                  <a:pt x="1007615" y="51012"/>
                  <a:pt x="1007615" y="60420"/>
                </a:cubicBezTo>
                <a:cubicBezTo>
                  <a:pt x="1007615" y="68037"/>
                  <a:pt x="1008627" y="73264"/>
                  <a:pt x="1010650" y="76102"/>
                </a:cubicBezTo>
                <a:cubicBezTo>
                  <a:pt x="1012673" y="78939"/>
                  <a:pt x="1015067" y="80358"/>
                  <a:pt x="1017833" y="80358"/>
                </a:cubicBezTo>
                <a:cubicBezTo>
                  <a:pt x="1020906" y="80358"/>
                  <a:pt x="1023467" y="78952"/>
                  <a:pt x="1025516" y="76140"/>
                </a:cubicBezTo>
                <a:cubicBezTo>
                  <a:pt x="1027564" y="73328"/>
                  <a:pt x="1028588" y="67857"/>
                  <a:pt x="1028588" y="59728"/>
                </a:cubicBezTo>
                <a:cubicBezTo>
                  <a:pt x="1028588" y="50578"/>
                  <a:pt x="1027436" y="44341"/>
                  <a:pt x="1025131" y="41017"/>
                </a:cubicBezTo>
                <a:cubicBezTo>
                  <a:pt x="1023492" y="38563"/>
                  <a:pt x="1021188" y="37337"/>
                  <a:pt x="1018217" y="37337"/>
                </a:cubicBezTo>
                <a:moveTo>
                  <a:pt x="1013685" y="117080"/>
                </a:moveTo>
                <a:cubicBezTo>
                  <a:pt x="1008461" y="117080"/>
                  <a:pt x="1005003" y="117514"/>
                  <a:pt x="1003313" y="118381"/>
                </a:cubicBezTo>
                <a:cubicBezTo>
                  <a:pt x="1000394" y="119961"/>
                  <a:pt x="998934" y="122102"/>
                  <a:pt x="998934" y="124806"/>
                </a:cubicBezTo>
                <a:cubicBezTo>
                  <a:pt x="998934" y="127406"/>
                  <a:pt x="1000445" y="129765"/>
                  <a:pt x="1003467" y="131881"/>
                </a:cubicBezTo>
                <a:cubicBezTo>
                  <a:pt x="1006489" y="133998"/>
                  <a:pt x="1012174" y="135057"/>
                  <a:pt x="1020522" y="135057"/>
                </a:cubicBezTo>
                <a:cubicBezTo>
                  <a:pt x="1027641" y="135057"/>
                  <a:pt x="1033236" y="134113"/>
                  <a:pt x="1037308" y="132226"/>
                </a:cubicBezTo>
                <a:cubicBezTo>
                  <a:pt x="1041380" y="130339"/>
                  <a:pt x="1043416" y="127687"/>
                  <a:pt x="1043416" y="124270"/>
                </a:cubicBezTo>
                <a:cubicBezTo>
                  <a:pt x="1043416" y="122996"/>
                  <a:pt x="1043031" y="121926"/>
                  <a:pt x="1042263" y="121058"/>
                </a:cubicBezTo>
                <a:cubicBezTo>
                  <a:pt x="1040880" y="119528"/>
                  <a:pt x="1038793" y="118482"/>
                  <a:pt x="1036002" y="117920"/>
                </a:cubicBezTo>
                <a:cubicBezTo>
                  <a:pt x="1033211" y="117360"/>
                  <a:pt x="1025772" y="117080"/>
                  <a:pt x="1013685" y="117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PhaseII:DynamicCIGDiscovering">
            <a:extLst xmlns:a="http://schemas.openxmlformats.org/drawingml/2006/main">
              <a:ext uri="{FF2B5EF4-FFF2-40B4-BE49-F238E27FC236}">
                <a16:creationId xmlns:a16="http://schemas.microsoft.com/office/drawing/2014/main" id="{B99F13A0-1925-492C-A1E2-51C5D325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053" y="125292"/>
            <a:ext cx="2400268" cy="140435"/>
          </a:xfrm>
          <a:custGeom xmlns:a="http://schemas.openxmlformats.org/drawingml/2006/main">
            <a:pathLst>
              <a:path w="2400268" h="140435">
                <a:moveTo>
                  <a:pt x="38489" y="59308"/>
                </a:moveTo>
                <a:lnTo>
                  <a:pt x="38489" y="88194"/>
                </a:lnTo>
                <a:cubicBezTo>
                  <a:pt x="38489" y="93857"/>
                  <a:pt x="38835" y="97422"/>
                  <a:pt x="39526" y="98890"/>
                </a:cubicBezTo>
                <a:cubicBezTo>
                  <a:pt x="40217" y="100356"/>
                  <a:pt x="41447" y="101526"/>
                  <a:pt x="43214" y="102402"/>
                </a:cubicBezTo>
                <a:cubicBezTo>
                  <a:pt x="44981" y="103276"/>
                  <a:pt x="48220" y="103713"/>
                  <a:pt x="52932" y="103713"/>
                </a:cubicBezTo>
                <a:lnTo>
                  <a:pt x="52932" y="106478"/>
                </a:lnTo>
                <a:lnTo>
                  <a:pt x="0" y="106478"/>
                </a:lnTo>
                <a:lnTo>
                  <a:pt x="0" y="103713"/>
                </a:lnTo>
                <a:cubicBezTo>
                  <a:pt x="4814" y="103713"/>
                  <a:pt x="8079" y="103262"/>
                  <a:pt x="9795" y="102361"/>
                </a:cubicBezTo>
                <a:cubicBezTo>
                  <a:pt x="11511" y="101460"/>
                  <a:pt x="12714" y="100289"/>
                  <a:pt x="13406" y="98849"/>
                </a:cubicBezTo>
                <a:cubicBezTo>
                  <a:pt x="14097" y="97408"/>
                  <a:pt x="14443" y="93857"/>
                  <a:pt x="14443" y="88194"/>
                </a:cubicBezTo>
                <a:lnTo>
                  <a:pt x="14443" y="20589"/>
                </a:lnTo>
                <a:cubicBezTo>
                  <a:pt x="14443" y="14926"/>
                  <a:pt x="14097" y="11362"/>
                  <a:pt x="13406" y="9896"/>
                </a:cubicBezTo>
                <a:cubicBezTo>
                  <a:pt x="12714" y="8428"/>
                  <a:pt x="11498" y="7257"/>
                  <a:pt x="9757" y="6384"/>
                </a:cubicBezTo>
                <a:cubicBezTo>
                  <a:pt x="8015" y="5508"/>
                  <a:pt x="4763" y="5070"/>
                  <a:pt x="0" y="5070"/>
                </a:cubicBezTo>
                <a:lnTo>
                  <a:pt x="0" y="2305"/>
                </a:lnTo>
                <a:lnTo>
                  <a:pt x="45403" y="2305"/>
                </a:lnTo>
                <a:cubicBezTo>
                  <a:pt x="60358" y="2305"/>
                  <a:pt x="71088" y="4968"/>
                  <a:pt x="77592" y="10294"/>
                </a:cubicBezTo>
                <a:cubicBezTo>
                  <a:pt x="84097" y="15621"/>
                  <a:pt x="87349" y="22279"/>
                  <a:pt x="87349" y="30269"/>
                </a:cubicBezTo>
                <a:cubicBezTo>
                  <a:pt x="87349" y="37029"/>
                  <a:pt x="85249" y="42817"/>
                  <a:pt x="81049" y="47631"/>
                </a:cubicBezTo>
                <a:cubicBezTo>
                  <a:pt x="76850" y="52445"/>
                  <a:pt x="71062" y="55723"/>
                  <a:pt x="63687" y="57464"/>
                </a:cubicBezTo>
                <a:cubicBezTo>
                  <a:pt x="58719" y="58694"/>
                  <a:pt x="50320" y="59308"/>
                  <a:pt x="38489" y="59308"/>
                </a:cubicBezTo>
                <a:moveTo>
                  <a:pt x="38489" y="8297"/>
                </a:moveTo>
                <a:lnTo>
                  <a:pt x="38489" y="53316"/>
                </a:lnTo>
                <a:cubicBezTo>
                  <a:pt x="40179" y="53418"/>
                  <a:pt x="41459" y="53470"/>
                  <a:pt x="42330" y="53470"/>
                </a:cubicBezTo>
                <a:cubicBezTo>
                  <a:pt x="48578" y="53470"/>
                  <a:pt x="53393" y="51613"/>
                  <a:pt x="56773" y="47900"/>
                </a:cubicBezTo>
                <a:cubicBezTo>
                  <a:pt x="60153" y="44187"/>
                  <a:pt x="61843" y="38438"/>
                  <a:pt x="61843" y="30653"/>
                </a:cubicBezTo>
                <a:cubicBezTo>
                  <a:pt x="61843" y="22919"/>
                  <a:pt x="60153" y="17260"/>
                  <a:pt x="56773" y="13675"/>
                </a:cubicBezTo>
                <a:cubicBezTo>
                  <a:pt x="53393" y="10090"/>
                  <a:pt x="48348" y="8297"/>
                  <a:pt x="41639" y="8297"/>
                </a:cubicBezTo>
                <a:lnTo>
                  <a:pt x="38489" y="8297"/>
                </a:lnTo>
                <a:close/>
                <a:moveTo>
                  <a:pt x="126219" y="2305"/>
                </a:moveTo>
                <a:lnTo>
                  <a:pt x="126219" y="43867"/>
                </a:lnTo>
                <a:cubicBezTo>
                  <a:pt x="130162" y="39689"/>
                  <a:pt x="133773" y="36737"/>
                  <a:pt x="137051" y="35010"/>
                </a:cubicBezTo>
                <a:cubicBezTo>
                  <a:pt x="140329" y="33283"/>
                  <a:pt x="143735" y="32420"/>
                  <a:pt x="147269" y="32420"/>
                </a:cubicBezTo>
                <a:cubicBezTo>
                  <a:pt x="151776" y="32420"/>
                  <a:pt x="155630" y="33700"/>
                  <a:pt x="158831" y="36261"/>
                </a:cubicBezTo>
                <a:cubicBezTo>
                  <a:pt x="162032" y="38822"/>
                  <a:pt x="164157" y="41831"/>
                  <a:pt x="165207" y="45288"/>
                </a:cubicBezTo>
                <a:cubicBezTo>
                  <a:pt x="166257" y="48745"/>
                  <a:pt x="166782" y="54571"/>
                  <a:pt x="166782" y="62765"/>
                </a:cubicBezTo>
                <a:lnTo>
                  <a:pt x="166782" y="90806"/>
                </a:lnTo>
                <a:cubicBezTo>
                  <a:pt x="166782" y="96320"/>
                  <a:pt x="167294" y="99759"/>
                  <a:pt x="168318" y="101125"/>
                </a:cubicBezTo>
                <a:cubicBezTo>
                  <a:pt x="169343" y="102490"/>
                  <a:pt x="171417" y="103353"/>
                  <a:pt x="174541" y="103713"/>
                </a:cubicBezTo>
                <a:lnTo>
                  <a:pt x="174541" y="106478"/>
                </a:lnTo>
                <a:lnTo>
                  <a:pt x="138127" y="106478"/>
                </a:lnTo>
                <a:lnTo>
                  <a:pt x="138127" y="103713"/>
                </a:lnTo>
                <a:cubicBezTo>
                  <a:pt x="140687" y="103353"/>
                  <a:pt x="142608" y="102322"/>
                  <a:pt x="143888" y="100620"/>
                </a:cubicBezTo>
                <a:cubicBezTo>
                  <a:pt x="144810" y="99281"/>
                  <a:pt x="145271" y="96009"/>
                  <a:pt x="145271" y="90806"/>
                </a:cubicBezTo>
                <a:lnTo>
                  <a:pt x="145271" y="58821"/>
                </a:lnTo>
                <a:cubicBezTo>
                  <a:pt x="145271" y="52889"/>
                  <a:pt x="145041" y="49170"/>
                  <a:pt x="144580" y="47662"/>
                </a:cubicBezTo>
                <a:cubicBezTo>
                  <a:pt x="144119" y="46153"/>
                  <a:pt x="143338" y="44977"/>
                  <a:pt x="142237" y="44133"/>
                </a:cubicBezTo>
                <a:cubicBezTo>
                  <a:pt x="141135" y="43290"/>
                  <a:pt x="139893" y="42868"/>
                  <a:pt x="138511" y="42868"/>
                </a:cubicBezTo>
                <a:cubicBezTo>
                  <a:pt x="136462" y="42868"/>
                  <a:pt x="134465" y="43572"/>
                  <a:pt x="132518" y="44981"/>
                </a:cubicBezTo>
                <a:cubicBezTo>
                  <a:pt x="130572" y="46389"/>
                  <a:pt x="128472" y="48860"/>
                  <a:pt x="126219" y="52394"/>
                </a:cubicBezTo>
                <a:lnTo>
                  <a:pt x="126219" y="90806"/>
                </a:lnTo>
                <a:cubicBezTo>
                  <a:pt x="126219" y="95958"/>
                  <a:pt x="126603" y="99178"/>
                  <a:pt x="127371" y="100467"/>
                </a:cubicBezTo>
                <a:cubicBezTo>
                  <a:pt x="128344" y="102218"/>
                  <a:pt x="130342" y="103300"/>
                  <a:pt x="133363" y="103713"/>
                </a:cubicBezTo>
                <a:lnTo>
                  <a:pt x="133363" y="106478"/>
                </a:lnTo>
                <a:lnTo>
                  <a:pt x="96949" y="106478"/>
                </a:lnTo>
                <a:lnTo>
                  <a:pt x="96949" y="103713"/>
                </a:lnTo>
                <a:cubicBezTo>
                  <a:pt x="99971" y="103404"/>
                  <a:pt x="102122" y="102425"/>
                  <a:pt x="103402" y="100776"/>
                </a:cubicBezTo>
                <a:cubicBezTo>
                  <a:pt x="104273" y="99643"/>
                  <a:pt x="104708" y="96320"/>
                  <a:pt x="104708" y="90806"/>
                </a:cubicBezTo>
                <a:lnTo>
                  <a:pt x="104708" y="17977"/>
                </a:lnTo>
                <a:cubicBezTo>
                  <a:pt x="104708" y="12482"/>
                  <a:pt x="104209" y="9061"/>
                  <a:pt x="103210" y="7714"/>
                </a:cubicBezTo>
                <a:cubicBezTo>
                  <a:pt x="102211" y="6366"/>
                  <a:pt x="100124" y="5485"/>
                  <a:pt x="96949" y="5070"/>
                </a:cubicBezTo>
                <a:lnTo>
                  <a:pt x="96949" y="2305"/>
                </a:lnTo>
                <a:lnTo>
                  <a:pt x="126219" y="2305"/>
                </a:lnTo>
                <a:close/>
                <a:moveTo>
                  <a:pt x="223426" y="95877"/>
                </a:moveTo>
                <a:cubicBezTo>
                  <a:pt x="214668" y="103661"/>
                  <a:pt x="206806" y="107554"/>
                  <a:pt x="199840" y="107554"/>
                </a:cubicBezTo>
                <a:cubicBezTo>
                  <a:pt x="195743" y="107554"/>
                  <a:pt x="192337" y="106205"/>
                  <a:pt x="189623" y="103509"/>
                </a:cubicBezTo>
                <a:cubicBezTo>
                  <a:pt x="186908" y="100810"/>
                  <a:pt x="185551" y="97431"/>
                  <a:pt x="185551" y="93373"/>
                </a:cubicBezTo>
                <a:cubicBezTo>
                  <a:pt x="185551" y="87873"/>
                  <a:pt x="187907" y="82927"/>
                  <a:pt x="192619" y="78534"/>
                </a:cubicBezTo>
                <a:cubicBezTo>
                  <a:pt x="197331" y="74140"/>
                  <a:pt x="207600" y="68295"/>
                  <a:pt x="223426" y="60998"/>
                </a:cubicBezTo>
                <a:lnTo>
                  <a:pt x="223426" y="53777"/>
                </a:lnTo>
                <a:cubicBezTo>
                  <a:pt x="223426" y="48348"/>
                  <a:pt x="223131" y="44929"/>
                  <a:pt x="222542" y="43521"/>
                </a:cubicBezTo>
                <a:cubicBezTo>
                  <a:pt x="221953" y="42112"/>
                  <a:pt x="220839" y="40883"/>
                  <a:pt x="219200" y="39833"/>
                </a:cubicBezTo>
                <a:cubicBezTo>
                  <a:pt x="217561" y="38783"/>
                  <a:pt x="215717" y="38258"/>
                  <a:pt x="213669" y="38258"/>
                </a:cubicBezTo>
                <a:cubicBezTo>
                  <a:pt x="210340" y="38258"/>
                  <a:pt x="207600" y="39001"/>
                  <a:pt x="205449" y="40486"/>
                </a:cubicBezTo>
                <a:cubicBezTo>
                  <a:pt x="204117" y="41408"/>
                  <a:pt x="203451" y="42484"/>
                  <a:pt x="203451" y="43713"/>
                </a:cubicBezTo>
                <a:cubicBezTo>
                  <a:pt x="203451" y="44788"/>
                  <a:pt x="204168" y="46120"/>
                  <a:pt x="205602" y="47708"/>
                </a:cubicBezTo>
                <a:cubicBezTo>
                  <a:pt x="207549" y="49910"/>
                  <a:pt x="208522" y="52036"/>
                  <a:pt x="208522" y="54084"/>
                </a:cubicBezTo>
                <a:cubicBezTo>
                  <a:pt x="208522" y="56594"/>
                  <a:pt x="207587" y="58732"/>
                  <a:pt x="205718" y="60499"/>
                </a:cubicBezTo>
                <a:cubicBezTo>
                  <a:pt x="203848" y="62266"/>
                  <a:pt x="201403" y="63149"/>
                  <a:pt x="198381" y="63149"/>
                </a:cubicBezTo>
                <a:cubicBezTo>
                  <a:pt x="195154" y="63149"/>
                  <a:pt x="192453" y="62176"/>
                  <a:pt x="190276" y="60230"/>
                </a:cubicBezTo>
                <a:cubicBezTo>
                  <a:pt x="188099" y="58284"/>
                  <a:pt x="187011" y="56005"/>
                  <a:pt x="187011" y="53393"/>
                </a:cubicBezTo>
                <a:cubicBezTo>
                  <a:pt x="187011" y="49705"/>
                  <a:pt x="188471" y="46184"/>
                  <a:pt x="191390" y="42829"/>
                </a:cubicBezTo>
                <a:cubicBezTo>
                  <a:pt x="194309" y="39475"/>
                  <a:pt x="198381" y="36901"/>
                  <a:pt x="203605" y="35109"/>
                </a:cubicBezTo>
                <a:cubicBezTo>
                  <a:pt x="208829" y="33316"/>
                  <a:pt x="214258" y="32420"/>
                  <a:pt x="219892" y="32420"/>
                </a:cubicBezTo>
                <a:cubicBezTo>
                  <a:pt x="226703" y="32420"/>
                  <a:pt x="232094" y="33871"/>
                  <a:pt x="236063" y="36772"/>
                </a:cubicBezTo>
                <a:cubicBezTo>
                  <a:pt x="240032" y="39672"/>
                  <a:pt x="242606" y="42817"/>
                  <a:pt x="243784" y="46205"/>
                </a:cubicBezTo>
                <a:cubicBezTo>
                  <a:pt x="244501" y="48361"/>
                  <a:pt x="244859" y="53314"/>
                  <a:pt x="244859" y="61066"/>
                </a:cubicBezTo>
                <a:lnTo>
                  <a:pt x="244859" y="89018"/>
                </a:lnTo>
                <a:cubicBezTo>
                  <a:pt x="244859" y="92303"/>
                  <a:pt x="244987" y="94370"/>
                  <a:pt x="245244" y="95219"/>
                </a:cubicBezTo>
                <a:cubicBezTo>
                  <a:pt x="245500" y="96065"/>
                  <a:pt x="245884" y="96694"/>
                  <a:pt x="246396" y="97106"/>
                </a:cubicBezTo>
                <a:cubicBezTo>
                  <a:pt x="246908" y="97515"/>
                  <a:pt x="247497" y="97720"/>
                  <a:pt x="248163" y="97720"/>
                </a:cubicBezTo>
                <a:cubicBezTo>
                  <a:pt x="249495" y="97720"/>
                  <a:pt x="250852" y="96773"/>
                  <a:pt x="252235" y="94878"/>
                </a:cubicBezTo>
                <a:lnTo>
                  <a:pt x="254539" y="96722"/>
                </a:lnTo>
                <a:cubicBezTo>
                  <a:pt x="251978" y="100512"/>
                  <a:pt x="249328" y="103264"/>
                  <a:pt x="246588" y="104980"/>
                </a:cubicBezTo>
                <a:cubicBezTo>
                  <a:pt x="243848" y="106696"/>
                  <a:pt x="240737" y="107554"/>
                  <a:pt x="237254" y="107554"/>
                </a:cubicBezTo>
                <a:cubicBezTo>
                  <a:pt x="233157" y="107554"/>
                  <a:pt x="229956" y="106587"/>
                  <a:pt x="227651" y="104654"/>
                </a:cubicBezTo>
                <a:cubicBezTo>
                  <a:pt x="225346" y="102720"/>
                  <a:pt x="223938" y="99795"/>
                  <a:pt x="223426" y="95877"/>
                </a:cubicBezTo>
                <a:moveTo>
                  <a:pt x="223426" y="90192"/>
                </a:moveTo>
                <a:lnTo>
                  <a:pt x="223426" y="66160"/>
                </a:lnTo>
                <a:cubicBezTo>
                  <a:pt x="217228" y="69814"/>
                  <a:pt x="212619" y="73726"/>
                  <a:pt x="209597" y="77895"/>
                </a:cubicBezTo>
                <a:cubicBezTo>
                  <a:pt x="207600" y="80673"/>
                  <a:pt x="206601" y="83478"/>
                  <a:pt x="206601" y="86310"/>
                </a:cubicBezTo>
                <a:cubicBezTo>
                  <a:pt x="206601" y="88677"/>
                  <a:pt x="207446" y="90761"/>
                  <a:pt x="209136" y="92564"/>
                </a:cubicBezTo>
                <a:cubicBezTo>
                  <a:pt x="210417" y="93953"/>
                  <a:pt x="212209" y="94647"/>
                  <a:pt x="214514" y="94647"/>
                </a:cubicBezTo>
                <a:cubicBezTo>
                  <a:pt x="217075" y="94647"/>
                  <a:pt x="220045" y="93162"/>
                  <a:pt x="223426" y="90192"/>
                </a:cubicBezTo>
                <a:close/>
                <a:moveTo>
                  <a:pt x="307446" y="32727"/>
                </a:moveTo>
                <a:lnTo>
                  <a:pt x="308598" y="57311"/>
                </a:lnTo>
                <a:lnTo>
                  <a:pt x="305986" y="57311"/>
                </a:lnTo>
                <a:cubicBezTo>
                  <a:pt x="302862" y="49979"/>
                  <a:pt x="299623" y="44971"/>
                  <a:pt x="296268" y="42287"/>
                </a:cubicBezTo>
                <a:cubicBezTo>
                  <a:pt x="292913" y="39601"/>
                  <a:pt x="289572" y="38258"/>
                  <a:pt x="286242" y="38258"/>
                </a:cubicBezTo>
                <a:cubicBezTo>
                  <a:pt x="284143" y="38258"/>
                  <a:pt x="282350" y="38963"/>
                  <a:pt x="280865" y="40371"/>
                </a:cubicBezTo>
                <a:cubicBezTo>
                  <a:pt x="279380" y="41780"/>
                  <a:pt x="278637" y="43406"/>
                  <a:pt x="278637" y="45249"/>
                </a:cubicBezTo>
                <a:cubicBezTo>
                  <a:pt x="278637" y="46632"/>
                  <a:pt x="279149" y="47964"/>
                  <a:pt x="280173" y="49244"/>
                </a:cubicBezTo>
                <a:cubicBezTo>
                  <a:pt x="281812" y="51344"/>
                  <a:pt x="286396" y="54942"/>
                  <a:pt x="293925" y="60038"/>
                </a:cubicBezTo>
                <a:cubicBezTo>
                  <a:pt x="301454" y="65134"/>
                  <a:pt x="306409" y="69462"/>
                  <a:pt x="308790" y="73021"/>
                </a:cubicBezTo>
                <a:cubicBezTo>
                  <a:pt x="311172" y="76581"/>
                  <a:pt x="312363" y="80563"/>
                  <a:pt x="312363" y="84968"/>
                </a:cubicBezTo>
                <a:cubicBezTo>
                  <a:pt x="312363" y="88962"/>
                  <a:pt x="311364" y="92880"/>
                  <a:pt x="309367" y="96722"/>
                </a:cubicBezTo>
                <a:cubicBezTo>
                  <a:pt x="307369" y="100563"/>
                  <a:pt x="304552" y="103508"/>
                  <a:pt x="300916" y="105556"/>
                </a:cubicBezTo>
                <a:cubicBezTo>
                  <a:pt x="297280" y="107605"/>
                  <a:pt x="293259" y="108629"/>
                  <a:pt x="288855" y="108629"/>
                </a:cubicBezTo>
                <a:cubicBezTo>
                  <a:pt x="285423" y="108629"/>
                  <a:pt x="280839" y="107534"/>
                  <a:pt x="275103" y="105343"/>
                </a:cubicBezTo>
                <a:cubicBezTo>
                  <a:pt x="273567" y="104768"/>
                  <a:pt x="272517" y="104481"/>
                  <a:pt x="271953" y="104481"/>
                </a:cubicBezTo>
                <a:cubicBezTo>
                  <a:pt x="270263" y="104481"/>
                  <a:pt x="268855" y="105761"/>
                  <a:pt x="267728" y="108322"/>
                </a:cubicBezTo>
                <a:lnTo>
                  <a:pt x="265193" y="108322"/>
                </a:lnTo>
                <a:lnTo>
                  <a:pt x="263963" y="82509"/>
                </a:lnTo>
                <a:lnTo>
                  <a:pt x="266576" y="82509"/>
                </a:lnTo>
                <a:cubicBezTo>
                  <a:pt x="268880" y="89270"/>
                  <a:pt x="272043" y="94340"/>
                  <a:pt x="276063" y="97720"/>
                </a:cubicBezTo>
                <a:cubicBezTo>
                  <a:pt x="280084" y="101101"/>
                  <a:pt x="283887" y="102791"/>
                  <a:pt x="287472" y="102791"/>
                </a:cubicBezTo>
                <a:cubicBezTo>
                  <a:pt x="289930" y="102791"/>
                  <a:pt x="291940" y="102035"/>
                  <a:pt x="293502" y="100524"/>
                </a:cubicBezTo>
                <a:cubicBezTo>
                  <a:pt x="295064" y="99014"/>
                  <a:pt x="295846" y="97183"/>
                  <a:pt x="295846" y="95031"/>
                </a:cubicBezTo>
                <a:cubicBezTo>
                  <a:pt x="295846" y="92573"/>
                  <a:pt x="295077" y="90448"/>
                  <a:pt x="293541" y="88655"/>
                </a:cubicBezTo>
                <a:cubicBezTo>
                  <a:pt x="292004" y="86863"/>
                  <a:pt x="288573" y="84148"/>
                  <a:pt x="283246" y="80512"/>
                </a:cubicBezTo>
                <a:cubicBezTo>
                  <a:pt x="275410" y="75083"/>
                  <a:pt x="270340" y="70934"/>
                  <a:pt x="268035" y="68066"/>
                </a:cubicBezTo>
                <a:cubicBezTo>
                  <a:pt x="264655" y="63866"/>
                  <a:pt x="262965" y="59231"/>
                  <a:pt x="262965" y="54161"/>
                </a:cubicBezTo>
                <a:cubicBezTo>
                  <a:pt x="262965" y="48630"/>
                  <a:pt x="264873" y="43623"/>
                  <a:pt x="268688" y="39142"/>
                </a:cubicBezTo>
                <a:cubicBezTo>
                  <a:pt x="272504" y="34661"/>
                  <a:pt x="278022" y="32420"/>
                  <a:pt x="285244" y="32420"/>
                </a:cubicBezTo>
                <a:cubicBezTo>
                  <a:pt x="289136" y="32420"/>
                  <a:pt x="292901" y="33404"/>
                  <a:pt x="296537" y="35373"/>
                </a:cubicBezTo>
                <a:cubicBezTo>
                  <a:pt x="297920" y="36170"/>
                  <a:pt x="299047" y="36568"/>
                  <a:pt x="299917" y="36568"/>
                </a:cubicBezTo>
                <a:cubicBezTo>
                  <a:pt x="300839" y="36568"/>
                  <a:pt x="301582" y="36376"/>
                  <a:pt x="302145" y="35992"/>
                </a:cubicBezTo>
                <a:cubicBezTo>
                  <a:pt x="302708" y="35608"/>
                  <a:pt x="303605" y="34520"/>
                  <a:pt x="304834" y="32727"/>
                </a:cubicBezTo>
                <a:lnTo>
                  <a:pt x="307446" y="32727"/>
                </a:lnTo>
                <a:close/>
                <a:moveTo>
                  <a:pt x="383682" y="67913"/>
                </a:moveTo>
                <a:lnTo>
                  <a:pt x="344272" y="67913"/>
                </a:lnTo>
                <a:cubicBezTo>
                  <a:pt x="344733" y="77464"/>
                  <a:pt x="347268" y="85013"/>
                  <a:pt x="351877" y="90559"/>
                </a:cubicBezTo>
                <a:cubicBezTo>
                  <a:pt x="355411" y="94821"/>
                  <a:pt x="359662" y="96952"/>
                  <a:pt x="364630" y="96952"/>
                </a:cubicBezTo>
                <a:cubicBezTo>
                  <a:pt x="367703" y="96952"/>
                  <a:pt x="370494" y="96094"/>
                  <a:pt x="373004" y="94378"/>
                </a:cubicBezTo>
                <a:cubicBezTo>
                  <a:pt x="375513" y="92663"/>
                  <a:pt x="378202" y="89577"/>
                  <a:pt x="381070" y="85121"/>
                </a:cubicBezTo>
                <a:lnTo>
                  <a:pt x="383682" y="86811"/>
                </a:lnTo>
                <a:cubicBezTo>
                  <a:pt x="379790" y="94750"/>
                  <a:pt x="375488" y="100371"/>
                  <a:pt x="370776" y="103674"/>
                </a:cubicBezTo>
                <a:cubicBezTo>
                  <a:pt x="366064" y="106978"/>
                  <a:pt x="360610" y="108629"/>
                  <a:pt x="354412" y="108629"/>
                </a:cubicBezTo>
                <a:cubicBezTo>
                  <a:pt x="343759" y="108629"/>
                  <a:pt x="335693" y="104528"/>
                  <a:pt x="330213" y="96325"/>
                </a:cubicBezTo>
                <a:cubicBezTo>
                  <a:pt x="325808" y="89712"/>
                  <a:pt x="323606" y="81510"/>
                  <a:pt x="323606" y="71718"/>
                </a:cubicBezTo>
                <a:cubicBezTo>
                  <a:pt x="323606" y="59720"/>
                  <a:pt x="326845" y="50172"/>
                  <a:pt x="333324" y="43072"/>
                </a:cubicBezTo>
                <a:cubicBezTo>
                  <a:pt x="339803" y="35971"/>
                  <a:pt x="347396" y="32420"/>
                  <a:pt x="356102" y="32420"/>
                </a:cubicBezTo>
                <a:cubicBezTo>
                  <a:pt x="363375" y="32420"/>
                  <a:pt x="369688" y="35403"/>
                  <a:pt x="375040" y="41370"/>
                </a:cubicBezTo>
                <a:cubicBezTo>
                  <a:pt x="380392" y="47336"/>
                  <a:pt x="383273" y="56184"/>
                  <a:pt x="383682" y="67913"/>
                </a:cubicBezTo>
                <a:moveTo>
                  <a:pt x="364784" y="62842"/>
                </a:moveTo>
                <a:cubicBezTo>
                  <a:pt x="364784" y="54596"/>
                  <a:pt x="364335" y="48937"/>
                  <a:pt x="363439" y="45864"/>
                </a:cubicBezTo>
                <a:cubicBezTo>
                  <a:pt x="362543" y="42791"/>
                  <a:pt x="361147" y="40461"/>
                  <a:pt x="359252" y="38873"/>
                </a:cubicBezTo>
                <a:cubicBezTo>
                  <a:pt x="358177" y="37951"/>
                  <a:pt x="356743" y="37490"/>
                  <a:pt x="354950" y="37490"/>
                </a:cubicBezTo>
                <a:cubicBezTo>
                  <a:pt x="352287" y="37490"/>
                  <a:pt x="350110" y="38796"/>
                  <a:pt x="348420" y="41408"/>
                </a:cubicBezTo>
                <a:cubicBezTo>
                  <a:pt x="345398" y="45966"/>
                  <a:pt x="343887" y="52215"/>
                  <a:pt x="343887" y="60153"/>
                </a:cubicBezTo>
                <a:lnTo>
                  <a:pt x="343887" y="62842"/>
                </a:lnTo>
                <a:lnTo>
                  <a:pt x="364784" y="62842"/>
                </a:lnTo>
                <a:close/>
                <a:moveTo>
                  <a:pt x="483685" y="103713"/>
                </a:moveTo>
                <a:lnTo>
                  <a:pt x="483685" y="106478"/>
                </a:lnTo>
                <a:lnTo>
                  <a:pt x="429217" y="106478"/>
                </a:lnTo>
                <a:lnTo>
                  <a:pt x="429217" y="103713"/>
                </a:lnTo>
                <a:lnTo>
                  <a:pt x="432674" y="103713"/>
                </a:lnTo>
                <a:cubicBezTo>
                  <a:pt x="435696" y="103713"/>
                  <a:pt x="438129" y="103172"/>
                  <a:pt x="439972" y="102092"/>
                </a:cubicBezTo>
                <a:cubicBezTo>
                  <a:pt x="441304" y="101370"/>
                  <a:pt x="442328" y="100135"/>
                  <a:pt x="443045" y="98385"/>
                </a:cubicBezTo>
                <a:cubicBezTo>
                  <a:pt x="443609" y="97150"/>
                  <a:pt x="443890" y="93906"/>
                  <a:pt x="443890" y="88655"/>
                </a:cubicBezTo>
                <a:lnTo>
                  <a:pt x="443890" y="20128"/>
                </a:lnTo>
                <a:cubicBezTo>
                  <a:pt x="443890" y="14774"/>
                  <a:pt x="443609" y="11428"/>
                  <a:pt x="443045" y="10090"/>
                </a:cubicBezTo>
                <a:cubicBezTo>
                  <a:pt x="442482" y="8751"/>
                  <a:pt x="441342" y="7579"/>
                  <a:pt x="439627" y="6576"/>
                </a:cubicBezTo>
                <a:cubicBezTo>
                  <a:pt x="437911" y="5572"/>
                  <a:pt x="435593" y="5070"/>
                  <a:pt x="432674" y="5070"/>
                </a:cubicBezTo>
                <a:lnTo>
                  <a:pt x="429217" y="5070"/>
                </a:lnTo>
                <a:lnTo>
                  <a:pt x="429217" y="2305"/>
                </a:lnTo>
                <a:lnTo>
                  <a:pt x="483685" y="2305"/>
                </a:lnTo>
                <a:lnTo>
                  <a:pt x="483685" y="5070"/>
                </a:lnTo>
                <a:lnTo>
                  <a:pt x="480228" y="5070"/>
                </a:lnTo>
                <a:cubicBezTo>
                  <a:pt x="477206" y="5070"/>
                  <a:pt x="474774" y="5611"/>
                  <a:pt x="472930" y="6691"/>
                </a:cubicBezTo>
                <a:cubicBezTo>
                  <a:pt x="471598" y="7413"/>
                  <a:pt x="470548" y="8648"/>
                  <a:pt x="469780" y="10398"/>
                </a:cubicBezTo>
                <a:cubicBezTo>
                  <a:pt x="469217" y="11633"/>
                  <a:pt x="468935" y="14877"/>
                  <a:pt x="468935" y="20128"/>
                </a:cubicBezTo>
                <a:lnTo>
                  <a:pt x="468935" y="88655"/>
                </a:lnTo>
                <a:cubicBezTo>
                  <a:pt x="468935" y="94009"/>
                  <a:pt x="469230" y="97355"/>
                  <a:pt x="469819" y="98695"/>
                </a:cubicBezTo>
                <a:cubicBezTo>
                  <a:pt x="470408" y="100033"/>
                  <a:pt x="471560" y="101204"/>
                  <a:pt x="473276" y="102207"/>
                </a:cubicBezTo>
                <a:cubicBezTo>
                  <a:pt x="474991" y="103211"/>
                  <a:pt x="477309" y="103713"/>
                  <a:pt x="480228" y="103713"/>
                </a:cubicBezTo>
                <a:lnTo>
                  <a:pt x="483685" y="103713"/>
                </a:lnTo>
                <a:close/>
                <a:moveTo>
                  <a:pt x="544480" y="103713"/>
                </a:moveTo>
                <a:lnTo>
                  <a:pt x="544480" y="106478"/>
                </a:lnTo>
                <a:lnTo>
                  <a:pt x="490011" y="106478"/>
                </a:lnTo>
                <a:lnTo>
                  <a:pt x="490011" y="103713"/>
                </a:lnTo>
                <a:lnTo>
                  <a:pt x="493469" y="103713"/>
                </a:lnTo>
                <a:cubicBezTo>
                  <a:pt x="496490" y="103713"/>
                  <a:pt x="498923" y="103172"/>
                  <a:pt x="500767" y="102092"/>
                </a:cubicBezTo>
                <a:cubicBezTo>
                  <a:pt x="502098" y="101370"/>
                  <a:pt x="503123" y="100135"/>
                  <a:pt x="503840" y="98385"/>
                </a:cubicBezTo>
                <a:cubicBezTo>
                  <a:pt x="504403" y="97150"/>
                  <a:pt x="504685" y="93906"/>
                  <a:pt x="504685" y="88655"/>
                </a:cubicBezTo>
                <a:lnTo>
                  <a:pt x="504685" y="20128"/>
                </a:lnTo>
                <a:cubicBezTo>
                  <a:pt x="504685" y="14774"/>
                  <a:pt x="504403" y="11428"/>
                  <a:pt x="503840" y="10090"/>
                </a:cubicBezTo>
                <a:cubicBezTo>
                  <a:pt x="503276" y="8751"/>
                  <a:pt x="502137" y="7579"/>
                  <a:pt x="500421" y="6576"/>
                </a:cubicBezTo>
                <a:cubicBezTo>
                  <a:pt x="498705" y="5572"/>
                  <a:pt x="496388" y="5070"/>
                  <a:pt x="493469" y="5070"/>
                </a:cubicBezTo>
                <a:lnTo>
                  <a:pt x="490011" y="5070"/>
                </a:lnTo>
                <a:lnTo>
                  <a:pt x="490011" y="2305"/>
                </a:lnTo>
                <a:lnTo>
                  <a:pt x="544480" y="2305"/>
                </a:lnTo>
                <a:lnTo>
                  <a:pt x="544480" y="5070"/>
                </a:lnTo>
                <a:lnTo>
                  <a:pt x="541023" y="5070"/>
                </a:lnTo>
                <a:cubicBezTo>
                  <a:pt x="538001" y="5070"/>
                  <a:pt x="535568" y="5611"/>
                  <a:pt x="533724" y="6691"/>
                </a:cubicBezTo>
                <a:cubicBezTo>
                  <a:pt x="532393" y="7413"/>
                  <a:pt x="531343" y="8648"/>
                  <a:pt x="530575" y="10398"/>
                </a:cubicBezTo>
                <a:cubicBezTo>
                  <a:pt x="530011" y="11633"/>
                  <a:pt x="529730" y="14877"/>
                  <a:pt x="529730" y="20128"/>
                </a:cubicBezTo>
                <a:lnTo>
                  <a:pt x="529730" y="88655"/>
                </a:lnTo>
                <a:cubicBezTo>
                  <a:pt x="529730" y="94009"/>
                  <a:pt x="530024" y="97355"/>
                  <a:pt x="530613" y="98695"/>
                </a:cubicBezTo>
                <a:cubicBezTo>
                  <a:pt x="531202" y="100033"/>
                  <a:pt x="532354" y="101204"/>
                  <a:pt x="534070" y="102207"/>
                </a:cubicBezTo>
                <a:cubicBezTo>
                  <a:pt x="535786" y="103211"/>
                  <a:pt x="538103" y="103713"/>
                  <a:pt x="541023" y="103713"/>
                </a:cubicBezTo>
                <a:lnTo>
                  <a:pt x="544480" y="103713"/>
                </a:lnTo>
                <a:close/>
                <a:moveTo>
                  <a:pt x="573930" y="32573"/>
                </a:moveTo>
                <a:cubicBezTo>
                  <a:pt x="577464" y="32573"/>
                  <a:pt x="580473" y="33815"/>
                  <a:pt x="582957" y="36299"/>
                </a:cubicBezTo>
                <a:cubicBezTo>
                  <a:pt x="585441" y="38783"/>
                  <a:pt x="586683" y="41792"/>
                  <a:pt x="586683" y="45326"/>
                </a:cubicBezTo>
                <a:cubicBezTo>
                  <a:pt x="586683" y="48860"/>
                  <a:pt x="585441" y="51869"/>
                  <a:pt x="582957" y="54353"/>
                </a:cubicBezTo>
                <a:cubicBezTo>
                  <a:pt x="580473" y="56837"/>
                  <a:pt x="577464" y="58079"/>
                  <a:pt x="573930" y="58079"/>
                </a:cubicBezTo>
                <a:cubicBezTo>
                  <a:pt x="570396" y="58079"/>
                  <a:pt x="567387" y="56837"/>
                  <a:pt x="564903" y="54353"/>
                </a:cubicBezTo>
                <a:cubicBezTo>
                  <a:pt x="562419" y="51869"/>
                  <a:pt x="561177" y="48860"/>
                  <a:pt x="561177" y="45326"/>
                </a:cubicBezTo>
                <a:cubicBezTo>
                  <a:pt x="561177" y="41792"/>
                  <a:pt x="562419" y="38783"/>
                  <a:pt x="564903" y="36299"/>
                </a:cubicBezTo>
                <a:cubicBezTo>
                  <a:pt x="567387" y="33815"/>
                  <a:pt x="570396" y="32573"/>
                  <a:pt x="573930" y="32573"/>
                </a:cubicBezTo>
                <a:moveTo>
                  <a:pt x="573853" y="82816"/>
                </a:moveTo>
                <a:cubicBezTo>
                  <a:pt x="577438" y="82816"/>
                  <a:pt x="580473" y="84075"/>
                  <a:pt x="582957" y="86593"/>
                </a:cubicBezTo>
                <a:cubicBezTo>
                  <a:pt x="585441" y="89109"/>
                  <a:pt x="586683" y="92139"/>
                  <a:pt x="586683" y="95684"/>
                </a:cubicBezTo>
                <a:cubicBezTo>
                  <a:pt x="586683" y="99230"/>
                  <a:pt x="585428" y="102248"/>
                  <a:pt x="582918" y="104740"/>
                </a:cubicBezTo>
                <a:cubicBezTo>
                  <a:pt x="580409" y="107231"/>
                  <a:pt x="577387" y="108476"/>
                  <a:pt x="573853" y="108476"/>
                </a:cubicBezTo>
                <a:cubicBezTo>
                  <a:pt x="570319" y="108476"/>
                  <a:pt x="567310" y="107231"/>
                  <a:pt x="564826" y="104740"/>
                </a:cubicBezTo>
                <a:cubicBezTo>
                  <a:pt x="562342" y="102248"/>
                  <a:pt x="561100" y="99230"/>
                  <a:pt x="561100" y="95684"/>
                </a:cubicBezTo>
                <a:cubicBezTo>
                  <a:pt x="561100" y="92139"/>
                  <a:pt x="562342" y="89109"/>
                  <a:pt x="564826" y="86593"/>
                </a:cubicBezTo>
                <a:cubicBezTo>
                  <a:pt x="567310" y="84075"/>
                  <a:pt x="570319" y="82816"/>
                  <a:pt x="573853" y="82816"/>
                </a:cubicBezTo>
                <a:close/>
                <a:moveTo>
                  <a:pt x="641009" y="106478"/>
                </a:moveTo>
                <a:lnTo>
                  <a:pt x="641009" y="103713"/>
                </a:lnTo>
                <a:lnTo>
                  <a:pt x="644466" y="103713"/>
                </a:lnTo>
                <a:cubicBezTo>
                  <a:pt x="647487" y="103713"/>
                  <a:pt x="649805" y="103236"/>
                  <a:pt x="651418" y="102284"/>
                </a:cubicBezTo>
                <a:cubicBezTo>
                  <a:pt x="653032" y="101332"/>
                  <a:pt x="654222" y="100032"/>
                  <a:pt x="654991" y="98385"/>
                </a:cubicBezTo>
                <a:cubicBezTo>
                  <a:pt x="655452" y="97303"/>
                  <a:pt x="655682" y="94060"/>
                  <a:pt x="655682" y="88655"/>
                </a:cubicBezTo>
                <a:lnTo>
                  <a:pt x="655682" y="20128"/>
                </a:lnTo>
                <a:cubicBezTo>
                  <a:pt x="655682" y="14774"/>
                  <a:pt x="655400" y="11428"/>
                  <a:pt x="654837" y="10090"/>
                </a:cubicBezTo>
                <a:cubicBezTo>
                  <a:pt x="654274" y="8751"/>
                  <a:pt x="653134" y="7579"/>
                  <a:pt x="651418" y="6576"/>
                </a:cubicBezTo>
                <a:cubicBezTo>
                  <a:pt x="649703" y="5572"/>
                  <a:pt x="647385" y="5070"/>
                  <a:pt x="644466" y="5070"/>
                </a:cubicBezTo>
                <a:lnTo>
                  <a:pt x="641009" y="5070"/>
                </a:lnTo>
                <a:lnTo>
                  <a:pt x="641009" y="2305"/>
                </a:lnTo>
                <a:lnTo>
                  <a:pt x="687641" y="2305"/>
                </a:lnTo>
                <a:cubicBezTo>
                  <a:pt x="700086" y="2305"/>
                  <a:pt x="710099" y="3995"/>
                  <a:pt x="717679" y="7375"/>
                </a:cubicBezTo>
                <a:cubicBezTo>
                  <a:pt x="726949" y="11524"/>
                  <a:pt x="733979" y="17798"/>
                  <a:pt x="738767" y="26197"/>
                </a:cubicBezTo>
                <a:cubicBezTo>
                  <a:pt x="743556" y="34596"/>
                  <a:pt x="745950" y="44097"/>
                  <a:pt x="745950" y="54699"/>
                </a:cubicBezTo>
                <a:cubicBezTo>
                  <a:pt x="745950" y="62023"/>
                  <a:pt x="744772" y="68770"/>
                  <a:pt x="742417" y="74942"/>
                </a:cubicBezTo>
                <a:cubicBezTo>
                  <a:pt x="740061" y="81114"/>
                  <a:pt x="737013" y="86210"/>
                  <a:pt x="733274" y="90230"/>
                </a:cubicBezTo>
                <a:cubicBezTo>
                  <a:pt x="729536" y="94250"/>
                  <a:pt x="725221" y="97477"/>
                  <a:pt x="720330" y="99910"/>
                </a:cubicBezTo>
                <a:cubicBezTo>
                  <a:pt x="715438" y="102343"/>
                  <a:pt x="709459" y="104225"/>
                  <a:pt x="702391" y="105556"/>
                </a:cubicBezTo>
                <a:cubicBezTo>
                  <a:pt x="699267" y="106171"/>
                  <a:pt x="694350" y="106478"/>
                  <a:pt x="687641" y="106478"/>
                </a:cubicBezTo>
                <a:lnTo>
                  <a:pt x="641009" y="106478"/>
                </a:lnTo>
                <a:moveTo>
                  <a:pt x="680727" y="8143"/>
                </a:moveTo>
                <a:lnTo>
                  <a:pt x="680727" y="89356"/>
                </a:lnTo>
                <a:cubicBezTo>
                  <a:pt x="680727" y="93655"/>
                  <a:pt x="680932" y="96291"/>
                  <a:pt x="681341" y="97264"/>
                </a:cubicBezTo>
                <a:cubicBezTo>
                  <a:pt x="681751" y="98236"/>
                  <a:pt x="682442" y="98977"/>
                  <a:pt x="683416" y="99487"/>
                </a:cubicBezTo>
                <a:cubicBezTo>
                  <a:pt x="684798" y="100256"/>
                  <a:pt x="686796" y="100640"/>
                  <a:pt x="689408" y="100640"/>
                </a:cubicBezTo>
                <a:cubicBezTo>
                  <a:pt x="697961" y="100640"/>
                  <a:pt x="704491" y="97723"/>
                  <a:pt x="708998" y="91889"/>
                </a:cubicBezTo>
                <a:cubicBezTo>
                  <a:pt x="715144" y="84008"/>
                  <a:pt x="718217" y="71778"/>
                  <a:pt x="718217" y="55198"/>
                </a:cubicBezTo>
                <a:cubicBezTo>
                  <a:pt x="718217" y="41842"/>
                  <a:pt x="716117" y="31172"/>
                  <a:pt x="711917" y="23189"/>
                </a:cubicBezTo>
                <a:cubicBezTo>
                  <a:pt x="708588" y="16945"/>
                  <a:pt x="704312" y="12698"/>
                  <a:pt x="699088" y="10446"/>
                </a:cubicBezTo>
                <a:cubicBezTo>
                  <a:pt x="695400" y="8860"/>
                  <a:pt x="689280" y="8092"/>
                  <a:pt x="680727" y="8143"/>
                </a:cubicBezTo>
                <a:close/>
                <a:moveTo>
                  <a:pt x="790144" y="109467"/>
                </a:moveTo>
                <a:lnTo>
                  <a:pt x="766943" y="56103"/>
                </a:lnTo>
                <a:cubicBezTo>
                  <a:pt x="763460" y="48021"/>
                  <a:pt x="760887" y="43053"/>
                  <a:pt x="759222" y="41199"/>
                </a:cubicBezTo>
                <a:cubicBezTo>
                  <a:pt x="757558" y="39344"/>
                  <a:pt x="755548" y="38057"/>
                  <a:pt x="753192" y="37337"/>
                </a:cubicBezTo>
                <a:lnTo>
                  <a:pt x="753192" y="34571"/>
                </a:lnTo>
                <a:lnTo>
                  <a:pt x="791373" y="34571"/>
                </a:lnTo>
                <a:lnTo>
                  <a:pt x="791373" y="37337"/>
                </a:lnTo>
                <a:cubicBezTo>
                  <a:pt x="788864" y="37439"/>
                  <a:pt x="787097" y="37928"/>
                  <a:pt x="786072" y="38803"/>
                </a:cubicBezTo>
                <a:cubicBezTo>
                  <a:pt x="785048" y="39677"/>
                  <a:pt x="784536" y="40732"/>
                  <a:pt x="784536" y="41968"/>
                </a:cubicBezTo>
                <a:cubicBezTo>
                  <a:pt x="784536" y="43922"/>
                  <a:pt x="785816" y="47781"/>
                  <a:pt x="788377" y="53544"/>
                </a:cubicBezTo>
                <a:lnTo>
                  <a:pt x="800669" y="81794"/>
                </a:lnTo>
                <a:lnTo>
                  <a:pt x="809043" y="59964"/>
                </a:lnTo>
                <a:cubicBezTo>
                  <a:pt x="812065" y="52190"/>
                  <a:pt x="813575" y="46784"/>
                  <a:pt x="813575" y="43747"/>
                </a:cubicBezTo>
                <a:cubicBezTo>
                  <a:pt x="813575" y="41842"/>
                  <a:pt x="812948" y="40323"/>
                  <a:pt x="811693" y="39190"/>
                </a:cubicBezTo>
                <a:cubicBezTo>
                  <a:pt x="810438" y="38057"/>
                  <a:pt x="808223" y="37439"/>
                  <a:pt x="805048" y="37337"/>
                </a:cubicBezTo>
                <a:lnTo>
                  <a:pt x="805048" y="34571"/>
                </a:lnTo>
                <a:lnTo>
                  <a:pt x="829094" y="34571"/>
                </a:lnTo>
                <a:lnTo>
                  <a:pt x="829094" y="37337"/>
                </a:lnTo>
                <a:cubicBezTo>
                  <a:pt x="826738" y="37594"/>
                  <a:pt x="824817" y="38508"/>
                  <a:pt x="823332" y="40078"/>
                </a:cubicBezTo>
                <a:cubicBezTo>
                  <a:pt x="821847" y="41648"/>
                  <a:pt x="819363" y="46990"/>
                  <a:pt x="815880" y="56103"/>
                </a:cubicBezTo>
                <a:lnTo>
                  <a:pt x="795368" y="109398"/>
                </a:lnTo>
                <a:cubicBezTo>
                  <a:pt x="790195" y="122714"/>
                  <a:pt x="786354" y="130908"/>
                  <a:pt x="783844" y="133981"/>
                </a:cubicBezTo>
                <a:cubicBezTo>
                  <a:pt x="780311" y="138283"/>
                  <a:pt x="775880" y="140435"/>
                  <a:pt x="770554" y="140435"/>
                </a:cubicBezTo>
                <a:cubicBezTo>
                  <a:pt x="766303" y="140435"/>
                  <a:pt x="762859" y="139218"/>
                  <a:pt x="760221" y="136785"/>
                </a:cubicBezTo>
                <a:cubicBezTo>
                  <a:pt x="757583" y="134353"/>
                  <a:pt x="756265" y="131421"/>
                  <a:pt x="756265" y="127989"/>
                </a:cubicBezTo>
                <a:cubicBezTo>
                  <a:pt x="756265" y="125019"/>
                  <a:pt x="757174" y="122560"/>
                  <a:pt x="758992" y="120614"/>
                </a:cubicBezTo>
                <a:cubicBezTo>
                  <a:pt x="760810" y="118668"/>
                  <a:pt x="763051" y="117695"/>
                  <a:pt x="765714" y="117695"/>
                </a:cubicBezTo>
                <a:cubicBezTo>
                  <a:pt x="768275" y="117695"/>
                  <a:pt x="770336" y="118509"/>
                  <a:pt x="771898" y="120139"/>
                </a:cubicBezTo>
                <a:cubicBezTo>
                  <a:pt x="773460" y="121770"/>
                  <a:pt x="774267" y="124292"/>
                  <a:pt x="774318" y="127706"/>
                </a:cubicBezTo>
                <a:cubicBezTo>
                  <a:pt x="774369" y="129642"/>
                  <a:pt x="774600" y="130891"/>
                  <a:pt x="775010" y="131451"/>
                </a:cubicBezTo>
                <a:cubicBezTo>
                  <a:pt x="775419" y="132011"/>
                  <a:pt x="776008" y="132291"/>
                  <a:pt x="776777" y="132291"/>
                </a:cubicBezTo>
                <a:cubicBezTo>
                  <a:pt x="778006" y="132291"/>
                  <a:pt x="779312" y="131552"/>
                  <a:pt x="780695" y="130073"/>
                </a:cubicBezTo>
                <a:cubicBezTo>
                  <a:pt x="782743" y="127931"/>
                  <a:pt x="785150" y="123037"/>
                  <a:pt x="787916" y="115390"/>
                </a:cubicBezTo>
                <a:lnTo>
                  <a:pt x="790144" y="109467"/>
                </a:lnTo>
                <a:close/>
                <a:moveTo>
                  <a:pt x="864714" y="34571"/>
                </a:moveTo>
                <a:lnTo>
                  <a:pt x="864714" y="43943"/>
                </a:lnTo>
                <a:cubicBezTo>
                  <a:pt x="868401" y="39921"/>
                  <a:pt x="871935" y="36996"/>
                  <a:pt x="875315" y="35166"/>
                </a:cubicBezTo>
                <a:cubicBezTo>
                  <a:pt x="878696" y="33335"/>
                  <a:pt x="882332" y="32420"/>
                  <a:pt x="886224" y="32420"/>
                </a:cubicBezTo>
                <a:cubicBezTo>
                  <a:pt x="890885" y="32420"/>
                  <a:pt x="894752" y="33715"/>
                  <a:pt x="897825" y="36304"/>
                </a:cubicBezTo>
                <a:cubicBezTo>
                  <a:pt x="900898" y="38894"/>
                  <a:pt x="902946" y="42112"/>
                  <a:pt x="903971" y="45958"/>
                </a:cubicBezTo>
                <a:cubicBezTo>
                  <a:pt x="904790" y="48882"/>
                  <a:pt x="905200" y="54498"/>
                  <a:pt x="905200" y="62806"/>
                </a:cubicBezTo>
                <a:lnTo>
                  <a:pt x="905200" y="90806"/>
                </a:lnTo>
                <a:cubicBezTo>
                  <a:pt x="905200" y="96338"/>
                  <a:pt x="905699" y="99782"/>
                  <a:pt x="906698" y="101139"/>
                </a:cubicBezTo>
                <a:cubicBezTo>
                  <a:pt x="907697" y="102496"/>
                  <a:pt x="909784" y="103354"/>
                  <a:pt x="912959" y="103713"/>
                </a:cubicBezTo>
                <a:lnTo>
                  <a:pt x="912959" y="106478"/>
                </a:lnTo>
                <a:lnTo>
                  <a:pt x="876621" y="106478"/>
                </a:lnTo>
                <a:lnTo>
                  <a:pt x="876621" y="103713"/>
                </a:lnTo>
                <a:cubicBezTo>
                  <a:pt x="879336" y="103354"/>
                  <a:pt x="881282" y="102227"/>
                  <a:pt x="882460" y="100332"/>
                </a:cubicBezTo>
                <a:cubicBezTo>
                  <a:pt x="883280" y="99052"/>
                  <a:pt x="883689" y="95877"/>
                  <a:pt x="883689" y="90806"/>
                </a:cubicBezTo>
                <a:lnTo>
                  <a:pt x="883689" y="58847"/>
                </a:lnTo>
                <a:cubicBezTo>
                  <a:pt x="883689" y="52957"/>
                  <a:pt x="883459" y="49244"/>
                  <a:pt x="882998" y="47708"/>
                </a:cubicBezTo>
                <a:cubicBezTo>
                  <a:pt x="882537" y="46171"/>
                  <a:pt x="881756" y="44981"/>
                  <a:pt x="880655" y="44135"/>
                </a:cubicBezTo>
                <a:cubicBezTo>
                  <a:pt x="879554" y="43290"/>
                  <a:pt x="878337" y="42868"/>
                  <a:pt x="877006" y="42868"/>
                </a:cubicBezTo>
                <a:cubicBezTo>
                  <a:pt x="872601" y="42868"/>
                  <a:pt x="868504" y="46043"/>
                  <a:pt x="864714" y="52394"/>
                </a:cubicBezTo>
                <a:lnTo>
                  <a:pt x="864714" y="90806"/>
                </a:lnTo>
                <a:cubicBezTo>
                  <a:pt x="864714" y="96184"/>
                  <a:pt x="865213" y="99590"/>
                  <a:pt x="866212" y="101024"/>
                </a:cubicBezTo>
                <a:cubicBezTo>
                  <a:pt x="867210" y="102458"/>
                  <a:pt x="869067" y="103354"/>
                  <a:pt x="871781" y="103713"/>
                </a:cubicBezTo>
                <a:lnTo>
                  <a:pt x="871781" y="106478"/>
                </a:lnTo>
                <a:lnTo>
                  <a:pt x="835444" y="106478"/>
                </a:lnTo>
                <a:lnTo>
                  <a:pt x="835444" y="103713"/>
                </a:lnTo>
                <a:cubicBezTo>
                  <a:pt x="838465" y="103405"/>
                  <a:pt x="840616" y="102432"/>
                  <a:pt x="841897" y="100793"/>
                </a:cubicBezTo>
                <a:cubicBezTo>
                  <a:pt x="842768" y="99667"/>
                  <a:pt x="843203" y="96338"/>
                  <a:pt x="843203" y="90806"/>
                </a:cubicBezTo>
                <a:lnTo>
                  <a:pt x="843203" y="50243"/>
                </a:lnTo>
                <a:cubicBezTo>
                  <a:pt x="843203" y="44748"/>
                  <a:pt x="842704" y="41327"/>
                  <a:pt x="841705" y="39980"/>
                </a:cubicBezTo>
                <a:cubicBezTo>
                  <a:pt x="840706" y="38632"/>
                  <a:pt x="838619" y="37751"/>
                  <a:pt x="835444" y="37337"/>
                </a:cubicBezTo>
                <a:lnTo>
                  <a:pt x="835444" y="34571"/>
                </a:lnTo>
                <a:lnTo>
                  <a:pt x="864714" y="34571"/>
                </a:lnTo>
                <a:close/>
                <a:moveTo>
                  <a:pt x="961842" y="95877"/>
                </a:moveTo>
                <a:cubicBezTo>
                  <a:pt x="953084" y="103661"/>
                  <a:pt x="945222" y="107554"/>
                  <a:pt x="938257" y="107554"/>
                </a:cubicBezTo>
                <a:cubicBezTo>
                  <a:pt x="934159" y="107554"/>
                  <a:pt x="930754" y="106205"/>
                  <a:pt x="928039" y="103509"/>
                </a:cubicBezTo>
                <a:cubicBezTo>
                  <a:pt x="925325" y="100810"/>
                  <a:pt x="923967" y="97431"/>
                  <a:pt x="923967" y="93373"/>
                </a:cubicBezTo>
                <a:cubicBezTo>
                  <a:pt x="923967" y="87873"/>
                  <a:pt x="926323" y="82927"/>
                  <a:pt x="931035" y="78534"/>
                </a:cubicBezTo>
                <a:cubicBezTo>
                  <a:pt x="935747" y="74140"/>
                  <a:pt x="946016" y="68295"/>
                  <a:pt x="961842" y="60998"/>
                </a:cubicBezTo>
                <a:lnTo>
                  <a:pt x="961842" y="53777"/>
                </a:lnTo>
                <a:cubicBezTo>
                  <a:pt x="961842" y="48348"/>
                  <a:pt x="961547" y="44929"/>
                  <a:pt x="960958" y="43521"/>
                </a:cubicBezTo>
                <a:cubicBezTo>
                  <a:pt x="960369" y="42112"/>
                  <a:pt x="959255" y="40883"/>
                  <a:pt x="957616" y="39833"/>
                </a:cubicBezTo>
                <a:cubicBezTo>
                  <a:pt x="955978" y="38783"/>
                  <a:pt x="954134" y="38258"/>
                  <a:pt x="952085" y="38258"/>
                </a:cubicBezTo>
                <a:cubicBezTo>
                  <a:pt x="948756" y="38258"/>
                  <a:pt x="946016" y="39001"/>
                  <a:pt x="943865" y="40486"/>
                </a:cubicBezTo>
                <a:cubicBezTo>
                  <a:pt x="942533" y="41408"/>
                  <a:pt x="941868" y="42484"/>
                  <a:pt x="941868" y="43713"/>
                </a:cubicBezTo>
                <a:cubicBezTo>
                  <a:pt x="941868" y="44788"/>
                  <a:pt x="942585" y="46120"/>
                  <a:pt x="944019" y="47708"/>
                </a:cubicBezTo>
                <a:cubicBezTo>
                  <a:pt x="945965" y="49910"/>
                  <a:pt x="946938" y="52036"/>
                  <a:pt x="946938" y="54084"/>
                </a:cubicBezTo>
                <a:cubicBezTo>
                  <a:pt x="946938" y="56594"/>
                  <a:pt x="946003" y="58732"/>
                  <a:pt x="944134" y="60499"/>
                </a:cubicBezTo>
                <a:cubicBezTo>
                  <a:pt x="942264" y="62266"/>
                  <a:pt x="939819" y="63149"/>
                  <a:pt x="936797" y="63149"/>
                </a:cubicBezTo>
                <a:cubicBezTo>
                  <a:pt x="933571" y="63149"/>
                  <a:pt x="930869" y="62176"/>
                  <a:pt x="928692" y="60230"/>
                </a:cubicBezTo>
                <a:cubicBezTo>
                  <a:pt x="926515" y="58284"/>
                  <a:pt x="925427" y="56005"/>
                  <a:pt x="925427" y="53393"/>
                </a:cubicBezTo>
                <a:cubicBezTo>
                  <a:pt x="925427" y="49705"/>
                  <a:pt x="926887" y="46184"/>
                  <a:pt x="929806" y="42829"/>
                </a:cubicBezTo>
                <a:cubicBezTo>
                  <a:pt x="932725" y="39475"/>
                  <a:pt x="936797" y="36901"/>
                  <a:pt x="942021" y="35109"/>
                </a:cubicBezTo>
                <a:cubicBezTo>
                  <a:pt x="947245" y="33316"/>
                  <a:pt x="952674" y="32420"/>
                  <a:pt x="958308" y="32420"/>
                </a:cubicBezTo>
                <a:cubicBezTo>
                  <a:pt x="965120" y="32420"/>
                  <a:pt x="970510" y="33871"/>
                  <a:pt x="974479" y="36772"/>
                </a:cubicBezTo>
                <a:cubicBezTo>
                  <a:pt x="978449" y="39672"/>
                  <a:pt x="981022" y="42817"/>
                  <a:pt x="982200" y="46205"/>
                </a:cubicBezTo>
                <a:cubicBezTo>
                  <a:pt x="982917" y="48361"/>
                  <a:pt x="983276" y="53314"/>
                  <a:pt x="983276" y="61066"/>
                </a:cubicBezTo>
                <a:lnTo>
                  <a:pt x="983276" y="89018"/>
                </a:lnTo>
                <a:cubicBezTo>
                  <a:pt x="983276" y="92303"/>
                  <a:pt x="983404" y="94370"/>
                  <a:pt x="983660" y="95219"/>
                </a:cubicBezTo>
                <a:cubicBezTo>
                  <a:pt x="983916" y="96065"/>
                  <a:pt x="984300" y="96694"/>
                  <a:pt x="984812" y="97106"/>
                </a:cubicBezTo>
                <a:cubicBezTo>
                  <a:pt x="985324" y="97515"/>
                  <a:pt x="985913" y="97720"/>
                  <a:pt x="986579" y="97720"/>
                </a:cubicBezTo>
                <a:cubicBezTo>
                  <a:pt x="987911" y="97720"/>
                  <a:pt x="989268" y="96773"/>
                  <a:pt x="990651" y="94878"/>
                </a:cubicBezTo>
                <a:lnTo>
                  <a:pt x="992956" y="96722"/>
                </a:lnTo>
                <a:cubicBezTo>
                  <a:pt x="990395" y="100512"/>
                  <a:pt x="987744" y="103264"/>
                  <a:pt x="985004" y="104980"/>
                </a:cubicBezTo>
                <a:cubicBezTo>
                  <a:pt x="982264" y="106696"/>
                  <a:pt x="979153" y="107554"/>
                  <a:pt x="975670" y="107554"/>
                </a:cubicBezTo>
                <a:cubicBezTo>
                  <a:pt x="971573" y="107554"/>
                  <a:pt x="968372" y="106587"/>
                  <a:pt x="966067" y="104654"/>
                </a:cubicBezTo>
                <a:cubicBezTo>
                  <a:pt x="963762" y="102720"/>
                  <a:pt x="962354" y="99795"/>
                  <a:pt x="961842" y="95877"/>
                </a:cubicBezTo>
                <a:moveTo>
                  <a:pt x="961842" y="90192"/>
                </a:moveTo>
                <a:lnTo>
                  <a:pt x="961842" y="66160"/>
                </a:lnTo>
                <a:cubicBezTo>
                  <a:pt x="955645" y="69814"/>
                  <a:pt x="951035" y="73726"/>
                  <a:pt x="948013" y="77895"/>
                </a:cubicBezTo>
                <a:cubicBezTo>
                  <a:pt x="946016" y="80673"/>
                  <a:pt x="945017" y="83478"/>
                  <a:pt x="945017" y="86310"/>
                </a:cubicBezTo>
                <a:cubicBezTo>
                  <a:pt x="945017" y="88677"/>
                  <a:pt x="945862" y="90761"/>
                  <a:pt x="947553" y="92564"/>
                </a:cubicBezTo>
                <a:cubicBezTo>
                  <a:pt x="948833" y="93953"/>
                  <a:pt x="950625" y="94647"/>
                  <a:pt x="952930" y="94647"/>
                </a:cubicBezTo>
                <a:cubicBezTo>
                  <a:pt x="955491" y="94647"/>
                  <a:pt x="958462" y="93162"/>
                  <a:pt x="961842" y="90192"/>
                </a:cubicBezTo>
                <a:close/>
                <a:moveTo>
                  <a:pt x="1030188" y="34571"/>
                </a:moveTo>
                <a:lnTo>
                  <a:pt x="1030188" y="44097"/>
                </a:lnTo>
                <a:cubicBezTo>
                  <a:pt x="1034132" y="39766"/>
                  <a:pt x="1037781" y="36737"/>
                  <a:pt x="1041136" y="35010"/>
                </a:cubicBezTo>
                <a:cubicBezTo>
                  <a:pt x="1044490" y="33283"/>
                  <a:pt x="1048165" y="32420"/>
                  <a:pt x="1052160" y="32420"/>
                </a:cubicBezTo>
                <a:cubicBezTo>
                  <a:pt x="1056770" y="32420"/>
                  <a:pt x="1060636" y="33502"/>
                  <a:pt x="1063761" y="35666"/>
                </a:cubicBezTo>
                <a:cubicBezTo>
                  <a:pt x="1066885" y="37829"/>
                  <a:pt x="1069292" y="41127"/>
                  <a:pt x="1070982" y="45557"/>
                </a:cubicBezTo>
                <a:cubicBezTo>
                  <a:pt x="1075079" y="40920"/>
                  <a:pt x="1079010" y="37572"/>
                  <a:pt x="1082775" y="35512"/>
                </a:cubicBezTo>
                <a:cubicBezTo>
                  <a:pt x="1086539" y="33451"/>
                  <a:pt x="1090470" y="32420"/>
                  <a:pt x="1094567" y="32420"/>
                </a:cubicBezTo>
                <a:cubicBezTo>
                  <a:pt x="1099535" y="32420"/>
                  <a:pt x="1103491" y="33561"/>
                  <a:pt x="1106436" y="35843"/>
                </a:cubicBezTo>
                <a:cubicBezTo>
                  <a:pt x="1109381" y="38126"/>
                  <a:pt x="1111430" y="41023"/>
                  <a:pt x="1112582" y="44536"/>
                </a:cubicBezTo>
                <a:cubicBezTo>
                  <a:pt x="1113735" y="48050"/>
                  <a:pt x="1114311" y="53652"/>
                  <a:pt x="1114311" y="61344"/>
                </a:cubicBezTo>
                <a:lnTo>
                  <a:pt x="1114311" y="90806"/>
                </a:lnTo>
                <a:cubicBezTo>
                  <a:pt x="1114311" y="96338"/>
                  <a:pt x="1114810" y="99769"/>
                  <a:pt x="1115809" y="101101"/>
                </a:cubicBezTo>
                <a:cubicBezTo>
                  <a:pt x="1116808" y="102432"/>
                  <a:pt x="1118895" y="103303"/>
                  <a:pt x="1122070" y="103713"/>
                </a:cubicBezTo>
                <a:lnTo>
                  <a:pt x="1122070" y="106478"/>
                </a:lnTo>
                <a:lnTo>
                  <a:pt x="1084964" y="106478"/>
                </a:lnTo>
                <a:lnTo>
                  <a:pt x="1084964" y="103713"/>
                </a:lnTo>
                <a:cubicBezTo>
                  <a:pt x="1087883" y="103457"/>
                  <a:pt x="1090034" y="102330"/>
                  <a:pt x="1091417" y="100332"/>
                </a:cubicBezTo>
                <a:cubicBezTo>
                  <a:pt x="1092339" y="98950"/>
                  <a:pt x="1092800" y="95774"/>
                  <a:pt x="1092800" y="90806"/>
                </a:cubicBezTo>
                <a:lnTo>
                  <a:pt x="1092800" y="59923"/>
                </a:lnTo>
                <a:cubicBezTo>
                  <a:pt x="1092800" y="53521"/>
                  <a:pt x="1092544" y="49449"/>
                  <a:pt x="1092032" y="47708"/>
                </a:cubicBezTo>
                <a:cubicBezTo>
                  <a:pt x="1091520" y="45966"/>
                  <a:pt x="1090713" y="44673"/>
                  <a:pt x="1089612" y="43828"/>
                </a:cubicBezTo>
                <a:cubicBezTo>
                  <a:pt x="1088511" y="42983"/>
                  <a:pt x="1087218" y="42561"/>
                  <a:pt x="1085732" y="42561"/>
                </a:cubicBezTo>
                <a:cubicBezTo>
                  <a:pt x="1083530" y="42561"/>
                  <a:pt x="1081302" y="43367"/>
                  <a:pt x="1079049" y="44981"/>
                </a:cubicBezTo>
                <a:cubicBezTo>
                  <a:pt x="1076795" y="46594"/>
                  <a:pt x="1074516" y="49014"/>
                  <a:pt x="1072211" y="52240"/>
                </a:cubicBezTo>
                <a:lnTo>
                  <a:pt x="1072211" y="90806"/>
                </a:lnTo>
                <a:cubicBezTo>
                  <a:pt x="1072211" y="95979"/>
                  <a:pt x="1072647" y="99231"/>
                  <a:pt x="1073517" y="100563"/>
                </a:cubicBezTo>
                <a:cubicBezTo>
                  <a:pt x="1074695" y="102458"/>
                  <a:pt x="1076949" y="103508"/>
                  <a:pt x="1080278" y="103713"/>
                </a:cubicBezTo>
                <a:lnTo>
                  <a:pt x="1080278" y="106478"/>
                </a:lnTo>
                <a:lnTo>
                  <a:pt x="1043095" y="106478"/>
                </a:lnTo>
                <a:lnTo>
                  <a:pt x="1043095" y="103713"/>
                </a:lnTo>
                <a:cubicBezTo>
                  <a:pt x="1045092" y="103610"/>
                  <a:pt x="1046667" y="103111"/>
                  <a:pt x="1047820" y="102215"/>
                </a:cubicBezTo>
                <a:cubicBezTo>
                  <a:pt x="1048972" y="101318"/>
                  <a:pt x="1049740" y="100243"/>
                  <a:pt x="1050124" y="98988"/>
                </a:cubicBezTo>
                <a:cubicBezTo>
                  <a:pt x="1050508" y="97733"/>
                  <a:pt x="1050700" y="95006"/>
                  <a:pt x="1050700" y="90806"/>
                </a:cubicBezTo>
                <a:lnTo>
                  <a:pt x="1050700" y="59875"/>
                </a:lnTo>
                <a:cubicBezTo>
                  <a:pt x="1050700" y="53359"/>
                  <a:pt x="1050444" y="49281"/>
                  <a:pt x="1049932" y="47641"/>
                </a:cubicBezTo>
                <a:cubicBezTo>
                  <a:pt x="1049420" y="45998"/>
                  <a:pt x="1048562" y="44716"/>
                  <a:pt x="1047359" y="43792"/>
                </a:cubicBezTo>
                <a:cubicBezTo>
                  <a:pt x="1046155" y="42869"/>
                  <a:pt x="1044862" y="42407"/>
                  <a:pt x="1043479" y="42407"/>
                </a:cubicBezTo>
                <a:cubicBezTo>
                  <a:pt x="1041430" y="42407"/>
                  <a:pt x="1039561" y="42949"/>
                  <a:pt x="1037871" y="44032"/>
                </a:cubicBezTo>
                <a:cubicBezTo>
                  <a:pt x="1035464" y="45633"/>
                  <a:pt x="1032903" y="48369"/>
                  <a:pt x="1030188" y="52240"/>
                </a:cubicBezTo>
                <a:lnTo>
                  <a:pt x="1030188" y="90806"/>
                </a:lnTo>
                <a:cubicBezTo>
                  <a:pt x="1030188" y="95877"/>
                  <a:pt x="1030688" y="99218"/>
                  <a:pt x="1031686" y="100832"/>
                </a:cubicBezTo>
                <a:cubicBezTo>
                  <a:pt x="1032685" y="102445"/>
                  <a:pt x="1034772" y="103405"/>
                  <a:pt x="1037948" y="103713"/>
                </a:cubicBezTo>
                <a:lnTo>
                  <a:pt x="1037948" y="106478"/>
                </a:lnTo>
                <a:lnTo>
                  <a:pt x="1000918" y="106478"/>
                </a:lnTo>
                <a:lnTo>
                  <a:pt x="1000918" y="103713"/>
                </a:lnTo>
                <a:cubicBezTo>
                  <a:pt x="1003940" y="103405"/>
                  <a:pt x="1006091" y="102432"/>
                  <a:pt x="1007372" y="100793"/>
                </a:cubicBezTo>
                <a:cubicBezTo>
                  <a:pt x="1008242" y="99667"/>
                  <a:pt x="1008678" y="96338"/>
                  <a:pt x="1008678" y="90806"/>
                </a:cubicBezTo>
                <a:lnTo>
                  <a:pt x="1008678" y="50243"/>
                </a:lnTo>
                <a:cubicBezTo>
                  <a:pt x="1008678" y="44748"/>
                  <a:pt x="1008178" y="41327"/>
                  <a:pt x="1007180" y="39980"/>
                </a:cubicBezTo>
                <a:cubicBezTo>
                  <a:pt x="1006181" y="38632"/>
                  <a:pt x="1004094" y="37751"/>
                  <a:pt x="1000918" y="37337"/>
                </a:cubicBezTo>
                <a:lnTo>
                  <a:pt x="1000918" y="34571"/>
                </a:lnTo>
                <a:lnTo>
                  <a:pt x="1030188" y="34571"/>
                </a:lnTo>
                <a:close/>
                <a:moveTo>
                  <a:pt x="1147924" y="0"/>
                </a:moveTo>
                <a:cubicBezTo>
                  <a:pt x="1151253" y="0"/>
                  <a:pt x="1154070" y="1169"/>
                  <a:pt x="1156375" y="3508"/>
                </a:cubicBezTo>
                <a:cubicBezTo>
                  <a:pt x="1158680" y="5844"/>
                  <a:pt x="1159832" y="8657"/>
                  <a:pt x="1159832" y="11946"/>
                </a:cubicBezTo>
                <a:cubicBezTo>
                  <a:pt x="1159832" y="15235"/>
                  <a:pt x="1158667" y="18036"/>
                  <a:pt x="1156337" y="20349"/>
                </a:cubicBezTo>
                <a:cubicBezTo>
                  <a:pt x="1154006" y="22660"/>
                  <a:pt x="1151202" y="23815"/>
                  <a:pt x="1147924" y="23815"/>
                </a:cubicBezTo>
                <a:cubicBezTo>
                  <a:pt x="1144646" y="23815"/>
                  <a:pt x="1141855" y="22660"/>
                  <a:pt x="1139550" y="20349"/>
                </a:cubicBezTo>
                <a:cubicBezTo>
                  <a:pt x="1137246" y="18036"/>
                  <a:pt x="1136093" y="15235"/>
                  <a:pt x="1136093" y="11946"/>
                </a:cubicBezTo>
                <a:cubicBezTo>
                  <a:pt x="1136093" y="8657"/>
                  <a:pt x="1137246" y="5844"/>
                  <a:pt x="1139550" y="3508"/>
                </a:cubicBezTo>
                <a:cubicBezTo>
                  <a:pt x="1141855" y="1169"/>
                  <a:pt x="1144646" y="0"/>
                  <a:pt x="1147924" y="0"/>
                </a:cubicBezTo>
                <a:moveTo>
                  <a:pt x="1158680" y="34571"/>
                </a:moveTo>
                <a:lnTo>
                  <a:pt x="1158680" y="91574"/>
                </a:lnTo>
                <a:cubicBezTo>
                  <a:pt x="1158680" y="96645"/>
                  <a:pt x="1159269" y="99884"/>
                  <a:pt x="1160447" y="101293"/>
                </a:cubicBezTo>
                <a:cubicBezTo>
                  <a:pt x="1161625" y="102701"/>
                  <a:pt x="1163929" y="103508"/>
                  <a:pt x="1167361" y="103713"/>
                </a:cubicBezTo>
                <a:lnTo>
                  <a:pt x="1167361" y="106478"/>
                </a:lnTo>
                <a:lnTo>
                  <a:pt x="1128565" y="106478"/>
                </a:lnTo>
                <a:lnTo>
                  <a:pt x="1128565" y="103713"/>
                </a:lnTo>
                <a:cubicBezTo>
                  <a:pt x="1131740" y="103610"/>
                  <a:pt x="1134096" y="102688"/>
                  <a:pt x="1135632" y="100947"/>
                </a:cubicBezTo>
                <a:cubicBezTo>
                  <a:pt x="1136657" y="99769"/>
                  <a:pt x="1137169" y="96645"/>
                  <a:pt x="1137169" y="91574"/>
                </a:cubicBezTo>
                <a:lnTo>
                  <a:pt x="1137169" y="49628"/>
                </a:lnTo>
                <a:cubicBezTo>
                  <a:pt x="1137169" y="44494"/>
                  <a:pt x="1136580" y="41214"/>
                  <a:pt x="1135402" y="39788"/>
                </a:cubicBezTo>
                <a:cubicBezTo>
                  <a:pt x="1134224" y="38362"/>
                  <a:pt x="1131945" y="37545"/>
                  <a:pt x="1128565" y="37337"/>
                </a:cubicBezTo>
                <a:lnTo>
                  <a:pt x="1128565" y="34571"/>
                </a:lnTo>
                <a:lnTo>
                  <a:pt x="1158680" y="34571"/>
                </a:lnTo>
                <a:close/>
                <a:moveTo>
                  <a:pt x="1232665" y="87904"/>
                </a:moveTo>
                <a:lnTo>
                  <a:pt x="1235047" y="89745"/>
                </a:lnTo>
                <a:cubicBezTo>
                  <a:pt x="1231666" y="96117"/>
                  <a:pt x="1227454" y="100857"/>
                  <a:pt x="1222409" y="103967"/>
                </a:cubicBezTo>
                <a:cubicBezTo>
                  <a:pt x="1217364" y="107075"/>
                  <a:pt x="1211999" y="108629"/>
                  <a:pt x="1206314" y="108629"/>
                </a:cubicBezTo>
                <a:cubicBezTo>
                  <a:pt x="1196737" y="108629"/>
                  <a:pt x="1189080" y="105015"/>
                  <a:pt x="1183344" y="97788"/>
                </a:cubicBezTo>
                <a:cubicBezTo>
                  <a:pt x="1177608" y="90558"/>
                  <a:pt x="1174740" y="81868"/>
                  <a:pt x="1174740" y="71718"/>
                </a:cubicBezTo>
                <a:cubicBezTo>
                  <a:pt x="1174740" y="61924"/>
                  <a:pt x="1177352" y="53311"/>
                  <a:pt x="1182576" y="45878"/>
                </a:cubicBezTo>
                <a:cubicBezTo>
                  <a:pt x="1188875" y="36906"/>
                  <a:pt x="1197556" y="32420"/>
                  <a:pt x="1208619" y="32420"/>
                </a:cubicBezTo>
                <a:cubicBezTo>
                  <a:pt x="1216046" y="32420"/>
                  <a:pt x="1221948" y="34295"/>
                  <a:pt x="1226327" y="38045"/>
                </a:cubicBezTo>
                <a:cubicBezTo>
                  <a:pt x="1230706" y="41793"/>
                  <a:pt x="1232896" y="45978"/>
                  <a:pt x="1232896" y="50601"/>
                </a:cubicBezTo>
                <a:cubicBezTo>
                  <a:pt x="1232896" y="53528"/>
                  <a:pt x="1232012" y="55865"/>
                  <a:pt x="1230245" y="57611"/>
                </a:cubicBezTo>
                <a:cubicBezTo>
                  <a:pt x="1228478" y="59357"/>
                  <a:pt x="1226161" y="60230"/>
                  <a:pt x="1223293" y="60230"/>
                </a:cubicBezTo>
                <a:cubicBezTo>
                  <a:pt x="1220271" y="60230"/>
                  <a:pt x="1217774" y="59228"/>
                  <a:pt x="1215802" y="57224"/>
                </a:cubicBezTo>
                <a:cubicBezTo>
                  <a:pt x="1213830" y="55219"/>
                  <a:pt x="1212614" y="51647"/>
                  <a:pt x="1212153" y="46507"/>
                </a:cubicBezTo>
                <a:cubicBezTo>
                  <a:pt x="1211846" y="43270"/>
                  <a:pt x="1211103" y="41008"/>
                  <a:pt x="1209925" y="39723"/>
                </a:cubicBezTo>
                <a:cubicBezTo>
                  <a:pt x="1208747" y="38439"/>
                  <a:pt x="1207364" y="37797"/>
                  <a:pt x="1205777" y="37797"/>
                </a:cubicBezTo>
                <a:cubicBezTo>
                  <a:pt x="1203318" y="37797"/>
                  <a:pt x="1201218" y="39103"/>
                  <a:pt x="1199477" y="41716"/>
                </a:cubicBezTo>
                <a:cubicBezTo>
                  <a:pt x="1196814" y="45659"/>
                  <a:pt x="1195482" y="51703"/>
                  <a:pt x="1195482" y="59846"/>
                </a:cubicBezTo>
                <a:cubicBezTo>
                  <a:pt x="1195482" y="66607"/>
                  <a:pt x="1196558" y="73073"/>
                  <a:pt x="1198709" y="79244"/>
                </a:cubicBezTo>
                <a:cubicBezTo>
                  <a:pt x="1200860" y="85416"/>
                  <a:pt x="1203805" y="90012"/>
                  <a:pt x="1207544" y="93034"/>
                </a:cubicBezTo>
                <a:cubicBezTo>
                  <a:pt x="1210361" y="95236"/>
                  <a:pt x="1213690" y="96338"/>
                  <a:pt x="1217531" y="96338"/>
                </a:cubicBezTo>
                <a:cubicBezTo>
                  <a:pt x="1220040" y="96338"/>
                  <a:pt x="1222422" y="95750"/>
                  <a:pt x="1224675" y="94575"/>
                </a:cubicBezTo>
                <a:cubicBezTo>
                  <a:pt x="1226929" y="93399"/>
                  <a:pt x="1229592" y="91175"/>
                  <a:pt x="1232665" y="87904"/>
                </a:cubicBezTo>
                <a:close/>
                <a:moveTo>
                  <a:pt x="1382454" y="0"/>
                </a:moveTo>
                <a:lnTo>
                  <a:pt x="1382454" y="36107"/>
                </a:lnTo>
                <a:lnTo>
                  <a:pt x="1379458" y="36107"/>
                </a:lnTo>
                <a:cubicBezTo>
                  <a:pt x="1377204" y="26634"/>
                  <a:pt x="1373004" y="19375"/>
                  <a:pt x="1366858" y="14330"/>
                </a:cubicBezTo>
                <a:cubicBezTo>
                  <a:pt x="1360712" y="9284"/>
                  <a:pt x="1353747" y="6761"/>
                  <a:pt x="1345962" y="6761"/>
                </a:cubicBezTo>
                <a:cubicBezTo>
                  <a:pt x="1339458" y="6761"/>
                  <a:pt x="1333491" y="8630"/>
                  <a:pt x="1328062" y="12369"/>
                </a:cubicBezTo>
                <a:cubicBezTo>
                  <a:pt x="1322633" y="16107"/>
                  <a:pt x="1318664" y="20999"/>
                  <a:pt x="1316154" y="27042"/>
                </a:cubicBezTo>
                <a:cubicBezTo>
                  <a:pt x="1312928" y="34776"/>
                  <a:pt x="1311314" y="43380"/>
                  <a:pt x="1311314" y="52855"/>
                </a:cubicBezTo>
                <a:cubicBezTo>
                  <a:pt x="1311314" y="62176"/>
                  <a:pt x="1312492" y="70665"/>
                  <a:pt x="1314848" y="78322"/>
                </a:cubicBezTo>
                <a:cubicBezTo>
                  <a:pt x="1317204" y="85979"/>
                  <a:pt x="1320892" y="91766"/>
                  <a:pt x="1325911" y="95684"/>
                </a:cubicBezTo>
                <a:cubicBezTo>
                  <a:pt x="1330930" y="99603"/>
                  <a:pt x="1337435" y="101562"/>
                  <a:pt x="1345424" y="101562"/>
                </a:cubicBezTo>
                <a:cubicBezTo>
                  <a:pt x="1351980" y="101562"/>
                  <a:pt x="1357985" y="100127"/>
                  <a:pt x="1363440" y="97259"/>
                </a:cubicBezTo>
                <a:cubicBezTo>
                  <a:pt x="1368894" y="94391"/>
                  <a:pt x="1374643" y="89449"/>
                  <a:pt x="1380687" y="82432"/>
                </a:cubicBezTo>
                <a:lnTo>
                  <a:pt x="1380687" y="91421"/>
                </a:lnTo>
                <a:cubicBezTo>
                  <a:pt x="1374848" y="97515"/>
                  <a:pt x="1368766" y="101933"/>
                  <a:pt x="1362441" y="104673"/>
                </a:cubicBezTo>
                <a:cubicBezTo>
                  <a:pt x="1356116" y="107413"/>
                  <a:pt x="1348728" y="108783"/>
                  <a:pt x="1340277" y="108783"/>
                </a:cubicBezTo>
                <a:cubicBezTo>
                  <a:pt x="1329163" y="108783"/>
                  <a:pt x="1319291" y="106558"/>
                  <a:pt x="1310661" y="102109"/>
                </a:cubicBezTo>
                <a:cubicBezTo>
                  <a:pt x="1302032" y="97660"/>
                  <a:pt x="1295373" y="91267"/>
                  <a:pt x="1290687" y="82932"/>
                </a:cubicBezTo>
                <a:cubicBezTo>
                  <a:pt x="1286001" y="74595"/>
                  <a:pt x="1283658" y="65721"/>
                  <a:pt x="1283658" y="56310"/>
                </a:cubicBezTo>
                <a:cubicBezTo>
                  <a:pt x="1283658" y="46388"/>
                  <a:pt x="1286257" y="36978"/>
                  <a:pt x="1291455" y="28079"/>
                </a:cubicBezTo>
                <a:cubicBezTo>
                  <a:pt x="1296654" y="19179"/>
                  <a:pt x="1303670" y="12274"/>
                  <a:pt x="1312505" y="7366"/>
                </a:cubicBezTo>
                <a:cubicBezTo>
                  <a:pt x="1321340" y="2455"/>
                  <a:pt x="1330725" y="0"/>
                  <a:pt x="1340661" y="0"/>
                </a:cubicBezTo>
                <a:cubicBezTo>
                  <a:pt x="1347985" y="0"/>
                  <a:pt x="1355719" y="1588"/>
                  <a:pt x="1363862" y="4763"/>
                </a:cubicBezTo>
                <a:cubicBezTo>
                  <a:pt x="1368574" y="6607"/>
                  <a:pt x="1371570" y="7529"/>
                  <a:pt x="1372851" y="7529"/>
                </a:cubicBezTo>
                <a:cubicBezTo>
                  <a:pt x="1374490" y="7529"/>
                  <a:pt x="1375911" y="6927"/>
                  <a:pt x="1377114" y="5723"/>
                </a:cubicBezTo>
                <a:cubicBezTo>
                  <a:pt x="1378318" y="4520"/>
                  <a:pt x="1379099" y="2612"/>
                  <a:pt x="1379458" y="0"/>
                </a:cubicBezTo>
                <a:lnTo>
                  <a:pt x="1382454" y="0"/>
                </a:lnTo>
                <a:close/>
                <a:moveTo>
                  <a:pt x="1448004" y="103713"/>
                </a:moveTo>
                <a:lnTo>
                  <a:pt x="1448004" y="106478"/>
                </a:lnTo>
                <a:lnTo>
                  <a:pt x="1393536" y="106478"/>
                </a:lnTo>
                <a:lnTo>
                  <a:pt x="1393536" y="103713"/>
                </a:lnTo>
                <a:lnTo>
                  <a:pt x="1396993" y="103713"/>
                </a:lnTo>
                <a:cubicBezTo>
                  <a:pt x="1400015" y="103713"/>
                  <a:pt x="1402447" y="103172"/>
                  <a:pt x="1404291" y="102092"/>
                </a:cubicBezTo>
                <a:cubicBezTo>
                  <a:pt x="1405623" y="101370"/>
                  <a:pt x="1406647" y="100135"/>
                  <a:pt x="1407364" y="98385"/>
                </a:cubicBezTo>
                <a:cubicBezTo>
                  <a:pt x="1407928" y="97150"/>
                  <a:pt x="1408209" y="93906"/>
                  <a:pt x="1408209" y="88655"/>
                </a:cubicBezTo>
                <a:lnTo>
                  <a:pt x="1408209" y="20128"/>
                </a:lnTo>
                <a:cubicBezTo>
                  <a:pt x="1408209" y="14774"/>
                  <a:pt x="1407928" y="11428"/>
                  <a:pt x="1407364" y="10090"/>
                </a:cubicBezTo>
                <a:cubicBezTo>
                  <a:pt x="1406801" y="8751"/>
                  <a:pt x="1405661" y="7579"/>
                  <a:pt x="1403945" y="6576"/>
                </a:cubicBezTo>
                <a:cubicBezTo>
                  <a:pt x="1402230" y="5572"/>
                  <a:pt x="1399912" y="5070"/>
                  <a:pt x="1396993" y="5070"/>
                </a:cubicBezTo>
                <a:lnTo>
                  <a:pt x="1393536" y="5070"/>
                </a:lnTo>
                <a:lnTo>
                  <a:pt x="1393536" y="2305"/>
                </a:lnTo>
                <a:lnTo>
                  <a:pt x="1448004" y="2305"/>
                </a:lnTo>
                <a:lnTo>
                  <a:pt x="1448004" y="5070"/>
                </a:lnTo>
                <a:lnTo>
                  <a:pt x="1444547" y="5070"/>
                </a:lnTo>
                <a:cubicBezTo>
                  <a:pt x="1441525" y="5070"/>
                  <a:pt x="1439093" y="5611"/>
                  <a:pt x="1437249" y="6691"/>
                </a:cubicBezTo>
                <a:cubicBezTo>
                  <a:pt x="1435917" y="7413"/>
                  <a:pt x="1434867" y="8648"/>
                  <a:pt x="1434099" y="10398"/>
                </a:cubicBezTo>
                <a:cubicBezTo>
                  <a:pt x="1433536" y="11633"/>
                  <a:pt x="1433254" y="14877"/>
                  <a:pt x="1433254" y="20128"/>
                </a:cubicBezTo>
                <a:lnTo>
                  <a:pt x="1433254" y="88655"/>
                </a:lnTo>
                <a:cubicBezTo>
                  <a:pt x="1433254" y="94009"/>
                  <a:pt x="1433548" y="97355"/>
                  <a:pt x="1434137" y="98695"/>
                </a:cubicBezTo>
                <a:cubicBezTo>
                  <a:pt x="1434726" y="100033"/>
                  <a:pt x="1435879" y="101204"/>
                  <a:pt x="1437594" y="102207"/>
                </a:cubicBezTo>
                <a:cubicBezTo>
                  <a:pt x="1439310" y="103211"/>
                  <a:pt x="1441628" y="103713"/>
                  <a:pt x="1444547" y="103713"/>
                </a:cubicBezTo>
                <a:lnTo>
                  <a:pt x="1448004" y="103713"/>
                </a:lnTo>
                <a:close/>
                <a:moveTo>
                  <a:pt x="1559812" y="0"/>
                </a:moveTo>
                <a:lnTo>
                  <a:pt x="1559812" y="36722"/>
                </a:lnTo>
                <a:lnTo>
                  <a:pt x="1556970" y="36722"/>
                </a:lnTo>
                <a:cubicBezTo>
                  <a:pt x="1553538" y="26733"/>
                  <a:pt x="1548391" y="19140"/>
                  <a:pt x="1541528" y="13944"/>
                </a:cubicBezTo>
                <a:cubicBezTo>
                  <a:pt x="1534665" y="8745"/>
                  <a:pt x="1527162" y="6146"/>
                  <a:pt x="1519019" y="6146"/>
                </a:cubicBezTo>
                <a:cubicBezTo>
                  <a:pt x="1511234" y="6146"/>
                  <a:pt x="1504755" y="8327"/>
                  <a:pt x="1499582" y="12688"/>
                </a:cubicBezTo>
                <a:cubicBezTo>
                  <a:pt x="1494409" y="17049"/>
                  <a:pt x="1490747" y="23133"/>
                  <a:pt x="1488596" y="30939"/>
                </a:cubicBezTo>
                <a:cubicBezTo>
                  <a:pt x="1486445" y="38744"/>
                  <a:pt x="1485370" y="46753"/>
                  <a:pt x="1485370" y="54965"/>
                </a:cubicBezTo>
                <a:cubicBezTo>
                  <a:pt x="1485370" y="64914"/>
                  <a:pt x="1486547" y="73638"/>
                  <a:pt x="1488903" y="81136"/>
                </a:cubicBezTo>
                <a:cubicBezTo>
                  <a:pt x="1491259" y="88634"/>
                  <a:pt x="1495062" y="94144"/>
                  <a:pt x="1500312" y="97665"/>
                </a:cubicBezTo>
                <a:cubicBezTo>
                  <a:pt x="1505561" y="101185"/>
                  <a:pt x="1511797" y="102944"/>
                  <a:pt x="1519019" y="102944"/>
                </a:cubicBezTo>
                <a:cubicBezTo>
                  <a:pt x="1521528" y="102944"/>
                  <a:pt x="1524102" y="102676"/>
                  <a:pt x="1526739" y="102140"/>
                </a:cubicBezTo>
                <a:cubicBezTo>
                  <a:pt x="1529377" y="101602"/>
                  <a:pt x="1532079" y="100822"/>
                  <a:pt x="1534844" y="99799"/>
                </a:cubicBezTo>
                <a:lnTo>
                  <a:pt x="1534844" y="78207"/>
                </a:lnTo>
                <a:cubicBezTo>
                  <a:pt x="1534844" y="74084"/>
                  <a:pt x="1534563" y="71418"/>
                  <a:pt x="1533999" y="70208"/>
                </a:cubicBezTo>
                <a:cubicBezTo>
                  <a:pt x="1533436" y="68996"/>
                  <a:pt x="1532271" y="67901"/>
                  <a:pt x="1530504" y="66923"/>
                </a:cubicBezTo>
                <a:cubicBezTo>
                  <a:pt x="1528737" y="65944"/>
                  <a:pt x="1526599" y="65454"/>
                  <a:pt x="1524089" y="65454"/>
                </a:cubicBezTo>
                <a:lnTo>
                  <a:pt x="1521400" y="65454"/>
                </a:lnTo>
                <a:lnTo>
                  <a:pt x="1521400" y="62689"/>
                </a:lnTo>
                <a:lnTo>
                  <a:pt x="1572027" y="62689"/>
                </a:lnTo>
                <a:lnTo>
                  <a:pt x="1572027" y="65454"/>
                </a:lnTo>
                <a:cubicBezTo>
                  <a:pt x="1568186" y="65712"/>
                  <a:pt x="1565510" y="66240"/>
                  <a:pt x="1563999" y="67039"/>
                </a:cubicBezTo>
                <a:cubicBezTo>
                  <a:pt x="1562488" y="67837"/>
                  <a:pt x="1561323" y="69164"/>
                  <a:pt x="1560504" y="71019"/>
                </a:cubicBezTo>
                <a:cubicBezTo>
                  <a:pt x="1560043" y="71999"/>
                  <a:pt x="1559812" y="74395"/>
                  <a:pt x="1559812" y="78207"/>
                </a:cubicBezTo>
                <a:lnTo>
                  <a:pt x="1559812" y="99799"/>
                </a:lnTo>
                <a:cubicBezTo>
                  <a:pt x="1553154" y="102768"/>
                  <a:pt x="1546227" y="105007"/>
                  <a:pt x="1539031" y="106517"/>
                </a:cubicBezTo>
                <a:cubicBezTo>
                  <a:pt x="1531835" y="108028"/>
                  <a:pt x="1524371" y="108783"/>
                  <a:pt x="1516637" y="108783"/>
                </a:cubicBezTo>
                <a:cubicBezTo>
                  <a:pt x="1506752" y="108783"/>
                  <a:pt x="1498545" y="107443"/>
                  <a:pt x="1492015" y="104762"/>
                </a:cubicBezTo>
                <a:cubicBezTo>
                  <a:pt x="1485485" y="102079"/>
                  <a:pt x="1479723" y="98555"/>
                  <a:pt x="1474729" y="94189"/>
                </a:cubicBezTo>
                <a:cubicBezTo>
                  <a:pt x="1469736" y="89823"/>
                  <a:pt x="1465831" y="84908"/>
                  <a:pt x="1463014" y="79443"/>
                </a:cubicBezTo>
                <a:cubicBezTo>
                  <a:pt x="1459429" y="72395"/>
                  <a:pt x="1457636" y="64503"/>
                  <a:pt x="1457636" y="55770"/>
                </a:cubicBezTo>
                <a:cubicBezTo>
                  <a:pt x="1457636" y="40142"/>
                  <a:pt x="1463142" y="26940"/>
                  <a:pt x="1474153" y="16164"/>
                </a:cubicBezTo>
                <a:cubicBezTo>
                  <a:pt x="1485165" y="5388"/>
                  <a:pt x="1499019" y="0"/>
                  <a:pt x="1515715" y="0"/>
                </a:cubicBezTo>
                <a:cubicBezTo>
                  <a:pt x="1520888" y="0"/>
                  <a:pt x="1525549" y="414"/>
                  <a:pt x="1529697" y="1241"/>
                </a:cubicBezTo>
                <a:cubicBezTo>
                  <a:pt x="1531951" y="1656"/>
                  <a:pt x="1535600" y="2833"/>
                  <a:pt x="1540645" y="4773"/>
                </a:cubicBezTo>
                <a:cubicBezTo>
                  <a:pt x="1545689" y="6713"/>
                  <a:pt x="1548673" y="7682"/>
                  <a:pt x="1549595" y="7682"/>
                </a:cubicBezTo>
                <a:cubicBezTo>
                  <a:pt x="1551029" y="7682"/>
                  <a:pt x="1552360" y="7147"/>
                  <a:pt x="1553589" y="6076"/>
                </a:cubicBezTo>
                <a:cubicBezTo>
                  <a:pt x="1554819" y="5004"/>
                  <a:pt x="1555945" y="2979"/>
                  <a:pt x="1556970" y="0"/>
                </a:cubicBezTo>
                <a:lnTo>
                  <a:pt x="1559812" y="0"/>
                </a:lnTo>
                <a:close/>
                <a:moveTo>
                  <a:pt x="1614100" y="106478"/>
                </a:moveTo>
                <a:lnTo>
                  <a:pt x="1614100" y="103713"/>
                </a:lnTo>
                <a:lnTo>
                  <a:pt x="1617557" y="103713"/>
                </a:lnTo>
                <a:cubicBezTo>
                  <a:pt x="1620578" y="103713"/>
                  <a:pt x="1622896" y="103236"/>
                  <a:pt x="1624509" y="102284"/>
                </a:cubicBezTo>
                <a:cubicBezTo>
                  <a:pt x="1626123" y="101332"/>
                  <a:pt x="1627313" y="100032"/>
                  <a:pt x="1628082" y="98385"/>
                </a:cubicBezTo>
                <a:cubicBezTo>
                  <a:pt x="1628543" y="97303"/>
                  <a:pt x="1628773" y="94060"/>
                  <a:pt x="1628773" y="88655"/>
                </a:cubicBezTo>
                <a:lnTo>
                  <a:pt x="1628773" y="20128"/>
                </a:lnTo>
                <a:cubicBezTo>
                  <a:pt x="1628773" y="14774"/>
                  <a:pt x="1628491" y="11428"/>
                  <a:pt x="1627928" y="10090"/>
                </a:cubicBezTo>
                <a:cubicBezTo>
                  <a:pt x="1627365" y="8751"/>
                  <a:pt x="1626225" y="7579"/>
                  <a:pt x="1624509" y="6576"/>
                </a:cubicBezTo>
                <a:cubicBezTo>
                  <a:pt x="1622794" y="5572"/>
                  <a:pt x="1620476" y="5070"/>
                  <a:pt x="1617557" y="5070"/>
                </a:cubicBezTo>
                <a:lnTo>
                  <a:pt x="1614100" y="5070"/>
                </a:lnTo>
                <a:lnTo>
                  <a:pt x="1614100" y="2305"/>
                </a:lnTo>
                <a:lnTo>
                  <a:pt x="1660732" y="2305"/>
                </a:lnTo>
                <a:cubicBezTo>
                  <a:pt x="1673177" y="2305"/>
                  <a:pt x="1683190" y="3995"/>
                  <a:pt x="1690770" y="7375"/>
                </a:cubicBezTo>
                <a:cubicBezTo>
                  <a:pt x="1700040" y="11524"/>
                  <a:pt x="1707070" y="17798"/>
                  <a:pt x="1711858" y="26197"/>
                </a:cubicBezTo>
                <a:cubicBezTo>
                  <a:pt x="1716647" y="34596"/>
                  <a:pt x="1719041" y="44097"/>
                  <a:pt x="1719041" y="54699"/>
                </a:cubicBezTo>
                <a:cubicBezTo>
                  <a:pt x="1719041" y="62023"/>
                  <a:pt x="1717863" y="68770"/>
                  <a:pt x="1715508" y="74942"/>
                </a:cubicBezTo>
                <a:cubicBezTo>
                  <a:pt x="1713152" y="81114"/>
                  <a:pt x="1710104" y="86210"/>
                  <a:pt x="1706365" y="90230"/>
                </a:cubicBezTo>
                <a:cubicBezTo>
                  <a:pt x="1702627" y="94250"/>
                  <a:pt x="1698312" y="97477"/>
                  <a:pt x="1693421" y="99910"/>
                </a:cubicBezTo>
                <a:cubicBezTo>
                  <a:pt x="1688529" y="102343"/>
                  <a:pt x="1682550" y="104225"/>
                  <a:pt x="1675482" y="105556"/>
                </a:cubicBezTo>
                <a:cubicBezTo>
                  <a:pt x="1672358" y="106171"/>
                  <a:pt x="1667441" y="106478"/>
                  <a:pt x="1660732" y="106478"/>
                </a:cubicBezTo>
                <a:lnTo>
                  <a:pt x="1614100" y="106478"/>
                </a:lnTo>
                <a:moveTo>
                  <a:pt x="1653818" y="8143"/>
                </a:moveTo>
                <a:lnTo>
                  <a:pt x="1653818" y="89356"/>
                </a:lnTo>
                <a:cubicBezTo>
                  <a:pt x="1653818" y="93655"/>
                  <a:pt x="1654023" y="96291"/>
                  <a:pt x="1654432" y="97264"/>
                </a:cubicBezTo>
                <a:cubicBezTo>
                  <a:pt x="1654842" y="98236"/>
                  <a:pt x="1655533" y="98977"/>
                  <a:pt x="1656507" y="99487"/>
                </a:cubicBezTo>
                <a:cubicBezTo>
                  <a:pt x="1657889" y="100256"/>
                  <a:pt x="1659887" y="100640"/>
                  <a:pt x="1662499" y="100640"/>
                </a:cubicBezTo>
                <a:cubicBezTo>
                  <a:pt x="1671052" y="100640"/>
                  <a:pt x="1677582" y="97723"/>
                  <a:pt x="1682089" y="91889"/>
                </a:cubicBezTo>
                <a:cubicBezTo>
                  <a:pt x="1688235" y="84008"/>
                  <a:pt x="1691308" y="71778"/>
                  <a:pt x="1691308" y="55198"/>
                </a:cubicBezTo>
                <a:cubicBezTo>
                  <a:pt x="1691308" y="41842"/>
                  <a:pt x="1689208" y="31172"/>
                  <a:pt x="1685008" y="23189"/>
                </a:cubicBezTo>
                <a:cubicBezTo>
                  <a:pt x="1681679" y="16945"/>
                  <a:pt x="1677403" y="12698"/>
                  <a:pt x="1672179" y="10446"/>
                </a:cubicBezTo>
                <a:cubicBezTo>
                  <a:pt x="1668491" y="8860"/>
                  <a:pt x="1662371" y="8092"/>
                  <a:pt x="1653818" y="8143"/>
                </a:cubicBezTo>
                <a:close/>
                <a:moveTo>
                  <a:pt x="1747564" y="0"/>
                </a:moveTo>
                <a:cubicBezTo>
                  <a:pt x="1750893" y="0"/>
                  <a:pt x="1753709" y="1169"/>
                  <a:pt x="1756014" y="3508"/>
                </a:cubicBezTo>
                <a:cubicBezTo>
                  <a:pt x="1758319" y="5844"/>
                  <a:pt x="1759471" y="8657"/>
                  <a:pt x="1759471" y="11946"/>
                </a:cubicBezTo>
                <a:cubicBezTo>
                  <a:pt x="1759471" y="15235"/>
                  <a:pt x="1758306" y="18036"/>
                  <a:pt x="1755976" y="20349"/>
                </a:cubicBezTo>
                <a:cubicBezTo>
                  <a:pt x="1753645" y="22660"/>
                  <a:pt x="1750841" y="23815"/>
                  <a:pt x="1747564" y="23815"/>
                </a:cubicBezTo>
                <a:cubicBezTo>
                  <a:pt x="1744286" y="23815"/>
                  <a:pt x="1741494" y="22660"/>
                  <a:pt x="1739190" y="20349"/>
                </a:cubicBezTo>
                <a:cubicBezTo>
                  <a:pt x="1736885" y="18036"/>
                  <a:pt x="1735733" y="15235"/>
                  <a:pt x="1735733" y="11946"/>
                </a:cubicBezTo>
                <a:cubicBezTo>
                  <a:pt x="1735733" y="8657"/>
                  <a:pt x="1736885" y="5844"/>
                  <a:pt x="1739190" y="3508"/>
                </a:cubicBezTo>
                <a:cubicBezTo>
                  <a:pt x="1741494" y="1169"/>
                  <a:pt x="1744286" y="0"/>
                  <a:pt x="1747564" y="0"/>
                </a:cubicBezTo>
                <a:moveTo>
                  <a:pt x="1758319" y="34571"/>
                </a:moveTo>
                <a:lnTo>
                  <a:pt x="1758319" y="91574"/>
                </a:lnTo>
                <a:cubicBezTo>
                  <a:pt x="1758319" y="96645"/>
                  <a:pt x="1758908" y="99884"/>
                  <a:pt x="1760086" y="101293"/>
                </a:cubicBezTo>
                <a:cubicBezTo>
                  <a:pt x="1761264" y="102701"/>
                  <a:pt x="1763569" y="103508"/>
                  <a:pt x="1767000" y="103713"/>
                </a:cubicBezTo>
                <a:lnTo>
                  <a:pt x="1767000" y="106478"/>
                </a:lnTo>
                <a:lnTo>
                  <a:pt x="1728204" y="106478"/>
                </a:lnTo>
                <a:lnTo>
                  <a:pt x="1728204" y="103713"/>
                </a:lnTo>
                <a:cubicBezTo>
                  <a:pt x="1731379" y="103610"/>
                  <a:pt x="1733735" y="102688"/>
                  <a:pt x="1735272" y="100947"/>
                </a:cubicBezTo>
                <a:cubicBezTo>
                  <a:pt x="1736296" y="99769"/>
                  <a:pt x="1736808" y="96645"/>
                  <a:pt x="1736808" y="91574"/>
                </a:cubicBezTo>
                <a:lnTo>
                  <a:pt x="1736808" y="49628"/>
                </a:lnTo>
                <a:cubicBezTo>
                  <a:pt x="1736808" y="44494"/>
                  <a:pt x="1736219" y="41214"/>
                  <a:pt x="1735041" y="39788"/>
                </a:cubicBezTo>
                <a:cubicBezTo>
                  <a:pt x="1733863" y="38362"/>
                  <a:pt x="1731584" y="37545"/>
                  <a:pt x="1728204" y="37337"/>
                </a:cubicBezTo>
                <a:lnTo>
                  <a:pt x="1728204" y="34571"/>
                </a:lnTo>
                <a:lnTo>
                  <a:pt x="1758319" y="34571"/>
                </a:lnTo>
                <a:close/>
                <a:moveTo>
                  <a:pt x="1819090" y="32727"/>
                </a:moveTo>
                <a:lnTo>
                  <a:pt x="1820242" y="57311"/>
                </a:lnTo>
                <a:lnTo>
                  <a:pt x="1817630" y="57311"/>
                </a:lnTo>
                <a:cubicBezTo>
                  <a:pt x="1814506" y="49979"/>
                  <a:pt x="1811266" y="44971"/>
                  <a:pt x="1807912" y="42287"/>
                </a:cubicBezTo>
                <a:cubicBezTo>
                  <a:pt x="1804557" y="39601"/>
                  <a:pt x="1801215" y="38258"/>
                  <a:pt x="1797886" y="38258"/>
                </a:cubicBezTo>
                <a:cubicBezTo>
                  <a:pt x="1795786" y="38258"/>
                  <a:pt x="1793994" y="38963"/>
                  <a:pt x="1792509" y="40371"/>
                </a:cubicBezTo>
                <a:cubicBezTo>
                  <a:pt x="1791023" y="41780"/>
                  <a:pt x="1790281" y="43406"/>
                  <a:pt x="1790281" y="45249"/>
                </a:cubicBezTo>
                <a:cubicBezTo>
                  <a:pt x="1790281" y="46632"/>
                  <a:pt x="1790793" y="47964"/>
                  <a:pt x="1791817" y="49244"/>
                </a:cubicBezTo>
                <a:cubicBezTo>
                  <a:pt x="1793456" y="51344"/>
                  <a:pt x="1798040" y="54942"/>
                  <a:pt x="1805569" y="60038"/>
                </a:cubicBezTo>
                <a:cubicBezTo>
                  <a:pt x="1813097" y="65134"/>
                  <a:pt x="1818053" y="69462"/>
                  <a:pt x="1820434" y="73021"/>
                </a:cubicBezTo>
                <a:cubicBezTo>
                  <a:pt x="1822816" y="76581"/>
                  <a:pt x="1824007" y="80563"/>
                  <a:pt x="1824007" y="84968"/>
                </a:cubicBezTo>
                <a:cubicBezTo>
                  <a:pt x="1824007" y="88962"/>
                  <a:pt x="1823008" y="92880"/>
                  <a:pt x="1821010" y="96722"/>
                </a:cubicBezTo>
                <a:cubicBezTo>
                  <a:pt x="1819013" y="100563"/>
                  <a:pt x="1816196" y="103508"/>
                  <a:pt x="1812560" y="105556"/>
                </a:cubicBezTo>
                <a:cubicBezTo>
                  <a:pt x="1808923" y="107605"/>
                  <a:pt x="1804903" y="108629"/>
                  <a:pt x="1800498" y="108629"/>
                </a:cubicBezTo>
                <a:cubicBezTo>
                  <a:pt x="1797067" y="108629"/>
                  <a:pt x="1792483" y="107534"/>
                  <a:pt x="1786747" y="105343"/>
                </a:cubicBezTo>
                <a:cubicBezTo>
                  <a:pt x="1785210" y="104768"/>
                  <a:pt x="1784160" y="104481"/>
                  <a:pt x="1783597" y="104481"/>
                </a:cubicBezTo>
                <a:cubicBezTo>
                  <a:pt x="1781907" y="104481"/>
                  <a:pt x="1780498" y="105761"/>
                  <a:pt x="1779372" y="108322"/>
                </a:cubicBezTo>
                <a:lnTo>
                  <a:pt x="1776836" y="108322"/>
                </a:lnTo>
                <a:lnTo>
                  <a:pt x="1775607" y="82509"/>
                </a:lnTo>
                <a:lnTo>
                  <a:pt x="1778219" y="82509"/>
                </a:lnTo>
                <a:cubicBezTo>
                  <a:pt x="1780524" y="89270"/>
                  <a:pt x="1783687" y="94340"/>
                  <a:pt x="1787707" y="97720"/>
                </a:cubicBezTo>
                <a:cubicBezTo>
                  <a:pt x="1791728" y="101101"/>
                  <a:pt x="1795530" y="102791"/>
                  <a:pt x="1799115" y="102791"/>
                </a:cubicBezTo>
                <a:cubicBezTo>
                  <a:pt x="1801574" y="102791"/>
                  <a:pt x="1803584" y="102035"/>
                  <a:pt x="1805146" y="100524"/>
                </a:cubicBezTo>
                <a:cubicBezTo>
                  <a:pt x="1806708" y="99014"/>
                  <a:pt x="1807489" y="97183"/>
                  <a:pt x="1807489" y="95031"/>
                </a:cubicBezTo>
                <a:cubicBezTo>
                  <a:pt x="1807489" y="92573"/>
                  <a:pt x="1806721" y="90448"/>
                  <a:pt x="1805185" y="88655"/>
                </a:cubicBezTo>
                <a:cubicBezTo>
                  <a:pt x="1803648" y="86863"/>
                  <a:pt x="1800217" y="84148"/>
                  <a:pt x="1794890" y="80512"/>
                </a:cubicBezTo>
                <a:cubicBezTo>
                  <a:pt x="1787054" y="75083"/>
                  <a:pt x="1781984" y="70934"/>
                  <a:pt x="1779679" y="68066"/>
                </a:cubicBezTo>
                <a:cubicBezTo>
                  <a:pt x="1776299" y="63866"/>
                  <a:pt x="1774609" y="59231"/>
                  <a:pt x="1774609" y="54161"/>
                </a:cubicBezTo>
                <a:cubicBezTo>
                  <a:pt x="1774609" y="48630"/>
                  <a:pt x="1776516" y="43623"/>
                  <a:pt x="1780332" y="39142"/>
                </a:cubicBezTo>
                <a:cubicBezTo>
                  <a:pt x="1784148" y="34661"/>
                  <a:pt x="1789666" y="32420"/>
                  <a:pt x="1796888" y="32420"/>
                </a:cubicBezTo>
                <a:cubicBezTo>
                  <a:pt x="1800780" y="32420"/>
                  <a:pt x="1804544" y="33404"/>
                  <a:pt x="1808181" y="35373"/>
                </a:cubicBezTo>
                <a:cubicBezTo>
                  <a:pt x="1809564" y="36170"/>
                  <a:pt x="1810690" y="36568"/>
                  <a:pt x="1811561" y="36568"/>
                </a:cubicBezTo>
                <a:cubicBezTo>
                  <a:pt x="1812483" y="36568"/>
                  <a:pt x="1813226" y="36376"/>
                  <a:pt x="1813789" y="35992"/>
                </a:cubicBezTo>
                <a:cubicBezTo>
                  <a:pt x="1814352" y="35608"/>
                  <a:pt x="1815249" y="34520"/>
                  <a:pt x="1816478" y="32727"/>
                </a:cubicBezTo>
                <a:lnTo>
                  <a:pt x="1819090" y="32727"/>
                </a:lnTo>
                <a:close/>
                <a:moveTo>
                  <a:pt x="1893177" y="87904"/>
                </a:moveTo>
                <a:lnTo>
                  <a:pt x="1895559" y="89745"/>
                </a:lnTo>
                <a:cubicBezTo>
                  <a:pt x="1892178" y="96117"/>
                  <a:pt x="1887966" y="100857"/>
                  <a:pt x="1882921" y="103967"/>
                </a:cubicBezTo>
                <a:cubicBezTo>
                  <a:pt x="1877876" y="107075"/>
                  <a:pt x="1872511" y="108629"/>
                  <a:pt x="1866826" y="108629"/>
                </a:cubicBezTo>
                <a:cubicBezTo>
                  <a:pt x="1857249" y="108629"/>
                  <a:pt x="1849592" y="105015"/>
                  <a:pt x="1843856" y="97788"/>
                </a:cubicBezTo>
                <a:cubicBezTo>
                  <a:pt x="1838120" y="90558"/>
                  <a:pt x="1835252" y="81868"/>
                  <a:pt x="1835252" y="71718"/>
                </a:cubicBezTo>
                <a:cubicBezTo>
                  <a:pt x="1835252" y="61924"/>
                  <a:pt x="1837864" y="53311"/>
                  <a:pt x="1843088" y="45878"/>
                </a:cubicBezTo>
                <a:cubicBezTo>
                  <a:pt x="1849387" y="36906"/>
                  <a:pt x="1858068" y="32420"/>
                  <a:pt x="1869131" y="32420"/>
                </a:cubicBezTo>
                <a:cubicBezTo>
                  <a:pt x="1876557" y="32420"/>
                  <a:pt x="1882460" y="34295"/>
                  <a:pt x="1886839" y="38045"/>
                </a:cubicBezTo>
                <a:cubicBezTo>
                  <a:pt x="1891218" y="41793"/>
                  <a:pt x="1893408" y="45978"/>
                  <a:pt x="1893408" y="50601"/>
                </a:cubicBezTo>
                <a:cubicBezTo>
                  <a:pt x="1893408" y="53528"/>
                  <a:pt x="1892524" y="55865"/>
                  <a:pt x="1890757" y="57611"/>
                </a:cubicBezTo>
                <a:cubicBezTo>
                  <a:pt x="1888990" y="59357"/>
                  <a:pt x="1886673" y="60230"/>
                  <a:pt x="1883805" y="60230"/>
                </a:cubicBezTo>
                <a:cubicBezTo>
                  <a:pt x="1880783" y="60230"/>
                  <a:pt x="1878286" y="59228"/>
                  <a:pt x="1876314" y="57224"/>
                </a:cubicBezTo>
                <a:cubicBezTo>
                  <a:pt x="1874342" y="55219"/>
                  <a:pt x="1873126" y="51647"/>
                  <a:pt x="1872665" y="46507"/>
                </a:cubicBezTo>
                <a:cubicBezTo>
                  <a:pt x="1872358" y="43270"/>
                  <a:pt x="1871615" y="41008"/>
                  <a:pt x="1870437" y="39723"/>
                </a:cubicBezTo>
                <a:cubicBezTo>
                  <a:pt x="1869259" y="38439"/>
                  <a:pt x="1867876" y="37797"/>
                  <a:pt x="1866289" y="37797"/>
                </a:cubicBezTo>
                <a:cubicBezTo>
                  <a:pt x="1863830" y="37797"/>
                  <a:pt x="1861730" y="39103"/>
                  <a:pt x="1859989" y="41716"/>
                </a:cubicBezTo>
                <a:cubicBezTo>
                  <a:pt x="1857326" y="45659"/>
                  <a:pt x="1855994" y="51703"/>
                  <a:pt x="1855994" y="59846"/>
                </a:cubicBezTo>
                <a:cubicBezTo>
                  <a:pt x="1855994" y="66607"/>
                  <a:pt x="1857070" y="73073"/>
                  <a:pt x="1859221" y="79244"/>
                </a:cubicBezTo>
                <a:cubicBezTo>
                  <a:pt x="1861372" y="85416"/>
                  <a:pt x="1864317" y="90012"/>
                  <a:pt x="1868056" y="93034"/>
                </a:cubicBezTo>
                <a:cubicBezTo>
                  <a:pt x="1870873" y="95236"/>
                  <a:pt x="1874202" y="96338"/>
                  <a:pt x="1878043" y="96338"/>
                </a:cubicBezTo>
                <a:cubicBezTo>
                  <a:pt x="1880552" y="96338"/>
                  <a:pt x="1882934" y="95750"/>
                  <a:pt x="1885187" y="94575"/>
                </a:cubicBezTo>
                <a:cubicBezTo>
                  <a:pt x="1887441" y="93399"/>
                  <a:pt x="1890104" y="91175"/>
                  <a:pt x="1893177" y="87904"/>
                </a:cubicBezTo>
                <a:close/>
                <a:moveTo>
                  <a:pt x="1937966" y="32420"/>
                </a:moveTo>
                <a:cubicBezTo>
                  <a:pt x="1944215" y="32420"/>
                  <a:pt x="1950028" y="34035"/>
                  <a:pt x="1955405" y="37265"/>
                </a:cubicBezTo>
                <a:cubicBezTo>
                  <a:pt x="1960783" y="40494"/>
                  <a:pt x="1964867" y="45083"/>
                  <a:pt x="1967659" y="51030"/>
                </a:cubicBezTo>
                <a:cubicBezTo>
                  <a:pt x="1970450" y="56978"/>
                  <a:pt x="1971846" y="63489"/>
                  <a:pt x="1971846" y="70563"/>
                </a:cubicBezTo>
                <a:cubicBezTo>
                  <a:pt x="1971846" y="80765"/>
                  <a:pt x="1969259" y="89301"/>
                  <a:pt x="1964086" y="96172"/>
                </a:cubicBezTo>
                <a:cubicBezTo>
                  <a:pt x="1957838" y="104477"/>
                  <a:pt x="1949208" y="108629"/>
                  <a:pt x="1938197" y="108629"/>
                </a:cubicBezTo>
                <a:cubicBezTo>
                  <a:pt x="1927390" y="108629"/>
                  <a:pt x="1919067" y="104835"/>
                  <a:pt x="1913229" y="97247"/>
                </a:cubicBezTo>
                <a:cubicBezTo>
                  <a:pt x="1907390" y="89659"/>
                  <a:pt x="1904471" y="80867"/>
                  <a:pt x="1904471" y="70870"/>
                </a:cubicBezTo>
                <a:cubicBezTo>
                  <a:pt x="1904471" y="60566"/>
                  <a:pt x="1907454" y="51582"/>
                  <a:pt x="1913421" y="43917"/>
                </a:cubicBezTo>
                <a:cubicBezTo>
                  <a:pt x="1919387" y="36252"/>
                  <a:pt x="1927569" y="32420"/>
                  <a:pt x="1937966" y="32420"/>
                </a:cubicBezTo>
                <a:moveTo>
                  <a:pt x="1938273" y="37797"/>
                </a:moveTo>
                <a:cubicBezTo>
                  <a:pt x="1935661" y="37797"/>
                  <a:pt x="1933421" y="38785"/>
                  <a:pt x="1931551" y="40760"/>
                </a:cubicBezTo>
                <a:cubicBezTo>
                  <a:pt x="1929682" y="42733"/>
                  <a:pt x="1928453" y="46630"/>
                  <a:pt x="1927864" y="52449"/>
                </a:cubicBezTo>
                <a:cubicBezTo>
                  <a:pt x="1927275" y="58269"/>
                  <a:pt x="1926980" y="66358"/>
                  <a:pt x="1926980" y="76716"/>
                </a:cubicBezTo>
                <a:cubicBezTo>
                  <a:pt x="1926980" y="82203"/>
                  <a:pt x="1927339" y="87331"/>
                  <a:pt x="1928056" y="92100"/>
                </a:cubicBezTo>
                <a:cubicBezTo>
                  <a:pt x="1928619" y="95740"/>
                  <a:pt x="1929823" y="98509"/>
                  <a:pt x="1931667" y="100407"/>
                </a:cubicBezTo>
                <a:cubicBezTo>
                  <a:pt x="1933510" y="102303"/>
                  <a:pt x="1935610" y="103252"/>
                  <a:pt x="1937966" y="103252"/>
                </a:cubicBezTo>
                <a:cubicBezTo>
                  <a:pt x="1940271" y="103252"/>
                  <a:pt x="1942191" y="102611"/>
                  <a:pt x="1943728" y="101329"/>
                </a:cubicBezTo>
                <a:cubicBezTo>
                  <a:pt x="1945725" y="99586"/>
                  <a:pt x="1947057" y="97150"/>
                  <a:pt x="1947723" y="94021"/>
                </a:cubicBezTo>
                <a:cubicBezTo>
                  <a:pt x="1948747" y="89150"/>
                  <a:pt x="1949259" y="79306"/>
                  <a:pt x="1949259" y="64487"/>
                </a:cubicBezTo>
                <a:cubicBezTo>
                  <a:pt x="1949259" y="55770"/>
                  <a:pt x="1948773" y="49784"/>
                  <a:pt x="1947800" y="46529"/>
                </a:cubicBezTo>
                <a:cubicBezTo>
                  <a:pt x="1946827" y="43272"/>
                  <a:pt x="1945392" y="40900"/>
                  <a:pt x="1943497" y="39413"/>
                </a:cubicBezTo>
                <a:cubicBezTo>
                  <a:pt x="1942166" y="38336"/>
                  <a:pt x="1940425" y="37797"/>
                  <a:pt x="1938273" y="37797"/>
                </a:cubicBezTo>
                <a:close/>
                <a:moveTo>
                  <a:pt x="2014687" y="108629"/>
                </a:moveTo>
                <a:lnTo>
                  <a:pt x="1990487" y="52898"/>
                </a:lnTo>
                <a:cubicBezTo>
                  <a:pt x="1987568" y="46136"/>
                  <a:pt x="1985289" y="41852"/>
                  <a:pt x="1983650" y="40047"/>
                </a:cubicBezTo>
                <a:cubicBezTo>
                  <a:pt x="1982472" y="38704"/>
                  <a:pt x="1980731" y="37801"/>
                  <a:pt x="1978426" y="37337"/>
                </a:cubicBezTo>
                <a:lnTo>
                  <a:pt x="1978426" y="34571"/>
                </a:lnTo>
                <a:lnTo>
                  <a:pt x="2016607" y="34571"/>
                </a:lnTo>
                <a:lnTo>
                  <a:pt x="2016607" y="37337"/>
                </a:lnTo>
                <a:cubicBezTo>
                  <a:pt x="2014200" y="37337"/>
                  <a:pt x="2012561" y="37774"/>
                  <a:pt x="2011691" y="38650"/>
                </a:cubicBezTo>
                <a:cubicBezTo>
                  <a:pt x="2010461" y="39785"/>
                  <a:pt x="2009847" y="41124"/>
                  <a:pt x="2009847" y="42669"/>
                </a:cubicBezTo>
                <a:cubicBezTo>
                  <a:pt x="2009847" y="44575"/>
                  <a:pt x="2010974" y="48156"/>
                  <a:pt x="2013227" y="53412"/>
                </a:cubicBezTo>
                <a:lnTo>
                  <a:pt x="2025058" y="80406"/>
                </a:lnTo>
                <a:lnTo>
                  <a:pt x="2034507" y="57104"/>
                </a:lnTo>
                <a:cubicBezTo>
                  <a:pt x="2037222" y="50413"/>
                  <a:pt x="2038579" y="45677"/>
                  <a:pt x="2038579" y="42897"/>
                </a:cubicBezTo>
                <a:cubicBezTo>
                  <a:pt x="2038579" y="41301"/>
                  <a:pt x="2038003" y="40001"/>
                  <a:pt x="2036851" y="38998"/>
                </a:cubicBezTo>
                <a:cubicBezTo>
                  <a:pt x="2035698" y="37993"/>
                  <a:pt x="2033662" y="37439"/>
                  <a:pt x="2030743" y="37337"/>
                </a:cubicBezTo>
                <a:lnTo>
                  <a:pt x="2030743" y="34571"/>
                </a:lnTo>
                <a:lnTo>
                  <a:pt x="2054251" y="34571"/>
                </a:lnTo>
                <a:lnTo>
                  <a:pt x="2054251" y="37337"/>
                </a:lnTo>
                <a:cubicBezTo>
                  <a:pt x="2051998" y="37645"/>
                  <a:pt x="2050154" y="38495"/>
                  <a:pt x="2048720" y="39884"/>
                </a:cubicBezTo>
                <a:cubicBezTo>
                  <a:pt x="2047286" y="41273"/>
                  <a:pt x="2045135" y="45363"/>
                  <a:pt x="2042267" y="52154"/>
                </a:cubicBezTo>
                <a:lnTo>
                  <a:pt x="2018298" y="108629"/>
                </a:lnTo>
                <a:lnTo>
                  <a:pt x="2014687" y="108629"/>
                </a:lnTo>
                <a:close/>
                <a:moveTo>
                  <a:pt x="2121292" y="67913"/>
                </a:moveTo>
                <a:lnTo>
                  <a:pt x="2081881" y="67913"/>
                </a:lnTo>
                <a:cubicBezTo>
                  <a:pt x="2082342" y="77464"/>
                  <a:pt x="2084877" y="85013"/>
                  <a:pt x="2089487" y="90559"/>
                </a:cubicBezTo>
                <a:cubicBezTo>
                  <a:pt x="2093021" y="94821"/>
                  <a:pt x="2097272" y="96952"/>
                  <a:pt x="2102240" y="96952"/>
                </a:cubicBezTo>
                <a:cubicBezTo>
                  <a:pt x="2105313" y="96952"/>
                  <a:pt x="2108104" y="96094"/>
                  <a:pt x="2110614" y="94378"/>
                </a:cubicBezTo>
                <a:cubicBezTo>
                  <a:pt x="2113123" y="92663"/>
                  <a:pt x="2115812" y="89577"/>
                  <a:pt x="2118680" y="85121"/>
                </a:cubicBezTo>
                <a:lnTo>
                  <a:pt x="2121292" y="86811"/>
                </a:lnTo>
                <a:cubicBezTo>
                  <a:pt x="2117400" y="94750"/>
                  <a:pt x="2113098" y="100371"/>
                  <a:pt x="2108386" y="103674"/>
                </a:cubicBezTo>
                <a:cubicBezTo>
                  <a:pt x="2103674" y="106978"/>
                  <a:pt x="2098219" y="108629"/>
                  <a:pt x="2092022" y="108629"/>
                </a:cubicBezTo>
                <a:cubicBezTo>
                  <a:pt x="2081369" y="108629"/>
                  <a:pt x="2073303" y="104528"/>
                  <a:pt x="2067822" y="96325"/>
                </a:cubicBezTo>
                <a:cubicBezTo>
                  <a:pt x="2063418" y="89712"/>
                  <a:pt x="2061216" y="81510"/>
                  <a:pt x="2061216" y="71718"/>
                </a:cubicBezTo>
                <a:cubicBezTo>
                  <a:pt x="2061216" y="59720"/>
                  <a:pt x="2064455" y="50172"/>
                  <a:pt x="2070934" y="43072"/>
                </a:cubicBezTo>
                <a:cubicBezTo>
                  <a:pt x="2077413" y="35971"/>
                  <a:pt x="2085005" y="32420"/>
                  <a:pt x="2093712" y="32420"/>
                </a:cubicBezTo>
                <a:cubicBezTo>
                  <a:pt x="2100985" y="32420"/>
                  <a:pt x="2107297" y="35403"/>
                  <a:pt x="2112649" y="41370"/>
                </a:cubicBezTo>
                <a:cubicBezTo>
                  <a:pt x="2118001" y="47336"/>
                  <a:pt x="2120882" y="56184"/>
                  <a:pt x="2121292" y="67913"/>
                </a:cubicBezTo>
                <a:moveTo>
                  <a:pt x="2102393" y="62842"/>
                </a:moveTo>
                <a:cubicBezTo>
                  <a:pt x="2102393" y="54596"/>
                  <a:pt x="2101945" y="48937"/>
                  <a:pt x="2101049" y="45864"/>
                </a:cubicBezTo>
                <a:cubicBezTo>
                  <a:pt x="2100153" y="42791"/>
                  <a:pt x="2098757" y="40461"/>
                  <a:pt x="2096862" y="38873"/>
                </a:cubicBezTo>
                <a:cubicBezTo>
                  <a:pt x="2095786" y="37951"/>
                  <a:pt x="2094352" y="37490"/>
                  <a:pt x="2092560" y="37490"/>
                </a:cubicBezTo>
                <a:cubicBezTo>
                  <a:pt x="2089897" y="37490"/>
                  <a:pt x="2087720" y="38796"/>
                  <a:pt x="2086030" y="41408"/>
                </a:cubicBezTo>
                <a:cubicBezTo>
                  <a:pt x="2083008" y="45966"/>
                  <a:pt x="2081497" y="52215"/>
                  <a:pt x="2081497" y="60153"/>
                </a:cubicBezTo>
                <a:lnTo>
                  <a:pt x="2081497" y="62842"/>
                </a:lnTo>
                <a:lnTo>
                  <a:pt x="2102393" y="62842"/>
                </a:lnTo>
                <a:close/>
                <a:moveTo>
                  <a:pt x="2159782" y="34571"/>
                </a:moveTo>
                <a:lnTo>
                  <a:pt x="2159782" y="50858"/>
                </a:lnTo>
                <a:cubicBezTo>
                  <a:pt x="2164545" y="43431"/>
                  <a:pt x="2168719" y="38502"/>
                  <a:pt x="2172304" y="36069"/>
                </a:cubicBezTo>
                <a:cubicBezTo>
                  <a:pt x="2175889" y="33636"/>
                  <a:pt x="2179346" y="32420"/>
                  <a:pt x="2182675" y="32420"/>
                </a:cubicBezTo>
                <a:cubicBezTo>
                  <a:pt x="2185544" y="32420"/>
                  <a:pt x="2187835" y="33306"/>
                  <a:pt x="2189551" y="35080"/>
                </a:cubicBezTo>
                <a:cubicBezTo>
                  <a:pt x="2191267" y="36853"/>
                  <a:pt x="2192125" y="39359"/>
                  <a:pt x="2192125" y="42597"/>
                </a:cubicBezTo>
                <a:cubicBezTo>
                  <a:pt x="2192125" y="46041"/>
                  <a:pt x="2191293" y="48715"/>
                  <a:pt x="2189628" y="50618"/>
                </a:cubicBezTo>
                <a:cubicBezTo>
                  <a:pt x="2187964" y="52519"/>
                  <a:pt x="2185953" y="53470"/>
                  <a:pt x="2183597" y="53470"/>
                </a:cubicBezTo>
                <a:cubicBezTo>
                  <a:pt x="2180883" y="53470"/>
                  <a:pt x="2178527" y="52599"/>
                  <a:pt x="2176530" y="50858"/>
                </a:cubicBezTo>
                <a:cubicBezTo>
                  <a:pt x="2174532" y="49116"/>
                  <a:pt x="2173354" y="48143"/>
                  <a:pt x="2172996" y="47938"/>
                </a:cubicBezTo>
                <a:cubicBezTo>
                  <a:pt x="2172483" y="47631"/>
                  <a:pt x="2171894" y="47477"/>
                  <a:pt x="2171229" y="47477"/>
                </a:cubicBezTo>
                <a:cubicBezTo>
                  <a:pt x="2169743" y="47477"/>
                  <a:pt x="2168335" y="48041"/>
                  <a:pt x="2167003" y="49167"/>
                </a:cubicBezTo>
                <a:cubicBezTo>
                  <a:pt x="2164903" y="50909"/>
                  <a:pt x="2163316" y="53393"/>
                  <a:pt x="2162240" y="56619"/>
                </a:cubicBezTo>
                <a:cubicBezTo>
                  <a:pt x="2160601" y="61587"/>
                  <a:pt x="2159782" y="67067"/>
                  <a:pt x="2159782" y="73060"/>
                </a:cubicBezTo>
                <a:lnTo>
                  <a:pt x="2159782" y="89577"/>
                </a:lnTo>
                <a:lnTo>
                  <a:pt x="2159859" y="93879"/>
                </a:lnTo>
                <a:cubicBezTo>
                  <a:pt x="2159859" y="96798"/>
                  <a:pt x="2160038" y="98668"/>
                  <a:pt x="2160396" y="99487"/>
                </a:cubicBezTo>
                <a:cubicBezTo>
                  <a:pt x="2161011" y="100870"/>
                  <a:pt x="2161920" y="101882"/>
                  <a:pt x="2163124" y="102522"/>
                </a:cubicBezTo>
                <a:cubicBezTo>
                  <a:pt x="2164327" y="103162"/>
                  <a:pt x="2166363" y="103559"/>
                  <a:pt x="2169231" y="103713"/>
                </a:cubicBezTo>
                <a:lnTo>
                  <a:pt x="2169231" y="106478"/>
                </a:lnTo>
                <a:lnTo>
                  <a:pt x="2130435" y="106478"/>
                </a:lnTo>
                <a:lnTo>
                  <a:pt x="2130435" y="103713"/>
                </a:lnTo>
                <a:cubicBezTo>
                  <a:pt x="2133559" y="103457"/>
                  <a:pt x="2135672" y="102599"/>
                  <a:pt x="2136773" y="101139"/>
                </a:cubicBezTo>
                <a:cubicBezTo>
                  <a:pt x="2137874" y="99679"/>
                  <a:pt x="2138425" y="95825"/>
                  <a:pt x="2138425" y="89577"/>
                </a:cubicBezTo>
                <a:lnTo>
                  <a:pt x="2138425" y="49782"/>
                </a:lnTo>
                <a:cubicBezTo>
                  <a:pt x="2138425" y="45659"/>
                  <a:pt x="2138220" y="43031"/>
                  <a:pt x="2137810" y="41898"/>
                </a:cubicBezTo>
                <a:cubicBezTo>
                  <a:pt x="2137298" y="40454"/>
                  <a:pt x="2136555" y="39398"/>
                  <a:pt x="2135582" y="38729"/>
                </a:cubicBezTo>
                <a:cubicBezTo>
                  <a:pt x="2134609" y="38058"/>
                  <a:pt x="2132893" y="37594"/>
                  <a:pt x="2130435" y="37337"/>
                </a:cubicBezTo>
                <a:lnTo>
                  <a:pt x="2130435" y="34571"/>
                </a:lnTo>
                <a:lnTo>
                  <a:pt x="2159782" y="34571"/>
                </a:lnTo>
                <a:close/>
                <a:moveTo>
                  <a:pt x="2216786" y="0"/>
                </a:moveTo>
                <a:cubicBezTo>
                  <a:pt x="2220115" y="0"/>
                  <a:pt x="2222932" y="1169"/>
                  <a:pt x="2225237" y="3508"/>
                </a:cubicBezTo>
                <a:cubicBezTo>
                  <a:pt x="2227542" y="5844"/>
                  <a:pt x="2228694" y="8657"/>
                  <a:pt x="2228694" y="11946"/>
                </a:cubicBezTo>
                <a:cubicBezTo>
                  <a:pt x="2228694" y="15235"/>
                  <a:pt x="2227529" y="18036"/>
                  <a:pt x="2225198" y="20349"/>
                </a:cubicBezTo>
                <a:cubicBezTo>
                  <a:pt x="2222868" y="22660"/>
                  <a:pt x="2220064" y="23815"/>
                  <a:pt x="2216786" y="23815"/>
                </a:cubicBezTo>
                <a:cubicBezTo>
                  <a:pt x="2213508" y="23815"/>
                  <a:pt x="2210717" y="22660"/>
                  <a:pt x="2208412" y="20349"/>
                </a:cubicBezTo>
                <a:cubicBezTo>
                  <a:pt x="2206108" y="18036"/>
                  <a:pt x="2204955" y="15235"/>
                  <a:pt x="2204955" y="11946"/>
                </a:cubicBezTo>
                <a:cubicBezTo>
                  <a:pt x="2204955" y="8657"/>
                  <a:pt x="2206108" y="5844"/>
                  <a:pt x="2208412" y="3508"/>
                </a:cubicBezTo>
                <a:cubicBezTo>
                  <a:pt x="2210717" y="1169"/>
                  <a:pt x="2213508" y="0"/>
                  <a:pt x="2216786" y="0"/>
                </a:cubicBezTo>
                <a:moveTo>
                  <a:pt x="2227542" y="34571"/>
                </a:moveTo>
                <a:lnTo>
                  <a:pt x="2227542" y="91574"/>
                </a:lnTo>
                <a:cubicBezTo>
                  <a:pt x="2227542" y="96645"/>
                  <a:pt x="2228131" y="99884"/>
                  <a:pt x="2229309" y="101293"/>
                </a:cubicBezTo>
                <a:cubicBezTo>
                  <a:pt x="2230486" y="102701"/>
                  <a:pt x="2232791" y="103508"/>
                  <a:pt x="2236223" y="103713"/>
                </a:cubicBezTo>
                <a:lnTo>
                  <a:pt x="2236223" y="106478"/>
                </a:lnTo>
                <a:lnTo>
                  <a:pt x="2197426" y="106478"/>
                </a:lnTo>
                <a:lnTo>
                  <a:pt x="2197426" y="103713"/>
                </a:lnTo>
                <a:cubicBezTo>
                  <a:pt x="2200602" y="103610"/>
                  <a:pt x="2202958" y="102688"/>
                  <a:pt x="2204494" y="100947"/>
                </a:cubicBezTo>
                <a:cubicBezTo>
                  <a:pt x="2205519" y="99769"/>
                  <a:pt x="2206031" y="96645"/>
                  <a:pt x="2206031" y="91574"/>
                </a:cubicBezTo>
                <a:lnTo>
                  <a:pt x="2206031" y="49628"/>
                </a:lnTo>
                <a:cubicBezTo>
                  <a:pt x="2206031" y="44494"/>
                  <a:pt x="2205442" y="41214"/>
                  <a:pt x="2204264" y="39788"/>
                </a:cubicBezTo>
                <a:cubicBezTo>
                  <a:pt x="2203086" y="38362"/>
                  <a:pt x="2200807" y="37545"/>
                  <a:pt x="2197426" y="37337"/>
                </a:cubicBezTo>
                <a:lnTo>
                  <a:pt x="2197426" y="34571"/>
                </a:lnTo>
                <a:lnTo>
                  <a:pt x="2227542" y="34571"/>
                </a:lnTo>
                <a:close/>
                <a:moveTo>
                  <a:pt x="2272257" y="34571"/>
                </a:moveTo>
                <a:lnTo>
                  <a:pt x="2272257" y="43943"/>
                </a:lnTo>
                <a:cubicBezTo>
                  <a:pt x="2275945" y="39921"/>
                  <a:pt x="2279478" y="36996"/>
                  <a:pt x="2282859" y="35166"/>
                </a:cubicBezTo>
                <a:cubicBezTo>
                  <a:pt x="2286239" y="33335"/>
                  <a:pt x="2289875" y="32420"/>
                  <a:pt x="2293768" y="32420"/>
                </a:cubicBezTo>
                <a:cubicBezTo>
                  <a:pt x="2298428" y="32420"/>
                  <a:pt x="2302295" y="33715"/>
                  <a:pt x="2305368" y="36304"/>
                </a:cubicBezTo>
                <a:cubicBezTo>
                  <a:pt x="2308441" y="38894"/>
                  <a:pt x="2310490" y="42112"/>
                  <a:pt x="2311514" y="45958"/>
                </a:cubicBezTo>
                <a:cubicBezTo>
                  <a:pt x="2312334" y="48882"/>
                  <a:pt x="2312743" y="54498"/>
                  <a:pt x="2312743" y="62806"/>
                </a:cubicBezTo>
                <a:lnTo>
                  <a:pt x="2312743" y="90806"/>
                </a:lnTo>
                <a:cubicBezTo>
                  <a:pt x="2312743" y="96338"/>
                  <a:pt x="2313243" y="99782"/>
                  <a:pt x="2314241" y="101139"/>
                </a:cubicBezTo>
                <a:cubicBezTo>
                  <a:pt x="2315240" y="102496"/>
                  <a:pt x="2317327" y="103354"/>
                  <a:pt x="2320503" y="103713"/>
                </a:cubicBezTo>
                <a:lnTo>
                  <a:pt x="2320503" y="106478"/>
                </a:lnTo>
                <a:lnTo>
                  <a:pt x="2284165" y="106478"/>
                </a:lnTo>
                <a:lnTo>
                  <a:pt x="2284165" y="103713"/>
                </a:lnTo>
                <a:cubicBezTo>
                  <a:pt x="2286879" y="103354"/>
                  <a:pt x="2288825" y="102227"/>
                  <a:pt x="2290003" y="100332"/>
                </a:cubicBezTo>
                <a:cubicBezTo>
                  <a:pt x="2290823" y="99052"/>
                  <a:pt x="2291233" y="95877"/>
                  <a:pt x="2291233" y="90806"/>
                </a:cubicBezTo>
                <a:lnTo>
                  <a:pt x="2291233" y="58847"/>
                </a:lnTo>
                <a:cubicBezTo>
                  <a:pt x="2291233" y="52957"/>
                  <a:pt x="2291002" y="49244"/>
                  <a:pt x="2290541" y="47708"/>
                </a:cubicBezTo>
                <a:cubicBezTo>
                  <a:pt x="2290080" y="46171"/>
                  <a:pt x="2289299" y="44981"/>
                  <a:pt x="2288198" y="44135"/>
                </a:cubicBezTo>
                <a:cubicBezTo>
                  <a:pt x="2287097" y="43290"/>
                  <a:pt x="2285880" y="42868"/>
                  <a:pt x="2284549" y="42868"/>
                </a:cubicBezTo>
                <a:cubicBezTo>
                  <a:pt x="2280144" y="42868"/>
                  <a:pt x="2276047" y="46043"/>
                  <a:pt x="2272257" y="52394"/>
                </a:cubicBezTo>
                <a:lnTo>
                  <a:pt x="2272257" y="90806"/>
                </a:lnTo>
                <a:cubicBezTo>
                  <a:pt x="2272257" y="96184"/>
                  <a:pt x="2272756" y="99590"/>
                  <a:pt x="2273755" y="101024"/>
                </a:cubicBezTo>
                <a:cubicBezTo>
                  <a:pt x="2274754" y="102458"/>
                  <a:pt x="2276610" y="103354"/>
                  <a:pt x="2279325" y="103713"/>
                </a:cubicBezTo>
                <a:lnTo>
                  <a:pt x="2279325" y="106478"/>
                </a:lnTo>
                <a:lnTo>
                  <a:pt x="2242987" y="106478"/>
                </a:lnTo>
                <a:lnTo>
                  <a:pt x="2242987" y="103713"/>
                </a:lnTo>
                <a:cubicBezTo>
                  <a:pt x="2246009" y="103405"/>
                  <a:pt x="2248160" y="102432"/>
                  <a:pt x="2249440" y="100793"/>
                </a:cubicBezTo>
                <a:cubicBezTo>
                  <a:pt x="2250311" y="99667"/>
                  <a:pt x="2250746" y="96338"/>
                  <a:pt x="2250746" y="90806"/>
                </a:cubicBezTo>
                <a:lnTo>
                  <a:pt x="2250746" y="50243"/>
                </a:lnTo>
                <a:cubicBezTo>
                  <a:pt x="2250746" y="44748"/>
                  <a:pt x="2250247" y="41327"/>
                  <a:pt x="2249248" y="39980"/>
                </a:cubicBezTo>
                <a:cubicBezTo>
                  <a:pt x="2248249" y="38632"/>
                  <a:pt x="2246162" y="37751"/>
                  <a:pt x="2242987" y="37337"/>
                </a:cubicBezTo>
                <a:lnTo>
                  <a:pt x="2242987" y="34571"/>
                </a:lnTo>
                <a:lnTo>
                  <a:pt x="2272257" y="34571"/>
                </a:lnTo>
                <a:close/>
                <a:moveTo>
                  <a:pt x="2375838" y="35493"/>
                </a:moveTo>
                <a:lnTo>
                  <a:pt x="2400038" y="35493"/>
                </a:lnTo>
                <a:lnTo>
                  <a:pt x="2400038" y="43943"/>
                </a:lnTo>
                <a:lnTo>
                  <a:pt x="2386286" y="43943"/>
                </a:lnTo>
                <a:cubicBezTo>
                  <a:pt x="2388796" y="46453"/>
                  <a:pt x="2390537" y="48732"/>
                  <a:pt x="2391510" y="50781"/>
                </a:cubicBezTo>
                <a:cubicBezTo>
                  <a:pt x="2392739" y="53546"/>
                  <a:pt x="2393354" y="56440"/>
                  <a:pt x="2393354" y="59462"/>
                </a:cubicBezTo>
                <a:cubicBezTo>
                  <a:pt x="2393354" y="64584"/>
                  <a:pt x="2391933" y="69027"/>
                  <a:pt x="2389090" y="72791"/>
                </a:cubicBezTo>
                <a:cubicBezTo>
                  <a:pt x="2386248" y="76555"/>
                  <a:pt x="2382381" y="79500"/>
                  <a:pt x="2377490" y="81626"/>
                </a:cubicBezTo>
                <a:cubicBezTo>
                  <a:pt x="2372599" y="83751"/>
                  <a:pt x="2368258" y="84814"/>
                  <a:pt x="2364468" y="84814"/>
                </a:cubicBezTo>
                <a:cubicBezTo>
                  <a:pt x="2364161" y="84814"/>
                  <a:pt x="2361088" y="84686"/>
                  <a:pt x="2355249" y="84430"/>
                </a:cubicBezTo>
                <a:cubicBezTo>
                  <a:pt x="2352944" y="84430"/>
                  <a:pt x="2351011" y="85181"/>
                  <a:pt x="2349449" y="86684"/>
                </a:cubicBezTo>
                <a:cubicBezTo>
                  <a:pt x="2347887" y="88187"/>
                  <a:pt x="2347106" y="89982"/>
                  <a:pt x="2347106" y="92069"/>
                </a:cubicBezTo>
                <a:cubicBezTo>
                  <a:pt x="2347106" y="93903"/>
                  <a:pt x="2347810" y="95406"/>
                  <a:pt x="2349219" y="96578"/>
                </a:cubicBezTo>
                <a:cubicBezTo>
                  <a:pt x="2350627" y="97749"/>
                  <a:pt x="2352919" y="98335"/>
                  <a:pt x="2356094" y="98335"/>
                </a:cubicBezTo>
                <a:lnTo>
                  <a:pt x="2369385" y="98181"/>
                </a:lnTo>
                <a:cubicBezTo>
                  <a:pt x="2380140" y="98181"/>
                  <a:pt x="2387541" y="99362"/>
                  <a:pt x="2391587" y="101722"/>
                </a:cubicBezTo>
                <a:cubicBezTo>
                  <a:pt x="2397374" y="105005"/>
                  <a:pt x="2400268" y="110059"/>
                  <a:pt x="2400268" y="116883"/>
                </a:cubicBezTo>
                <a:cubicBezTo>
                  <a:pt x="2400268" y="121245"/>
                  <a:pt x="2398937" y="125208"/>
                  <a:pt x="2396273" y="128774"/>
                </a:cubicBezTo>
                <a:cubicBezTo>
                  <a:pt x="2393610" y="132340"/>
                  <a:pt x="2390102" y="134970"/>
                  <a:pt x="2385748" y="136663"/>
                </a:cubicBezTo>
                <a:cubicBezTo>
                  <a:pt x="2379142" y="139177"/>
                  <a:pt x="2371536" y="140435"/>
                  <a:pt x="2362932" y="140435"/>
                </a:cubicBezTo>
                <a:cubicBezTo>
                  <a:pt x="2356478" y="140435"/>
                  <a:pt x="2350589" y="139807"/>
                  <a:pt x="2345262" y="138552"/>
                </a:cubicBezTo>
                <a:cubicBezTo>
                  <a:pt x="2339936" y="137298"/>
                  <a:pt x="2336120" y="135555"/>
                  <a:pt x="2333815" y="133326"/>
                </a:cubicBezTo>
                <a:cubicBezTo>
                  <a:pt x="2331511" y="131098"/>
                  <a:pt x="2330358" y="128754"/>
                  <a:pt x="2330358" y="126294"/>
                </a:cubicBezTo>
                <a:cubicBezTo>
                  <a:pt x="2330358" y="123938"/>
                  <a:pt x="2331242" y="121825"/>
                  <a:pt x="2333009" y="119954"/>
                </a:cubicBezTo>
                <a:cubicBezTo>
                  <a:pt x="2334776" y="118084"/>
                  <a:pt x="2338066" y="116509"/>
                  <a:pt x="2342881" y="115229"/>
                </a:cubicBezTo>
                <a:cubicBezTo>
                  <a:pt x="2336222" y="111951"/>
                  <a:pt x="2332893" y="107394"/>
                  <a:pt x="2332893" y="101557"/>
                </a:cubicBezTo>
                <a:cubicBezTo>
                  <a:pt x="2332893" y="98023"/>
                  <a:pt x="2334251" y="94592"/>
                  <a:pt x="2336965" y="91265"/>
                </a:cubicBezTo>
                <a:cubicBezTo>
                  <a:pt x="2339680" y="87936"/>
                  <a:pt x="2343982" y="85042"/>
                  <a:pt x="2349872" y="82584"/>
                </a:cubicBezTo>
                <a:cubicBezTo>
                  <a:pt x="2343009" y="80071"/>
                  <a:pt x="2338041" y="76763"/>
                  <a:pt x="2334968" y="72659"/>
                </a:cubicBezTo>
                <a:cubicBezTo>
                  <a:pt x="2331895" y="68555"/>
                  <a:pt x="2330358" y="63810"/>
                  <a:pt x="2330358" y="58425"/>
                </a:cubicBezTo>
                <a:cubicBezTo>
                  <a:pt x="2330358" y="51399"/>
                  <a:pt x="2333226" y="45308"/>
                  <a:pt x="2338963" y="40153"/>
                </a:cubicBezTo>
                <a:cubicBezTo>
                  <a:pt x="2344699" y="34997"/>
                  <a:pt x="2352074" y="32420"/>
                  <a:pt x="2361088" y="32420"/>
                </a:cubicBezTo>
                <a:cubicBezTo>
                  <a:pt x="2365851" y="32420"/>
                  <a:pt x="2370768" y="33444"/>
                  <a:pt x="2375838" y="35493"/>
                </a:cubicBezTo>
                <a:moveTo>
                  <a:pt x="2362548" y="37337"/>
                </a:moveTo>
                <a:cubicBezTo>
                  <a:pt x="2359577" y="37337"/>
                  <a:pt x="2357067" y="38832"/>
                  <a:pt x="2355019" y="41824"/>
                </a:cubicBezTo>
                <a:cubicBezTo>
                  <a:pt x="2352970" y="44813"/>
                  <a:pt x="2351946" y="51012"/>
                  <a:pt x="2351946" y="60420"/>
                </a:cubicBezTo>
                <a:cubicBezTo>
                  <a:pt x="2351946" y="68037"/>
                  <a:pt x="2352957" y="73264"/>
                  <a:pt x="2354980" y="76102"/>
                </a:cubicBezTo>
                <a:cubicBezTo>
                  <a:pt x="2357003" y="78939"/>
                  <a:pt x="2359398" y="80358"/>
                  <a:pt x="2362163" y="80358"/>
                </a:cubicBezTo>
                <a:cubicBezTo>
                  <a:pt x="2365236" y="80358"/>
                  <a:pt x="2367797" y="78952"/>
                  <a:pt x="2369846" y="76140"/>
                </a:cubicBezTo>
                <a:cubicBezTo>
                  <a:pt x="2371894" y="73328"/>
                  <a:pt x="2372919" y="67857"/>
                  <a:pt x="2372919" y="59728"/>
                </a:cubicBezTo>
                <a:cubicBezTo>
                  <a:pt x="2372919" y="50578"/>
                  <a:pt x="2371766" y="44341"/>
                  <a:pt x="2369462" y="41017"/>
                </a:cubicBezTo>
                <a:cubicBezTo>
                  <a:pt x="2367823" y="38563"/>
                  <a:pt x="2365518" y="37337"/>
                  <a:pt x="2362548" y="37337"/>
                </a:cubicBezTo>
                <a:moveTo>
                  <a:pt x="2358015" y="117080"/>
                </a:moveTo>
                <a:cubicBezTo>
                  <a:pt x="2352791" y="117080"/>
                  <a:pt x="2349334" y="117514"/>
                  <a:pt x="2347644" y="118381"/>
                </a:cubicBezTo>
                <a:cubicBezTo>
                  <a:pt x="2344724" y="119961"/>
                  <a:pt x="2343265" y="122102"/>
                  <a:pt x="2343265" y="124806"/>
                </a:cubicBezTo>
                <a:cubicBezTo>
                  <a:pt x="2343265" y="127406"/>
                  <a:pt x="2344776" y="129765"/>
                  <a:pt x="2347797" y="131881"/>
                </a:cubicBezTo>
                <a:cubicBezTo>
                  <a:pt x="2350819" y="133998"/>
                  <a:pt x="2356504" y="135057"/>
                  <a:pt x="2364852" y="135057"/>
                </a:cubicBezTo>
                <a:cubicBezTo>
                  <a:pt x="2371971" y="135057"/>
                  <a:pt x="2377567" y="134113"/>
                  <a:pt x="2381638" y="132226"/>
                </a:cubicBezTo>
                <a:cubicBezTo>
                  <a:pt x="2385710" y="130339"/>
                  <a:pt x="2387746" y="127687"/>
                  <a:pt x="2387746" y="124270"/>
                </a:cubicBezTo>
                <a:cubicBezTo>
                  <a:pt x="2387746" y="122996"/>
                  <a:pt x="2387362" y="121926"/>
                  <a:pt x="2386593" y="121058"/>
                </a:cubicBezTo>
                <a:cubicBezTo>
                  <a:pt x="2385211" y="119528"/>
                  <a:pt x="2383124" y="118482"/>
                  <a:pt x="2380332" y="117920"/>
                </a:cubicBezTo>
                <a:cubicBezTo>
                  <a:pt x="2377541" y="117360"/>
                  <a:pt x="2370102" y="117080"/>
                  <a:pt x="2358015" y="117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Output">
            <a:extLst xmlns:a="http://schemas.openxmlformats.org/drawingml/2006/main">
              <a:ext uri="{FF2B5EF4-FFF2-40B4-BE49-F238E27FC236}">
                <a16:creationId xmlns:a16="http://schemas.microsoft.com/office/drawing/2014/main" id="{9F8F0853-ED5F-4E53-AA51-129FD4FB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783" y="114072"/>
            <a:ext cx="479037" cy="139974"/>
          </a:xfrm>
          <a:custGeom xmlns:a="http://schemas.openxmlformats.org/drawingml/2006/main">
            <a:pathLst>
              <a:path w="479037" h="139974">
                <a:moveTo>
                  <a:pt x="54622" y="615"/>
                </a:moveTo>
                <a:cubicBezTo>
                  <a:pt x="71216" y="0"/>
                  <a:pt x="84699" y="4840"/>
                  <a:pt x="95070" y="15134"/>
                </a:cubicBezTo>
                <a:cubicBezTo>
                  <a:pt x="105441" y="25429"/>
                  <a:pt x="110627" y="38310"/>
                  <a:pt x="110627" y="53777"/>
                </a:cubicBezTo>
                <a:cubicBezTo>
                  <a:pt x="110627" y="66991"/>
                  <a:pt x="106760" y="78617"/>
                  <a:pt x="99026" y="88655"/>
                </a:cubicBezTo>
                <a:cubicBezTo>
                  <a:pt x="88783" y="101971"/>
                  <a:pt x="74315" y="108629"/>
                  <a:pt x="55621" y="108629"/>
                </a:cubicBezTo>
                <a:cubicBezTo>
                  <a:pt x="36876" y="108629"/>
                  <a:pt x="22381" y="102279"/>
                  <a:pt x="12138" y="89577"/>
                </a:cubicBezTo>
                <a:cubicBezTo>
                  <a:pt x="4046" y="79539"/>
                  <a:pt x="0" y="67631"/>
                  <a:pt x="0" y="53854"/>
                </a:cubicBezTo>
                <a:cubicBezTo>
                  <a:pt x="0" y="38386"/>
                  <a:pt x="5262" y="25493"/>
                  <a:pt x="15787" y="15173"/>
                </a:cubicBezTo>
                <a:cubicBezTo>
                  <a:pt x="26312" y="4853"/>
                  <a:pt x="39257" y="0"/>
                  <a:pt x="54622" y="615"/>
                </a:cubicBezTo>
                <a:moveTo>
                  <a:pt x="55544" y="5531"/>
                </a:moveTo>
                <a:cubicBezTo>
                  <a:pt x="46018" y="5531"/>
                  <a:pt x="38771" y="10393"/>
                  <a:pt x="33803" y="20116"/>
                </a:cubicBezTo>
                <a:cubicBezTo>
                  <a:pt x="29757" y="28099"/>
                  <a:pt x="27734" y="39563"/>
                  <a:pt x="27734" y="54507"/>
                </a:cubicBezTo>
                <a:cubicBezTo>
                  <a:pt x="27734" y="72264"/>
                  <a:pt x="30858" y="85391"/>
                  <a:pt x="37106" y="93886"/>
                </a:cubicBezTo>
                <a:cubicBezTo>
                  <a:pt x="41459" y="99823"/>
                  <a:pt x="47554" y="102791"/>
                  <a:pt x="55390" y="102791"/>
                </a:cubicBezTo>
                <a:cubicBezTo>
                  <a:pt x="60665" y="102791"/>
                  <a:pt x="65070" y="101511"/>
                  <a:pt x="68604" y="98952"/>
                </a:cubicBezTo>
                <a:cubicBezTo>
                  <a:pt x="73111" y="95677"/>
                  <a:pt x="76619" y="90445"/>
                  <a:pt x="79129" y="83256"/>
                </a:cubicBezTo>
                <a:cubicBezTo>
                  <a:pt x="81638" y="76065"/>
                  <a:pt x="82893" y="66687"/>
                  <a:pt x="82893" y="55121"/>
                </a:cubicBezTo>
                <a:cubicBezTo>
                  <a:pt x="82893" y="41354"/>
                  <a:pt x="81613" y="31055"/>
                  <a:pt x="79052" y="24224"/>
                </a:cubicBezTo>
                <a:cubicBezTo>
                  <a:pt x="76491" y="17391"/>
                  <a:pt x="73226" y="12568"/>
                  <a:pt x="69257" y="9754"/>
                </a:cubicBezTo>
                <a:cubicBezTo>
                  <a:pt x="65288" y="6939"/>
                  <a:pt x="60717" y="5531"/>
                  <a:pt x="55544" y="5531"/>
                </a:cubicBezTo>
                <a:close/>
                <a:moveTo>
                  <a:pt x="190164" y="34417"/>
                </a:moveTo>
                <a:lnTo>
                  <a:pt x="190164" y="90653"/>
                </a:lnTo>
                <a:cubicBezTo>
                  <a:pt x="190164" y="96166"/>
                  <a:pt x="190676" y="99606"/>
                  <a:pt x="191700" y="100971"/>
                </a:cubicBezTo>
                <a:cubicBezTo>
                  <a:pt x="192724" y="102336"/>
                  <a:pt x="194799" y="103199"/>
                  <a:pt x="197923" y="103559"/>
                </a:cubicBezTo>
                <a:lnTo>
                  <a:pt x="197923" y="106325"/>
                </a:lnTo>
                <a:lnTo>
                  <a:pt x="168653" y="106325"/>
                </a:lnTo>
                <a:lnTo>
                  <a:pt x="168653" y="96722"/>
                </a:lnTo>
                <a:cubicBezTo>
                  <a:pt x="165221" y="100819"/>
                  <a:pt x="161790" y="103802"/>
                  <a:pt x="158358" y="105672"/>
                </a:cubicBezTo>
                <a:cubicBezTo>
                  <a:pt x="154927" y="107541"/>
                  <a:pt x="151086" y="108476"/>
                  <a:pt x="146835" y="108476"/>
                </a:cubicBezTo>
                <a:cubicBezTo>
                  <a:pt x="142789" y="108476"/>
                  <a:pt x="139191" y="107234"/>
                  <a:pt x="136041" y="104750"/>
                </a:cubicBezTo>
                <a:cubicBezTo>
                  <a:pt x="132891" y="102266"/>
                  <a:pt x="130778" y="99359"/>
                  <a:pt x="129703" y="96030"/>
                </a:cubicBezTo>
                <a:cubicBezTo>
                  <a:pt x="128627" y="92701"/>
                  <a:pt x="128090" y="86888"/>
                  <a:pt x="128090" y="78591"/>
                </a:cubicBezTo>
                <a:lnTo>
                  <a:pt x="128090" y="50089"/>
                </a:lnTo>
                <a:cubicBezTo>
                  <a:pt x="128090" y="44595"/>
                  <a:pt x="127590" y="41174"/>
                  <a:pt x="126592" y="39826"/>
                </a:cubicBezTo>
                <a:cubicBezTo>
                  <a:pt x="125593" y="38479"/>
                  <a:pt x="123506" y="37597"/>
                  <a:pt x="120330" y="37183"/>
                </a:cubicBezTo>
                <a:lnTo>
                  <a:pt x="120330" y="34417"/>
                </a:lnTo>
                <a:lnTo>
                  <a:pt x="149600" y="34417"/>
                </a:lnTo>
                <a:lnTo>
                  <a:pt x="149600" y="83568"/>
                </a:lnTo>
                <a:cubicBezTo>
                  <a:pt x="149600" y="88696"/>
                  <a:pt x="149844" y="92003"/>
                  <a:pt x="150330" y="93490"/>
                </a:cubicBezTo>
                <a:cubicBezTo>
                  <a:pt x="150817" y="94977"/>
                  <a:pt x="151585" y="96105"/>
                  <a:pt x="152635" y="96875"/>
                </a:cubicBezTo>
                <a:cubicBezTo>
                  <a:pt x="153685" y="97644"/>
                  <a:pt x="154901" y="98028"/>
                  <a:pt x="156284" y="98028"/>
                </a:cubicBezTo>
                <a:cubicBezTo>
                  <a:pt x="158128" y="98028"/>
                  <a:pt x="159792" y="97541"/>
                  <a:pt x="161278" y="96568"/>
                </a:cubicBezTo>
                <a:cubicBezTo>
                  <a:pt x="163326" y="95236"/>
                  <a:pt x="165785" y="92548"/>
                  <a:pt x="168653" y="88501"/>
                </a:cubicBezTo>
                <a:lnTo>
                  <a:pt x="168653" y="50089"/>
                </a:lnTo>
                <a:cubicBezTo>
                  <a:pt x="168653" y="44595"/>
                  <a:pt x="168153" y="41174"/>
                  <a:pt x="167155" y="39826"/>
                </a:cubicBezTo>
                <a:cubicBezTo>
                  <a:pt x="166156" y="38479"/>
                  <a:pt x="164069" y="37597"/>
                  <a:pt x="160893" y="37183"/>
                </a:cubicBezTo>
                <a:lnTo>
                  <a:pt x="160893" y="34417"/>
                </a:lnTo>
                <a:lnTo>
                  <a:pt x="190164" y="34417"/>
                </a:lnTo>
                <a:close/>
                <a:moveTo>
                  <a:pt x="236158" y="7990"/>
                </a:moveTo>
                <a:lnTo>
                  <a:pt x="236158" y="34417"/>
                </a:lnTo>
                <a:lnTo>
                  <a:pt x="253213" y="34417"/>
                </a:lnTo>
                <a:lnTo>
                  <a:pt x="253213" y="41946"/>
                </a:lnTo>
                <a:lnTo>
                  <a:pt x="236158" y="41946"/>
                </a:lnTo>
                <a:lnTo>
                  <a:pt x="236158" y="86394"/>
                </a:lnTo>
                <a:cubicBezTo>
                  <a:pt x="236158" y="90553"/>
                  <a:pt x="236350" y="93237"/>
                  <a:pt x="236734" y="94443"/>
                </a:cubicBezTo>
                <a:cubicBezTo>
                  <a:pt x="237118" y="95650"/>
                  <a:pt x="237797" y="96626"/>
                  <a:pt x="238770" y="97372"/>
                </a:cubicBezTo>
                <a:cubicBezTo>
                  <a:pt x="239743" y="98116"/>
                  <a:pt x="240639" y="98489"/>
                  <a:pt x="241459" y="98489"/>
                </a:cubicBezTo>
                <a:cubicBezTo>
                  <a:pt x="244788" y="98489"/>
                  <a:pt x="247938" y="95928"/>
                  <a:pt x="250908" y="90806"/>
                </a:cubicBezTo>
                <a:lnTo>
                  <a:pt x="253213" y="92513"/>
                </a:lnTo>
                <a:cubicBezTo>
                  <a:pt x="249064" y="102438"/>
                  <a:pt x="242329" y="107400"/>
                  <a:pt x="233008" y="107400"/>
                </a:cubicBezTo>
                <a:cubicBezTo>
                  <a:pt x="228450" y="107400"/>
                  <a:pt x="224596" y="106129"/>
                  <a:pt x="221446" y="103585"/>
                </a:cubicBezTo>
                <a:cubicBezTo>
                  <a:pt x="218296" y="101041"/>
                  <a:pt x="216286" y="98200"/>
                  <a:pt x="215415" y="95065"/>
                </a:cubicBezTo>
                <a:cubicBezTo>
                  <a:pt x="214903" y="93317"/>
                  <a:pt x="214647" y="88589"/>
                  <a:pt x="214647" y="80879"/>
                </a:cubicBezTo>
                <a:lnTo>
                  <a:pt x="214647" y="41946"/>
                </a:lnTo>
                <a:lnTo>
                  <a:pt x="205275" y="41946"/>
                </a:lnTo>
                <a:lnTo>
                  <a:pt x="205275" y="39250"/>
                </a:lnTo>
                <a:cubicBezTo>
                  <a:pt x="211728" y="34682"/>
                  <a:pt x="217221" y="29883"/>
                  <a:pt x="221753" y="24853"/>
                </a:cubicBezTo>
                <a:cubicBezTo>
                  <a:pt x="226286" y="19822"/>
                  <a:pt x="230242" y="14201"/>
                  <a:pt x="233623" y="7990"/>
                </a:cubicBezTo>
                <a:lnTo>
                  <a:pt x="236158" y="7990"/>
                </a:lnTo>
                <a:close/>
                <a:moveTo>
                  <a:pt x="287560" y="99026"/>
                </a:moveTo>
                <a:lnTo>
                  <a:pt x="287560" y="125684"/>
                </a:lnTo>
                <a:cubicBezTo>
                  <a:pt x="287560" y="129422"/>
                  <a:pt x="287855" y="131965"/>
                  <a:pt x="288444" y="133314"/>
                </a:cubicBezTo>
                <a:cubicBezTo>
                  <a:pt x="289033" y="134665"/>
                  <a:pt x="289942" y="135651"/>
                  <a:pt x="291171" y="136274"/>
                </a:cubicBezTo>
                <a:cubicBezTo>
                  <a:pt x="292400" y="136897"/>
                  <a:pt x="294808" y="137208"/>
                  <a:pt x="298393" y="137208"/>
                </a:cubicBezTo>
                <a:lnTo>
                  <a:pt x="298393" y="139974"/>
                </a:lnTo>
                <a:lnTo>
                  <a:pt x="257445" y="139974"/>
                </a:lnTo>
                <a:lnTo>
                  <a:pt x="257445" y="137208"/>
                </a:lnTo>
                <a:cubicBezTo>
                  <a:pt x="260621" y="137104"/>
                  <a:pt x="262977" y="136196"/>
                  <a:pt x="264513" y="134483"/>
                </a:cubicBezTo>
                <a:cubicBezTo>
                  <a:pt x="265537" y="133291"/>
                  <a:pt x="266050" y="130204"/>
                  <a:pt x="266050" y="125223"/>
                </a:cubicBezTo>
                <a:lnTo>
                  <a:pt x="266050" y="49475"/>
                </a:lnTo>
                <a:cubicBezTo>
                  <a:pt x="266050" y="44340"/>
                  <a:pt x="265461" y="41060"/>
                  <a:pt x="264283" y="39634"/>
                </a:cubicBezTo>
                <a:cubicBezTo>
                  <a:pt x="263105" y="38208"/>
                  <a:pt x="260826" y="37391"/>
                  <a:pt x="257445" y="37183"/>
                </a:cubicBezTo>
                <a:lnTo>
                  <a:pt x="257445" y="34417"/>
                </a:lnTo>
                <a:lnTo>
                  <a:pt x="287560" y="34417"/>
                </a:lnTo>
                <a:lnTo>
                  <a:pt x="287560" y="43867"/>
                </a:lnTo>
                <a:cubicBezTo>
                  <a:pt x="290070" y="40179"/>
                  <a:pt x="292631" y="37516"/>
                  <a:pt x="295243" y="35877"/>
                </a:cubicBezTo>
                <a:cubicBezTo>
                  <a:pt x="298982" y="33470"/>
                  <a:pt x="303053" y="32266"/>
                  <a:pt x="307458" y="32266"/>
                </a:cubicBezTo>
                <a:cubicBezTo>
                  <a:pt x="312733" y="32266"/>
                  <a:pt x="317535" y="33932"/>
                  <a:pt x="321862" y="37265"/>
                </a:cubicBezTo>
                <a:cubicBezTo>
                  <a:pt x="326190" y="40597"/>
                  <a:pt x="329481" y="45198"/>
                  <a:pt x="331734" y="51069"/>
                </a:cubicBezTo>
                <a:cubicBezTo>
                  <a:pt x="333988" y="56940"/>
                  <a:pt x="335115" y="63258"/>
                  <a:pt x="335115" y="70025"/>
                </a:cubicBezTo>
                <a:cubicBezTo>
                  <a:pt x="335115" y="77304"/>
                  <a:pt x="333949" y="83956"/>
                  <a:pt x="331619" y="89980"/>
                </a:cubicBezTo>
                <a:cubicBezTo>
                  <a:pt x="329289" y="96005"/>
                  <a:pt x="325908" y="100593"/>
                  <a:pt x="321478" y="103746"/>
                </a:cubicBezTo>
                <a:cubicBezTo>
                  <a:pt x="317048" y="106899"/>
                  <a:pt x="312119" y="108476"/>
                  <a:pt x="306690" y="108476"/>
                </a:cubicBezTo>
                <a:cubicBezTo>
                  <a:pt x="302746" y="108476"/>
                  <a:pt x="299058" y="107605"/>
                  <a:pt x="295627" y="105864"/>
                </a:cubicBezTo>
                <a:cubicBezTo>
                  <a:pt x="293066" y="104532"/>
                  <a:pt x="290377" y="102253"/>
                  <a:pt x="287560" y="99026"/>
                </a:cubicBezTo>
                <a:moveTo>
                  <a:pt x="287560" y="91255"/>
                </a:moveTo>
                <a:cubicBezTo>
                  <a:pt x="291965" y="97511"/>
                  <a:pt x="296677" y="100640"/>
                  <a:pt x="301696" y="100640"/>
                </a:cubicBezTo>
                <a:cubicBezTo>
                  <a:pt x="304462" y="100640"/>
                  <a:pt x="306741" y="99178"/>
                  <a:pt x="308533" y="96256"/>
                </a:cubicBezTo>
                <a:cubicBezTo>
                  <a:pt x="311197" y="91947"/>
                  <a:pt x="312528" y="83742"/>
                  <a:pt x="312528" y="71639"/>
                </a:cubicBezTo>
                <a:cubicBezTo>
                  <a:pt x="312528" y="59228"/>
                  <a:pt x="311069" y="50741"/>
                  <a:pt x="308149" y="46176"/>
                </a:cubicBezTo>
                <a:cubicBezTo>
                  <a:pt x="306203" y="43151"/>
                  <a:pt x="303591" y="41639"/>
                  <a:pt x="300313" y="41639"/>
                </a:cubicBezTo>
                <a:cubicBezTo>
                  <a:pt x="295140" y="41639"/>
                  <a:pt x="290889" y="45382"/>
                  <a:pt x="287560" y="52869"/>
                </a:cubicBezTo>
                <a:lnTo>
                  <a:pt x="287560" y="91255"/>
                </a:lnTo>
                <a:close/>
                <a:moveTo>
                  <a:pt x="415988" y="34417"/>
                </a:moveTo>
                <a:lnTo>
                  <a:pt x="415988" y="90653"/>
                </a:lnTo>
                <a:cubicBezTo>
                  <a:pt x="415988" y="96166"/>
                  <a:pt x="416500" y="99606"/>
                  <a:pt x="417524" y="100971"/>
                </a:cubicBezTo>
                <a:cubicBezTo>
                  <a:pt x="418549" y="102336"/>
                  <a:pt x="420623" y="103199"/>
                  <a:pt x="423747" y="103559"/>
                </a:cubicBezTo>
                <a:lnTo>
                  <a:pt x="423747" y="106325"/>
                </a:lnTo>
                <a:lnTo>
                  <a:pt x="394477" y="106325"/>
                </a:lnTo>
                <a:lnTo>
                  <a:pt x="394477" y="96722"/>
                </a:lnTo>
                <a:cubicBezTo>
                  <a:pt x="391046" y="100819"/>
                  <a:pt x="387614" y="103802"/>
                  <a:pt x="384183" y="105672"/>
                </a:cubicBezTo>
                <a:cubicBezTo>
                  <a:pt x="380751" y="107541"/>
                  <a:pt x="376910" y="108476"/>
                  <a:pt x="372659" y="108476"/>
                </a:cubicBezTo>
                <a:cubicBezTo>
                  <a:pt x="368613" y="108476"/>
                  <a:pt x="365015" y="107234"/>
                  <a:pt x="361865" y="104750"/>
                </a:cubicBezTo>
                <a:cubicBezTo>
                  <a:pt x="358716" y="102266"/>
                  <a:pt x="356603" y="99359"/>
                  <a:pt x="355527" y="96030"/>
                </a:cubicBezTo>
                <a:cubicBezTo>
                  <a:pt x="354452" y="92701"/>
                  <a:pt x="353914" y="86888"/>
                  <a:pt x="353914" y="78591"/>
                </a:cubicBezTo>
                <a:lnTo>
                  <a:pt x="353914" y="50089"/>
                </a:lnTo>
                <a:cubicBezTo>
                  <a:pt x="353914" y="44595"/>
                  <a:pt x="353415" y="41174"/>
                  <a:pt x="352416" y="39826"/>
                </a:cubicBezTo>
                <a:cubicBezTo>
                  <a:pt x="351417" y="38479"/>
                  <a:pt x="349330" y="37597"/>
                  <a:pt x="346155" y="37183"/>
                </a:cubicBezTo>
                <a:lnTo>
                  <a:pt x="346155" y="34417"/>
                </a:lnTo>
                <a:lnTo>
                  <a:pt x="375425" y="34417"/>
                </a:lnTo>
                <a:lnTo>
                  <a:pt x="375425" y="83568"/>
                </a:lnTo>
                <a:cubicBezTo>
                  <a:pt x="375425" y="88696"/>
                  <a:pt x="375668" y="92003"/>
                  <a:pt x="376155" y="93490"/>
                </a:cubicBezTo>
                <a:cubicBezTo>
                  <a:pt x="376641" y="94977"/>
                  <a:pt x="377409" y="96105"/>
                  <a:pt x="378459" y="96875"/>
                </a:cubicBezTo>
                <a:cubicBezTo>
                  <a:pt x="379509" y="97644"/>
                  <a:pt x="380726" y="98028"/>
                  <a:pt x="382109" y="98028"/>
                </a:cubicBezTo>
                <a:cubicBezTo>
                  <a:pt x="383952" y="98028"/>
                  <a:pt x="385617" y="97541"/>
                  <a:pt x="387102" y="96568"/>
                </a:cubicBezTo>
                <a:cubicBezTo>
                  <a:pt x="389151" y="95236"/>
                  <a:pt x="391609" y="92548"/>
                  <a:pt x="394477" y="88501"/>
                </a:cubicBezTo>
                <a:lnTo>
                  <a:pt x="394477" y="50089"/>
                </a:lnTo>
                <a:cubicBezTo>
                  <a:pt x="394477" y="44595"/>
                  <a:pt x="393978" y="41174"/>
                  <a:pt x="392979" y="39826"/>
                </a:cubicBezTo>
                <a:cubicBezTo>
                  <a:pt x="391980" y="38479"/>
                  <a:pt x="389893" y="37597"/>
                  <a:pt x="386718" y="37183"/>
                </a:cubicBezTo>
                <a:lnTo>
                  <a:pt x="386718" y="34417"/>
                </a:lnTo>
                <a:lnTo>
                  <a:pt x="415988" y="34417"/>
                </a:lnTo>
                <a:close/>
                <a:moveTo>
                  <a:pt x="461982" y="7990"/>
                </a:moveTo>
                <a:lnTo>
                  <a:pt x="461982" y="34417"/>
                </a:lnTo>
                <a:lnTo>
                  <a:pt x="479037" y="34417"/>
                </a:lnTo>
                <a:lnTo>
                  <a:pt x="479037" y="41946"/>
                </a:lnTo>
                <a:lnTo>
                  <a:pt x="461982" y="41946"/>
                </a:lnTo>
                <a:lnTo>
                  <a:pt x="461982" y="86394"/>
                </a:lnTo>
                <a:cubicBezTo>
                  <a:pt x="461982" y="90553"/>
                  <a:pt x="462174" y="93237"/>
                  <a:pt x="462558" y="94443"/>
                </a:cubicBezTo>
                <a:cubicBezTo>
                  <a:pt x="462942" y="95650"/>
                  <a:pt x="463621" y="96626"/>
                  <a:pt x="464594" y="97372"/>
                </a:cubicBezTo>
                <a:cubicBezTo>
                  <a:pt x="465567" y="98116"/>
                  <a:pt x="466464" y="98489"/>
                  <a:pt x="467283" y="98489"/>
                </a:cubicBezTo>
                <a:cubicBezTo>
                  <a:pt x="470612" y="98489"/>
                  <a:pt x="473762" y="95928"/>
                  <a:pt x="476732" y="90806"/>
                </a:cubicBezTo>
                <a:lnTo>
                  <a:pt x="479037" y="92513"/>
                </a:lnTo>
                <a:cubicBezTo>
                  <a:pt x="474889" y="102438"/>
                  <a:pt x="468154" y="107400"/>
                  <a:pt x="458832" y="107400"/>
                </a:cubicBezTo>
                <a:cubicBezTo>
                  <a:pt x="454274" y="107400"/>
                  <a:pt x="450420" y="106129"/>
                  <a:pt x="447270" y="103585"/>
                </a:cubicBezTo>
                <a:cubicBezTo>
                  <a:pt x="444121" y="101041"/>
                  <a:pt x="442110" y="98200"/>
                  <a:pt x="441240" y="95065"/>
                </a:cubicBezTo>
                <a:cubicBezTo>
                  <a:pt x="440727" y="93317"/>
                  <a:pt x="440471" y="88589"/>
                  <a:pt x="440471" y="80879"/>
                </a:cubicBezTo>
                <a:lnTo>
                  <a:pt x="440471" y="41946"/>
                </a:lnTo>
                <a:lnTo>
                  <a:pt x="431099" y="41946"/>
                </a:lnTo>
                <a:lnTo>
                  <a:pt x="431099" y="39250"/>
                </a:lnTo>
                <a:cubicBezTo>
                  <a:pt x="437552" y="34682"/>
                  <a:pt x="443045" y="29883"/>
                  <a:pt x="447578" y="24853"/>
                </a:cubicBezTo>
                <a:cubicBezTo>
                  <a:pt x="452110" y="19822"/>
                  <a:pt x="456067" y="14201"/>
                  <a:pt x="459447" y="7990"/>
                </a:cubicBezTo>
                <a:lnTo>
                  <a:pt x="461982" y="79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𝜙(𝒱)">
            <a:extLst xmlns:a="http://schemas.openxmlformats.org/drawingml/2006/main">
              <a:ext uri="{FF2B5EF4-FFF2-40B4-BE49-F238E27FC236}">
                <a16:creationId xmlns:a16="http://schemas.microsoft.com/office/drawing/2014/main" id="{F4C821F9-8483-47EC-A38B-C1D6928B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062" y="904080"/>
            <a:ext cx="238663" cy="105351"/>
          </a:xfrm>
          <a:custGeom xmlns:a="http://schemas.openxmlformats.org/drawingml/2006/main">
            <a:pathLst>
              <a:path w="238663" h="105351">
                <a:moveTo>
                  <a:pt x="31600" y="81026"/>
                </a:moveTo>
                <a:lnTo>
                  <a:pt x="26546" y="104129"/>
                </a:lnTo>
                <a:lnTo>
                  <a:pt x="17771" y="104129"/>
                </a:lnTo>
                <a:lnTo>
                  <a:pt x="22825" y="81026"/>
                </a:lnTo>
                <a:cubicBezTo>
                  <a:pt x="15494" y="80471"/>
                  <a:pt x="9858" y="78277"/>
                  <a:pt x="5915" y="74445"/>
                </a:cubicBezTo>
                <a:cubicBezTo>
                  <a:pt x="1972" y="70613"/>
                  <a:pt x="0" y="65421"/>
                  <a:pt x="0" y="58868"/>
                </a:cubicBezTo>
                <a:cubicBezTo>
                  <a:pt x="0" y="53277"/>
                  <a:pt x="1453" y="47992"/>
                  <a:pt x="4360" y="43012"/>
                </a:cubicBezTo>
                <a:cubicBezTo>
                  <a:pt x="7266" y="38033"/>
                  <a:pt x="11301" y="34016"/>
                  <a:pt x="16466" y="30961"/>
                </a:cubicBezTo>
                <a:cubicBezTo>
                  <a:pt x="21631" y="27907"/>
                  <a:pt x="27823" y="26324"/>
                  <a:pt x="35043" y="26213"/>
                </a:cubicBezTo>
                <a:lnTo>
                  <a:pt x="40208" y="2388"/>
                </a:lnTo>
                <a:lnTo>
                  <a:pt x="48982" y="2388"/>
                </a:lnTo>
                <a:lnTo>
                  <a:pt x="43762" y="26213"/>
                </a:lnTo>
                <a:cubicBezTo>
                  <a:pt x="51241" y="26768"/>
                  <a:pt x="56933" y="28953"/>
                  <a:pt x="60839" y="32766"/>
                </a:cubicBezTo>
                <a:cubicBezTo>
                  <a:pt x="64745" y="36579"/>
                  <a:pt x="66698" y="41744"/>
                  <a:pt x="66698" y="48260"/>
                </a:cubicBezTo>
                <a:cubicBezTo>
                  <a:pt x="66698" y="53185"/>
                  <a:pt x="65828" y="57655"/>
                  <a:pt x="64088" y="61672"/>
                </a:cubicBezTo>
                <a:cubicBezTo>
                  <a:pt x="62348" y="65689"/>
                  <a:pt x="59793" y="69207"/>
                  <a:pt x="56424" y="72224"/>
                </a:cubicBezTo>
                <a:cubicBezTo>
                  <a:pt x="53055" y="75241"/>
                  <a:pt x="49454" y="77463"/>
                  <a:pt x="45622" y="78888"/>
                </a:cubicBezTo>
                <a:cubicBezTo>
                  <a:pt x="41790" y="80314"/>
                  <a:pt x="37116" y="81026"/>
                  <a:pt x="31600" y="81026"/>
                </a:cubicBezTo>
                <a:moveTo>
                  <a:pt x="42762" y="30656"/>
                </a:moveTo>
                <a:lnTo>
                  <a:pt x="32655" y="76528"/>
                </a:lnTo>
                <a:cubicBezTo>
                  <a:pt x="37172" y="76343"/>
                  <a:pt x="41281" y="74992"/>
                  <a:pt x="44984" y="72474"/>
                </a:cubicBezTo>
                <a:cubicBezTo>
                  <a:pt x="48686" y="69956"/>
                  <a:pt x="51593" y="66550"/>
                  <a:pt x="53703" y="62255"/>
                </a:cubicBezTo>
                <a:cubicBezTo>
                  <a:pt x="55813" y="57961"/>
                  <a:pt x="56868" y="53296"/>
                  <a:pt x="56868" y="48260"/>
                </a:cubicBezTo>
                <a:cubicBezTo>
                  <a:pt x="56868" y="45298"/>
                  <a:pt x="56350" y="42540"/>
                  <a:pt x="55313" y="39986"/>
                </a:cubicBezTo>
                <a:cubicBezTo>
                  <a:pt x="54277" y="37431"/>
                  <a:pt x="52675" y="35311"/>
                  <a:pt x="50510" y="33627"/>
                </a:cubicBezTo>
                <a:cubicBezTo>
                  <a:pt x="48344" y="31942"/>
                  <a:pt x="45761" y="30952"/>
                  <a:pt x="42762" y="30656"/>
                </a:cubicBezTo>
                <a:moveTo>
                  <a:pt x="33988" y="30767"/>
                </a:moveTo>
                <a:cubicBezTo>
                  <a:pt x="27435" y="31100"/>
                  <a:pt x="21761" y="33932"/>
                  <a:pt x="16966" y="39264"/>
                </a:cubicBezTo>
                <a:cubicBezTo>
                  <a:pt x="12172" y="44595"/>
                  <a:pt x="9774" y="51167"/>
                  <a:pt x="9774" y="58979"/>
                </a:cubicBezTo>
                <a:cubicBezTo>
                  <a:pt x="9774" y="63792"/>
                  <a:pt x="11052" y="67827"/>
                  <a:pt x="13606" y="71085"/>
                </a:cubicBezTo>
                <a:cubicBezTo>
                  <a:pt x="16161" y="74344"/>
                  <a:pt x="19586" y="76176"/>
                  <a:pt x="23880" y="76584"/>
                </a:cubicBezTo>
                <a:lnTo>
                  <a:pt x="33988" y="30767"/>
                </a:lnTo>
                <a:close/>
                <a:moveTo>
                  <a:pt x="93646" y="52148"/>
                </a:moveTo>
                <a:cubicBezTo>
                  <a:pt x="93646" y="65106"/>
                  <a:pt x="95728" y="75788"/>
                  <a:pt x="99893" y="84192"/>
                </a:cubicBezTo>
                <a:cubicBezTo>
                  <a:pt x="104059" y="92596"/>
                  <a:pt x="110417" y="98224"/>
                  <a:pt x="118970" y="101075"/>
                </a:cubicBezTo>
                <a:lnTo>
                  <a:pt x="117637" y="105351"/>
                </a:lnTo>
                <a:cubicBezTo>
                  <a:pt x="106789" y="102500"/>
                  <a:pt x="98477" y="96363"/>
                  <a:pt x="92702" y="86941"/>
                </a:cubicBezTo>
                <a:cubicBezTo>
                  <a:pt x="86926" y="77518"/>
                  <a:pt x="84038" y="66106"/>
                  <a:pt x="84038" y="52703"/>
                </a:cubicBezTo>
                <a:cubicBezTo>
                  <a:pt x="84038" y="39338"/>
                  <a:pt x="86935" y="27925"/>
                  <a:pt x="92729" y="18466"/>
                </a:cubicBezTo>
                <a:cubicBezTo>
                  <a:pt x="98524" y="9006"/>
                  <a:pt x="106826" y="2851"/>
                  <a:pt x="117637" y="0"/>
                </a:cubicBezTo>
                <a:lnTo>
                  <a:pt x="119137" y="4276"/>
                </a:lnTo>
                <a:cubicBezTo>
                  <a:pt x="110473" y="7127"/>
                  <a:pt x="104059" y="12690"/>
                  <a:pt x="99893" y="20965"/>
                </a:cubicBezTo>
                <a:cubicBezTo>
                  <a:pt x="95728" y="29239"/>
                  <a:pt x="93646" y="39634"/>
                  <a:pt x="93646" y="52148"/>
                </a:cubicBezTo>
                <a:close/>
                <a:moveTo>
                  <a:pt x="120741" y="14661"/>
                </a:moveTo>
                <a:cubicBezTo>
                  <a:pt x="124666" y="10478"/>
                  <a:pt x="128044" y="7581"/>
                  <a:pt x="130876" y="5970"/>
                </a:cubicBezTo>
                <a:cubicBezTo>
                  <a:pt x="133709" y="4360"/>
                  <a:pt x="136921" y="3554"/>
                  <a:pt x="140512" y="3554"/>
                </a:cubicBezTo>
                <a:cubicBezTo>
                  <a:pt x="144251" y="3554"/>
                  <a:pt x="147121" y="4609"/>
                  <a:pt x="149120" y="6720"/>
                </a:cubicBezTo>
                <a:cubicBezTo>
                  <a:pt x="151119" y="8830"/>
                  <a:pt x="152322" y="12162"/>
                  <a:pt x="152730" y="16716"/>
                </a:cubicBezTo>
                <a:cubicBezTo>
                  <a:pt x="153137" y="21270"/>
                  <a:pt x="153341" y="27120"/>
                  <a:pt x="153341" y="34265"/>
                </a:cubicBezTo>
                <a:cubicBezTo>
                  <a:pt x="153341" y="39412"/>
                  <a:pt x="153229" y="45280"/>
                  <a:pt x="153007" y="51870"/>
                </a:cubicBezTo>
                <a:cubicBezTo>
                  <a:pt x="152785" y="58460"/>
                  <a:pt x="152470" y="64588"/>
                  <a:pt x="152063" y="70252"/>
                </a:cubicBezTo>
                <a:lnTo>
                  <a:pt x="152619" y="70252"/>
                </a:lnTo>
                <a:cubicBezTo>
                  <a:pt x="158913" y="63366"/>
                  <a:pt x="164587" y="56480"/>
                  <a:pt x="169640" y="49593"/>
                </a:cubicBezTo>
                <a:cubicBezTo>
                  <a:pt x="174694" y="42707"/>
                  <a:pt x="178535" y="36533"/>
                  <a:pt x="181164" y="31072"/>
                </a:cubicBezTo>
                <a:cubicBezTo>
                  <a:pt x="183793" y="25611"/>
                  <a:pt x="185107" y="21066"/>
                  <a:pt x="185107" y="17438"/>
                </a:cubicBezTo>
                <a:cubicBezTo>
                  <a:pt x="185107" y="15106"/>
                  <a:pt x="184718" y="13310"/>
                  <a:pt x="183941" y="12051"/>
                </a:cubicBezTo>
                <a:cubicBezTo>
                  <a:pt x="183163" y="10792"/>
                  <a:pt x="181886" y="10163"/>
                  <a:pt x="180109" y="10163"/>
                </a:cubicBezTo>
                <a:cubicBezTo>
                  <a:pt x="178887" y="10163"/>
                  <a:pt x="177610" y="10487"/>
                  <a:pt x="176277" y="11135"/>
                </a:cubicBezTo>
                <a:cubicBezTo>
                  <a:pt x="174944" y="11783"/>
                  <a:pt x="173037" y="13180"/>
                  <a:pt x="170557" y="15328"/>
                </a:cubicBezTo>
                <a:lnTo>
                  <a:pt x="167280" y="12273"/>
                </a:lnTo>
                <a:cubicBezTo>
                  <a:pt x="170427" y="9163"/>
                  <a:pt x="173361" y="6933"/>
                  <a:pt x="176082" y="5581"/>
                </a:cubicBezTo>
                <a:cubicBezTo>
                  <a:pt x="178804" y="4230"/>
                  <a:pt x="181627" y="3554"/>
                  <a:pt x="184552" y="3554"/>
                </a:cubicBezTo>
                <a:cubicBezTo>
                  <a:pt x="192141" y="3554"/>
                  <a:pt x="195936" y="7312"/>
                  <a:pt x="195936" y="14828"/>
                </a:cubicBezTo>
                <a:cubicBezTo>
                  <a:pt x="195936" y="20456"/>
                  <a:pt x="192252" y="28758"/>
                  <a:pt x="184885" y="39736"/>
                </a:cubicBezTo>
                <a:cubicBezTo>
                  <a:pt x="177517" y="50713"/>
                  <a:pt x="166873" y="63699"/>
                  <a:pt x="152952" y="78694"/>
                </a:cubicBezTo>
                <a:lnTo>
                  <a:pt x="145232" y="81137"/>
                </a:lnTo>
                <a:lnTo>
                  <a:pt x="142955" y="81137"/>
                </a:lnTo>
                <a:cubicBezTo>
                  <a:pt x="143215" y="68253"/>
                  <a:pt x="143344" y="58497"/>
                  <a:pt x="143344" y="51870"/>
                </a:cubicBezTo>
                <a:cubicBezTo>
                  <a:pt x="143344" y="44243"/>
                  <a:pt x="143242" y="38070"/>
                  <a:pt x="143039" y="33349"/>
                </a:cubicBezTo>
                <a:cubicBezTo>
                  <a:pt x="142835" y="28629"/>
                  <a:pt x="142585" y="24547"/>
                  <a:pt x="142289" y="21104"/>
                </a:cubicBezTo>
                <a:cubicBezTo>
                  <a:pt x="141993" y="17660"/>
                  <a:pt x="141567" y="15235"/>
                  <a:pt x="141012" y="13828"/>
                </a:cubicBezTo>
                <a:cubicBezTo>
                  <a:pt x="140456" y="12421"/>
                  <a:pt x="139799" y="11459"/>
                  <a:pt x="139040" y="10941"/>
                </a:cubicBezTo>
                <a:cubicBezTo>
                  <a:pt x="138281" y="10422"/>
                  <a:pt x="137328" y="10163"/>
                  <a:pt x="136180" y="10163"/>
                </a:cubicBezTo>
                <a:cubicBezTo>
                  <a:pt x="134255" y="10163"/>
                  <a:pt x="132283" y="10811"/>
                  <a:pt x="130266" y="12107"/>
                </a:cubicBezTo>
                <a:cubicBezTo>
                  <a:pt x="128248" y="13403"/>
                  <a:pt x="126165" y="15272"/>
                  <a:pt x="124018" y="17716"/>
                </a:cubicBezTo>
                <a:lnTo>
                  <a:pt x="120741" y="14661"/>
                </a:lnTo>
                <a:close/>
                <a:moveTo>
                  <a:pt x="229056" y="52148"/>
                </a:moveTo>
                <a:cubicBezTo>
                  <a:pt x="229056" y="39634"/>
                  <a:pt x="226982" y="29239"/>
                  <a:pt x="222836" y="20965"/>
                </a:cubicBezTo>
                <a:cubicBezTo>
                  <a:pt x="218689" y="12690"/>
                  <a:pt x="212265" y="7127"/>
                  <a:pt x="203565" y="4276"/>
                </a:cubicBezTo>
                <a:lnTo>
                  <a:pt x="205064" y="0"/>
                </a:lnTo>
                <a:cubicBezTo>
                  <a:pt x="215875" y="2851"/>
                  <a:pt x="224178" y="9006"/>
                  <a:pt x="229972" y="18466"/>
                </a:cubicBezTo>
                <a:cubicBezTo>
                  <a:pt x="235766" y="27925"/>
                  <a:pt x="238663" y="39338"/>
                  <a:pt x="238663" y="52703"/>
                </a:cubicBezTo>
                <a:cubicBezTo>
                  <a:pt x="238663" y="66106"/>
                  <a:pt x="235775" y="77518"/>
                  <a:pt x="230000" y="86941"/>
                </a:cubicBezTo>
                <a:cubicBezTo>
                  <a:pt x="224224" y="96363"/>
                  <a:pt x="215912" y="102500"/>
                  <a:pt x="205064" y="105351"/>
                </a:cubicBezTo>
                <a:lnTo>
                  <a:pt x="203731" y="101075"/>
                </a:lnTo>
                <a:cubicBezTo>
                  <a:pt x="212284" y="98224"/>
                  <a:pt x="218643" y="92596"/>
                  <a:pt x="222808" y="84192"/>
                </a:cubicBezTo>
                <a:cubicBezTo>
                  <a:pt x="226973" y="75788"/>
                  <a:pt x="229056" y="65106"/>
                  <a:pt x="229056" y="52148"/>
                </a:cubicBezTo>
                <a:close/>
              </a:path>
            </a:pathLst>
          </a:custGeom>
          <a:solidFill xmlns:a="http://schemas.openxmlformats.org/drawingml/2006/main">
            <a:srgbClr val="4747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0C289-202D-4097-982F-61680C69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611" y="472671"/>
            <a:ext cx="1778086" cy="341211"/>
          </a:xfrm>
          <a:custGeom xmlns:a="http://schemas.openxmlformats.org/drawingml/2006/main">
            <a:pathLst>
              <a:path w="1778086" h="341211" fill="none">
                <a:moveTo>
                  <a:pt x="0" y="14598"/>
                </a:moveTo>
                <a:cubicBezTo>
                  <a:pt x="0" y="6536"/>
                  <a:pt x="6536" y="0"/>
                  <a:pt x="14598" y="0"/>
                </a:cubicBezTo>
                <a:lnTo>
                  <a:pt x="1763488" y="0"/>
                </a:lnTo>
                <a:cubicBezTo>
                  <a:pt x="1771550" y="0"/>
                  <a:pt x="1778086" y="6536"/>
                  <a:pt x="1778086" y="14598"/>
                </a:cubicBezTo>
                <a:lnTo>
                  <a:pt x="1778086" y="326613"/>
                </a:lnTo>
                <a:cubicBezTo>
                  <a:pt x="1778086" y="334675"/>
                  <a:pt x="1771550" y="341211"/>
                  <a:pt x="1763488" y="341211"/>
                </a:cubicBezTo>
                <a:lnTo>
                  <a:pt x="14598" y="341211"/>
                </a:lnTo>
                <a:cubicBezTo>
                  <a:pt x="6536" y="341211"/>
                  <a:pt x="0" y="334675"/>
                  <a:pt x="0" y="326613"/>
                </a:cubicBezTo>
                <a:lnTo>
                  <a:pt x="0" y="145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32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pic>
        <p:nvPicPr>
          <p:cNvPr id="4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bf789cb8a44ba"/>
          <a:stretch xmlns:a="http://schemas.openxmlformats.org/drawingml/2006/main"/>
        </p:blipFill>
        <p:spPr>
          <a:xfrm xmlns:a="http://schemas.openxmlformats.org/drawingml/2006/main">
            <a:off x="9350221" y="2269555"/>
            <a:ext cx="136484" cy="136484"/>
          </a:xfrm>
          <a:prstGeom xmlns:a="http://schemas.openxmlformats.org/drawingml/2006/main" prst="rect">
            <a:avLst/>
          </a:prstGeom>
        </p:spPr>
      </p:pic>
      <p:pic>
        <p:nvPicPr>
          <p:cNvPr id="4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7e99925704bd8"/>
          <a:stretch xmlns:a="http://schemas.openxmlformats.org/drawingml/2006/main"/>
        </p:blipFill>
        <p:spPr>
          <a:xfrm xmlns:a="http://schemas.openxmlformats.org/drawingml/2006/main">
            <a:off x="9350221" y="2517880"/>
            <a:ext cx="136484" cy="136484"/>
          </a:xfrm>
          <a:prstGeom xmlns:a="http://schemas.openxmlformats.org/drawingml/2006/main" prst="rect">
            <a:avLst/>
          </a:prstGeom>
        </p:spPr>
      </p:pic>
      <p:sp>
        <p:nvSpPr>
          <p:cNvPr id="227" name="Text [method]outputs_map">
            <a:extLst xmlns:a="http://schemas.openxmlformats.org/drawingml/2006/main">
              <a:ext uri="{FF2B5EF4-FFF2-40B4-BE49-F238E27FC236}">
                <a16:creationId xmlns:a16="http://schemas.microsoft.com/office/drawing/2014/main" id="{B0A3BC73-7CD7-4156-B2E1-9B6E44B7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728" y="2528425"/>
            <a:ext cx="1090137" cy="110419"/>
          </a:xfrm>
          <a:custGeom xmlns:a="http://schemas.openxmlformats.org/drawingml/2006/main">
            <a:pathLst>
              <a:path w="1090137" h="110419">
                <a:moveTo>
                  <a:pt x="26065" y="108287"/>
                </a:moveTo>
                <a:lnTo>
                  <a:pt x="0" y="108287"/>
                </a:lnTo>
                <a:lnTo>
                  <a:pt x="0" y="2014"/>
                </a:lnTo>
                <a:lnTo>
                  <a:pt x="26065" y="2014"/>
                </a:lnTo>
                <a:lnTo>
                  <a:pt x="26065" y="6694"/>
                </a:lnTo>
                <a:lnTo>
                  <a:pt x="8886" y="6694"/>
                </a:lnTo>
                <a:lnTo>
                  <a:pt x="8886" y="103726"/>
                </a:lnTo>
                <a:lnTo>
                  <a:pt x="26065" y="103726"/>
                </a:lnTo>
                <a:lnTo>
                  <a:pt x="26065" y="108287"/>
                </a:lnTo>
                <a:close/>
                <a:moveTo>
                  <a:pt x="50132" y="39986"/>
                </a:moveTo>
                <a:cubicBezTo>
                  <a:pt x="54082" y="36036"/>
                  <a:pt x="56412" y="33766"/>
                  <a:pt x="57122" y="33173"/>
                </a:cubicBezTo>
                <a:cubicBezTo>
                  <a:pt x="58900" y="31673"/>
                  <a:pt x="60815" y="30508"/>
                  <a:pt x="62869" y="29678"/>
                </a:cubicBezTo>
                <a:cubicBezTo>
                  <a:pt x="64922" y="28849"/>
                  <a:pt x="66956" y="28434"/>
                  <a:pt x="68970" y="28434"/>
                </a:cubicBezTo>
                <a:cubicBezTo>
                  <a:pt x="72366" y="28434"/>
                  <a:pt x="75289" y="29422"/>
                  <a:pt x="77737" y="31396"/>
                </a:cubicBezTo>
                <a:cubicBezTo>
                  <a:pt x="80186" y="33371"/>
                  <a:pt x="81825" y="36234"/>
                  <a:pt x="82654" y="39986"/>
                </a:cubicBezTo>
                <a:cubicBezTo>
                  <a:pt x="86722" y="35247"/>
                  <a:pt x="90158" y="32137"/>
                  <a:pt x="92961" y="30656"/>
                </a:cubicBezTo>
                <a:cubicBezTo>
                  <a:pt x="95765" y="29175"/>
                  <a:pt x="98648" y="28434"/>
                  <a:pt x="101610" y="28434"/>
                </a:cubicBezTo>
                <a:cubicBezTo>
                  <a:pt x="104493" y="28434"/>
                  <a:pt x="107050" y="29173"/>
                  <a:pt x="109281" y="30652"/>
                </a:cubicBezTo>
                <a:cubicBezTo>
                  <a:pt x="111513" y="32129"/>
                  <a:pt x="113280" y="34542"/>
                  <a:pt x="114583" y="37892"/>
                </a:cubicBezTo>
                <a:cubicBezTo>
                  <a:pt x="115452" y="40177"/>
                  <a:pt x="115887" y="43763"/>
                  <a:pt x="115887" y="48649"/>
                </a:cubicBezTo>
                <a:lnTo>
                  <a:pt x="115887" y="71937"/>
                </a:lnTo>
                <a:cubicBezTo>
                  <a:pt x="115887" y="75326"/>
                  <a:pt x="116143" y="77651"/>
                  <a:pt x="116657" y="78912"/>
                </a:cubicBezTo>
                <a:cubicBezTo>
                  <a:pt x="117052" y="79779"/>
                  <a:pt x="117782" y="80517"/>
                  <a:pt x="118848" y="81128"/>
                </a:cubicBezTo>
                <a:cubicBezTo>
                  <a:pt x="119915" y="81739"/>
                  <a:pt x="121652" y="82045"/>
                  <a:pt x="124061" y="82045"/>
                </a:cubicBezTo>
                <a:lnTo>
                  <a:pt x="124061" y="84236"/>
                </a:lnTo>
                <a:lnTo>
                  <a:pt x="97286" y="84236"/>
                </a:lnTo>
                <a:lnTo>
                  <a:pt x="97286" y="82045"/>
                </a:lnTo>
                <a:lnTo>
                  <a:pt x="98411" y="82045"/>
                </a:lnTo>
                <a:cubicBezTo>
                  <a:pt x="100741" y="82045"/>
                  <a:pt x="102558" y="81593"/>
                  <a:pt x="103861" y="80689"/>
                </a:cubicBezTo>
                <a:cubicBezTo>
                  <a:pt x="104770" y="80060"/>
                  <a:pt x="105421" y="79058"/>
                  <a:pt x="105816" y="77683"/>
                </a:cubicBezTo>
                <a:cubicBezTo>
                  <a:pt x="105974" y="77015"/>
                  <a:pt x="106053" y="75110"/>
                  <a:pt x="106053" y="71967"/>
                </a:cubicBezTo>
                <a:lnTo>
                  <a:pt x="106053" y="48745"/>
                </a:lnTo>
                <a:cubicBezTo>
                  <a:pt x="106053" y="44345"/>
                  <a:pt x="105520" y="41241"/>
                  <a:pt x="104454" y="39434"/>
                </a:cubicBezTo>
                <a:cubicBezTo>
                  <a:pt x="102913" y="36919"/>
                  <a:pt x="100445" y="35661"/>
                  <a:pt x="97049" y="35661"/>
                </a:cubicBezTo>
                <a:cubicBezTo>
                  <a:pt x="94956" y="35661"/>
                  <a:pt x="92853" y="36182"/>
                  <a:pt x="90740" y="37224"/>
                </a:cubicBezTo>
                <a:cubicBezTo>
                  <a:pt x="88627" y="38264"/>
                  <a:pt x="86070" y="40199"/>
                  <a:pt x="83069" y="43029"/>
                </a:cubicBezTo>
                <a:lnTo>
                  <a:pt x="82950" y="43677"/>
                </a:lnTo>
                <a:lnTo>
                  <a:pt x="83069" y="46211"/>
                </a:lnTo>
                <a:lnTo>
                  <a:pt x="83069" y="71967"/>
                </a:lnTo>
                <a:cubicBezTo>
                  <a:pt x="83069" y="75660"/>
                  <a:pt x="83276" y="77959"/>
                  <a:pt x="83691" y="78862"/>
                </a:cubicBezTo>
                <a:cubicBezTo>
                  <a:pt x="84105" y="79766"/>
                  <a:pt x="84885" y="80522"/>
                  <a:pt x="86031" y="81132"/>
                </a:cubicBezTo>
                <a:cubicBezTo>
                  <a:pt x="87176" y="81740"/>
                  <a:pt x="89131" y="82045"/>
                  <a:pt x="91895" y="82045"/>
                </a:cubicBezTo>
                <a:lnTo>
                  <a:pt x="91895" y="84236"/>
                </a:lnTo>
                <a:lnTo>
                  <a:pt x="64468" y="84236"/>
                </a:lnTo>
                <a:lnTo>
                  <a:pt x="64468" y="82045"/>
                </a:lnTo>
                <a:cubicBezTo>
                  <a:pt x="67469" y="82045"/>
                  <a:pt x="69533" y="81691"/>
                  <a:pt x="70658" y="80984"/>
                </a:cubicBezTo>
                <a:cubicBezTo>
                  <a:pt x="71784" y="80277"/>
                  <a:pt x="72564" y="79216"/>
                  <a:pt x="72998" y="77802"/>
                </a:cubicBezTo>
                <a:cubicBezTo>
                  <a:pt x="73196" y="77133"/>
                  <a:pt x="73294" y="75188"/>
                  <a:pt x="73294" y="71967"/>
                </a:cubicBezTo>
                <a:lnTo>
                  <a:pt x="73294" y="48745"/>
                </a:lnTo>
                <a:cubicBezTo>
                  <a:pt x="73294" y="44345"/>
                  <a:pt x="72643" y="41181"/>
                  <a:pt x="71340" y="39256"/>
                </a:cubicBezTo>
                <a:cubicBezTo>
                  <a:pt x="69602" y="36741"/>
                  <a:pt x="67173" y="35484"/>
                  <a:pt x="64053" y="35484"/>
                </a:cubicBezTo>
                <a:cubicBezTo>
                  <a:pt x="61921" y="35484"/>
                  <a:pt x="59808" y="36053"/>
                  <a:pt x="57715" y="37192"/>
                </a:cubicBezTo>
                <a:cubicBezTo>
                  <a:pt x="54437" y="38921"/>
                  <a:pt x="51910" y="40866"/>
                  <a:pt x="50132" y="43027"/>
                </a:cubicBezTo>
                <a:lnTo>
                  <a:pt x="50132" y="71967"/>
                </a:lnTo>
                <a:cubicBezTo>
                  <a:pt x="50132" y="75502"/>
                  <a:pt x="50379" y="77801"/>
                  <a:pt x="50873" y="78862"/>
                </a:cubicBezTo>
                <a:cubicBezTo>
                  <a:pt x="51367" y="79922"/>
                  <a:pt x="52097" y="80718"/>
                  <a:pt x="53065" y="81249"/>
                </a:cubicBezTo>
                <a:cubicBezTo>
                  <a:pt x="54032" y="81779"/>
                  <a:pt x="55997" y="82045"/>
                  <a:pt x="58959" y="82045"/>
                </a:cubicBezTo>
                <a:lnTo>
                  <a:pt x="58959" y="84236"/>
                </a:lnTo>
                <a:lnTo>
                  <a:pt x="32124" y="84236"/>
                </a:lnTo>
                <a:lnTo>
                  <a:pt x="32124" y="82045"/>
                </a:lnTo>
                <a:cubicBezTo>
                  <a:pt x="34612" y="82045"/>
                  <a:pt x="36350" y="81779"/>
                  <a:pt x="37337" y="81247"/>
                </a:cubicBezTo>
                <a:cubicBezTo>
                  <a:pt x="38324" y="80715"/>
                  <a:pt x="39075" y="79868"/>
                  <a:pt x="39588" y="78705"/>
                </a:cubicBezTo>
                <a:cubicBezTo>
                  <a:pt x="40101" y="77542"/>
                  <a:pt x="40358" y="75286"/>
                  <a:pt x="40358" y="71937"/>
                </a:cubicBezTo>
                <a:lnTo>
                  <a:pt x="40358" y="51250"/>
                </a:lnTo>
                <a:cubicBezTo>
                  <a:pt x="40358" y="45299"/>
                  <a:pt x="40180" y="41457"/>
                  <a:pt x="39825" y="39725"/>
                </a:cubicBezTo>
                <a:cubicBezTo>
                  <a:pt x="39549" y="38424"/>
                  <a:pt x="39114" y="37527"/>
                  <a:pt x="38522" y="37035"/>
                </a:cubicBezTo>
                <a:cubicBezTo>
                  <a:pt x="37929" y="36542"/>
                  <a:pt x="37120" y="36296"/>
                  <a:pt x="36093" y="36296"/>
                </a:cubicBezTo>
                <a:cubicBezTo>
                  <a:pt x="34987" y="36296"/>
                  <a:pt x="33664" y="36592"/>
                  <a:pt x="32124" y="37183"/>
                </a:cubicBezTo>
                <a:lnTo>
                  <a:pt x="31236" y="35054"/>
                </a:lnTo>
                <a:lnTo>
                  <a:pt x="47585" y="28434"/>
                </a:lnTo>
                <a:lnTo>
                  <a:pt x="50132" y="28434"/>
                </a:lnTo>
                <a:lnTo>
                  <a:pt x="50132" y="39986"/>
                </a:lnTo>
                <a:close/>
                <a:moveTo>
                  <a:pt x="137674" y="50471"/>
                </a:moveTo>
                <a:cubicBezTo>
                  <a:pt x="137635" y="58509"/>
                  <a:pt x="139590" y="64813"/>
                  <a:pt x="143539" y="69384"/>
                </a:cubicBezTo>
                <a:cubicBezTo>
                  <a:pt x="147488" y="73954"/>
                  <a:pt x="152128" y="76239"/>
                  <a:pt x="157460" y="76239"/>
                </a:cubicBezTo>
                <a:cubicBezTo>
                  <a:pt x="161014" y="76239"/>
                  <a:pt x="164104" y="75262"/>
                  <a:pt x="166730" y="73307"/>
                </a:cubicBezTo>
                <a:cubicBezTo>
                  <a:pt x="169357" y="71352"/>
                  <a:pt x="171558" y="68005"/>
                  <a:pt x="173335" y="63266"/>
                </a:cubicBezTo>
                <a:lnTo>
                  <a:pt x="175172" y="64451"/>
                </a:lnTo>
                <a:cubicBezTo>
                  <a:pt x="174342" y="69861"/>
                  <a:pt x="171933" y="74788"/>
                  <a:pt x="167945" y="79231"/>
                </a:cubicBezTo>
                <a:cubicBezTo>
                  <a:pt x="163956" y="83674"/>
                  <a:pt x="158960" y="85895"/>
                  <a:pt x="152958" y="85895"/>
                </a:cubicBezTo>
                <a:cubicBezTo>
                  <a:pt x="146441" y="85895"/>
                  <a:pt x="140863" y="83363"/>
                  <a:pt x="136223" y="78300"/>
                </a:cubicBezTo>
                <a:cubicBezTo>
                  <a:pt x="131583" y="73235"/>
                  <a:pt x="129262" y="66426"/>
                  <a:pt x="129262" y="57874"/>
                </a:cubicBezTo>
                <a:cubicBezTo>
                  <a:pt x="129262" y="48613"/>
                  <a:pt x="131642" y="41391"/>
                  <a:pt x="136401" y="36209"/>
                </a:cubicBezTo>
                <a:cubicBezTo>
                  <a:pt x="141159" y="31026"/>
                  <a:pt x="147132" y="28434"/>
                  <a:pt x="154320" y="28434"/>
                </a:cubicBezTo>
                <a:cubicBezTo>
                  <a:pt x="160402" y="28434"/>
                  <a:pt x="165398" y="30433"/>
                  <a:pt x="169307" y="34432"/>
                </a:cubicBezTo>
                <a:cubicBezTo>
                  <a:pt x="173217" y="38429"/>
                  <a:pt x="175172" y="43776"/>
                  <a:pt x="175172" y="50471"/>
                </a:cubicBezTo>
                <a:lnTo>
                  <a:pt x="137674" y="50471"/>
                </a:lnTo>
                <a:moveTo>
                  <a:pt x="137674" y="47035"/>
                </a:moveTo>
                <a:lnTo>
                  <a:pt x="162791" y="47035"/>
                </a:lnTo>
                <a:cubicBezTo>
                  <a:pt x="162594" y="43560"/>
                  <a:pt x="162179" y="41111"/>
                  <a:pt x="161547" y="39689"/>
                </a:cubicBezTo>
                <a:cubicBezTo>
                  <a:pt x="160560" y="37478"/>
                  <a:pt x="159089" y="35740"/>
                  <a:pt x="157134" y="34476"/>
                </a:cubicBezTo>
                <a:cubicBezTo>
                  <a:pt x="155179" y="33213"/>
                  <a:pt x="153135" y="32581"/>
                  <a:pt x="151003" y="32581"/>
                </a:cubicBezTo>
                <a:cubicBezTo>
                  <a:pt x="147725" y="32581"/>
                  <a:pt x="144793" y="33854"/>
                  <a:pt x="142206" y="36402"/>
                </a:cubicBezTo>
                <a:cubicBezTo>
                  <a:pt x="139619" y="38949"/>
                  <a:pt x="138109" y="42493"/>
                  <a:pt x="137674" y="47035"/>
                </a:cubicBezTo>
                <a:close/>
                <a:moveTo>
                  <a:pt x="198563" y="12085"/>
                </a:moveTo>
                <a:lnTo>
                  <a:pt x="198563" y="29974"/>
                </a:lnTo>
                <a:lnTo>
                  <a:pt x="211240" y="29974"/>
                </a:lnTo>
                <a:lnTo>
                  <a:pt x="211240" y="34121"/>
                </a:lnTo>
                <a:lnTo>
                  <a:pt x="198563" y="34121"/>
                </a:lnTo>
                <a:lnTo>
                  <a:pt x="198563" y="69260"/>
                </a:lnTo>
                <a:cubicBezTo>
                  <a:pt x="198563" y="72771"/>
                  <a:pt x="199067" y="75138"/>
                  <a:pt x="200074" y="76361"/>
                </a:cubicBezTo>
                <a:cubicBezTo>
                  <a:pt x="201081" y="77583"/>
                  <a:pt x="202374" y="78194"/>
                  <a:pt x="203954" y="78194"/>
                </a:cubicBezTo>
                <a:cubicBezTo>
                  <a:pt x="205257" y="78194"/>
                  <a:pt x="206521" y="77789"/>
                  <a:pt x="207745" y="76980"/>
                </a:cubicBezTo>
                <a:cubicBezTo>
                  <a:pt x="208969" y="76170"/>
                  <a:pt x="209917" y="74975"/>
                  <a:pt x="210588" y="73396"/>
                </a:cubicBezTo>
                <a:lnTo>
                  <a:pt x="212899" y="73396"/>
                </a:lnTo>
                <a:cubicBezTo>
                  <a:pt x="211516" y="77277"/>
                  <a:pt x="209562" y="80212"/>
                  <a:pt x="207034" y="82202"/>
                </a:cubicBezTo>
                <a:cubicBezTo>
                  <a:pt x="204507" y="84190"/>
                  <a:pt x="201900" y="85184"/>
                  <a:pt x="199215" y="85184"/>
                </a:cubicBezTo>
                <a:cubicBezTo>
                  <a:pt x="197398" y="85184"/>
                  <a:pt x="195621" y="84680"/>
                  <a:pt x="193883" y="83672"/>
                </a:cubicBezTo>
                <a:cubicBezTo>
                  <a:pt x="192146" y="82663"/>
                  <a:pt x="190862" y="81221"/>
                  <a:pt x="190033" y="79344"/>
                </a:cubicBezTo>
                <a:cubicBezTo>
                  <a:pt x="189203" y="77465"/>
                  <a:pt x="188789" y="74569"/>
                  <a:pt x="188789" y="70654"/>
                </a:cubicBezTo>
                <a:lnTo>
                  <a:pt x="188789" y="34121"/>
                </a:lnTo>
                <a:lnTo>
                  <a:pt x="180199" y="34121"/>
                </a:lnTo>
                <a:lnTo>
                  <a:pt x="180199" y="32166"/>
                </a:lnTo>
                <a:cubicBezTo>
                  <a:pt x="182371" y="31295"/>
                  <a:pt x="184593" y="29820"/>
                  <a:pt x="186864" y="27740"/>
                </a:cubicBezTo>
                <a:cubicBezTo>
                  <a:pt x="189134" y="25661"/>
                  <a:pt x="191158" y="23195"/>
                  <a:pt x="192935" y="20343"/>
                </a:cubicBezTo>
                <a:cubicBezTo>
                  <a:pt x="193844" y="18838"/>
                  <a:pt x="195107" y="16086"/>
                  <a:pt x="196727" y="12085"/>
                </a:cubicBezTo>
                <a:lnTo>
                  <a:pt x="198563" y="12085"/>
                </a:lnTo>
                <a:close/>
                <a:moveTo>
                  <a:pt x="232371" y="0"/>
                </a:moveTo>
                <a:lnTo>
                  <a:pt x="232371" y="39749"/>
                </a:lnTo>
                <a:cubicBezTo>
                  <a:pt x="236755" y="34931"/>
                  <a:pt x="240230" y="31840"/>
                  <a:pt x="242797" y="30478"/>
                </a:cubicBezTo>
                <a:cubicBezTo>
                  <a:pt x="245364" y="29115"/>
                  <a:pt x="247931" y="28434"/>
                  <a:pt x="250498" y="28434"/>
                </a:cubicBezTo>
                <a:cubicBezTo>
                  <a:pt x="253578" y="28434"/>
                  <a:pt x="256224" y="29281"/>
                  <a:pt x="258436" y="30976"/>
                </a:cubicBezTo>
                <a:cubicBezTo>
                  <a:pt x="260647" y="32670"/>
                  <a:pt x="262286" y="35330"/>
                  <a:pt x="263352" y="38954"/>
                </a:cubicBezTo>
                <a:cubicBezTo>
                  <a:pt x="264103" y="41477"/>
                  <a:pt x="264478" y="46088"/>
                  <a:pt x="264478" y="52787"/>
                </a:cubicBezTo>
                <a:lnTo>
                  <a:pt x="264478" y="71937"/>
                </a:lnTo>
                <a:cubicBezTo>
                  <a:pt x="264478" y="75365"/>
                  <a:pt x="264754" y="77710"/>
                  <a:pt x="265307" y="78972"/>
                </a:cubicBezTo>
                <a:cubicBezTo>
                  <a:pt x="265702" y="79917"/>
                  <a:pt x="266373" y="80665"/>
                  <a:pt x="267321" y="81217"/>
                </a:cubicBezTo>
                <a:cubicBezTo>
                  <a:pt x="268269" y="81769"/>
                  <a:pt x="270007" y="82045"/>
                  <a:pt x="272534" y="82045"/>
                </a:cubicBezTo>
                <a:lnTo>
                  <a:pt x="272534" y="84236"/>
                </a:lnTo>
                <a:lnTo>
                  <a:pt x="245877" y="84236"/>
                </a:lnTo>
                <a:lnTo>
                  <a:pt x="245877" y="82045"/>
                </a:lnTo>
                <a:lnTo>
                  <a:pt x="247121" y="82045"/>
                </a:lnTo>
                <a:cubicBezTo>
                  <a:pt x="249649" y="82045"/>
                  <a:pt x="251406" y="81659"/>
                  <a:pt x="252393" y="80889"/>
                </a:cubicBezTo>
                <a:cubicBezTo>
                  <a:pt x="253381" y="80119"/>
                  <a:pt x="254072" y="78984"/>
                  <a:pt x="254467" y="77483"/>
                </a:cubicBezTo>
                <a:cubicBezTo>
                  <a:pt x="254585" y="76851"/>
                  <a:pt x="254644" y="74995"/>
                  <a:pt x="254644" y="71915"/>
                </a:cubicBezTo>
                <a:lnTo>
                  <a:pt x="254644" y="52722"/>
                </a:lnTo>
                <a:cubicBezTo>
                  <a:pt x="254644" y="46798"/>
                  <a:pt x="254338" y="42908"/>
                  <a:pt x="253726" y="41052"/>
                </a:cubicBezTo>
                <a:cubicBezTo>
                  <a:pt x="253114" y="39196"/>
                  <a:pt x="252137" y="37804"/>
                  <a:pt x="250794" y="36876"/>
                </a:cubicBezTo>
                <a:cubicBezTo>
                  <a:pt x="249451" y="35948"/>
                  <a:pt x="247832" y="35484"/>
                  <a:pt x="245936" y="35484"/>
                </a:cubicBezTo>
                <a:cubicBezTo>
                  <a:pt x="244001" y="35484"/>
                  <a:pt x="241987" y="35997"/>
                  <a:pt x="239894" y="37024"/>
                </a:cubicBezTo>
                <a:cubicBezTo>
                  <a:pt x="237801" y="38050"/>
                  <a:pt x="235293" y="40124"/>
                  <a:pt x="232371" y="43244"/>
                </a:cubicBezTo>
                <a:lnTo>
                  <a:pt x="232371" y="71915"/>
                </a:lnTo>
                <a:cubicBezTo>
                  <a:pt x="232371" y="75627"/>
                  <a:pt x="232578" y="77937"/>
                  <a:pt x="232993" y="78846"/>
                </a:cubicBezTo>
                <a:cubicBezTo>
                  <a:pt x="233408" y="79754"/>
                  <a:pt x="234178" y="80514"/>
                  <a:pt x="235303" y="81126"/>
                </a:cubicBezTo>
                <a:cubicBezTo>
                  <a:pt x="236429" y="81738"/>
                  <a:pt x="238374" y="82045"/>
                  <a:pt x="241138" y="82045"/>
                </a:cubicBezTo>
                <a:lnTo>
                  <a:pt x="241138" y="84236"/>
                </a:lnTo>
                <a:lnTo>
                  <a:pt x="214244" y="84236"/>
                </a:lnTo>
                <a:lnTo>
                  <a:pt x="214244" y="82045"/>
                </a:lnTo>
                <a:cubicBezTo>
                  <a:pt x="216653" y="82045"/>
                  <a:pt x="218549" y="81669"/>
                  <a:pt x="219931" y="80919"/>
                </a:cubicBezTo>
                <a:cubicBezTo>
                  <a:pt x="220721" y="80525"/>
                  <a:pt x="221353" y="79776"/>
                  <a:pt x="221827" y="78672"/>
                </a:cubicBezTo>
                <a:cubicBezTo>
                  <a:pt x="222300" y="77566"/>
                  <a:pt x="222537" y="75316"/>
                  <a:pt x="222537" y="71922"/>
                </a:cubicBezTo>
                <a:lnTo>
                  <a:pt x="222537" y="22849"/>
                </a:lnTo>
                <a:cubicBezTo>
                  <a:pt x="222537" y="16654"/>
                  <a:pt x="222389" y="12846"/>
                  <a:pt x="222093" y="11426"/>
                </a:cubicBezTo>
                <a:cubicBezTo>
                  <a:pt x="221797" y="10004"/>
                  <a:pt x="221343" y="9037"/>
                  <a:pt x="220731" y="8525"/>
                </a:cubicBezTo>
                <a:cubicBezTo>
                  <a:pt x="220119" y="8011"/>
                  <a:pt x="219299" y="7755"/>
                  <a:pt x="218272" y="7755"/>
                </a:cubicBezTo>
                <a:cubicBezTo>
                  <a:pt x="217443" y="7755"/>
                  <a:pt x="216100" y="8071"/>
                  <a:pt x="214244" y="8702"/>
                </a:cubicBezTo>
                <a:lnTo>
                  <a:pt x="213415" y="6629"/>
                </a:lnTo>
                <a:lnTo>
                  <a:pt x="229646" y="0"/>
                </a:lnTo>
                <a:lnTo>
                  <a:pt x="232371" y="0"/>
                </a:lnTo>
                <a:close/>
                <a:moveTo>
                  <a:pt x="303779" y="28434"/>
                </a:moveTo>
                <a:cubicBezTo>
                  <a:pt x="311994" y="28434"/>
                  <a:pt x="318589" y="31551"/>
                  <a:pt x="323565" y="37785"/>
                </a:cubicBezTo>
                <a:cubicBezTo>
                  <a:pt x="327790" y="43110"/>
                  <a:pt x="329903" y="49225"/>
                  <a:pt x="329903" y="56130"/>
                </a:cubicBezTo>
                <a:cubicBezTo>
                  <a:pt x="329903" y="60982"/>
                  <a:pt x="328738" y="65894"/>
                  <a:pt x="326408" y="70865"/>
                </a:cubicBezTo>
                <a:cubicBezTo>
                  <a:pt x="324078" y="75835"/>
                  <a:pt x="320869" y="79582"/>
                  <a:pt x="316782" y="82107"/>
                </a:cubicBezTo>
                <a:cubicBezTo>
                  <a:pt x="312695" y="84632"/>
                  <a:pt x="308143" y="85895"/>
                  <a:pt x="303128" y="85895"/>
                </a:cubicBezTo>
                <a:cubicBezTo>
                  <a:pt x="294953" y="85895"/>
                  <a:pt x="288456" y="82640"/>
                  <a:pt x="283638" y="76130"/>
                </a:cubicBezTo>
                <a:cubicBezTo>
                  <a:pt x="279571" y="70647"/>
                  <a:pt x="277537" y="64493"/>
                  <a:pt x="277537" y="57668"/>
                </a:cubicBezTo>
                <a:cubicBezTo>
                  <a:pt x="277537" y="52697"/>
                  <a:pt x="278771" y="47756"/>
                  <a:pt x="281239" y="42844"/>
                </a:cubicBezTo>
                <a:cubicBezTo>
                  <a:pt x="283707" y="37932"/>
                  <a:pt x="286956" y="34302"/>
                  <a:pt x="290984" y="31955"/>
                </a:cubicBezTo>
                <a:cubicBezTo>
                  <a:pt x="295012" y="29608"/>
                  <a:pt x="299277" y="28434"/>
                  <a:pt x="303779" y="28434"/>
                </a:cubicBezTo>
                <a:moveTo>
                  <a:pt x="301943" y="32344"/>
                </a:moveTo>
                <a:cubicBezTo>
                  <a:pt x="299850" y="32344"/>
                  <a:pt x="297747" y="32965"/>
                  <a:pt x="295634" y="34208"/>
                </a:cubicBezTo>
                <a:cubicBezTo>
                  <a:pt x="293521" y="35451"/>
                  <a:pt x="291813" y="37630"/>
                  <a:pt x="290510" y="40746"/>
                </a:cubicBezTo>
                <a:cubicBezTo>
                  <a:pt x="289207" y="43863"/>
                  <a:pt x="288555" y="47866"/>
                  <a:pt x="288555" y="52757"/>
                </a:cubicBezTo>
                <a:cubicBezTo>
                  <a:pt x="288555" y="60645"/>
                  <a:pt x="290125" y="67450"/>
                  <a:pt x="293265" y="73170"/>
                </a:cubicBezTo>
                <a:cubicBezTo>
                  <a:pt x="296404" y="78889"/>
                  <a:pt x="300541" y="81748"/>
                  <a:pt x="305675" y="81748"/>
                </a:cubicBezTo>
                <a:cubicBezTo>
                  <a:pt x="309506" y="81748"/>
                  <a:pt x="312665" y="80170"/>
                  <a:pt x="315153" y="77015"/>
                </a:cubicBezTo>
                <a:cubicBezTo>
                  <a:pt x="317641" y="73859"/>
                  <a:pt x="318885" y="68436"/>
                  <a:pt x="318885" y="60745"/>
                </a:cubicBezTo>
                <a:cubicBezTo>
                  <a:pt x="318885" y="51120"/>
                  <a:pt x="316812" y="43546"/>
                  <a:pt x="312665" y="38023"/>
                </a:cubicBezTo>
                <a:cubicBezTo>
                  <a:pt x="309861" y="34237"/>
                  <a:pt x="306287" y="32344"/>
                  <a:pt x="301943" y="32344"/>
                </a:cubicBezTo>
                <a:close/>
                <a:moveTo>
                  <a:pt x="376373" y="78135"/>
                </a:moveTo>
                <a:cubicBezTo>
                  <a:pt x="373727" y="80899"/>
                  <a:pt x="371141" y="82884"/>
                  <a:pt x="368613" y="84088"/>
                </a:cubicBezTo>
                <a:cubicBezTo>
                  <a:pt x="366086" y="85293"/>
                  <a:pt x="363361" y="85895"/>
                  <a:pt x="360438" y="85895"/>
                </a:cubicBezTo>
                <a:cubicBezTo>
                  <a:pt x="354514" y="85895"/>
                  <a:pt x="349341" y="83422"/>
                  <a:pt x="344918" y="78477"/>
                </a:cubicBezTo>
                <a:cubicBezTo>
                  <a:pt x="340495" y="73531"/>
                  <a:pt x="338283" y="67175"/>
                  <a:pt x="338283" y="59410"/>
                </a:cubicBezTo>
                <a:cubicBezTo>
                  <a:pt x="338283" y="51646"/>
                  <a:pt x="340732" y="44543"/>
                  <a:pt x="345629" y="38099"/>
                </a:cubicBezTo>
                <a:cubicBezTo>
                  <a:pt x="350526" y="31656"/>
                  <a:pt x="356825" y="28434"/>
                  <a:pt x="364526" y="28434"/>
                </a:cubicBezTo>
                <a:cubicBezTo>
                  <a:pt x="369304" y="28434"/>
                  <a:pt x="373253" y="29955"/>
                  <a:pt x="376373" y="32996"/>
                </a:cubicBezTo>
                <a:lnTo>
                  <a:pt x="376373" y="22962"/>
                </a:lnTo>
                <a:cubicBezTo>
                  <a:pt x="376373" y="16736"/>
                  <a:pt x="376225" y="12909"/>
                  <a:pt x="375929" y="11481"/>
                </a:cubicBezTo>
                <a:cubicBezTo>
                  <a:pt x="375633" y="10053"/>
                  <a:pt x="375169" y="9082"/>
                  <a:pt x="374537" y="8567"/>
                </a:cubicBezTo>
                <a:cubicBezTo>
                  <a:pt x="373905" y="8051"/>
                  <a:pt x="373115" y="7793"/>
                  <a:pt x="372167" y="7793"/>
                </a:cubicBezTo>
                <a:cubicBezTo>
                  <a:pt x="371141" y="7793"/>
                  <a:pt x="369778" y="8111"/>
                  <a:pt x="368080" y="8745"/>
                </a:cubicBezTo>
                <a:lnTo>
                  <a:pt x="367310" y="6662"/>
                </a:lnTo>
                <a:lnTo>
                  <a:pt x="383482" y="0"/>
                </a:lnTo>
                <a:lnTo>
                  <a:pt x="386147" y="0"/>
                </a:lnTo>
                <a:lnTo>
                  <a:pt x="386147" y="62733"/>
                </a:lnTo>
                <a:cubicBezTo>
                  <a:pt x="386147" y="69091"/>
                  <a:pt x="386296" y="72971"/>
                  <a:pt x="386592" y="74373"/>
                </a:cubicBezTo>
                <a:cubicBezTo>
                  <a:pt x="386888" y="75775"/>
                  <a:pt x="387362" y="76753"/>
                  <a:pt x="388013" y="77305"/>
                </a:cubicBezTo>
                <a:cubicBezTo>
                  <a:pt x="388665" y="77858"/>
                  <a:pt x="389425" y="78135"/>
                  <a:pt x="390294" y="78135"/>
                </a:cubicBezTo>
                <a:cubicBezTo>
                  <a:pt x="391360" y="78135"/>
                  <a:pt x="392782" y="77799"/>
                  <a:pt x="394559" y="77128"/>
                </a:cubicBezTo>
                <a:lnTo>
                  <a:pt x="395211" y="79201"/>
                </a:lnTo>
                <a:lnTo>
                  <a:pt x="379098" y="85895"/>
                </a:lnTo>
                <a:lnTo>
                  <a:pt x="376373" y="85895"/>
                </a:lnTo>
                <a:lnTo>
                  <a:pt x="376373" y="78135"/>
                </a:lnTo>
                <a:moveTo>
                  <a:pt x="376373" y="74001"/>
                </a:moveTo>
                <a:lnTo>
                  <a:pt x="376373" y="46111"/>
                </a:lnTo>
                <a:cubicBezTo>
                  <a:pt x="376136" y="43432"/>
                  <a:pt x="375425" y="40990"/>
                  <a:pt x="374241" y="38784"/>
                </a:cubicBezTo>
                <a:cubicBezTo>
                  <a:pt x="373056" y="36578"/>
                  <a:pt x="371486" y="34913"/>
                  <a:pt x="369531" y="33792"/>
                </a:cubicBezTo>
                <a:cubicBezTo>
                  <a:pt x="367576" y="32668"/>
                  <a:pt x="365671" y="32107"/>
                  <a:pt x="363815" y="32107"/>
                </a:cubicBezTo>
                <a:cubicBezTo>
                  <a:pt x="360339" y="32107"/>
                  <a:pt x="357239" y="33663"/>
                  <a:pt x="354514" y="36776"/>
                </a:cubicBezTo>
                <a:cubicBezTo>
                  <a:pt x="350921" y="40872"/>
                  <a:pt x="349124" y="46859"/>
                  <a:pt x="349124" y="54738"/>
                </a:cubicBezTo>
                <a:cubicBezTo>
                  <a:pt x="349124" y="62695"/>
                  <a:pt x="350861" y="68792"/>
                  <a:pt x="354337" y="73027"/>
                </a:cubicBezTo>
                <a:cubicBezTo>
                  <a:pt x="357812" y="77262"/>
                  <a:pt x="361682" y="79379"/>
                  <a:pt x="365947" y="79379"/>
                </a:cubicBezTo>
                <a:cubicBezTo>
                  <a:pt x="369541" y="79379"/>
                  <a:pt x="373016" y="77586"/>
                  <a:pt x="376373" y="74001"/>
                </a:cubicBezTo>
                <a:close/>
                <a:moveTo>
                  <a:pt x="399503" y="2014"/>
                </a:moveTo>
                <a:lnTo>
                  <a:pt x="425567" y="2014"/>
                </a:lnTo>
                <a:lnTo>
                  <a:pt x="425567" y="108287"/>
                </a:lnTo>
                <a:lnTo>
                  <a:pt x="399503" y="108287"/>
                </a:lnTo>
                <a:lnTo>
                  <a:pt x="399503" y="103607"/>
                </a:lnTo>
                <a:lnTo>
                  <a:pt x="416682" y="103607"/>
                </a:lnTo>
                <a:lnTo>
                  <a:pt x="416682" y="6694"/>
                </a:lnTo>
                <a:lnTo>
                  <a:pt x="399503" y="6694"/>
                </a:lnTo>
                <a:lnTo>
                  <a:pt x="399503" y="2014"/>
                </a:lnTo>
                <a:close/>
                <a:moveTo>
                  <a:pt x="496058" y="28434"/>
                </a:moveTo>
                <a:cubicBezTo>
                  <a:pt x="504273" y="28434"/>
                  <a:pt x="510868" y="31551"/>
                  <a:pt x="515844" y="37785"/>
                </a:cubicBezTo>
                <a:cubicBezTo>
                  <a:pt x="520070" y="43110"/>
                  <a:pt x="522182" y="49225"/>
                  <a:pt x="522182" y="56130"/>
                </a:cubicBezTo>
                <a:cubicBezTo>
                  <a:pt x="522182" y="60982"/>
                  <a:pt x="521017" y="65894"/>
                  <a:pt x="518687" y="70865"/>
                </a:cubicBezTo>
                <a:cubicBezTo>
                  <a:pt x="516357" y="75835"/>
                  <a:pt x="513149" y="79582"/>
                  <a:pt x="509061" y="82107"/>
                </a:cubicBezTo>
                <a:cubicBezTo>
                  <a:pt x="504974" y="84632"/>
                  <a:pt x="500422" y="85895"/>
                  <a:pt x="495407" y="85895"/>
                </a:cubicBezTo>
                <a:cubicBezTo>
                  <a:pt x="487232" y="85895"/>
                  <a:pt x="480736" y="82640"/>
                  <a:pt x="475918" y="76130"/>
                </a:cubicBezTo>
                <a:cubicBezTo>
                  <a:pt x="471850" y="70647"/>
                  <a:pt x="469816" y="64493"/>
                  <a:pt x="469816" y="57668"/>
                </a:cubicBezTo>
                <a:cubicBezTo>
                  <a:pt x="469816" y="52697"/>
                  <a:pt x="471050" y="47756"/>
                  <a:pt x="473518" y="42844"/>
                </a:cubicBezTo>
                <a:cubicBezTo>
                  <a:pt x="475987" y="37932"/>
                  <a:pt x="479235" y="34302"/>
                  <a:pt x="483263" y="31955"/>
                </a:cubicBezTo>
                <a:cubicBezTo>
                  <a:pt x="487291" y="29608"/>
                  <a:pt x="491556" y="28434"/>
                  <a:pt x="496058" y="28434"/>
                </a:cubicBezTo>
                <a:moveTo>
                  <a:pt x="494222" y="32344"/>
                </a:moveTo>
                <a:cubicBezTo>
                  <a:pt x="492129" y="32344"/>
                  <a:pt x="490026" y="32965"/>
                  <a:pt x="487913" y="34208"/>
                </a:cubicBezTo>
                <a:cubicBezTo>
                  <a:pt x="485800" y="35451"/>
                  <a:pt x="484092" y="37630"/>
                  <a:pt x="482789" y="40746"/>
                </a:cubicBezTo>
                <a:cubicBezTo>
                  <a:pt x="481486" y="43863"/>
                  <a:pt x="480834" y="47866"/>
                  <a:pt x="480834" y="52757"/>
                </a:cubicBezTo>
                <a:cubicBezTo>
                  <a:pt x="480834" y="60645"/>
                  <a:pt x="482404" y="67450"/>
                  <a:pt x="485544" y="73170"/>
                </a:cubicBezTo>
                <a:cubicBezTo>
                  <a:pt x="488683" y="78889"/>
                  <a:pt x="492820" y="81748"/>
                  <a:pt x="497954" y="81748"/>
                </a:cubicBezTo>
                <a:cubicBezTo>
                  <a:pt x="501785" y="81748"/>
                  <a:pt x="504944" y="80170"/>
                  <a:pt x="507432" y="77015"/>
                </a:cubicBezTo>
                <a:cubicBezTo>
                  <a:pt x="509920" y="73859"/>
                  <a:pt x="511164" y="68436"/>
                  <a:pt x="511164" y="60745"/>
                </a:cubicBezTo>
                <a:cubicBezTo>
                  <a:pt x="511164" y="51120"/>
                  <a:pt x="509091" y="43546"/>
                  <a:pt x="504944" y="38023"/>
                </a:cubicBezTo>
                <a:cubicBezTo>
                  <a:pt x="502140" y="34237"/>
                  <a:pt x="498566" y="32344"/>
                  <a:pt x="494222" y="32344"/>
                </a:cubicBezTo>
                <a:close/>
                <a:moveTo>
                  <a:pt x="577905" y="29974"/>
                </a:moveTo>
                <a:lnTo>
                  <a:pt x="577905" y="62851"/>
                </a:lnTo>
                <a:cubicBezTo>
                  <a:pt x="577905" y="69131"/>
                  <a:pt x="578053" y="72971"/>
                  <a:pt x="578349" y="74373"/>
                </a:cubicBezTo>
                <a:cubicBezTo>
                  <a:pt x="578646" y="75775"/>
                  <a:pt x="579120" y="76753"/>
                  <a:pt x="579771" y="77305"/>
                </a:cubicBezTo>
                <a:cubicBezTo>
                  <a:pt x="580423" y="77858"/>
                  <a:pt x="581183" y="78135"/>
                  <a:pt x="582052" y="78135"/>
                </a:cubicBezTo>
                <a:cubicBezTo>
                  <a:pt x="583276" y="78135"/>
                  <a:pt x="584658" y="77799"/>
                  <a:pt x="586199" y="77128"/>
                </a:cubicBezTo>
                <a:lnTo>
                  <a:pt x="587028" y="79201"/>
                </a:lnTo>
                <a:lnTo>
                  <a:pt x="570797" y="85895"/>
                </a:lnTo>
                <a:lnTo>
                  <a:pt x="568131" y="85895"/>
                </a:lnTo>
                <a:lnTo>
                  <a:pt x="568131" y="74403"/>
                </a:lnTo>
                <a:cubicBezTo>
                  <a:pt x="563471" y="79458"/>
                  <a:pt x="559917" y="82637"/>
                  <a:pt x="557468" y="83940"/>
                </a:cubicBezTo>
                <a:cubicBezTo>
                  <a:pt x="555020" y="85243"/>
                  <a:pt x="552433" y="85895"/>
                  <a:pt x="549708" y="85895"/>
                </a:cubicBezTo>
                <a:cubicBezTo>
                  <a:pt x="546667" y="85895"/>
                  <a:pt x="544031" y="85016"/>
                  <a:pt x="541800" y="83259"/>
                </a:cubicBezTo>
                <a:cubicBezTo>
                  <a:pt x="539568" y="81501"/>
                  <a:pt x="538018" y="79241"/>
                  <a:pt x="537150" y="76476"/>
                </a:cubicBezTo>
                <a:cubicBezTo>
                  <a:pt x="536281" y="73712"/>
                  <a:pt x="535846" y="69802"/>
                  <a:pt x="535846" y="64747"/>
                </a:cubicBezTo>
                <a:lnTo>
                  <a:pt x="535846" y="40519"/>
                </a:lnTo>
                <a:cubicBezTo>
                  <a:pt x="535846" y="37952"/>
                  <a:pt x="535570" y="36175"/>
                  <a:pt x="535017" y="35187"/>
                </a:cubicBezTo>
                <a:cubicBezTo>
                  <a:pt x="534464" y="34200"/>
                  <a:pt x="533645" y="33440"/>
                  <a:pt x="532559" y="32907"/>
                </a:cubicBezTo>
                <a:cubicBezTo>
                  <a:pt x="531473" y="32374"/>
                  <a:pt x="529508" y="32127"/>
                  <a:pt x="526664" y="32166"/>
                </a:cubicBezTo>
                <a:lnTo>
                  <a:pt x="526664" y="29974"/>
                </a:lnTo>
                <a:lnTo>
                  <a:pt x="545680" y="29974"/>
                </a:lnTo>
                <a:lnTo>
                  <a:pt x="545680" y="66198"/>
                </a:lnTo>
                <a:cubicBezTo>
                  <a:pt x="545680" y="71241"/>
                  <a:pt x="546558" y="74550"/>
                  <a:pt x="548316" y="76126"/>
                </a:cubicBezTo>
                <a:cubicBezTo>
                  <a:pt x="550073" y="77702"/>
                  <a:pt x="552196" y="78490"/>
                  <a:pt x="554684" y="78490"/>
                </a:cubicBezTo>
                <a:cubicBezTo>
                  <a:pt x="556382" y="78490"/>
                  <a:pt x="558307" y="77958"/>
                  <a:pt x="560460" y="76895"/>
                </a:cubicBezTo>
                <a:cubicBezTo>
                  <a:pt x="562612" y="75831"/>
                  <a:pt x="565169" y="73802"/>
                  <a:pt x="568131" y="70810"/>
                </a:cubicBezTo>
                <a:lnTo>
                  <a:pt x="568131" y="40143"/>
                </a:lnTo>
                <a:cubicBezTo>
                  <a:pt x="568131" y="37070"/>
                  <a:pt x="567568" y="34992"/>
                  <a:pt x="566443" y="33910"/>
                </a:cubicBezTo>
                <a:cubicBezTo>
                  <a:pt x="565317" y="32826"/>
                  <a:pt x="562977" y="32245"/>
                  <a:pt x="559423" y="32166"/>
                </a:cubicBezTo>
                <a:lnTo>
                  <a:pt x="559423" y="29974"/>
                </a:lnTo>
                <a:lnTo>
                  <a:pt x="577905" y="29974"/>
                </a:lnTo>
                <a:close/>
                <a:moveTo>
                  <a:pt x="606912" y="12085"/>
                </a:moveTo>
                <a:lnTo>
                  <a:pt x="606912" y="29974"/>
                </a:lnTo>
                <a:lnTo>
                  <a:pt x="619589" y="29974"/>
                </a:lnTo>
                <a:lnTo>
                  <a:pt x="619589" y="34121"/>
                </a:lnTo>
                <a:lnTo>
                  <a:pt x="606912" y="34121"/>
                </a:lnTo>
                <a:lnTo>
                  <a:pt x="606912" y="69260"/>
                </a:lnTo>
                <a:cubicBezTo>
                  <a:pt x="606912" y="72771"/>
                  <a:pt x="607416" y="75138"/>
                  <a:pt x="608423" y="76361"/>
                </a:cubicBezTo>
                <a:cubicBezTo>
                  <a:pt x="609430" y="77583"/>
                  <a:pt x="610723" y="78194"/>
                  <a:pt x="612303" y="78194"/>
                </a:cubicBezTo>
                <a:cubicBezTo>
                  <a:pt x="613606" y="78194"/>
                  <a:pt x="614870" y="77789"/>
                  <a:pt x="616094" y="76980"/>
                </a:cubicBezTo>
                <a:cubicBezTo>
                  <a:pt x="617318" y="76170"/>
                  <a:pt x="618266" y="74975"/>
                  <a:pt x="618938" y="73396"/>
                </a:cubicBezTo>
                <a:lnTo>
                  <a:pt x="621248" y="73396"/>
                </a:lnTo>
                <a:cubicBezTo>
                  <a:pt x="619866" y="77277"/>
                  <a:pt x="617911" y="80212"/>
                  <a:pt x="615383" y="82202"/>
                </a:cubicBezTo>
                <a:cubicBezTo>
                  <a:pt x="612856" y="84190"/>
                  <a:pt x="610249" y="85184"/>
                  <a:pt x="607564" y="85184"/>
                </a:cubicBezTo>
                <a:cubicBezTo>
                  <a:pt x="605747" y="85184"/>
                  <a:pt x="603970" y="84680"/>
                  <a:pt x="602233" y="83672"/>
                </a:cubicBezTo>
                <a:cubicBezTo>
                  <a:pt x="600495" y="82663"/>
                  <a:pt x="599211" y="81221"/>
                  <a:pt x="598382" y="79344"/>
                </a:cubicBezTo>
                <a:cubicBezTo>
                  <a:pt x="597553" y="77465"/>
                  <a:pt x="597138" y="74569"/>
                  <a:pt x="597138" y="70654"/>
                </a:cubicBezTo>
                <a:lnTo>
                  <a:pt x="597138" y="34121"/>
                </a:lnTo>
                <a:lnTo>
                  <a:pt x="588549" y="34121"/>
                </a:lnTo>
                <a:lnTo>
                  <a:pt x="588549" y="32166"/>
                </a:lnTo>
                <a:cubicBezTo>
                  <a:pt x="590721" y="31295"/>
                  <a:pt x="592942" y="29820"/>
                  <a:pt x="595213" y="27740"/>
                </a:cubicBezTo>
                <a:cubicBezTo>
                  <a:pt x="597484" y="25661"/>
                  <a:pt x="599508" y="23195"/>
                  <a:pt x="601285" y="20343"/>
                </a:cubicBezTo>
                <a:cubicBezTo>
                  <a:pt x="602193" y="18838"/>
                  <a:pt x="603457" y="16086"/>
                  <a:pt x="605076" y="12085"/>
                </a:cubicBezTo>
                <a:lnTo>
                  <a:pt x="606912" y="12085"/>
                </a:lnTo>
                <a:close/>
                <a:moveTo>
                  <a:pt x="620887" y="35311"/>
                </a:moveTo>
                <a:lnTo>
                  <a:pt x="637592" y="28553"/>
                </a:lnTo>
                <a:lnTo>
                  <a:pt x="639843" y="28553"/>
                </a:lnTo>
                <a:lnTo>
                  <a:pt x="639843" y="41230"/>
                </a:lnTo>
                <a:cubicBezTo>
                  <a:pt x="642647" y="36451"/>
                  <a:pt x="645461" y="33124"/>
                  <a:pt x="648284" y="31248"/>
                </a:cubicBezTo>
                <a:cubicBezTo>
                  <a:pt x="651108" y="29372"/>
                  <a:pt x="654080" y="28434"/>
                  <a:pt x="657200" y="28434"/>
                </a:cubicBezTo>
                <a:cubicBezTo>
                  <a:pt x="662649" y="28434"/>
                  <a:pt x="667191" y="30564"/>
                  <a:pt x="670824" y="34824"/>
                </a:cubicBezTo>
                <a:cubicBezTo>
                  <a:pt x="675287" y="40032"/>
                  <a:pt x="677518" y="46818"/>
                  <a:pt x="677518" y="55182"/>
                </a:cubicBezTo>
                <a:cubicBezTo>
                  <a:pt x="677518" y="64532"/>
                  <a:pt x="674833" y="72264"/>
                  <a:pt x="669462" y="78379"/>
                </a:cubicBezTo>
                <a:cubicBezTo>
                  <a:pt x="665039" y="83390"/>
                  <a:pt x="659470" y="85895"/>
                  <a:pt x="652757" y="85895"/>
                </a:cubicBezTo>
                <a:cubicBezTo>
                  <a:pt x="649834" y="85895"/>
                  <a:pt x="647307" y="85480"/>
                  <a:pt x="645174" y="84651"/>
                </a:cubicBezTo>
                <a:cubicBezTo>
                  <a:pt x="643595" y="84059"/>
                  <a:pt x="641817" y="82874"/>
                  <a:pt x="639843" y="81097"/>
                </a:cubicBezTo>
                <a:lnTo>
                  <a:pt x="639843" y="97624"/>
                </a:lnTo>
                <a:cubicBezTo>
                  <a:pt x="639843" y="101336"/>
                  <a:pt x="640070" y="103696"/>
                  <a:pt x="640524" y="104703"/>
                </a:cubicBezTo>
                <a:cubicBezTo>
                  <a:pt x="640978" y="105710"/>
                  <a:pt x="641768" y="106510"/>
                  <a:pt x="642894" y="107102"/>
                </a:cubicBezTo>
                <a:cubicBezTo>
                  <a:pt x="644019" y="107695"/>
                  <a:pt x="646063" y="107991"/>
                  <a:pt x="649025" y="107991"/>
                </a:cubicBezTo>
                <a:lnTo>
                  <a:pt x="649025" y="110183"/>
                </a:lnTo>
                <a:lnTo>
                  <a:pt x="620591" y="110183"/>
                </a:lnTo>
                <a:lnTo>
                  <a:pt x="620591" y="107991"/>
                </a:lnTo>
                <a:lnTo>
                  <a:pt x="622071" y="107991"/>
                </a:lnTo>
                <a:cubicBezTo>
                  <a:pt x="624244" y="108030"/>
                  <a:pt x="626100" y="107615"/>
                  <a:pt x="627640" y="106745"/>
                </a:cubicBezTo>
                <a:cubicBezTo>
                  <a:pt x="628390" y="106310"/>
                  <a:pt x="628973" y="105609"/>
                  <a:pt x="629387" y="104640"/>
                </a:cubicBezTo>
                <a:cubicBezTo>
                  <a:pt x="629802" y="103673"/>
                  <a:pt x="630009" y="101213"/>
                  <a:pt x="630009" y="97261"/>
                </a:cubicBezTo>
                <a:lnTo>
                  <a:pt x="630009" y="45922"/>
                </a:lnTo>
                <a:cubicBezTo>
                  <a:pt x="630009" y="42405"/>
                  <a:pt x="629851" y="40173"/>
                  <a:pt x="629535" y="39225"/>
                </a:cubicBezTo>
                <a:cubicBezTo>
                  <a:pt x="629220" y="38276"/>
                  <a:pt x="628716" y="37564"/>
                  <a:pt x="628025" y="37090"/>
                </a:cubicBezTo>
                <a:cubicBezTo>
                  <a:pt x="627334" y="36615"/>
                  <a:pt x="626396" y="36378"/>
                  <a:pt x="625211" y="36378"/>
                </a:cubicBezTo>
                <a:cubicBezTo>
                  <a:pt x="624263" y="36378"/>
                  <a:pt x="623059" y="36654"/>
                  <a:pt x="621598" y="37207"/>
                </a:cubicBezTo>
                <a:lnTo>
                  <a:pt x="620887" y="35311"/>
                </a:lnTo>
                <a:moveTo>
                  <a:pt x="639843" y="44832"/>
                </a:moveTo>
                <a:lnTo>
                  <a:pt x="639843" y="65065"/>
                </a:lnTo>
                <a:cubicBezTo>
                  <a:pt x="639843" y="69444"/>
                  <a:pt x="640021" y="72323"/>
                  <a:pt x="640376" y="73703"/>
                </a:cubicBezTo>
                <a:cubicBezTo>
                  <a:pt x="640929" y="75991"/>
                  <a:pt x="642281" y="78003"/>
                  <a:pt x="644434" y="79738"/>
                </a:cubicBezTo>
                <a:cubicBezTo>
                  <a:pt x="646586" y="81473"/>
                  <a:pt x="649301" y="82341"/>
                  <a:pt x="652579" y="82341"/>
                </a:cubicBezTo>
                <a:cubicBezTo>
                  <a:pt x="656528" y="82341"/>
                  <a:pt x="659727" y="80802"/>
                  <a:pt x="662176" y="77726"/>
                </a:cubicBezTo>
                <a:cubicBezTo>
                  <a:pt x="665374" y="73704"/>
                  <a:pt x="666974" y="68044"/>
                  <a:pt x="666974" y="60747"/>
                </a:cubicBezTo>
                <a:cubicBezTo>
                  <a:pt x="666974" y="52464"/>
                  <a:pt x="665157" y="46095"/>
                  <a:pt x="661524" y="41639"/>
                </a:cubicBezTo>
                <a:cubicBezTo>
                  <a:pt x="658996" y="38562"/>
                  <a:pt x="655995" y="37024"/>
                  <a:pt x="652520" y="37024"/>
                </a:cubicBezTo>
                <a:cubicBezTo>
                  <a:pt x="650624" y="37024"/>
                  <a:pt x="648748" y="37497"/>
                  <a:pt x="646892" y="38444"/>
                </a:cubicBezTo>
                <a:cubicBezTo>
                  <a:pt x="645470" y="39153"/>
                  <a:pt x="643121" y="41283"/>
                  <a:pt x="639843" y="44832"/>
                </a:cubicBezTo>
                <a:close/>
                <a:moveTo>
                  <a:pt x="733182" y="29974"/>
                </a:moveTo>
                <a:lnTo>
                  <a:pt x="733182" y="62851"/>
                </a:lnTo>
                <a:cubicBezTo>
                  <a:pt x="733182" y="69131"/>
                  <a:pt x="733330" y="72971"/>
                  <a:pt x="733627" y="74373"/>
                </a:cubicBezTo>
                <a:cubicBezTo>
                  <a:pt x="733923" y="75775"/>
                  <a:pt x="734397" y="76753"/>
                  <a:pt x="735048" y="77305"/>
                </a:cubicBezTo>
                <a:cubicBezTo>
                  <a:pt x="735700" y="77858"/>
                  <a:pt x="736460" y="78135"/>
                  <a:pt x="737329" y="78135"/>
                </a:cubicBezTo>
                <a:cubicBezTo>
                  <a:pt x="738553" y="78135"/>
                  <a:pt x="739935" y="77799"/>
                  <a:pt x="741476" y="77128"/>
                </a:cubicBezTo>
                <a:lnTo>
                  <a:pt x="742305" y="79201"/>
                </a:lnTo>
                <a:lnTo>
                  <a:pt x="726074" y="85895"/>
                </a:lnTo>
                <a:lnTo>
                  <a:pt x="723408" y="85895"/>
                </a:lnTo>
                <a:lnTo>
                  <a:pt x="723408" y="74403"/>
                </a:lnTo>
                <a:cubicBezTo>
                  <a:pt x="718748" y="79458"/>
                  <a:pt x="715194" y="82637"/>
                  <a:pt x="712745" y="83940"/>
                </a:cubicBezTo>
                <a:cubicBezTo>
                  <a:pt x="710297" y="85243"/>
                  <a:pt x="707710" y="85895"/>
                  <a:pt x="704985" y="85895"/>
                </a:cubicBezTo>
                <a:cubicBezTo>
                  <a:pt x="701944" y="85895"/>
                  <a:pt x="699308" y="85016"/>
                  <a:pt x="697077" y="83259"/>
                </a:cubicBezTo>
                <a:cubicBezTo>
                  <a:pt x="694846" y="81501"/>
                  <a:pt x="693295" y="79241"/>
                  <a:pt x="692427" y="76476"/>
                </a:cubicBezTo>
                <a:cubicBezTo>
                  <a:pt x="691558" y="73712"/>
                  <a:pt x="691123" y="69802"/>
                  <a:pt x="691123" y="64747"/>
                </a:cubicBezTo>
                <a:lnTo>
                  <a:pt x="691123" y="40519"/>
                </a:lnTo>
                <a:cubicBezTo>
                  <a:pt x="691123" y="37952"/>
                  <a:pt x="690847" y="36175"/>
                  <a:pt x="690294" y="35187"/>
                </a:cubicBezTo>
                <a:cubicBezTo>
                  <a:pt x="689741" y="34200"/>
                  <a:pt x="688922" y="33440"/>
                  <a:pt x="687836" y="32907"/>
                </a:cubicBezTo>
                <a:cubicBezTo>
                  <a:pt x="686750" y="32374"/>
                  <a:pt x="684785" y="32127"/>
                  <a:pt x="681942" y="32166"/>
                </a:cubicBezTo>
                <a:lnTo>
                  <a:pt x="681942" y="29974"/>
                </a:lnTo>
                <a:lnTo>
                  <a:pt x="700957" y="29974"/>
                </a:lnTo>
                <a:lnTo>
                  <a:pt x="700957" y="66198"/>
                </a:lnTo>
                <a:cubicBezTo>
                  <a:pt x="700957" y="71241"/>
                  <a:pt x="701836" y="74550"/>
                  <a:pt x="703593" y="76126"/>
                </a:cubicBezTo>
                <a:cubicBezTo>
                  <a:pt x="705350" y="77702"/>
                  <a:pt x="707473" y="78490"/>
                  <a:pt x="709961" y="78490"/>
                </a:cubicBezTo>
                <a:cubicBezTo>
                  <a:pt x="711659" y="78490"/>
                  <a:pt x="713584" y="77958"/>
                  <a:pt x="715737" y="76895"/>
                </a:cubicBezTo>
                <a:cubicBezTo>
                  <a:pt x="717889" y="75831"/>
                  <a:pt x="720446" y="73802"/>
                  <a:pt x="723408" y="70810"/>
                </a:cubicBezTo>
                <a:lnTo>
                  <a:pt x="723408" y="40143"/>
                </a:lnTo>
                <a:cubicBezTo>
                  <a:pt x="723408" y="37070"/>
                  <a:pt x="722845" y="34992"/>
                  <a:pt x="721720" y="33910"/>
                </a:cubicBezTo>
                <a:cubicBezTo>
                  <a:pt x="720594" y="32826"/>
                  <a:pt x="718254" y="32245"/>
                  <a:pt x="714700" y="32166"/>
                </a:cubicBezTo>
                <a:lnTo>
                  <a:pt x="714700" y="29974"/>
                </a:lnTo>
                <a:lnTo>
                  <a:pt x="733182" y="29974"/>
                </a:lnTo>
                <a:close/>
                <a:moveTo>
                  <a:pt x="762189" y="12085"/>
                </a:moveTo>
                <a:lnTo>
                  <a:pt x="762189" y="29974"/>
                </a:lnTo>
                <a:lnTo>
                  <a:pt x="774866" y="29974"/>
                </a:lnTo>
                <a:lnTo>
                  <a:pt x="774866" y="34121"/>
                </a:lnTo>
                <a:lnTo>
                  <a:pt x="762189" y="34121"/>
                </a:lnTo>
                <a:lnTo>
                  <a:pt x="762189" y="69260"/>
                </a:lnTo>
                <a:cubicBezTo>
                  <a:pt x="762189" y="72771"/>
                  <a:pt x="762692" y="75138"/>
                  <a:pt x="763699" y="76361"/>
                </a:cubicBezTo>
                <a:cubicBezTo>
                  <a:pt x="764706" y="77583"/>
                  <a:pt x="766000" y="78194"/>
                  <a:pt x="767579" y="78194"/>
                </a:cubicBezTo>
                <a:cubicBezTo>
                  <a:pt x="768882" y="78194"/>
                  <a:pt x="770146" y="77789"/>
                  <a:pt x="771370" y="76980"/>
                </a:cubicBezTo>
                <a:cubicBezTo>
                  <a:pt x="772595" y="76170"/>
                  <a:pt x="773543" y="74975"/>
                  <a:pt x="774214" y="73396"/>
                </a:cubicBezTo>
                <a:lnTo>
                  <a:pt x="776524" y="73396"/>
                </a:lnTo>
                <a:cubicBezTo>
                  <a:pt x="775142" y="77277"/>
                  <a:pt x="773187" y="80212"/>
                  <a:pt x="770660" y="82202"/>
                </a:cubicBezTo>
                <a:cubicBezTo>
                  <a:pt x="768132" y="84190"/>
                  <a:pt x="765526" y="85184"/>
                  <a:pt x="762840" y="85184"/>
                </a:cubicBezTo>
                <a:cubicBezTo>
                  <a:pt x="761024" y="85184"/>
                  <a:pt x="759246" y="84680"/>
                  <a:pt x="757509" y="83672"/>
                </a:cubicBezTo>
                <a:cubicBezTo>
                  <a:pt x="755771" y="82663"/>
                  <a:pt x="754488" y="81221"/>
                  <a:pt x="753658" y="79344"/>
                </a:cubicBezTo>
                <a:cubicBezTo>
                  <a:pt x="752829" y="77465"/>
                  <a:pt x="752414" y="74569"/>
                  <a:pt x="752414" y="70654"/>
                </a:cubicBezTo>
                <a:lnTo>
                  <a:pt x="752414" y="34121"/>
                </a:lnTo>
                <a:lnTo>
                  <a:pt x="743825" y="34121"/>
                </a:lnTo>
                <a:lnTo>
                  <a:pt x="743825" y="32166"/>
                </a:lnTo>
                <a:cubicBezTo>
                  <a:pt x="745997" y="31295"/>
                  <a:pt x="748218" y="29820"/>
                  <a:pt x="750489" y="27740"/>
                </a:cubicBezTo>
                <a:cubicBezTo>
                  <a:pt x="752760" y="25661"/>
                  <a:pt x="754784" y="23195"/>
                  <a:pt x="756561" y="20343"/>
                </a:cubicBezTo>
                <a:cubicBezTo>
                  <a:pt x="757469" y="18838"/>
                  <a:pt x="758733" y="16086"/>
                  <a:pt x="760352" y="12085"/>
                </a:cubicBezTo>
                <a:lnTo>
                  <a:pt x="762189" y="12085"/>
                </a:lnTo>
                <a:close/>
                <a:moveTo>
                  <a:pt x="815142" y="28434"/>
                </a:moveTo>
                <a:lnTo>
                  <a:pt x="815142" y="46798"/>
                </a:lnTo>
                <a:lnTo>
                  <a:pt x="813187" y="46798"/>
                </a:lnTo>
                <a:cubicBezTo>
                  <a:pt x="811686" y="41038"/>
                  <a:pt x="809761" y="37121"/>
                  <a:pt x="807411" y="35045"/>
                </a:cubicBezTo>
                <a:cubicBezTo>
                  <a:pt x="805061" y="32968"/>
                  <a:pt x="802070" y="31929"/>
                  <a:pt x="798437" y="31929"/>
                </a:cubicBezTo>
                <a:cubicBezTo>
                  <a:pt x="795672" y="31929"/>
                  <a:pt x="793441" y="32659"/>
                  <a:pt x="791743" y="34119"/>
                </a:cubicBezTo>
                <a:cubicBezTo>
                  <a:pt x="790045" y="35578"/>
                  <a:pt x="789196" y="37195"/>
                  <a:pt x="789196" y="38971"/>
                </a:cubicBezTo>
                <a:cubicBezTo>
                  <a:pt x="789196" y="41180"/>
                  <a:pt x="789827" y="43073"/>
                  <a:pt x="791091" y="44651"/>
                </a:cubicBezTo>
                <a:cubicBezTo>
                  <a:pt x="792315" y="46269"/>
                  <a:pt x="794803" y="47985"/>
                  <a:pt x="798555" y="49799"/>
                </a:cubicBezTo>
                <a:lnTo>
                  <a:pt x="807204" y="54001"/>
                </a:lnTo>
                <a:cubicBezTo>
                  <a:pt x="815221" y="57906"/>
                  <a:pt x="819229" y="63054"/>
                  <a:pt x="819229" y="69445"/>
                </a:cubicBezTo>
                <a:cubicBezTo>
                  <a:pt x="819229" y="74376"/>
                  <a:pt x="817363" y="78350"/>
                  <a:pt x="813631" y="81369"/>
                </a:cubicBezTo>
                <a:cubicBezTo>
                  <a:pt x="809899" y="84386"/>
                  <a:pt x="805723" y="85895"/>
                  <a:pt x="801102" y="85895"/>
                </a:cubicBezTo>
                <a:cubicBezTo>
                  <a:pt x="797785" y="85895"/>
                  <a:pt x="793994" y="85303"/>
                  <a:pt x="789729" y="84118"/>
                </a:cubicBezTo>
                <a:cubicBezTo>
                  <a:pt x="788425" y="83723"/>
                  <a:pt x="787359" y="83525"/>
                  <a:pt x="786530" y="83525"/>
                </a:cubicBezTo>
                <a:cubicBezTo>
                  <a:pt x="785622" y="83525"/>
                  <a:pt x="784911" y="84039"/>
                  <a:pt x="784397" y="85066"/>
                </a:cubicBezTo>
                <a:lnTo>
                  <a:pt x="782442" y="85066"/>
                </a:lnTo>
                <a:lnTo>
                  <a:pt x="782442" y="65636"/>
                </a:lnTo>
                <a:lnTo>
                  <a:pt x="784397" y="65636"/>
                </a:lnTo>
                <a:cubicBezTo>
                  <a:pt x="785503" y="71184"/>
                  <a:pt x="787616" y="75365"/>
                  <a:pt x="790736" y="78179"/>
                </a:cubicBezTo>
                <a:cubicBezTo>
                  <a:pt x="793856" y="80993"/>
                  <a:pt x="797351" y="82400"/>
                  <a:pt x="801221" y="82400"/>
                </a:cubicBezTo>
                <a:cubicBezTo>
                  <a:pt x="803946" y="82400"/>
                  <a:pt x="806167" y="81601"/>
                  <a:pt x="807885" y="80005"/>
                </a:cubicBezTo>
                <a:cubicBezTo>
                  <a:pt x="809603" y="78406"/>
                  <a:pt x="810462" y="76483"/>
                  <a:pt x="810462" y="74234"/>
                </a:cubicBezTo>
                <a:cubicBezTo>
                  <a:pt x="810462" y="71512"/>
                  <a:pt x="809504" y="69224"/>
                  <a:pt x="807589" y="67370"/>
                </a:cubicBezTo>
                <a:cubicBezTo>
                  <a:pt x="805674" y="65517"/>
                  <a:pt x="801853" y="63170"/>
                  <a:pt x="796126" y="60330"/>
                </a:cubicBezTo>
                <a:cubicBezTo>
                  <a:pt x="790400" y="57489"/>
                  <a:pt x="786648" y="54925"/>
                  <a:pt x="784871" y="52637"/>
                </a:cubicBezTo>
                <a:cubicBezTo>
                  <a:pt x="783094" y="50388"/>
                  <a:pt x="782206" y="47548"/>
                  <a:pt x="782206" y="44116"/>
                </a:cubicBezTo>
                <a:cubicBezTo>
                  <a:pt x="782206" y="39658"/>
                  <a:pt x="783736" y="35930"/>
                  <a:pt x="786796" y="32933"/>
                </a:cubicBezTo>
                <a:cubicBezTo>
                  <a:pt x="789857" y="29934"/>
                  <a:pt x="793816" y="28434"/>
                  <a:pt x="798674" y="28434"/>
                </a:cubicBezTo>
                <a:cubicBezTo>
                  <a:pt x="800806" y="28434"/>
                  <a:pt x="803393" y="28888"/>
                  <a:pt x="806434" y="29797"/>
                </a:cubicBezTo>
                <a:cubicBezTo>
                  <a:pt x="808448" y="30389"/>
                  <a:pt x="809791" y="30685"/>
                  <a:pt x="810462" y="30685"/>
                </a:cubicBezTo>
                <a:cubicBezTo>
                  <a:pt x="811094" y="30685"/>
                  <a:pt x="811588" y="30547"/>
                  <a:pt x="811943" y="30271"/>
                </a:cubicBezTo>
                <a:cubicBezTo>
                  <a:pt x="812298" y="29994"/>
                  <a:pt x="812713" y="29382"/>
                  <a:pt x="813187" y="28434"/>
                </a:cubicBezTo>
                <a:lnTo>
                  <a:pt x="815142" y="28434"/>
                </a:lnTo>
                <a:close/>
                <a:moveTo>
                  <a:pt x="885844" y="110419"/>
                </a:moveTo>
                <a:lnTo>
                  <a:pt x="823111" y="110419"/>
                </a:lnTo>
                <a:lnTo>
                  <a:pt x="823111" y="105503"/>
                </a:lnTo>
                <a:lnTo>
                  <a:pt x="885844" y="105503"/>
                </a:lnTo>
                <a:lnTo>
                  <a:pt x="885844" y="110419"/>
                </a:lnTo>
                <a:close/>
                <a:moveTo>
                  <a:pt x="904839" y="39986"/>
                </a:moveTo>
                <a:cubicBezTo>
                  <a:pt x="908788" y="36036"/>
                  <a:pt x="911118" y="33766"/>
                  <a:pt x="911829" y="33173"/>
                </a:cubicBezTo>
                <a:cubicBezTo>
                  <a:pt x="913606" y="31673"/>
                  <a:pt x="915522" y="30508"/>
                  <a:pt x="917575" y="29678"/>
                </a:cubicBezTo>
                <a:cubicBezTo>
                  <a:pt x="919629" y="28849"/>
                  <a:pt x="921663" y="28434"/>
                  <a:pt x="923677" y="28434"/>
                </a:cubicBezTo>
                <a:cubicBezTo>
                  <a:pt x="927073" y="28434"/>
                  <a:pt x="929995" y="29422"/>
                  <a:pt x="932444" y="31396"/>
                </a:cubicBezTo>
                <a:cubicBezTo>
                  <a:pt x="934892" y="33371"/>
                  <a:pt x="936531" y="36234"/>
                  <a:pt x="937361" y="39986"/>
                </a:cubicBezTo>
                <a:cubicBezTo>
                  <a:pt x="941428" y="35247"/>
                  <a:pt x="944864" y="32137"/>
                  <a:pt x="947668" y="30656"/>
                </a:cubicBezTo>
                <a:cubicBezTo>
                  <a:pt x="950472" y="29175"/>
                  <a:pt x="953355" y="28434"/>
                  <a:pt x="956317" y="28434"/>
                </a:cubicBezTo>
                <a:cubicBezTo>
                  <a:pt x="959200" y="28434"/>
                  <a:pt x="961757" y="29173"/>
                  <a:pt x="963988" y="30652"/>
                </a:cubicBezTo>
                <a:cubicBezTo>
                  <a:pt x="966219" y="32129"/>
                  <a:pt x="967987" y="34542"/>
                  <a:pt x="969290" y="37892"/>
                </a:cubicBezTo>
                <a:cubicBezTo>
                  <a:pt x="970159" y="40177"/>
                  <a:pt x="970593" y="43763"/>
                  <a:pt x="970593" y="48649"/>
                </a:cubicBezTo>
                <a:lnTo>
                  <a:pt x="970593" y="71937"/>
                </a:lnTo>
                <a:cubicBezTo>
                  <a:pt x="970593" y="75326"/>
                  <a:pt x="970850" y="77651"/>
                  <a:pt x="971363" y="78912"/>
                </a:cubicBezTo>
                <a:cubicBezTo>
                  <a:pt x="971758" y="79779"/>
                  <a:pt x="972489" y="80517"/>
                  <a:pt x="973555" y="81128"/>
                </a:cubicBezTo>
                <a:cubicBezTo>
                  <a:pt x="974621" y="81739"/>
                  <a:pt x="976359" y="82045"/>
                  <a:pt x="978768" y="82045"/>
                </a:cubicBezTo>
                <a:lnTo>
                  <a:pt x="978768" y="84236"/>
                </a:lnTo>
                <a:lnTo>
                  <a:pt x="951992" y="84236"/>
                </a:lnTo>
                <a:lnTo>
                  <a:pt x="951992" y="82045"/>
                </a:lnTo>
                <a:lnTo>
                  <a:pt x="953118" y="82045"/>
                </a:lnTo>
                <a:cubicBezTo>
                  <a:pt x="955448" y="82045"/>
                  <a:pt x="957265" y="81593"/>
                  <a:pt x="958568" y="80689"/>
                </a:cubicBezTo>
                <a:cubicBezTo>
                  <a:pt x="959476" y="80060"/>
                  <a:pt x="960128" y="79058"/>
                  <a:pt x="960523" y="77683"/>
                </a:cubicBezTo>
                <a:cubicBezTo>
                  <a:pt x="960681" y="77015"/>
                  <a:pt x="960760" y="75110"/>
                  <a:pt x="960760" y="71967"/>
                </a:cubicBezTo>
                <a:lnTo>
                  <a:pt x="960760" y="48745"/>
                </a:lnTo>
                <a:cubicBezTo>
                  <a:pt x="960760" y="44345"/>
                  <a:pt x="960226" y="41241"/>
                  <a:pt x="959160" y="39434"/>
                </a:cubicBezTo>
                <a:cubicBezTo>
                  <a:pt x="957620" y="36919"/>
                  <a:pt x="955152" y="35661"/>
                  <a:pt x="951755" y="35661"/>
                </a:cubicBezTo>
                <a:cubicBezTo>
                  <a:pt x="949662" y="35661"/>
                  <a:pt x="947559" y="36182"/>
                  <a:pt x="945447" y="37224"/>
                </a:cubicBezTo>
                <a:cubicBezTo>
                  <a:pt x="943334" y="38264"/>
                  <a:pt x="940777" y="40199"/>
                  <a:pt x="937775" y="43029"/>
                </a:cubicBezTo>
                <a:lnTo>
                  <a:pt x="937657" y="43677"/>
                </a:lnTo>
                <a:lnTo>
                  <a:pt x="937775" y="46211"/>
                </a:lnTo>
                <a:lnTo>
                  <a:pt x="937775" y="71967"/>
                </a:lnTo>
                <a:cubicBezTo>
                  <a:pt x="937775" y="75660"/>
                  <a:pt x="937983" y="77959"/>
                  <a:pt x="938397" y="78862"/>
                </a:cubicBezTo>
                <a:cubicBezTo>
                  <a:pt x="938812" y="79766"/>
                  <a:pt x="939592" y="80522"/>
                  <a:pt x="940737" y="81132"/>
                </a:cubicBezTo>
                <a:cubicBezTo>
                  <a:pt x="941882" y="81740"/>
                  <a:pt x="943837" y="82045"/>
                  <a:pt x="946602" y="82045"/>
                </a:cubicBezTo>
                <a:lnTo>
                  <a:pt x="946602" y="84236"/>
                </a:lnTo>
                <a:lnTo>
                  <a:pt x="919175" y="84236"/>
                </a:lnTo>
                <a:lnTo>
                  <a:pt x="919175" y="82045"/>
                </a:lnTo>
                <a:cubicBezTo>
                  <a:pt x="922176" y="82045"/>
                  <a:pt x="924239" y="81691"/>
                  <a:pt x="925365" y="80984"/>
                </a:cubicBezTo>
                <a:cubicBezTo>
                  <a:pt x="926490" y="80277"/>
                  <a:pt x="927270" y="79216"/>
                  <a:pt x="927705" y="77802"/>
                </a:cubicBezTo>
                <a:cubicBezTo>
                  <a:pt x="927902" y="77133"/>
                  <a:pt x="928001" y="75188"/>
                  <a:pt x="928001" y="71967"/>
                </a:cubicBezTo>
                <a:lnTo>
                  <a:pt x="928001" y="48745"/>
                </a:lnTo>
                <a:cubicBezTo>
                  <a:pt x="928001" y="44345"/>
                  <a:pt x="927349" y="41181"/>
                  <a:pt x="926046" y="39256"/>
                </a:cubicBezTo>
                <a:cubicBezTo>
                  <a:pt x="924308" y="36741"/>
                  <a:pt x="921880" y="35484"/>
                  <a:pt x="918760" y="35484"/>
                </a:cubicBezTo>
                <a:cubicBezTo>
                  <a:pt x="916627" y="35484"/>
                  <a:pt x="914514" y="36053"/>
                  <a:pt x="912421" y="37192"/>
                </a:cubicBezTo>
                <a:cubicBezTo>
                  <a:pt x="909144" y="38921"/>
                  <a:pt x="906616" y="40866"/>
                  <a:pt x="904839" y="43027"/>
                </a:cubicBezTo>
                <a:lnTo>
                  <a:pt x="904839" y="71967"/>
                </a:lnTo>
                <a:cubicBezTo>
                  <a:pt x="904839" y="75502"/>
                  <a:pt x="905086" y="77801"/>
                  <a:pt x="905579" y="78862"/>
                </a:cubicBezTo>
                <a:cubicBezTo>
                  <a:pt x="906073" y="79922"/>
                  <a:pt x="906804" y="80718"/>
                  <a:pt x="907771" y="81249"/>
                </a:cubicBezTo>
                <a:cubicBezTo>
                  <a:pt x="908739" y="81779"/>
                  <a:pt x="910704" y="82045"/>
                  <a:pt x="913665" y="82045"/>
                </a:cubicBezTo>
                <a:lnTo>
                  <a:pt x="913665" y="84236"/>
                </a:lnTo>
                <a:lnTo>
                  <a:pt x="886831" y="84236"/>
                </a:lnTo>
                <a:lnTo>
                  <a:pt x="886831" y="82045"/>
                </a:lnTo>
                <a:cubicBezTo>
                  <a:pt x="889319" y="82045"/>
                  <a:pt x="891056" y="81779"/>
                  <a:pt x="892044" y="81247"/>
                </a:cubicBezTo>
                <a:cubicBezTo>
                  <a:pt x="893031" y="80715"/>
                  <a:pt x="893781" y="79868"/>
                  <a:pt x="894295" y="78705"/>
                </a:cubicBezTo>
                <a:cubicBezTo>
                  <a:pt x="894808" y="77542"/>
                  <a:pt x="895065" y="75286"/>
                  <a:pt x="895065" y="71937"/>
                </a:cubicBezTo>
                <a:lnTo>
                  <a:pt x="895065" y="51250"/>
                </a:lnTo>
                <a:cubicBezTo>
                  <a:pt x="895065" y="45299"/>
                  <a:pt x="894887" y="41457"/>
                  <a:pt x="894532" y="39725"/>
                </a:cubicBezTo>
                <a:cubicBezTo>
                  <a:pt x="894255" y="38424"/>
                  <a:pt x="893821" y="37527"/>
                  <a:pt x="893228" y="37035"/>
                </a:cubicBezTo>
                <a:cubicBezTo>
                  <a:pt x="892636" y="36542"/>
                  <a:pt x="891826" y="36296"/>
                  <a:pt x="890800" y="36296"/>
                </a:cubicBezTo>
                <a:cubicBezTo>
                  <a:pt x="889694" y="36296"/>
                  <a:pt x="888371" y="36592"/>
                  <a:pt x="886831" y="37183"/>
                </a:cubicBezTo>
                <a:lnTo>
                  <a:pt x="885942" y="35054"/>
                </a:lnTo>
                <a:lnTo>
                  <a:pt x="902292" y="28434"/>
                </a:lnTo>
                <a:lnTo>
                  <a:pt x="904839" y="28434"/>
                </a:lnTo>
                <a:lnTo>
                  <a:pt x="904839" y="39986"/>
                </a:lnTo>
                <a:close/>
                <a:moveTo>
                  <a:pt x="1013894" y="76417"/>
                </a:moveTo>
                <a:cubicBezTo>
                  <a:pt x="1008326" y="80722"/>
                  <a:pt x="1004831" y="83210"/>
                  <a:pt x="1003409" y="83881"/>
                </a:cubicBezTo>
                <a:cubicBezTo>
                  <a:pt x="1001277" y="84908"/>
                  <a:pt x="999006" y="85421"/>
                  <a:pt x="996597" y="85421"/>
                </a:cubicBezTo>
                <a:cubicBezTo>
                  <a:pt x="992845" y="85421"/>
                  <a:pt x="989755" y="84138"/>
                  <a:pt x="987326" y="81571"/>
                </a:cubicBezTo>
                <a:cubicBezTo>
                  <a:pt x="984897" y="79004"/>
                  <a:pt x="983683" y="75627"/>
                  <a:pt x="983683" y="71441"/>
                </a:cubicBezTo>
                <a:cubicBezTo>
                  <a:pt x="983683" y="68795"/>
                  <a:pt x="984275" y="66504"/>
                  <a:pt x="985460" y="64569"/>
                </a:cubicBezTo>
                <a:cubicBezTo>
                  <a:pt x="987079" y="61884"/>
                  <a:pt x="989893" y="59356"/>
                  <a:pt x="993901" y="56987"/>
                </a:cubicBezTo>
                <a:cubicBezTo>
                  <a:pt x="997910" y="54617"/>
                  <a:pt x="1004574" y="51734"/>
                  <a:pt x="1013894" y="48338"/>
                </a:cubicBezTo>
                <a:lnTo>
                  <a:pt x="1013894" y="46206"/>
                </a:lnTo>
                <a:cubicBezTo>
                  <a:pt x="1013894" y="40795"/>
                  <a:pt x="1013035" y="37083"/>
                  <a:pt x="1011317" y="35069"/>
                </a:cubicBezTo>
                <a:cubicBezTo>
                  <a:pt x="1009599" y="33055"/>
                  <a:pt x="1007102" y="32048"/>
                  <a:pt x="1003824" y="32048"/>
                </a:cubicBezTo>
                <a:cubicBezTo>
                  <a:pt x="1001336" y="32048"/>
                  <a:pt x="999361" y="32717"/>
                  <a:pt x="997900" y="34054"/>
                </a:cubicBezTo>
                <a:cubicBezTo>
                  <a:pt x="996399" y="35392"/>
                  <a:pt x="995649" y="36927"/>
                  <a:pt x="995649" y="38658"/>
                </a:cubicBezTo>
                <a:lnTo>
                  <a:pt x="995767" y="42081"/>
                </a:lnTo>
                <a:cubicBezTo>
                  <a:pt x="995767" y="43890"/>
                  <a:pt x="995303" y="45287"/>
                  <a:pt x="994375" y="46270"/>
                </a:cubicBezTo>
                <a:cubicBezTo>
                  <a:pt x="993447" y="47254"/>
                  <a:pt x="992233" y="47746"/>
                  <a:pt x="990732" y="47746"/>
                </a:cubicBezTo>
                <a:cubicBezTo>
                  <a:pt x="989271" y="47746"/>
                  <a:pt x="988076" y="47234"/>
                  <a:pt x="987148" y="46211"/>
                </a:cubicBezTo>
                <a:cubicBezTo>
                  <a:pt x="986220" y="45187"/>
                  <a:pt x="985756" y="43789"/>
                  <a:pt x="985756" y="42016"/>
                </a:cubicBezTo>
                <a:cubicBezTo>
                  <a:pt x="985756" y="38631"/>
                  <a:pt x="987494" y="35521"/>
                  <a:pt x="990969" y="32686"/>
                </a:cubicBezTo>
                <a:cubicBezTo>
                  <a:pt x="994444" y="29852"/>
                  <a:pt x="999322" y="28434"/>
                  <a:pt x="1005601" y="28434"/>
                </a:cubicBezTo>
                <a:cubicBezTo>
                  <a:pt x="1010419" y="28434"/>
                  <a:pt x="1014368" y="29243"/>
                  <a:pt x="1017449" y="30859"/>
                </a:cubicBezTo>
                <a:cubicBezTo>
                  <a:pt x="1019779" y="32082"/>
                  <a:pt x="1021496" y="33996"/>
                  <a:pt x="1022602" y="36600"/>
                </a:cubicBezTo>
                <a:cubicBezTo>
                  <a:pt x="1023313" y="38295"/>
                  <a:pt x="1023668" y="41766"/>
                  <a:pt x="1023668" y="47013"/>
                </a:cubicBezTo>
                <a:lnTo>
                  <a:pt x="1023668" y="65413"/>
                </a:lnTo>
                <a:cubicBezTo>
                  <a:pt x="1023668" y="70581"/>
                  <a:pt x="1023767" y="73746"/>
                  <a:pt x="1023965" y="74910"/>
                </a:cubicBezTo>
                <a:cubicBezTo>
                  <a:pt x="1024162" y="76074"/>
                  <a:pt x="1024488" y="76853"/>
                  <a:pt x="1024942" y="77248"/>
                </a:cubicBezTo>
                <a:cubicBezTo>
                  <a:pt x="1025396" y="77642"/>
                  <a:pt x="1025920" y="77839"/>
                  <a:pt x="1026512" y="77839"/>
                </a:cubicBezTo>
                <a:cubicBezTo>
                  <a:pt x="1027144" y="77839"/>
                  <a:pt x="1027697" y="77700"/>
                  <a:pt x="1028171" y="77424"/>
                </a:cubicBezTo>
                <a:cubicBezTo>
                  <a:pt x="1029000" y="76911"/>
                  <a:pt x="1030599" y="75469"/>
                  <a:pt x="1032969" y="73100"/>
                </a:cubicBezTo>
                <a:lnTo>
                  <a:pt x="1032969" y="76417"/>
                </a:lnTo>
                <a:cubicBezTo>
                  <a:pt x="1028546" y="82341"/>
                  <a:pt x="1024320" y="85303"/>
                  <a:pt x="1020292" y="85303"/>
                </a:cubicBezTo>
                <a:cubicBezTo>
                  <a:pt x="1018357" y="85303"/>
                  <a:pt x="1016817" y="84631"/>
                  <a:pt x="1015671" y="83289"/>
                </a:cubicBezTo>
                <a:cubicBezTo>
                  <a:pt x="1014526" y="81946"/>
                  <a:pt x="1013934" y="79655"/>
                  <a:pt x="1013894" y="76417"/>
                </a:cubicBezTo>
                <a:moveTo>
                  <a:pt x="1013894" y="72533"/>
                </a:moveTo>
                <a:lnTo>
                  <a:pt x="1013894" y="51952"/>
                </a:lnTo>
                <a:cubicBezTo>
                  <a:pt x="1007931" y="54310"/>
                  <a:pt x="1004080" y="55981"/>
                  <a:pt x="1002343" y="56965"/>
                </a:cubicBezTo>
                <a:cubicBezTo>
                  <a:pt x="999223" y="58695"/>
                  <a:pt x="996992" y="60504"/>
                  <a:pt x="995649" y="62390"/>
                </a:cubicBezTo>
                <a:cubicBezTo>
                  <a:pt x="994306" y="64277"/>
                  <a:pt x="993635" y="66342"/>
                  <a:pt x="993635" y="68583"/>
                </a:cubicBezTo>
                <a:cubicBezTo>
                  <a:pt x="993635" y="71414"/>
                  <a:pt x="994484" y="73763"/>
                  <a:pt x="996182" y="75630"/>
                </a:cubicBezTo>
                <a:cubicBezTo>
                  <a:pt x="997880" y="77497"/>
                  <a:pt x="999835" y="78431"/>
                  <a:pt x="1002047" y="78431"/>
                </a:cubicBezTo>
                <a:cubicBezTo>
                  <a:pt x="1005048" y="78431"/>
                  <a:pt x="1008997" y="76465"/>
                  <a:pt x="1013894" y="72533"/>
                </a:cubicBezTo>
                <a:close/>
                <a:moveTo>
                  <a:pt x="1033506" y="35311"/>
                </a:moveTo>
                <a:lnTo>
                  <a:pt x="1050211" y="28553"/>
                </a:lnTo>
                <a:lnTo>
                  <a:pt x="1052462" y="28553"/>
                </a:lnTo>
                <a:lnTo>
                  <a:pt x="1052462" y="41230"/>
                </a:lnTo>
                <a:cubicBezTo>
                  <a:pt x="1055266" y="36451"/>
                  <a:pt x="1058080" y="33124"/>
                  <a:pt x="1060903" y="31248"/>
                </a:cubicBezTo>
                <a:cubicBezTo>
                  <a:pt x="1063727" y="29372"/>
                  <a:pt x="1066699" y="28434"/>
                  <a:pt x="1069819" y="28434"/>
                </a:cubicBezTo>
                <a:cubicBezTo>
                  <a:pt x="1075268" y="28434"/>
                  <a:pt x="1079810" y="30564"/>
                  <a:pt x="1083443" y="34824"/>
                </a:cubicBezTo>
                <a:cubicBezTo>
                  <a:pt x="1087906" y="40032"/>
                  <a:pt x="1090137" y="46818"/>
                  <a:pt x="1090137" y="55182"/>
                </a:cubicBezTo>
                <a:cubicBezTo>
                  <a:pt x="1090137" y="64532"/>
                  <a:pt x="1087452" y="72264"/>
                  <a:pt x="1082081" y="78379"/>
                </a:cubicBezTo>
                <a:cubicBezTo>
                  <a:pt x="1077658" y="83390"/>
                  <a:pt x="1072089" y="85895"/>
                  <a:pt x="1065376" y="85895"/>
                </a:cubicBezTo>
                <a:cubicBezTo>
                  <a:pt x="1062453" y="85895"/>
                  <a:pt x="1059926" y="85480"/>
                  <a:pt x="1057793" y="84651"/>
                </a:cubicBezTo>
                <a:cubicBezTo>
                  <a:pt x="1056214" y="84059"/>
                  <a:pt x="1054436" y="82874"/>
                  <a:pt x="1052462" y="81097"/>
                </a:cubicBezTo>
                <a:lnTo>
                  <a:pt x="1052462" y="97624"/>
                </a:lnTo>
                <a:cubicBezTo>
                  <a:pt x="1052462" y="101336"/>
                  <a:pt x="1052689" y="103696"/>
                  <a:pt x="1053143" y="104703"/>
                </a:cubicBezTo>
                <a:cubicBezTo>
                  <a:pt x="1053597" y="105710"/>
                  <a:pt x="1054387" y="106510"/>
                  <a:pt x="1055513" y="107102"/>
                </a:cubicBezTo>
                <a:cubicBezTo>
                  <a:pt x="1056638" y="107695"/>
                  <a:pt x="1058682" y="107991"/>
                  <a:pt x="1061644" y="107991"/>
                </a:cubicBezTo>
                <a:lnTo>
                  <a:pt x="1061644" y="110183"/>
                </a:lnTo>
                <a:lnTo>
                  <a:pt x="1033210" y="110183"/>
                </a:lnTo>
                <a:lnTo>
                  <a:pt x="1033210" y="107991"/>
                </a:lnTo>
                <a:lnTo>
                  <a:pt x="1034690" y="107991"/>
                </a:lnTo>
                <a:cubicBezTo>
                  <a:pt x="1036863" y="108030"/>
                  <a:pt x="1038719" y="107615"/>
                  <a:pt x="1040259" y="106745"/>
                </a:cubicBezTo>
                <a:cubicBezTo>
                  <a:pt x="1041009" y="106310"/>
                  <a:pt x="1041592" y="105609"/>
                  <a:pt x="1042006" y="104640"/>
                </a:cubicBezTo>
                <a:cubicBezTo>
                  <a:pt x="1042421" y="103673"/>
                  <a:pt x="1042628" y="101213"/>
                  <a:pt x="1042628" y="97261"/>
                </a:cubicBezTo>
                <a:lnTo>
                  <a:pt x="1042628" y="45922"/>
                </a:lnTo>
                <a:cubicBezTo>
                  <a:pt x="1042628" y="42405"/>
                  <a:pt x="1042470" y="40173"/>
                  <a:pt x="1042154" y="39225"/>
                </a:cubicBezTo>
                <a:cubicBezTo>
                  <a:pt x="1041839" y="38276"/>
                  <a:pt x="1041335" y="37564"/>
                  <a:pt x="1040644" y="37090"/>
                </a:cubicBezTo>
                <a:cubicBezTo>
                  <a:pt x="1039953" y="36615"/>
                  <a:pt x="1039015" y="36378"/>
                  <a:pt x="1037830" y="36378"/>
                </a:cubicBezTo>
                <a:cubicBezTo>
                  <a:pt x="1036882" y="36378"/>
                  <a:pt x="1035678" y="36654"/>
                  <a:pt x="1034217" y="37207"/>
                </a:cubicBezTo>
                <a:lnTo>
                  <a:pt x="1033506" y="35311"/>
                </a:lnTo>
                <a:moveTo>
                  <a:pt x="1052462" y="44832"/>
                </a:moveTo>
                <a:lnTo>
                  <a:pt x="1052462" y="65065"/>
                </a:lnTo>
                <a:cubicBezTo>
                  <a:pt x="1052462" y="69444"/>
                  <a:pt x="1052640" y="72323"/>
                  <a:pt x="1052995" y="73703"/>
                </a:cubicBezTo>
                <a:cubicBezTo>
                  <a:pt x="1053548" y="75991"/>
                  <a:pt x="1054900" y="78003"/>
                  <a:pt x="1057053" y="79738"/>
                </a:cubicBezTo>
                <a:cubicBezTo>
                  <a:pt x="1059205" y="81473"/>
                  <a:pt x="1061920" y="82341"/>
                  <a:pt x="1065198" y="82341"/>
                </a:cubicBezTo>
                <a:cubicBezTo>
                  <a:pt x="1069147" y="82341"/>
                  <a:pt x="1072346" y="80802"/>
                  <a:pt x="1074795" y="77726"/>
                </a:cubicBezTo>
                <a:cubicBezTo>
                  <a:pt x="1077993" y="73704"/>
                  <a:pt x="1079593" y="68044"/>
                  <a:pt x="1079593" y="60747"/>
                </a:cubicBezTo>
                <a:cubicBezTo>
                  <a:pt x="1079593" y="52464"/>
                  <a:pt x="1077776" y="46095"/>
                  <a:pt x="1074143" y="41639"/>
                </a:cubicBezTo>
                <a:cubicBezTo>
                  <a:pt x="1071615" y="38562"/>
                  <a:pt x="1068614" y="37024"/>
                  <a:pt x="1065139" y="37024"/>
                </a:cubicBezTo>
                <a:cubicBezTo>
                  <a:pt x="1063243" y="37024"/>
                  <a:pt x="1061367" y="37497"/>
                  <a:pt x="1059511" y="38444"/>
                </a:cubicBezTo>
                <a:cubicBezTo>
                  <a:pt x="1058089" y="39153"/>
                  <a:pt x="1055740" y="41283"/>
                  <a:pt x="1052462" y="448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[method]inputs_map">
            <a:extLst xmlns:a="http://schemas.openxmlformats.org/drawingml/2006/main">
              <a:ext uri="{FF2B5EF4-FFF2-40B4-BE49-F238E27FC236}">
                <a16:creationId xmlns:a16="http://schemas.microsoft.com/office/drawing/2014/main" id="{E5C907E5-58DD-47D2-8C04-F9F8D9E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262" y="2299056"/>
            <a:ext cx="1029417" cy="110419"/>
          </a:xfrm>
          <a:custGeom xmlns:a="http://schemas.openxmlformats.org/drawingml/2006/main">
            <a:pathLst>
              <a:path w="1029417" h="110419">
                <a:moveTo>
                  <a:pt x="26065" y="108287"/>
                </a:moveTo>
                <a:lnTo>
                  <a:pt x="0" y="108287"/>
                </a:lnTo>
                <a:lnTo>
                  <a:pt x="0" y="2014"/>
                </a:lnTo>
                <a:lnTo>
                  <a:pt x="26065" y="2014"/>
                </a:lnTo>
                <a:lnTo>
                  <a:pt x="26065" y="6694"/>
                </a:lnTo>
                <a:lnTo>
                  <a:pt x="8886" y="6694"/>
                </a:lnTo>
                <a:lnTo>
                  <a:pt x="8886" y="103726"/>
                </a:lnTo>
                <a:lnTo>
                  <a:pt x="26065" y="103726"/>
                </a:lnTo>
                <a:lnTo>
                  <a:pt x="26065" y="108287"/>
                </a:lnTo>
                <a:close/>
                <a:moveTo>
                  <a:pt x="50133" y="39986"/>
                </a:moveTo>
                <a:cubicBezTo>
                  <a:pt x="54082" y="36036"/>
                  <a:pt x="56412" y="33766"/>
                  <a:pt x="57123" y="33173"/>
                </a:cubicBezTo>
                <a:cubicBezTo>
                  <a:pt x="58900" y="31673"/>
                  <a:pt x="60816" y="30508"/>
                  <a:pt x="62869" y="29678"/>
                </a:cubicBezTo>
                <a:cubicBezTo>
                  <a:pt x="64923" y="28849"/>
                  <a:pt x="66957" y="28434"/>
                  <a:pt x="68971" y="28434"/>
                </a:cubicBezTo>
                <a:cubicBezTo>
                  <a:pt x="72367" y="28434"/>
                  <a:pt x="75290" y="29422"/>
                  <a:pt x="77738" y="31396"/>
                </a:cubicBezTo>
                <a:cubicBezTo>
                  <a:pt x="80187" y="33371"/>
                  <a:pt x="81826" y="36234"/>
                  <a:pt x="82655" y="39986"/>
                </a:cubicBezTo>
                <a:cubicBezTo>
                  <a:pt x="86723" y="35247"/>
                  <a:pt x="90158" y="32137"/>
                  <a:pt x="92962" y="30656"/>
                </a:cubicBezTo>
                <a:cubicBezTo>
                  <a:pt x="95766" y="29175"/>
                  <a:pt x="98649" y="28434"/>
                  <a:pt x="101611" y="28434"/>
                </a:cubicBezTo>
                <a:cubicBezTo>
                  <a:pt x="104494" y="28434"/>
                  <a:pt x="107051" y="29173"/>
                  <a:pt x="109282" y="30652"/>
                </a:cubicBezTo>
                <a:cubicBezTo>
                  <a:pt x="111514" y="32129"/>
                  <a:pt x="113281" y="34542"/>
                  <a:pt x="114584" y="37892"/>
                </a:cubicBezTo>
                <a:cubicBezTo>
                  <a:pt x="115453" y="40177"/>
                  <a:pt x="115887" y="43763"/>
                  <a:pt x="115887" y="48649"/>
                </a:cubicBezTo>
                <a:lnTo>
                  <a:pt x="115887" y="71937"/>
                </a:lnTo>
                <a:cubicBezTo>
                  <a:pt x="115887" y="75326"/>
                  <a:pt x="116144" y="77651"/>
                  <a:pt x="116657" y="78912"/>
                </a:cubicBezTo>
                <a:cubicBezTo>
                  <a:pt x="117052" y="79779"/>
                  <a:pt x="117783" y="80517"/>
                  <a:pt x="118849" y="81128"/>
                </a:cubicBezTo>
                <a:cubicBezTo>
                  <a:pt x="119916" y="81739"/>
                  <a:pt x="121653" y="82045"/>
                  <a:pt x="124062" y="82045"/>
                </a:cubicBezTo>
                <a:lnTo>
                  <a:pt x="124062" y="84236"/>
                </a:lnTo>
                <a:lnTo>
                  <a:pt x="97287" y="84236"/>
                </a:lnTo>
                <a:lnTo>
                  <a:pt x="97287" y="82045"/>
                </a:lnTo>
                <a:lnTo>
                  <a:pt x="98412" y="82045"/>
                </a:lnTo>
                <a:cubicBezTo>
                  <a:pt x="100742" y="82045"/>
                  <a:pt x="102559" y="81593"/>
                  <a:pt x="103862" y="80689"/>
                </a:cubicBezTo>
                <a:cubicBezTo>
                  <a:pt x="104770" y="80060"/>
                  <a:pt x="105422" y="79058"/>
                  <a:pt x="105817" y="77683"/>
                </a:cubicBezTo>
                <a:cubicBezTo>
                  <a:pt x="105975" y="77015"/>
                  <a:pt x="106054" y="75110"/>
                  <a:pt x="106054" y="71967"/>
                </a:cubicBezTo>
                <a:lnTo>
                  <a:pt x="106054" y="48745"/>
                </a:lnTo>
                <a:cubicBezTo>
                  <a:pt x="106054" y="44345"/>
                  <a:pt x="105521" y="41241"/>
                  <a:pt x="104454" y="39434"/>
                </a:cubicBezTo>
                <a:cubicBezTo>
                  <a:pt x="102914" y="36919"/>
                  <a:pt x="100446" y="35661"/>
                  <a:pt x="97050" y="35661"/>
                </a:cubicBezTo>
                <a:cubicBezTo>
                  <a:pt x="94957" y="35661"/>
                  <a:pt x="92854" y="36182"/>
                  <a:pt x="90741" y="37224"/>
                </a:cubicBezTo>
                <a:cubicBezTo>
                  <a:pt x="88628" y="38264"/>
                  <a:pt x="86071" y="40199"/>
                  <a:pt x="83070" y="43029"/>
                </a:cubicBezTo>
                <a:lnTo>
                  <a:pt x="82951" y="43677"/>
                </a:lnTo>
                <a:lnTo>
                  <a:pt x="83070" y="46211"/>
                </a:lnTo>
                <a:lnTo>
                  <a:pt x="83070" y="71967"/>
                </a:lnTo>
                <a:cubicBezTo>
                  <a:pt x="83070" y="75660"/>
                  <a:pt x="83277" y="77959"/>
                  <a:pt x="83692" y="78862"/>
                </a:cubicBezTo>
                <a:cubicBezTo>
                  <a:pt x="84106" y="79766"/>
                  <a:pt x="84886" y="80522"/>
                  <a:pt x="86031" y="81132"/>
                </a:cubicBezTo>
                <a:cubicBezTo>
                  <a:pt x="87177" y="81740"/>
                  <a:pt x="89132" y="82045"/>
                  <a:pt x="91896" y="82045"/>
                </a:cubicBezTo>
                <a:lnTo>
                  <a:pt x="91896" y="84236"/>
                </a:lnTo>
                <a:lnTo>
                  <a:pt x="64469" y="84236"/>
                </a:lnTo>
                <a:lnTo>
                  <a:pt x="64469" y="82045"/>
                </a:lnTo>
                <a:cubicBezTo>
                  <a:pt x="67470" y="82045"/>
                  <a:pt x="69534" y="81691"/>
                  <a:pt x="70659" y="80984"/>
                </a:cubicBezTo>
                <a:cubicBezTo>
                  <a:pt x="71785" y="80277"/>
                  <a:pt x="72565" y="79216"/>
                  <a:pt x="72999" y="77802"/>
                </a:cubicBezTo>
                <a:cubicBezTo>
                  <a:pt x="73197" y="77133"/>
                  <a:pt x="73295" y="75188"/>
                  <a:pt x="73295" y="71967"/>
                </a:cubicBezTo>
                <a:lnTo>
                  <a:pt x="73295" y="48745"/>
                </a:lnTo>
                <a:cubicBezTo>
                  <a:pt x="73295" y="44345"/>
                  <a:pt x="72644" y="41181"/>
                  <a:pt x="71340" y="39256"/>
                </a:cubicBezTo>
                <a:cubicBezTo>
                  <a:pt x="69603" y="36741"/>
                  <a:pt x="67174" y="35484"/>
                  <a:pt x="64054" y="35484"/>
                </a:cubicBezTo>
                <a:cubicBezTo>
                  <a:pt x="61922" y="35484"/>
                  <a:pt x="59809" y="36053"/>
                  <a:pt x="57716" y="37192"/>
                </a:cubicBezTo>
                <a:cubicBezTo>
                  <a:pt x="54438" y="38921"/>
                  <a:pt x="51910" y="40866"/>
                  <a:pt x="50133" y="43027"/>
                </a:cubicBezTo>
                <a:lnTo>
                  <a:pt x="50133" y="71967"/>
                </a:lnTo>
                <a:cubicBezTo>
                  <a:pt x="50133" y="75502"/>
                  <a:pt x="50380" y="77801"/>
                  <a:pt x="50874" y="78862"/>
                </a:cubicBezTo>
                <a:cubicBezTo>
                  <a:pt x="51367" y="79922"/>
                  <a:pt x="52098" y="80718"/>
                  <a:pt x="53066" y="81249"/>
                </a:cubicBezTo>
                <a:cubicBezTo>
                  <a:pt x="54033" y="81779"/>
                  <a:pt x="55998" y="82045"/>
                  <a:pt x="58960" y="82045"/>
                </a:cubicBezTo>
                <a:lnTo>
                  <a:pt x="58960" y="84236"/>
                </a:lnTo>
                <a:lnTo>
                  <a:pt x="32125" y="84236"/>
                </a:lnTo>
                <a:lnTo>
                  <a:pt x="32125" y="82045"/>
                </a:lnTo>
                <a:cubicBezTo>
                  <a:pt x="34613" y="82045"/>
                  <a:pt x="36351" y="81779"/>
                  <a:pt x="37338" y="81247"/>
                </a:cubicBezTo>
                <a:cubicBezTo>
                  <a:pt x="38325" y="80715"/>
                  <a:pt x="39076" y="79868"/>
                  <a:pt x="39589" y="78705"/>
                </a:cubicBezTo>
                <a:cubicBezTo>
                  <a:pt x="40102" y="77542"/>
                  <a:pt x="40359" y="75286"/>
                  <a:pt x="40359" y="71937"/>
                </a:cubicBezTo>
                <a:lnTo>
                  <a:pt x="40359" y="51250"/>
                </a:lnTo>
                <a:cubicBezTo>
                  <a:pt x="40359" y="45299"/>
                  <a:pt x="40181" y="41457"/>
                  <a:pt x="39826" y="39725"/>
                </a:cubicBezTo>
                <a:cubicBezTo>
                  <a:pt x="39549" y="38424"/>
                  <a:pt x="39115" y="37527"/>
                  <a:pt x="38523" y="37035"/>
                </a:cubicBezTo>
                <a:cubicBezTo>
                  <a:pt x="37930" y="36542"/>
                  <a:pt x="37121" y="36296"/>
                  <a:pt x="36094" y="36296"/>
                </a:cubicBezTo>
                <a:cubicBezTo>
                  <a:pt x="34988" y="36296"/>
                  <a:pt x="33665" y="36592"/>
                  <a:pt x="32125" y="37183"/>
                </a:cubicBezTo>
                <a:lnTo>
                  <a:pt x="31236" y="35054"/>
                </a:lnTo>
                <a:lnTo>
                  <a:pt x="47586" y="28434"/>
                </a:lnTo>
                <a:lnTo>
                  <a:pt x="50133" y="28434"/>
                </a:lnTo>
                <a:lnTo>
                  <a:pt x="50133" y="39986"/>
                </a:lnTo>
                <a:close/>
                <a:moveTo>
                  <a:pt x="137675" y="50471"/>
                </a:moveTo>
                <a:cubicBezTo>
                  <a:pt x="137636" y="58509"/>
                  <a:pt x="139590" y="64813"/>
                  <a:pt x="143540" y="69384"/>
                </a:cubicBezTo>
                <a:cubicBezTo>
                  <a:pt x="147489" y="73954"/>
                  <a:pt x="152129" y="76239"/>
                  <a:pt x="157460" y="76239"/>
                </a:cubicBezTo>
                <a:cubicBezTo>
                  <a:pt x="161015" y="76239"/>
                  <a:pt x="164105" y="75262"/>
                  <a:pt x="166731" y="73307"/>
                </a:cubicBezTo>
                <a:cubicBezTo>
                  <a:pt x="169357" y="71352"/>
                  <a:pt x="171559" y="68005"/>
                  <a:pt x="173336" y="63266"/>
                </a:cubicBezTo>
                <a:lnTo>
                  <a:pt x="175173" y="64451"/>
                </a:lnTo>
                <a:cubicBezTo>
                  <a:pt x="174343" y="69861"/>
                  <a:pt x="171934" y="74788"/>
                  <a:pt x="167946" y="79231"/>
                </a:cubicBezTo>
                <a:cubicBezTo>
                  <a:pt x="163957" y="83674"/>
                  <a:pt x="158961" y="85895"/>
                  <a:pt x="152958" y="85895"/>
                </a:cubicBezTo>
                <a:cubicBezTo>
                  <a:pt x="146442" y="85895"/>
                  <a:pt x="140864" y="83363"/>
                  <a:pt x="136224" y="78300"/>
                </a:cubicBezTo>
                <a:cubicBezTo>
                  <a:pt x="131583" y="73235"/>
                  <a:pt x="129263" y="66426"/>
                  <a:pt x="129263" y="57874"/>
                </a:cubicBezTo>
                <a:cubicBezTo>
                  <a:pt x="129263" y="48613"/>
                  <a:pt x="131643" y="41391"/>
                  <a:pt x="136401" y="36209"/>
                </a:cubicBezTo>
                <a:cubicBezTo>
                  <a:pt x="141160" y="31026"/>
                  <a:pt x="147133" y="28434"/>
                  <a:pt x="154321" y="28434"/>
                </a:cubicBezTo>
                <a:cubicBezTo>
                  <a:pt x="160403" y="28434"/>
                  <a:pt x="165398" y="30433"/>
                  <a:pt x="169308" y="34432"/>
                </a:cubicBezTo>
                <a:cubicBezTo>
                  <a:pt x="173218" y="38429"/>
                  <a:pt x="175173" y="43776"/>
                  <a:pt x="175173" y="50471"/>
                </a:cubicBezTo>
                <a:lnTo>
                  <a:pt x="137675" y="50471"/>
                </a:lnTo>
                <a:moveTo>
                  <a:pt x="137675" y="47035"/>
                </a:moveTo>
                <a:lnTo>
                  <a:pt x="162792" y="47035"/>
                </a:lnTo>
                <a:cubicBezTo>
                  <a:pt x="162594" y="43560"/>
                  <a:pt x="162180" y="41111"/>
                  <a:pt x="161548" y="39689"/>
                </a:cubicBezTo>
                <a:cubicBezTo>
                  <a:pt x="160561" y="37478"/>
                  <a:pt x="159090" y="35740"/>
                  <a:pt x="157135" y="34476"/>
                </a:cubicBezTo>
                <a:cubicBezTo>
                  <a:pt x="155180" y="33213"/>
                  <a:pt x="153136" y="32581"/>
                  <a:pt x="151004" y="32581"/>
                </a:cubicBezTo>
                <a:cubicBezTo>
                  <a:pt x="147726" y="32581"/>
                  <a:pt x="144793" y="33854"/>
                  <a:pt x="142207" y="36402"/>
                </a:cubicBezTo>
                <a:cubicBezTo>
                  <a:pt x="139620" y="38949"/>
                  <a:pt x="138109" y="42493"/>
                  <a:pt x="137675" y="47035"/>
                </a:cubicBezTo>
                <a:close/>
                <a:moveTo>
                  <a:pt x="198563" y="12085"/>
                </a:moveTo>
                <a:lnTo>
                  <a:pt x="198563" y="29974"/>
                </a:lnTo>
                <a:lnTo>
                  <a:pt x="211240" y="29974"/>
                </a:lnTo>
                <a:lnTo>
                  <a:pt x="211240" y="34121"/>
                </a:lnTo>
                <a:lnTo>
                  <a:pt x="198563" y="34121"/>
                </a:lnTo>
                <a:lnTo>
                  <a:pt x="198563" y="69260"/>
                </a:lnTo>
                <a:cubicBezTo>
                  <a:pt x="198563" y="72771"/>
                  <a:pt x="199067" y="75138"/>
                  <a:pt x="200074" y="76361"/>
                </a:cubicBezTo>
                <a:cubicBezTo>
                  <a:pt x="201081" y="77583"/>
                  <a:pt x="202374" y="78194"/>
                  <a:pt x="203954" y="78194"/>
                </a:cubicBezTo>
                <a:cubicBezTo>
                  <a:pt x="205257" y="78194"/>
                  <a:pt x="206521" y="77789"/>
                  <a:pt x="207745" y="76980"/>
                </a:cubicBezTo>
                <a:cubicBezTo>
                  <a:pt x="208969" y="76170"/>
                  <a:pt x="209917" y="74975"/>
                  <a:pt x="210588" y="73396"/>
                </a:cubicBezTo>
                <a:lnTo>
                  <a:pt x="212899" y="73396"/>
                </a:lnTo>
                <a:cubicBezTo>
                  <a:pt x="211516" y="77277"/>
                  <a:pt x="209562" y="80212"/>
                  <a:pt x="207034" y="82202"/>
                </a:cubicBezTo>
                <a:cubicBezTo>
                  <a:pt x="204507" y="84190"/>
                  <a:pt x="201900" y="85184"/>
                  <a:pt x="199215" y="85184"/>
                </a:cubicBezTo>
                <a:cubicBezTo>
                  <a:pt x="197398" y="85184"/>
                  <a:pt x="195621" y="84680"/>
                  <a:pt x="193883" y="83672"/>
                </a:cubicBezTo>
                <a:cubicBezTo>
                  <a:pt x="192146" y="82663"/>
                  <a:pt x="190862" y="81221"/>
                  <a:pt x="190033" y="79344"/>
                </a:cubicBezTo>
                <a:cubicBezTo>
                  <a:pt x="189203" y="77465"/>
                  <a:pt x="188789" y="74569"/>
                  <a:pt x="188789" y="70654"/>
                </a:cubicBezTo>
                <a:lnTo>
                  <a:pt x="188789" y="34121"/>
                </a:lnTo>
                <a:lnTo>
                  <a:pt x="180199" y="34121"/>
                </a:lnTo>
                <a:lnTo>
                  <a:pt x="180199" y="32166"/>
                </a:lnTo>
                <a:cubicBezTo>
                  <a:pt x="182371" y="31295"/>
                  <a:pt x="184593" y="29820"/>
                  <a:pt x="186864" y="27740"/>
                </a:cubicBezTo>
                <a:cubicBezTo>
                  <a:pt x="189134" y="25661"/>
                  <a:pt x="191158" y="23195"/>
                  <a:pt x="192935" y="20343"/>
                </a:cubicBezTo>
                <a:cubicBezTo>
                  <a:pt x="193844" y="18838"/>
                  <a:pt x="195107" y="16086"/>
                  <a:pt x="196727" y="12085"/>
                </a:cubicBezTo>
                <a:lnTo>
                  <a:pt x="198563" y="12085"/>
                </a:lnTo>
                <a:close/>
                <a:moveTo>
                  <a:pt x="232372" y="0"/>
                </a:moveTo>
                <a:lnTo>
                  <a:pt x="232372" y="39749"/>
                </a:lnTo>
                <a:cubicBezTo>
                  <a:pt x="236755" y="34931"/>
                  <a:pt x="240230" y="31840"/>
                  <a:pt x="242797" y="30478"/>
                </a:cubicBezTo>
                <a:cubicBezTo>
                  <a:pt x="245364" y="29115"/>
                  <a:pt x="247931" y="28434"/>
                  <a:pt x="250498" y="28434"/>
                </a:cubicBezTo>
                <a:cubicBezTo>
                  <a:pt x="253579" y="28434"/>
                  <a:pt x="256225" y="29281"/>
                  <a:pt x="258436" y="30976"/>
                </a:cubicBezTo>
                <a:cubicBezTo>
                  <a:pt x="260648" y="32670"/>
                  <a:pt x="262287" y="35330"/>
                  <a:pt x="263353" y="38954"/>
                </a:cubicBezTo>
                <a:cubicBezTo>
                  <a:pt x="264103" y="41477"/>
                  <a:pt x="264478" y="46088"/>
                  <a:pt x="264478" y="52787"/>
                </a:cubicBezTo>
                <a:lnTo>
                  <a:pt x="264478" y="71937"/>
                </a:lnTo>
                <a:cubicBezTo>
                  <a:pt x="264478" y="75365"/>
                  <a:pt x="264755" y="77710"/>
                  <a:pt x="265308" y="78972"/>
                </a:cubicBezTo>
                <a:cubicBezTo>
                  <a:pt x="265703" y="79917"/>
                  <a:pt x="266374" y="80665"/>
                  <a:pt x="267322" y="81217"/>
                </a:cubicBezTo>
                <a:cubicBezTo>
                  <a:pt x="268270" y="81769"/>
                  <a:pt x="270007" y="82045"/>
                  <a:pt x="272535" y="82045"/>
                </a:cubicBezTo>
                <a:lnTo>
                  <a:pt x="272535" y="84236"/>
                </a:lnTo>
                <a:lnTo>
                  <a:pt x="245878" y="84236"/>
                </a:lnTo>
                <a:lnTo>
                  <a:pt x="245878" y="82045"/>
                </a:lnTo>
                <a:lnTo>
                  <a:pt x="247122" y="82045"/>
                </a:lnTo>
                <a:cubicBezTo>
                  <a:pt x="249649" y="82045"/>
                  <a:pt x="251407" y="81659"/>
                  <a:pt x="252394" y="80889"/>
                </a:cubicBezTo>
                <a:cubicBezTo>
                  <a:pt x="253381" y="80119"/>
                  <a:pt x="254072" y="78984"/>
                  <a:pt x="254467" y="77483"/>
                </a:cubicBezTo>
                <a:cubicBezTo>
                  <a:pt x="254586" y="76851"/>
                  <a:pt x="254645" y="74995"/>
                  <a:pt x="254645" y="71915"/>
                </a:cubicBezTo>
                <a:lnTo>
                  <a:pt x="254645" y="52722"/>
                </a:lnTo>
                <a:cubicBezTo>
                  <a:pt x="254645" y="46798"/>
                  <a:pt x="254339" y="42908"/>
                  <a:pt x="253727" y="41052"/>
                </a:cubicBezTo>
                <a:cubicBezTo>
                  <a:pt x="253115" y="39196"/>
                  <a:pt x="252137" y="37804"/>
                  <a:pt x="250794" y="36876"/>
                </a:cubicBezTo>
                <a:cubicBezTo>
                  <a:pt x="249452" y="35948"/>
                  <a:pt x="247833" y="35484"/>
                  <a:pt x="245937" y="35484"/>
                </a:cubicBezTo>
                <a:cubicBezTo>
                  <a:pt x="244002" y="35484"/>
                  <a:pt x="241988" y="35997"/>
                  <a:pt x="239895" y="37024"/>
                </a:cubicBezTo>
                <a:cubicBezTo>
                  <a:pt x="237802" y="38050"/>
                  <a:pt x="235294" y="40124"/>
                  <a:pt x="232372" y="43244"/>
                </a:cubicBezTo>
                <a:lnTo>
                  <a:pt x="232372" y="71915"/>
                </a:lnTo>
                <a:cubicBezTo>
                  <a:pt x="232372" y="75627"/>
                  <a:pt x="232579" y="77937"/>
                  <a:pt x="232994" y="78846"/>
                </a:cubicBezTo>
                <a:cubicBezTo>
                  <a:pt x="233408" y="79754"/>
                  <a:pt x="234178" y="80514"/>
                  <a:pt x="235304" y="81126"/>
                </a:cubicBezTo>
                <a:cubicBezTo>
                  <a:pt x="236429" y="81738"/>
                  <a:pt x="238374" y="82045"/>
                  <a:pt x="241139" y="82045"/>
                </a:cubicBezTo>
                <a:lnTo>
                  <a:pt x="241139" y="84236"/>
                </a:lnTo>
                <a:lnTo>
                  <a:pt x="214245" y="84236"/>
                </a:lnTo>
                <a:lnTo>
                  <a:pt x="214245" y="82045"/>
                </a:lnTo>
                <a:cubicBezTo>
                  <a:pt x="216654" y="82045"/>
                  <a:pt x="218549" y="81669"/>
                  <a:pt x="219932" y="80919"/>
                </a:cubicBezTo>
                <a:cubicBezTo>
                  <a:pt x="220721" y="80525"/>
                  <a:pt x="221353" y="79776"/>
                  <a:pt x="221827" y="78672"/>
                </a:cubicBezTo>
                <a:cubicBezTo>
                  <a:pt x="222301" y="77566"/>
                  <a:pt x="222538" y="75316"/>
                  <a:pt x="222538" y="71922"/>
                </a:cubicBezTo>
                <a:lnTo>
                  <a:pt x="222538" y="22849"/>
                </a:lnTo>
                <a:cubicBezTo>
                  <a:pt x="222538" y="16654"/>
                  <a:pt x="222390" y="12846"/>
                  <a:pt x="222094" y="11426"/>
                </a:cubicBezTo>
                <a:cubicBezTo>
                  <a:pt x="221798" y="10004"/>
                  <a:pt x="221343" y="9037"/>
                  <a:pt x="220731" y="8525"/>
                </a:cubicBezTo>
                <a:cubicBezTo>
                  <a:pt x="220119" y="8011"/>
                  <a:pt x="219300" y="7755"/>
                  <a:pt x="218273" y="7755"/>
                </a:cubicBezTo>
                <a:cubicBezTo>
                  <a:pt x="217444" y="7755"/>
                  <a:pt x="216101" y="8071"/>
                  <a:pt x="214245" y="8702"/>
                </a:cubicBezTo>
                <a:lnTo>
                  <a:pt x="213415" y="6629"/>
                </a:lnTo>
                <a:lnTo>
                  <a:pt x="229647" y="0"/>
                </a:lnTo>
                <a:lnTo>
                  <a:pt x="232372" y="0"/>
                </a:lnTo>
                <a:close/>
                <a:moveTo>
                  <a:pt x="303780" y="28434"/>
                </a:moveTo>
                <a:cubicBezTo>
                  <a:pt x="311994" y="28434"/>
                  <a:pt x="318589" y="31551"/>
                  <a:pt x="323565" y="37785"/>
                </a:cubicBezTo>
                <a:cubicBezTo>
                  <a:pt x="327791" y="43110"/>
                  <a:pt x="329904" y="49225"/>
                  <a:pt x="329904" y="56130"/>
                </a:cubicBezTo>
                <a:cubicBezTo>
                  <a:pt x="329904" y="60982"/>
                  <a:pt x="328739" y="65894"/>
                  <a:pt x="326409" y="70865"/>
                </a:cubicBezTo>
                <a:cubicBezTo>
                  <a:pt x="324079" y="75835"/>
                  <a:pt x="320870" y="79582"/>
                  <a:pt x="316783" y="82107"/>
                </a:cubicBezTo>
                <a:cubicBezTo>
                  <a:pt x="312695" y="84632"/>
                  <a:pt x="308144" y="85895"/>
                  <a:pt x="303128" y="85895"/>
                </a:cubicBezTo>
                <a:cubicBezTo>
                  <a:pt x="294953" y="85895"/>
                  <a:pt x="288457" y="82640"/>
                  <a:pt x="283639" y="76130"/>
                </a:cubicBezTo>
                <a:cubicBezTo>
                  <a:pt x="279571" y="70647"/>
                  <a:pt x="277537" y="64493"/>
                  <a:pt x="277537" y="57668"/>
                </a:cubicBezTo>
                <a:cubicBezTo>
                  <a:pt x="277537" y="52697"/>
                  <a:pt x="278772" y="47756"/>
                  <a:pt x="281240" y="42844"/>
                </a:cubicBezTo>
                <a:cubicBezTo>
                  <a:pt x="283708" y="37932"/>
                  <a:pt x="286956" y="34302"/>
                  <a:pt x="290984" y="31955"/>
                </a:cubicBezTo>
                <a:cubicBezTo>
                  <a:pt x="295013" y="29608"/>
                  <a:pt x="299278" y="28434"/>
                  <a:pt x="303780" y="28434"/>
                </a:cubicBezTo>
                <a:moveTo>
                  <a:pt x="301943" y="32344"/>
                </a:moveTo>
                <a:cubicBezTo>
                  <a:pt x="299850" y="32344"/>
                  <a:pt x="297747" y="32965"/>
                  <a:pt x="295635" y="34208"/>
                </a:cubicBezTo>
                <a:cubicBezTo>
                  <a:pt x="293522" y="35451"/>
                  <a:pt x="291814" y="37630"/>
                  <a:pt x="290511" y="40746"/>
                </a:cubicBezTo>
                <a:cubicBezTo>
                  <a:pt x="289207" y="43863"/>
                  <a:pt x="288556" y="47866"/>
                  <a:pt x="288556" y="52757"/>
                </a:cubicBezTo>
                <a:cubicBezTo>
                  <a:pt x="288556" y="60645"/>
                  <a:pt x="290125" y="67450"/>
                  <a:pt x="293265" y="73170"/>
                </a:cubicBezTo>
                <a:cubicBezTo>
                  <a:pt x="296405" y="78889"/>
                  <a:pt x="300541" y="81748"/>
                  <a:pt x="305675" y="81748"/>
                </a:cubicBezTo>
                <a:cubicBezTo>
                  <a:pt x="309506" y="81748"/>
                  <a:pt x="312666" y="80170"/>
                  <a:pt x="315154" y="77015"/>
                </a:cubicBezTo>
                <a:cubicBezTo>
                  <a:pt x="317642" y="73859"/>
                  <a:pt x="318886" y="68436"/>
                  <a:pt x="318886" y="60745"/>
                </a:cubicBezTo>
                <a:cubicBezTo>
                  <a:pt x="318886" y="51120"/>
                  <a:pt x="316812" y="43546"/>
                  <a:pt x="312666" y="38023"/>
                </a:cubicBezTo>
                <a:cubicBezTo>
                  <a:pt x="309862" y="34237"/>
                  <a:pt x="306288" y="32344"/>
                  <a:pt x="301943" y="32344"/>
                </a:cubicBezTo>
                <a:close/>
                <a:moveTo>
                  <a:pt x="376374" y="78135"/>
                </a:moveTo>
                <a:cubicBezTo>
                  <a:pt x="373728" y="80899"/>
                  <a:pt x="371141" y="82884"/>
                  <a:pt x="368614" y="84088"/>
                </a:cubicBezTo>
                <a:cubicBezTo>
                  <a:pt x="366086" y="85293"/>
                  <a:pt x="363361" y="85895"/>
                  <a:pt x="360439" y="85895"/>
                </a:cubicBezTo>
                <a:cubicBezTo>
                  <a:pt x="354515" y="85895"/>
                  <a:pt x="349342" y="83422"/>
                  <a:pt x="344918" y="78477"/>
                </a:cubicBezTo>
                <a:cubicBezTo>
                  <a:pt x="340495" y="73531"/>
                  <a:pt x="338284" y="67175"/>
                  <a:pt x="338284" y="59410"/>
                </a:cubicBezTo>
                <a:cubicBezTo>
                  <a:pt x="338284" y="51646"/>
                  <a:pt x="340732" y="44543"/>
                  <a:pt x="345629" y="38099"/>
                </a:cubicBezTo>
                <a:cubicBezTo>
                  <a:pt x="350526" y="31656"/>
                  <a:pt x="356825" y="28434"/>
                  <a:pt x="364526" y="28434"/>
                </a:cubicBezTo>
                <a:cubicBezTo>
                  <a:pt x="369305" y="28434"/>
                  <a:pt x="373254" y="29955"/>
                  <a:pt x="376374" y="32996"/>
                </a:cubicBezTo>
                <a:lnTo>
                  <a:pt x="376374" y="22962"/>
                </a:lnTo>
                <a:cubicBezTo>
                  <a:pt x="376374" y="16736"/>
                  <a:pt x="376226" y="12909"/>
                  <a:pt x="375929" y="11481"/>
                </a:cubicBezTo>
                <a:cubicBezTo>
                  <a:pt x="375633" y="10053"/>
                  <a:pt x="375169" y="9082"/>
                  <a:pt x="374537" y="8567"/>
                </a:cubicBezTo>
                <a:cubicBezTo>
                  <a:pt x="373906" y="8051"/>
                  <a:pt x="373116" y="7793"/>
                  <a:pt x="372168" y="7793"/>
                </a:cubicBezTo>
                <a:cubicBezTo>
                  <a:pt x="371141" y="7793"/>
                  <a:pt x="369779" y="8111"/>
                  <a:pt x="368080" y="8745"/>
                </a:cubicBezTo>
                <a:lnTo>
                  <a:pt x="367310" y="6662"/>
                </a:lnTo>
                <a:lnTo>
                  <a:pt x="383482" y="0"/>
                </a:lnTo>
                <a:lnTo>
                  <a:pt x="386148" y="0"/>
                </a:lnTo>
                <a:lnTo>
                  <a:pt x="386148" y="62733"/>
                </a:lnTo>
                <a:cubicBezTo>
                  <a:pt x="386148" y="69091"/>
                  <a:pt x="386296" y="72971"/>
                  <a:pt x="386592" y="74373"/>
                </a:cubicBezTo>
                <a:cubicBezTo>
                  <a:pt x="386889" y="75775"/>
                  <a:pt x="387362" y="76753"/>
                  <a:pt x="388014" y="77305"/>
                </a:cubicBezTo>
                <a:cubicBezTo>
                  <a:pt x="388666" y="77858"/>
                  <a:pt x="389426" y="78135"/>
                  <a:pt x="390295" y="78135"/>
                </a:cubicBezTo>
                <a:cubicBezTo>
                  <a:pt x="391361" y="78135"/>
                  <a:pt x="392783" y="77799"/>
                  <a:pt x="394560" y="77128"/>
                </a:cubicBezTo>
                <a:lnTo>
                  <a:pt x="395211" y="79201"/>
                </a:lnTo>
                <a:lnTo>
                  <a:pt x="379099" y="85895"/>
                </a:lnTo>
                <a:lnTo>
                  <a:pt x="376374" y="85895"/>
                </a:lnTo>
                <a:lnTo>
                  <a:pt x="376374" y="78135"/>
                </a:lnTo>
                <a:moveTo>
                  <a:pt x="376374" y="74001"/>
                </a:moveTo>
                <a:lnTo>
                  <a:pt x="376374" y="46111"/>
                </a:lnTo>
                <a:cubicBezTo>
                  <a:pt x="376137" y="43432"/>
                  <a:pt x="375426" y="40990"/>
                  <a:pt x="374241" y="38784"/>
                </a:cubicBezTo>
                <a:cubicBezTo>
                  <a:pt x="373056" y="36578"/>
                  <a:pt x="371487" y="34913"/>
                  <a:pt x="369532" y="33792"/>
                </a:cubicBezTo>
                <a:cubicBezTo>
                  <a:pt x="367577" y="32668"/>
                  <a:pt x="365671" y="32107"/>
                  <a:pt x="363815" y="32107"/>
                </a:cubicBezTo>
                <a:cubicBezTo>
                  <a:pt x="360340" y="32107"/>
                  <a:pt x="357240" y="33663"/>
                  <a:pt x="354515" y="36776"/>
                </a:cubicBezTo>
                <a:cubicBezTo>
                  <a:pt x="350921" y="40872"/>
                  <a:pt x="349124" y="46859"/>
                  <a:pt x="349124" y="54738"/>
                </a:cubicBezTo>
                <a:cubicBezTo>
                  <a:pt x="349124" y="62695"/>
                  <a:pt x="350862" y="68792"/>
                  <a:pt x="354337" y="73027"/>
                </a:cubicBezTo>
                <a:cubicBezTo>
                  <a:pt x="357813" y="77262"/>
                  <a:pt x="361683" y="79379"/>
                  <a:pt x="365948" y="79379"/>
                </a:cubicBezTo>
                <a:cubicBezTo>
                  <a:pt x="369542" y="79379"/>
                  <a:pt x="373017" y="77586"/>
                  <a:pt x="376374" y="74001"/>
                </a:cubicBezTo>
                <a:close/>
                <a:moveTo>
                  <a:pt x="399503" y="2014"/>
                </a:moveTo>
                <a:lnTo>
                  <a:pt x="425568" y="2014"/>
                </a:lnTo>
                <a:lnTo>
                  <a:pt x="425568" y="108287"/>
                </a:lnTo>
                <a:lnTo>
                  <a:pt x="399503" y="108287"/>
                </a:lnTo>
                <a:lnTo>
                  <a:pt x="399503" y="103607"/>
                </a:lnTo>
                <a:lnTo>
                  <a:pt x="416682" y="103607"/>
                </a:lnTo>
                <a:lnTo>
                  <a:pt x="416682" y="6694"/>
                </a:lnTo>
                <a:lnTo>
                  <a:pt x="399503" y="6694"/>
                </a:lnTo>
                <a:lnTo>
                  <a:pt x="399503" y="2014"/>
                </a:lnTo>
                <a:close/>
                <a:moveTo>
                  <a:pt x="483323" y="0"/>
                </a:moveTo>
                <a:cubicBezTo>
                  <a:pt x="484982" y="0"/>
                  <a:pt x="486394" y="586"/>
                  <a:pt x="487559" y="1757"/>
                </a:cubicBezTo>
                <a:cubicBezTo>
                  <a:pt x="488724" y="2927"/>
                  <a:pt x="489306" y="4345"/>
                  <a:pt x="489306" y="6013"/>
                </a:cubicBezTo>
                <a:cubicBezTo>
                  <a:pt x="489306" y="7680"/>
                  <a:pt x="488724" y="9109"/>
                  <a:pt x="487559" y="10300"/>
                </a:cubicBezTo>
                <a:cubicBezTo>
                  <a:pt x="486394" y="11490"/>
                  <a:pt x="484982" y="12085"/>
                  <a:pt x="483323" y="12085"/>
                </a:cubicBezTo>
                <a:cubicBezTo>
                  <a:pt x="481664" y="12085"/>
                  <a:pt x="480243" y="11490"/>
                  <a:pt x="479058" y="10300"/>
                </a:cubicBezTo>
                <a:cubicBezTo>
                  <a:pt x="477873" y="9109"/>
                  <a:pt x="477281" y="7680"/>
                  <a:pt x="477281" y="6013"/>
                </a:cubicBezTo>
                <a:cubicBezTo>
                  <a:pt x="477281" y="4345"/>
                  <a:pt x="477863" y="2927"/>
                  <a:pt x="479028" y="1757"/>
                </a:cubicBezTo>
                <a:cubicBezTo>
                  <a:pt x="480193" y="586"/>
                  <a:pt x="481625" y="0"/>
                  <a:pt x="483323" y="0"/>
                </a:cubicBezTo>
                <a:moveTo>
                  <a:pt x="488240" y="28434"/>
                </a:moveTo>
                <a:lnTo>
                  <a:pt x="488240" y="71937"/>
                </a:lnTo>
                <a:cubicBezTo>
                  <a:pt x="488240" y="75326"/>
                  <a:pt x="488487" y="77582"/>
                  <a:pt x="488980" y="78705"/>
                </a:cubicBezTo>
                <a:cubicBezTo>
                  <a:pt x="489474" y="79828"/>
                  <a:pt x="490205" y="80665"/>
                  <a:pt x="491172" y="81217"/>
                </a:cubicBezTo>
                <a:cubicBezTo>
                  <a:pt x="492140" y="81769"/>
                  <a:pt x="493907" y="82045"/>
                  <a:pt x="496474" y="82045"/>
                </a:cubicBezTo>
                <a:lnTo>
                  <a:pt x="496474" y="84236"/>
                </a:lnTo>
                <a:lnTo>
                  <a:pt x="470113" y="84236"/>
                </a:lnTo>
                <a:lnTo>
                  <a:pt x="470113" y="82045"/>
                </a:lnTo>
                <a:cubicBezTo>
                  <a:pt x="472759" y="82045"/>
                  <a:pt x="474536" y="81788"/>
                  <a:pt x="475445" y="81276"/>
                </a:cubicBezTo>
                <a:cubicBezTo>
                  <a:pt x="476353" y="80764"/>
                  <a:pt x="477074" y="79917"/>
                  <a:pt x="477607" y="78735"/>
                </a:cubicBezTo>
                <a:cubicBezTo>
                  <a:pt x="478140" y="77552"/>
                  <a:pt x="478406" y="75286"/>
                  <a:pt x="478406" y="71937"/>
                </a:cubicBezTo>
                <a:lnTo>
                  <a:pt x="478406" y="51072"/>
                </a:lnTo>
                <a:cubicBezTo>
                  <a:pt x="478406" y="45200"/>
                  <a:pt x="478229" y="41398"/>
                  <a:pt x="477873" y="39665"/>
                </a:cubicBezTo>
                <a:cubicBezTo>
                  <a:pt x="477597" y="38404"/>
                  <a:pt x="477162" y="37527"/>
                  <a:pt x="476570" y="37035"/>
                </a:cubicBezTo>
                <a:cubicBezTo>
                  <a:pt x="475978" y="36542"/>
                  <a:pt x="475168" y="36296"/>
                  <a:pt x="474141" y="36296"/>
                </a:cubicBezTo>
                <a:cubicBezTo>
                  <a:pt x="473035" y="36296"/>
                  <a:pt x="471693" y="36592"/>
                  <a:pt x="470113" y="37183"/>
                </a:cubicBezTo>
                <a:lnTo>
                  <a:pt x="469284" y="35054"/>
                </a:lnTo>
                <a:lnTo>
                  <a:pt x="485633" y="28434"/>
                </a:lnTo>
                <a:lnTo>
                  <a:pt x="488240" y="28434"/>
                </a:lnTo>
                <a:close/>
                <a:moveTo>
                  <a:pt x="519003" y="39926"/>
                </a:moveTo>
                <a:cubicBezTo>
                  <a:pt x="525361" y="32265"/>
                  <a:pt x="531423" y="28434"/>
                  <a:pt x="537189" y="28434"/>
                </a:cubicBezTo>
                <a:cubicBezTo>
                  <a:pt x="540151" y="28434"/>
                  <a:pt x="542698" y="29173"/>
                  <a:pt x="544831" y="30652"/>
                </a:cubicBezTo>
                <a:cubicBezTo>
                  <a:pt x="546963" y="32129"/>
                  <a:pt x="548662" y="34562"/>
                  <a:pt x="549925" y="37951"/>
                </a:cubicBezTo>
                <a:cubicBezTo>
                  <a:pt x="550794" y="40314"/>
                  <a:pt x="551229" y="43940"/>
                  <a:pt x="551229" y="48827"/>
                </a:cubicBezTo>
                <a:lnTo>
                  <a:pt x="551229" y="71937"/>
                </a:lnTo>
                <a:cubicBezTo>
                  <a:pt x="551229" y="75365"/>
                  <a:pt x="551505" y="77691"/>
                  <a:pt x="552058" y="78912"/>
                </a:cubicBezTo>
                <a:cubicBezTo>
                  <a:pt x="552492" y="79897"/>
                  <a:pt x="553193" y="80665"/>
                  <a:pt x="554161" y="81217"/>
                </a:cubicBezTo>
                <a:cubicBezTo>
                  <a:pt x="555128" y="81769"/>
                  <a:pt x="556915" y="82045"/>
                  <a:pt x="559522" y="82045"/>
                </a:cubicBezTo>
                <a:lnTo>
                  <a:pt x="559522" y="84236"/>
                </a:lnTo>
                <a:lnTo>
                  <a:pt x="532687" y="84236"/>
                </a:lnTo>
                <a:lnTo>
                  <a:pt x="532687" y="82045"/>
                </a:lnTo>
                <a:lnTo>
                  <a:pt x="533813" y="82045"/>
                </a:lnTo>
                <a:cubicBezTo>
                  <a:pt x="536340" y="82045"/>
                  <a:pt x="538107" y="81661"/>
                  <a:pt x="539114" y="80895"/>
                </a:cubicBezTo>
                <a:cubicBezTo>
                  <a:pt x="540121" y="80129"/>
                  <a:pt x="540822" y="78999"/>
                  <a:pt x="541217" y="77507"/>
                </a:cubicBezTo>
                <a:cubicBezTo>
                  <a:pt x="541375" y="76917"/>
                  <a:pt x="541454" y="75070"/>
                  <a:pt x="541454" y="71967"/>
                </a:cubicBezTo>
                <a:lnTo>
                  <a:pt x="541454" y="49865"/>
                </a:lnTo>
                <a:cubicBezTo>
                  <a:pt x="541454" y="44955"/>
                  <a:pt x="540813" y="41389"/>
                  <a:pt x="539529" y="39169"/>
                </a:cubicBezTo>
                <a:cubicBezTo>
                  <a:pt x="538246" y="36949"/>
                  <a:pt x="536083" y="35839"/>
                  <a:pt x="533043" y="35839"/>
                </a:cubicBezTo>
                <a:cubicBezTo>
                  <a:pt x="528343" y="35839"/>
                  <a:pt x="523663" y="38393"/>
                  <a:pt x="519003" y="43501"/>
                </a:cubicBezTo>
                <a:lnTo>
                  <a:pt x="519003" y="71967"/>
                </a:lnTo>
                <a:cubicBezTo>
                  <a:pt x="519003" y="75621"/>
                  <a:pt x="519220" y="77880"/>
                  <a:pt x="519655" y="78744"/>
                </a:cubicBezTo>
                <a:cubicBezTo>
                  <a:pt x="520208" y="79883"/>
                  <a:pt x="520968" y="80718"/>
                  <a:pt x="521935" y="81249"/>
                </a:cubicBezTo>
                <a:cubicBezTo>
                  <a:pt x="522903" y="81779"/>
                  <a:pt x="524868" y="82045"/>
                  <a:pt x="527830" y="82045"/>
                </a:cubicBezTo>
                <a:lnTo>
                  <a:pt x="527830" y="84236"/>
                </a:lnTo>
                <a:lnTo>
                  <a:pt x="500995" y="84236"/>
                </a:lnTo>
                <a:lnTo>
                  <a:pt x="500995" y="82045"/>
                </a:lnTo>
                <a:lnTo>
                  <a:pt x="502180" y="82045"/>
                </a:lnTo>
                <a:cubicBezTo>
                  <a:pt x="504944" y="82045"/>
                  <a:pt x="506810" y="81345"/>
                  <a:pt x="507778" y="79947"/>
                </a:cubicBezTo>
                <a:cubicBezTo>
                  <a:pt x="508745" y="78548"/>
                  <a:pt x="509229" y="75878"/>
                  <a:pt x="509229" y="71937"/>
                </a:cubicBezTo>
                <a:lnTo>
                  <a:pt x="509229" y="51841"/>
                </a:lnTo>
                <a:cubicBezTo>
                  <a:pt x="509229" y="45339"/>
                  <a:pt x="509081" y="41380"/>
                  <a:pt x="508785" y="39962"/>
                </a:cubicBezTo>
                <a:cubicBezTo>
                  <a:pt x="508488" y="38542"/>
                  <a:pt x="508034" y="37577"/>
                  <a:pt x="507422" y="37064"/>
                </a:cubicBezTo>
                <a:cubicBezTo>
                  <a:pt x="506810" y="36552"/>
                  <a:pt x="505991" y="36296"/>
                  <a:pt x="504964" y="36296"/>
                </a:cubicBezTo>
                <a:cubicBezTo>
                  <a:pt x="503858" y="36296"/>
                  <a:pt x="502535" y="36592"/>
                  <a:pt x="500995" y="37183"/>
                </a:cubicBezTo>
                <a:lnTo>
                  <a:pt x="500106" y="35054"/>
                </a:lnTo>
                <a:lnTo>
                  <a:pt x="516456" y="28434"/>
                </a:lnTo>
                <a:lnTo>
                  <a:pt x="519003" y="28434"/>
                </a:lnTo>
                <a:lnTo>
                  <a:pt x="519003" y="39926"/>
                </a:lnTo>
                <a:close/>
                <a:moveTo>
                  <a:pt x="560118" y="35311"/>
                </a:moveTo>
                <a:lnTo>
                  <a:pt x="576823" y="28553"/>
                </a:lnTo>
                <a:lnTo>
                  <a:pt x="579074" y="28553"/>
                </a:lnTo>
                <a:lnTo>
                  <a:pt x="579074" y="41230"/>
                </a:lnTo>
                <a:cubicBezTo>
                  <a:pt x="581878" y="36451"/>
                  <a:pt x="584692" y="33124"/>
                  <a:pt x="587515" y="31248"/>
                </a:cubicBezTo>
                <a:cubicBezTo>
                  <a:pt x="590339" y="29372"/>
                  <a:pt x="593311" y="28434"/>
                  <a:pt x="596431" y="28434"/>
                </a:cubicBezTo>
                <a:cubicBezTo>
                  <a:pt x="601881" y="28434"/>
                  <a:pt x="606422" y="30564"/>
                  <a:pt x="610056" y="34824"/>
                </a:cubicBezTo>
                <a:cubicBezTo>
                  <a:pt x="614518" y="40032"/>
                  <a:pt x="616749" y="46818"/>
                  <a:pt x="616749" y="55182"/>
                </a:cubicBezTo>
                <a:cubicBezTo>
                  <a:pt x="616749" y="64532"/>
                  <a:pt x="614064" y="72264"/>
                  <a:pt x="608693" y="78379"/>
                </a:cubicBezTo>
                <a:cubicBezTo>
                  <a:pt x="604270" y="83390"/>
                  <a:pt x="598702" y="85895"/>
                  <a:pt x="591988" y="85895"/>
                </a:cubicBezTo>
                <a:cubicBezTo>
                  <a:pt x="589066" y="85895"/>
                  <a:pt x="586538" y="85480"/>
                  <a:pt x="584406" y="84651"/>
                </a:cubicBezTo>
                <a:cubicBezTo>
                  <a:pt x="582826" y="84059"/>
                  <a:pt x="581049" y="82874"/>
                  <a:pt x="579074" y="81097"/>
                </a:cubicBezTo>
                <a:lnTo>
                  <a:pt x="579074" y="97624"/>
                </a:lnTo>
                <a:cubicBezTo>
                  <a:pt x="579074" y="101336"/>
                  <a:pt x="579301" y="103696"/>
                  <a:pt x="579755" y="104703"/>
                </a:cubicBezTo>
                <a:cubicBezTo>
                  <a:pt x="580209" y="105710"/>
                  <a:pt x="580999" y="106510"/>
                  <a:pt x="582125" y="107102"/>
                </a:cubicBezTo>
                <a:cubicBezTo>
                  <a:pt x="583250" y="107695"/>
                  <a:pt x="585294" y="107991"/>
                  <a:pt x="588256" y="107991"/>
                </a:cubicBezTo>
                <a:lnTo>
                  <a:pt x="588256" y="110183"/>
                </a:lnTo>
                <a:lnTo>
                  <a:pt x="559822" y="110183"/>
                </a:lnTo>
                <a:lnTo>
                  <a:pt x="559822" y="107991"/>
                </a:lnTo>
                <a:lnTo>
                  <a:pt x="561303" y="107991"/>
                </a:lnTo>
                <a:cubicBezTo>
                  <a:pt x="563475" y="108030"/>
                  <a:pt x="565331" y="107615"/>
                  <a:pt x="566871" y="106745"/>
                </a:cubicBezTo>
                <a:cubicBezTo>
                  <a:pt x="567621" y="106310"/>
                  <a:pt x="568204" y="105609"/>
                  <a:pt x="568619" y="104640"/>
                </a:cubicBezTo>
                <a:cubicBezTo>
                  <a:pt x="569033" y="103673"/>
                  <a:pt x="569241" y="101213"/>
                  <a:pt x="569241" y="97261"/>
                </a:cubicBezTo>
                <a:lnTo>
                  <a:pt x="569241" y="45922"/>
                </a:lnTo>
                <a:cubicBezTo>
                  <a:pt x="569241" y="42405"/>
                  <a:pt x="569083" y="40173"/>
                  <a:pt x="568767" y="39225"/>
                </a:cubicBezTo>
                <a:cubicBezTo>
                  <a:pt x="568451" y="38276"/>
                  <a:pt x="567947" y="37564"/>
                  <a:pt x="567256" y="37090"/>
                </a:cubicBezTo>
                <a:cubicBezTo>
                  <a:pt x="566565" y="36615"/>
                  <a:pt x="565627" y="36378"/>
                  <a:pt x="564442" y="36378"/>
                </a:cubicBezTo>
                <a:cubicBezTo>
                  <a:pt x="563495" y="36378"/>
                  <a:pt x="562290" y="36654"/>
                  <a:pt x="560829" y="37207"/>
                </a:cubicBezTo>
                <a:lnTo>
                  <a:pt x="560118" y="35311"/>
                </a:lnTo>
                <a:moveTo>
                  <a:pt x="579074" y="44832"/>
                </a:moveTo>
                <a:lnTo>
                  <a:pt x="579074" y="65065"/>
                </a:lnTo>
                <a:cubicBezTo>
                  <a:pt x="579074" y="69444"/>
                  <a:pt x="579252" y="72323"/>
                  <a:pt x="579607" y="73703"/>
                </a:cubicBezTo>
                <a:cubicBezTo>
                  <a:pt x="580160" y="75991"/>
                  <a:pt x="581513" y="78003"/>
                  <a:pt x="583665" y="79738"/>
                </a:cubicBezTo>
                <a:cubicBezTo>
                  <a:pt x="585817" y="81473"/>
                  <a:pt x="588532" y="82341"/>
                  <a:pt x="591810" y="82341"/>
                </a:cubicBezTo>
                <a:cubicBezTo>
                  <a:pt x="595759" y="82341"/>
                  <a:pt x="598958" y="80802"/>
                  <a:pt x="601407" y="77726"/>
                </a:cubicBezTo>
                <a:cubicBezTo>
                  <a:pt x="604606" y="73704"/>
                  <a:pt x="606205" y="68044"/>
                  <a:pt x="606205" y="60747"/>
                </a:cubicBezTo>
                <a:cubicBezTo>
                  <a:pt x="606205" y="52464"/>
                  <a:pt x="604388" y="46095"/>
                  <a:pt x="600755" y="41639"/>
                </a:cubicBezTo>
                <a:cubicBezTo>
                  <a:pt x="598228" y="38562"/>
                  <a:pt x="595226" y="37024"/>
                  <a:pt x="591751" y="37024"/>
                </a:cubicBezTo>
                <a:cubicBezTo>
                  <a:pt x="589855" y="37024"/>
                  <a:pt x="587980" y="37497"/>
                  <a:pt x="586123" y="38444"/>
                </a:cubicBezTo>
                <a:cubicBezTo>
                  <a:pt x="584702" y="39153"/>
                  <a:pt x="582352" y="41283"/>
                  <a:pt x="579074" y="44832"/>
                </a:cubicBezTo>
                <a:close/>
                <a:moveTo>
                  <a:pt x="672438" y="29974"/>
                </a:moveTo>
                <a:lnTo>
                  <a:pt x="672438" y="62851"/>
                </a:lnTo>
                <a:cubicBezTo>
                  <a:pt x="672438" y="69131"/>
                  <a:pt x="672586" y="72971"/>
                  <a:pt x="672882" y="74373"/>
                </a:cubicBezTo>
                <a:cubicBezTo>
                  <a:pt x="673178" y="75775"/>
                  <a:pt x="673652" y="76753"/>
                  <a:pt x="674304" y="77305"/>
                </a:cubicBezTo>
                <a:cubicBezTo>
                  <a:pt x="674955" y="77858"/>
                  <a:pt x="675715" y="78135"/>
                  <a:pt x="676584" y="78135"/>
                </a:cubicBezTo>
                <a:cubicBezTo>
                  <a:pt x="677809" y="78135"/>
                  <a:pt x="679191" y="77799"/>
                  <a:pt x="680731" y="77128"/>
                </a:cubicBezTo>
                <a:lnTo>
                  <a:pt x="681560" y="79201"/>
                </a:lnTo>
                <a:lnTo>
                  <a:pt x="665329" y="85895"/>
                </a:lnTo>
                <a:lnTo>
                  <a:pt x="662663" y="85895"/>
                </a:lnTo>
                <a:lnTo>
                  <a:pt x="662663" y="74403"/>
                </a:lnTo>
                <a:cubicBezTo>
                  <a:pt x="658003" y="79458"/>
                  <a:pt x="654449" y="82637"/>
                  <a:pt x="652001" y="83940"/>
                </a:cubicBezTo>
                <a:cubicBezTo>
                  <a:pt x="649552" y="85243"/>
                  <a:pt x="646965" y="85895"/>
                  <a:pt x="644240" y="85895"/>
                </a:cubicBezTo>
                <a:cubicBezTo>
                  <a:pt x="641199" y="85895"/>
                  <a:pt x="638563" y="85016"/>
                  <a:pt x="636332" y="83259"/>
                </a:cubicBezTo>
                <a:cubicBezTo>
                  <a:pt x="634101" y="81501"/>
                  <a:pt x="632551" y="79241"/>
                  <a:pt x="631682" y="76476"/>
                </a:cubicBezTo>
                <a:cubicBezTo>
                  <a:pt x="630813" y="73712"/>
                  <a:pt x="630379" y="69802"/>
                  <a:pt x="630379" y="64747"/>
                </a:cubicBezTo>
                <a:lnTo>
                  <a:pt x="630379" y="40519"/>
                </a:lnTo>
                <a:cubicBezTo>
                  <a:pt x="630379" y="37952"/>
                  <a:pt x="630102" y="36175"/>
                  <a:pt x="629549" y="35187"/>
                </a:cubicBezTo>
                <a:cubicBezTo>
                  <a:pt x="628996" y="34200"/>
                  <a:pt x="628177" y="33440"/>
                  <a:pt x="627091" y="32907"/>
                </a:cubicBezTo>
                <a:cubicBezTo>
                  <a:pt x="626005" y="32374"/>
                  <a:pt x="624040" y="32127"/>
                  <a:pt x="621197" y="32166"/>
                </a:cubicBezTo>
                <a:lnTo>
                  <a:pt x="621197" y="29974"/>
                </a:lnTo>
                <a:lnTo>
                  <a:pt x="640212" y="29974"/>
                </a:lnTo>
                <a:lnTo>
                  <a:pt x="640212" y="66198"/>
                </a:lnTo>
                <a:cubicBezTo>
                  <a:pt x="640212" y="71241"/>
                  <a:pt x="641091" y="74550"/>
                  <a:pt x="642848" y="76126"/>
                </a:cubicBezTo>
                <a:cubicBezTo>
                  <a:pt x="644606" y="77702"/>
                  <a:pt x="646728" y="78490"/>
                  <a:pt x="649216" y="78490"/>
                </a:cubicBezTo>
                <a:cubicBezTo>
                  <a:pt x="650914" y="78490"/>
                  <a:pt x="652840" y="77958"/>
                  <a:pt x="654992" y="76895"/>
                </a:cubicBezTo>
                <a:cubicBezTo>
                  <a:pt x="657144" y="75831"/>
                  <a:pt x="659701" y="73802"/>
                  <a:pt x="662663" y="70810"/>
                </a:cubicBezTo>
                <a:lnTo>
                  <a:pt x="662663" y="40143"/>
                </a:lnTo>
                <a:cubicBezTo>
                  <a:pt x="662663" y="37070"/>
                  <a:pt x="662101" y="34992"/>
                  <a:pt x="660975" y="33910"/>
                </a:cubicBezTo>
                <a:cubicBezTo>
                  <a:pt x="659850" y="32826"/>
                  <a:pt x="657510" y="32245"/>
                  <a:pt x="653955" y="32166"/>
                </a:cubicBezTo>
                <a:lnTo>
                  <a:pt x="653955" y="29974"/>
                </a:lnTo>
                <a:lnTo>
                  <a:pt x="672438" y="29974"/>
                </a:lnTo>
                <a:close/>
                <a:moveTo>
                  <a:pt x="701469" y="12085"/>
                </a:moveTo>
                <a:lnTo>
                  <a:pt x="701469" y="29974"/>
                </a:lnTo>
                <a:lnTo>
                  <a:pt x="714146" y="29974"/>
                </a:lnTo>
                <a:lnTo>
                  <a:pt x="714146" y="34121"/>
                </a:lnTo>
                <a:lnTo>
                  <a:pt x="701469" y="34121"/>
                </a:lnTo>
                <a:lnTo>
                  <a:pt x="701469" y="69260"/>
                </a:lnTo>
                <a:cubicBezTo>
                  <a:pt x="701469" y="72771"/>
                  <a:pt x="701972" y="75138"/>
                  <a:pt x="702979" y="76361"/>
                </a:cubicBezTo>
                <a:cubicBezTo>
                  <a:pt x="703986" y="77583"/>
                  <a:pt x="705280" y="78194"/>
                  <a:pt x="706859" y="78194"/>
                </a:cubicBezTo>
                <a:cubicBezTo>
                  <a:pt x="708163" y="78194"/>
                  <a:pt x="709426" y="77789"/>
                  <a:pt x="710651" y="76980"/>
                </a:cubicBezTo>
                <a:cubicBezTo>
                  <a:pt x="711875" y="76170"/>
                  <a:pt x="712823" y="74975"/>
                  <a:pt x="713494" y="73396"/>
                </a:cubicBezTo>
                <a:lnTo>
                  <a:pt x="715804" y="73396"/>
                </a:lnTo>
                <a:cubicBezTo>
                  <a:pt x="714422" y="77277"/>
                  <a:pt x="712467" y="80212"/>
                  <a:pt x="709940" y="82202"/>
                </a:cubicBezTo>
                <a:cubicBezTo>
                  <a:pt x="707412" y="84190"/>
                  <a:pt x="704806" y="85184"/>
                  <a:pt x="702120" y="85184"/>
                </a:cubicBezTo>
                <a:cubicBezTo>
                  <a:pt x="700304" y="85184"/>
                  <a:pt x="698527" y="84680"/>
                  <a:pt x="696789" y="83672"/>
                </a:cubicBezTo>
                <a:cubicBezTo>
                  <a:pt x="695051" y="82663"/>
                  <a:pt x="693768" y="81221"/>
                  <a:pt x="692938" y="79344"/>
                </a:cubicBezTo>
                <a:cubicBezTo>
                  <a:pt x="692109" y="77465"/>
                  <a:pt x="691694" y="74569"/>
                  <a:pt x="691694" y="70654"/>
                </a:cubicBezTo>
                <a:lnTo>
                  <a:pt x="691694" y="34121"/>
                </a:lnTo>
                <a:lnTo>
                  <a:pt x="683105" y="34121"/>
                </a:lnTo>
                <a:lnTo>
                  <a:pt x="683105" y="32166"/>
                </a:lnTo>
                <a:cubicBezTo>
                  <a:pt x="685277" y="31295"/>
                  <a:pt x="687498" y="29820"/>
                  <a:pt x="689769" y="27740"/>
                </a:cubicBezTo>
                <a:cubicBezTo>
                  <a:pt x="692040" y="25661"/>
                  <a:pt x="694064" y="23195"/>
                  <a:pt x="695841" y="20343"/>
                </a:cubicBezTo>
                <a:cubicBezTo>
                  <a:pt x="696749" y="18838"/>
                  <a:pt x="698013" y="16086"/>
                  <a:pt x="699632" y="12085"/>
                </a:cubicBezTo>
                <a:lnTo>
                  <a:pt x="701469" y="12085"/>
                </a:lnTo>
                <a:close/>
                <a:moveTo>
                  <a:pt x="754446" y="28434"/>
                </a:moveTo>
                <a:lnTo>
                  <a:pt x="754446" y="46798"/>
                </a:lnTo>
                <a:lnTo>
                  <a:pt x="752492" y="46798"/>
                </a:lnTo>
                <a:cubicBezTo>
                  <a:pt x="750991" y="41038"/>
                  <a:pt x="749066" y="37121"/>
                  <a:pt x="746716" y="35045"/>
                </a:cubicBezTo>
                <a:cubicBezTo>
                  <a:pt x="744366" y="32968"/>
                  <a:pt x="741375" y="31929"/>
                  <a:pt x="737741" y="31929"/>
                </a:cubicBezTo>
                <a:cubicBezTo>
                  <a:pt x="734977" y="31929"/>
                  <a:pt x="732746" y="32659"/>
                  <a:pt x="731048" y="34119"/>
                </a:cubicBezTo>
                <a:cubicBezTo>
                  <a:pt x="729349" y="35578"/>
                  <a:pt x="728500" y="37195"/>
                  <a:pt x="728500" y="38971"/>
                </a:cubicBezTo>
                <a:cubicBezTo>
                  <a:pt x="728500" y="41180"/>
                  <a:pt x="729132" y="43073"/>
                  <a:pt x="730396" y="44651"/>
                </a:cubicBezTo>
                <a:cubicBezTo>
                  <a:pt x="731620" y="46269"/>
                  <a:pt x="734108" y="47985"/>
                  <a:pt x="737860" y="49799"/>
                </a:cubicBezTo>
                <a:lnTo>
                  <a:pt x="746509" y="54001"/>
                </a:lnTo>
                <a:cubicBezTo>
                  <a:pt x="754525" y="57906"/>
                  <a:pt x="758534" y="63054"/>
                  <a:pt x="758534" y="69445"/>
                </a:cubicBezTo>
                <a:cubicBezTo>
                  <a:pt x="758534" y="74376"/>
                  <a:pt x="756668" y="78350"/>
                  <a:pt x="752936" y="81369"/>
                </a:cubicBezTo>
                <a:cubicBezTo>
                  <a:pt x="749204" y="84386"/>
                  <a:pt x="745028" y="85895"/>
                  <a:pt x="740407" y="85895"/>
                </a:cubicBezTo>
                <a:cubicBezTo>
                  <a:pt x="737090" y="85895"/>
                  <a:pt x="733299" y="85303"/>
                  <a:pt x="729033" y="84118"/>
                </a:cubicBezTo>
                <a:cubicBezTo>
                  <a:pt x="727730" y="83723"/>
                  <a:pt x="726664" y="83525"/>
                  <a:pt x="725835" y="83525"/>
                </a:cubicBezTo>
                <a:cubicBezTo>
                  <a:pt x="724926" y="83525"/>
                  <a:pt x="724215" y="84039"/>
                  <a:pt x="723702" y="85066"/>
                </a:cubicBezTo>
                <a:lnTo>
                  <a:pt x="721747" y="85066"/>
                </a:lnTo>
                <a:lnTo>
                  <a:pt x="721747" y="65636"/>
                </a:lnTo>
                <a:lnTo>
                  <a:pt x="723702" y="65636"/>
                </a:lnTo>
                <a:cubicBezTo>
                  <a:pt x="724808" y="71184"/>
                  <a:pt x="726921" y="75365"/>
                  <a:pt x="730040" y="78179"/>
                </a:cubicBezTo>
                <a:cubicBezTo>
                  <a:pt x="733160" y="80993"/>
                  <a:pt x="736655" y="82400"/>
                  <a:pt x="740526" y="82400"/>
                </a:cubicBezTo>
                <a:cubicBezTo>
                  <a:pt x="743251" y="82400"/>
                  <a:pt x="745472" y="81601"/>
                  <a:pt x="747190" y="80005"/>
                </a:cubicBezTo>
                <a:cubicBezTo>
                  <a:pt x="748908" y="78406"/>
                  <a:pt x="749767" y="76483"/>
                  <a:pt x="749767" y="74234"/>
                </a:cubicBezTo>
                <a:cubicBezTo>
                  <a:pt x="749767" y="71512"/>
                  <a:pt x="748809" y="69224"/>
                  <a:pt x="746894" y="67370"/>
                </a:cubicBezTo>
                <a:cubicBezTo>
                  <a:pt x="744978" y="65517"/>
                  <a:pt x="741157" y="63170"/>
                  <a:pt x="735431" y="60330"/>
                </a:cubicBezTo>
                <a:cubicBezTo>
                  <a:pt x="729705" y="57489"/>
                  <a:pt x="725953" y="54925"/>
                  <a:pt x="724176" y="52637"/>
                </a:cubicBezTo>
                <a:cubicBezTo>
                  <a:pt x="722399" y="50388"/>
                  <a:pt x="721510" y="47548"/>
                  <a:pt x="721510" y="44116"/>
                </a:cubicBezTo>
                <a:cubicBezTo>
                  <a:pt x="721510" y="39658"/>
                  <a:pt x="723041" y="35930"/>
                  <a:pt x="726101" y="32933"/>
                </a:cubicBezTo>
                <a:cubicBezTo>
                  <a:pt x="729162" y="29934"/>
                  <a:pt x="733121" y="28434"/>
                  <a:pt x="737978" y="28434"/>
                </a:cubicBezTo>
                <a:cubicBezTo>
                  <a:pt x="740111" y="28434"/>
                  <a:pt x="742698" y="28888"/>
                  <a:pt x="745739" y="29797"/>
                </a:cubicBezTo>
                <a:cubicBezTo>
                  <a:pt x="747753" y="30389"/>
                  <a:pt x="749095" y="30685"/>
                  <a:pt x="749767" y="30685"/>
                </a:cubicBezTo>
                <a:cubicBezTo>
                  <a:pt x="750399" y="30685"/>
                  <a:pt x="750892" y="30547"/>
                  <a:pt x="751248" y="30271"/>
                </a:cubicBezTo>
                <a:cubicBezTo>
                  <a:pt x="751603" y="29994"/>
                  <a:pt x="752018" y="29382"/>
                  <a:pt x="752492" y="28434"/>
                </a:cubicBezTo>
                <a:lnTo>
                  <a:pt x="754446" y="28434"/>
                </a:lnTo>
                <a:close/>
                <a:moveTo>
                  <a:pt x="825051" y="110419"/>
                </a:moveTo>
                <a:lnTo>
                  <a:pt x="762318" y="110419"/>
                </a:lnTo>
                <a:lnTo>
                  <a:pt x="762318" y="105503"/>
                </a:lnTo>
                <a:lnTo>
                  <a:pt x="825051" y="105503"/>
                </a:lnTo>
                <a:lnTo>
                  <a:pt x="825051" y="110419"/>
                </a:lnTo>
                <a:close/>
                <a:moveTo>
                  <a:pt x="844071" y="39986"/>
                </a:moveTo>
                <a:cubicBezTo>
                  <a:pt x="848021" y="36036"/>
                  <a:pt x="850351" y="33766"/>
                  <a:pt x="851061" y="33173"/>
                </a:cubicBezTo>
                <a:cubicBezTo>
                  <a:pt x="852839" y="31673"/>
                  <a:pt x="854754" y="30508"/>
                  <a:pt x="856808" y="29678"/>
                </a:cubicBezTo>
                <a:cubicBezTo>
                  <a:pt x="858861" y="28849"/>
                  <a:pt x="860895" y="28434"/>
                  <a:pt x="862909" y="28434"/>
                </a:cubicBezTo>
                <a:cubicBezTo>
                  <a:pt x="866305" y="28434"/>
                  <a:pt x="869228" y="29422"/>
                  <a:pt x="871676" y="31396"/>
                </a:cubicBezTo>
                <a:cubicBezTo>
                  <a:pt x="874125" y="33371"/>
                  <a:pt x="875764" y="36234"/>
                  <a:pt x="876593" y="39986"/>
                </a:cubicBezTo>
                <a:cubicBezTo>
                  <a:pt x="880661" y="35247"/>
                  <a:pt x="884096" y="32137"/>
                  <a:pt x="886900" y="30656"/>
                </a:cubicBezTo>
                <a:cubicBezTo>
                  <a:pt x="889704" y="29175"/>
                  <a:pt x="892587" y="28434"/>
                  <a:pt x="895549" y="28434"/>
                </a:cubicBezTo>
                <a:cubicBezTo>
                  <a:pt x="898432" y="28434"/>
                  <a:pt x="900989" y="29173"/>
                  <a:pt x="903220" y="30652"/>
                </a:cubicBezTo>
                <a:cubicBezTo>
                  <a:pt x="905452" y="32129"/>
                  <a:pt x="907219" y="34542"/>
                  <a:pt x="908522" y="37892"/>
                </a:cubicBezTo>
                <a:cubicBezTo>
                  <a:pt x="909391" y="40177"/>
                  <a:pt x="909825" y="43763"/>
                  <a:pt x="909825" y="48649"/>
                </a:cubicBezTo>
                <a:lnTo>
                  <a:pt x="909825" y="71937"/>
                </a:lnTo>
                <a:cubicBezTo>
                  <a:pt x="909825" y="75326"/>
                  <a:pt x="910082" y="77651"/>
                  <a:pt x="910596" y="78912"/>
                </a:cubicBezTo>
                <a:cubicBezTo>
                  <a:pt x="910990" y="79779"/>
                  <a:pt x="911721" y="80517"/>
                  <a:pt x="912787" y="81128"/>
                </a:cubicBezTo>
                <a:cubicBezTo>
                  <a:pt x="913854" y="81739"/>
                  <a:pt x="915591" y="82045"/>
                  <a:pt x="918000" y="82045"/>
                </a:cubicBezTo>
                <a:lnTo>
                  <a:pt x="918000" y="84236"/>
                </a:lnTo>
                <a:lnTo>
                  <a:pt x="891225" y="84236"/>
                </a:lnTo>
                <a:lnTo>
                  <a:pt x="891225" y="82045"/>
                </a:lnTo>
                <a:lnTo>
                  <a:pt x="892350" y="82045"/>
                </a:lnTo>
                <a:cubicBezTo>
                  <a:pt x="894680" y="82045"/>
                  <a:pt x="896497" y="81593"/>
                  <a:pt x="897800" y="80689"/>
                </a:cubicBezTo>
                <a:cubicBezTo>
                  <a:pt x="898708" y="80060"/>
                  <a:pt x="899360" y="79058"/>
                  <a:pt x="899755" y="77683"/>
                </a:cubicBezTo>
                <a:cubicBezTo>
                  <a:pt x="899913" y="77015"/>
                  <a:pt x="899992" y="75110"/>
                  <a:pt x="899992" y="71967"/>
                </a:cubicBezTo>
                <a:lnTo>
                  <a:pt x="899992" y="48745"/>
                </a:lnTo>
                <a:cubicBezTo>
                  <a:pt x="899992" y="44345"/>
                  <a:pt x="899459" y="41241"/>
                  <a:pt x="898393" y="39434"/>
                </a:cubicBezTo>
                <a:cubicBezTo>
                  <a:pt x="896852" y="36919"/>
                  <a:pt x="894384" y="35661"/>
                  <a:pt x="890988" y="35661"/>
                </a:cubicBezTo>
                <a:cubicBezTo>
                  <a:pt x="888895" y="35661"/>
                  <a:pt x="886792" y="36182"/>
                  <a:pt x="884679" y="37224"/>
                </a:cubicBezTo>
                <a:cubicBezTo>
                  <a:pt x="882566" y="38264"/>
                  <a:pt x="880009" y="40199"/>
                  <a:pt x="877008" y="43029"/>
                </a:cubicBezTo>
                <a:lnTo>
                  <a:pt x="876889" y="43677"/>
                </a:lnTo>
                <a:lnTo>
                  <a:pt x="877008" y="46211"/>
                </a:lnTo>
                <a:lnTo>
                  <a:pt x="877008" y="71967"/>
                </a:lnTo>
                <a:cubicBezTo>
                  <a:pt x="877008" y="75660"/>
                  <a:pt x="877215" y="77959"/>
                  <a:pt x="877630" y="78862"/>
                </a:cubicBezTo>
                <a:cubicBezTo>
                  <a:pt x="878044" y="79766"/>
                  <a:pt x="878824" y="80522"/>
                  <a:pt x="879970" y="81132"/>
                </a:cubicBezTo>
                <a:cubicBezTo>
                  <a:pt x="881115" y="81740"/>
                  <a:pt x="883070" y="82045"/>
                  <a:pt x="885834" y="82045"/>
                </a:cubicBezTo>
                <a:lnTo>
                  <a:pt x="885834" y="84236"/>
                </a:lnTo>
                <a:lnTo>
                  <a:pt x="858407" y="84236"/>
                </a:lnTo>
                <a:lnTo>
                  <a:pt x="858407" y="82045"/>
                </a:lnTo>
                <a:cubicBezTo>
                  <a:pt x="861408" y="82045"/>
                  <a:pt x="863472" y="81691"/>
                  <a:pt x="864597" y="80984"/>
                </a:cubicBezTo>
                <a:cubicBezTo>
                  <a:pt x="865723" y="80277"/>
                  <a:pt x="866503" y="79216"/>
                  <a:pt x="866937" y="77802"/>
                </a:cubicBezTo>
                <a:cubicBezTo>
                  <a:pt x="867135" y="77133"/>
                  <a:pt x="867233" y="75188"/>
                  <a:pt x="867233" y="71967"/>
                </a:cubicBezTo>
                <a:lnTo>
                  <a:pt x="867233" y="48745"/>
                </a:lnTo>
                <a:cubicBezTo>
                  <a:pt x="867233" y="44345"/>
                  <a:pt x="866582" y="41181"/>
                  <a:pt x="865279" y="39256"/>
                </a:cubicBezTo>
                <a:cubicBezTo>
                  <a:pt x="863541" y="36741"/>
                  <a:pt x="861112" y="35484"/>
                  <a:pt x="857992" y="35484"/>
                </a:cubicBezTo>
                <a:cubicBezTo>
                  <a:pt x="855860" y="35484"/>
                  <a:pt x="853747" y="36053"/>
                  <a:pt x="851654" y="37192"/>
                </a:cubicBezTo>
                <a:cubicBezTo>
                  <a:pt x="848376" y="38921"/>
                  <a:pt x="845849" y="40866"/>
                  <a:pt x="844071" y="43027"/>
                </a:cubicBezTo>
                <a:lnTo>
                  <a:pt x="844071" y="71967"/>
                </a:lnTo>
                <a:cubicBezTo>
                  <a:pt x="844071" y="75502"/>
                  <a:pt x="844318" y="77801"/>
                  <a:pt x="844812" y="78862"/>
                </a:cubicBezTo>
                <a:cubicBezTo>
                  <a:pt x="845305" y="79922"/>
                  <a:pt x="846036" y="80718"/>
                  <a:pt x="847004" y="81249"/>
                </a:cubicBezTo>
                <a:cubicBezTo>
                  <a:pt x="847971" y="81779"/>
                  <a:pt x="849936" y="82045"/>
                  <a:pt x="852898" y="82045"/>
                </a:cubicBezTo>
                <a:lnTo>
                  <a:pt x="852898" y="84236"/>
                </a:lnTo>
                <a:lnTo>
                  <a:pt x="826063" y="84236"/>
                </a:lnTo>
                <a:lnTo>
                  <a:pt x="826063" y="82045"/>
                </a:lnTo>
                <a:cubicBezTo>
                  <a:pt x="828551" y="82045"/>
                  <a:pt x="830289" y="81779"/>
                  <a:pt x="831276" y="81247"/>
                </a:cubicBezTo>
                <a:cubicBezTo>
                  <a:pt x="832263" y="80715"/>
                  <a:pt x="833014" y="79868"/>
                  <a:pt x="833527" y="78705"/>
                </a:cubicBezTo>
                <a:cubicBezTo>
                  <a:pt x="834040" y="77542"/>
                  <a:pt x="834297" y="75286"/>
                  <a:pt x="834297" y="71937"/>
                </a:cubicBezTo>
                <a:lnTo>
                  <a:pt x="834297" y="51250"/>
                </a:lnTo>
                <a:cubicBezTo>
                  <a:pt x="834297" y="45299"/>
                  <a:pt x="834119" y="41457"/>
                  <a:pt x="833764" y="39725"/>
                </a:cubicBezTo>
                <a:cubicBezTo>
                  <a:pt x="833488" y="38424"/>
                  <a:pt x="833053" y="37527"/>
                  <a:pt x="832461" y="37035"/>
                </a:cubicBezTo>
                <a:cubicBezTo>
                  <a:pt x="831868" y="36542"/>
                  <a:pt x="831059" y="36296"/>
                  <a:pt x="830032" y="36296"/>
                </a:cubicBezTo>
                <a:cubicBezTo>
                  <a:pt x="828926" y="36296"/>
                  <a:pt x="827603" y="36592"/>
                  <a:pt x="826063" y="37183"/>
                </a:cubicBezTo>
                <a:lnTo>
                  <a:pt x="825174" y="35054"/>
                </a:lnTo>
                <a:lnTo>
                  <a:pt x="841524" y="28434"/>
                </a:lnTo>
                <a:lnTo>
                  <a:pt x="844071" y="28434"/>
                </a:lnTo>
                <a:lnTo>
                  <a:pt x="844071" y="39986"/>
                </a:lnTo>
                <a:close/>
                <a:moveTo>
                  <a:pt x="953150" y="76417"/>
                </a:moveTo>
                <a:cubicBezTo>
                  <a:pt x="947582" y="80722"/>
                  <a:pt x="944087" y="83210"/>
                  <a:pt x="942665" y="83881"/>
                </a:cubicBezTo>
                <a:cubicBezTo>
                  <a:pt x="940533" y="84908"/>
                  <a:pt x="938262" y="85421"/>
                  <a:pt x="935853" y="85421"/>
                </a:cubicBezTo>
                <a:cubicBezTo>
                  <a:pt x="932101" y="85421"/>
                  <a:pt x="929011" y="84138"/>
                  <a:pt x="926582" y="81571"/>
                </a:cubicBezTo>
                <a:cubicBezTo>
                  <a:pt x="924153" y="79004"/>
                  <a:pt x="922939" y="75627"/>
                  <a:pt x="922939" y="71441"/>
                </a:cubicBezTo>
                <a:cubicBezTo>
                  <a:pt x="922939" y="68795"/>
                  <a:pt x="923531" y="66504"/>
                  <a:pt x="924716" y="64569"/>
                </a:cubicBezTo>
                <a:cubicBezTo>
                  <a:pt x="926335" y="61884"/>
                  <a:pt x="929149" y="59356"/>
                  <a:pt x="933158" y="56987"/>
                </a:cubicBezTo>
                <a:cubicBezTo>
                  <a:pt x="937166" y="54617"/>
                  <a:pt x="943830" y="51734"/>
                  <a:pt x="953150" y="48338"/>
                </a:cubicBezTo>
                <a:lnTo>
                  <a:pt x="953150" y="46206"/>
                </a:lnTo>
                <a:cubicBezTo>
                  <a:pt x="953150" y="40795"/>
                  <a:pt x="952291" y="37083"/>
                  <a:pt x="950574" y="35069"/>
                </a:cubicBezTo>
                <a:cubicBezTo>
                  <a:pt x="948856" y="33055"/>
                  <a:pt x="946358" y="32048"/>
                  <a:pt x="943080" y="32048"/>
                </a:cubicBezTo>
                <a:cubicBezTo>
                  <a:pt x="940592" y="32048"/>
                  <a:pt x="938617" y="32717"/>
                  <a:pt x="937156" y="34054"/>
                </a:cubicBezTo>
                <a:cubicBezTo>
                  <a:pt x="935655" y="35392"/>
                  <a:pt x="934905" y="36927"/>
                  <a:pt x="934905" y="38658"/>
                </a:cubicBezTo>
                <a:lnTo>
                  <a:pt x="935024" y="42081"/>
                </a:lnTo>
                <a:cubicBezTo>
                  <a:pt x="935024" y="43890"/>
                  <a:pt x="934560" y="45287"/>
                  <a:pt x="933631" y="46270"/>
                </a:cubicBezTo>
                <a:cubicBezTo>
                  <a:pt x="932703" y="47254"/>
                  <a:pt x="931489" y="47746"/>
                  <a:pt x="929988" y="47746"/>
                </a:cubicBezTo>
                <a:cubicBezTo>
                  <a:pt x="928527" y="47746"/>
                  <a:pt x="927333" y="47234"/>
                  <a:pt x="926404" y="46211"/>
                </a:cubicBezTo>
                <a:cubicBezTo>
                  <a:pt x="925476" y="45187"/>
                  <a:pt x="925012" y="43789"/>
                  <a:pt x="925012" y="42016"/>
                </a:cubicBezTo>
                <a:cubicBezTo>
                  <a:pt x="925012" y="38631"/>
                  <a:pt x="926750" y="35521"/>
                  <a:pt x="930225" y="32686"/>
                </a:cubicBezTo>
                <a:cubicBezTo>
                  <a:pt x="933701" y="29852"/>
                  <a:pt x="938578" y="28434"/>
                  <a:pt x="944857" y="28434"/>
                </a:cubicBezTo>
                <a:cubicBezTo>
                  <a:pt x="949675" y="28434"/>
                  <a:pt x="953624" y="29243"/>
                  <a:pt x="956705" y="30859"/>
                </a:cubicBezTo>
                <a:cubicBezTo>
                  <a:pt x="959035" y="32082"/>
                  <a:pt x="960753" y="33996"/>
                  <a:pt x="961858" y="36600"/>
                </a:cubicBezTo>
                <a:cubicBezTo>
                  <a:pt x="962569" y="38295"/>
                  <a:pt x="962925" y="41766"/>
                  <a:pt x="962925" y="47013"/>
                </a:cubicBezTo>
                <a:lnTo>
                  <a:pt x="962925" y="65413"/>
                </a:lnTo>
                <a:cubicBezTo>
                  <a:pt x="962925" y="70581"/>
                  <a:pt x="963023" y="73746"/>
                  <a:pt x="963221" y="74910"/>
                </a:cubicBezTo>
                <a:cubicBezTo>
                  <a:pt x="963418" y="76074"/>
                  <a:pt x="963744" y="76853"/>
                  <a:pt x="964198" y="77248"/>
                </a:cubicBezTo>
                <a:cubicBezTo>
                  <a:pt x="964652" y="77642"/>
                  <a:pt x="965176" y="77839"/>
                  <a:pt x="965768" y="77839"/>
                </a:cubicBezTo>
                <a:cubicBezTo>
                  <a:pt x="966400" y="77839"/>
                  <a:pt x="966953" y="77700"/>
                  <a:pt x="967427" y="77424"/>
                </a:cubicBezTo>
                <a:cubicBezTo>
                  <a:pt x="968256" y="76911"/>
                  <a:pt x="969855" y="75469"/>
                  <a:pt x="972225" y="73100"/>
                </a:cubicBezTo>
                <a:lnTo>
                  <a:pt x="972225" y="76417"/>
                </a:lnTo>
                <a:cubicBezTo>
                  <a:pt x="967802" y="82341"/>
                  <a:pt x="963576" y="85303"/>
                  <a:pt x="959548" y="85303"/>
                </a:cubicBezTo>
                <a:cubicBezTo>
                  <a:pt x="957613" y="85303"/>
                  <a:pt x="956073" y="84631"/>
                  <a:pt x="954927" y="83289"/>
                </a:cubicBezTo>
                <a:cubicBezTo>
                  <a:pt x="953782" y="81946"/>
                  <a:pt x="953190" y="79655"/>
                  <a:pt x="953150" y="76417"/>
                </a:cubicBezTo>
                <a:moveTo>
                  <a:pt x="953150" y="72533"/>
                </a:moveTo>
                <a:lnTo>
                  <a:pt x="953150" y="51952"/>
                </a:lnTo>
                <a:cubicBezTo>
                  <a:pt x="947187" y="54310"/>
                  <a:pt x="943337" y="55981"/>
                  <a:pt x="941599" y="56965"/>
                </a:cubicBezTo>
                <a:cubicBezTo>
                  <a:pt x="938479" y="58695"/>
                  <a:pt x="936248" y="60504"/>
                  <a:pt x="934905" y="62390"/>
                </a:cubicBezTo>
                <a:cubicBezTo>
                  <a:pt x="933562" y="64277"/>
                  <a:pt x="932891" y="66342"/>
                  <a:pt x="932891" y="68583"/>
                </a:cubicBezTo>
                <a:cubicBezTo>
                  <a:pt x="932891" y="71414"/>
                  <a:pt x="933740" y="73763"/>
                  <a:pt x="935438" y="75630"/>
                </a:cubicBezTo>
                <a:cubicBezTo>
                  <a:pt x="937136" y="77497"/>
                  <a:pt x="939091" y="78431"/>
                  <a:pt x="941303" y="78431"/>
                </a:cubicBezTo>
                <a:cubicBezTo>
                  <a:pt x="944304" y="78431"/>
                  <a:pt x="948253" y="76465"/>
                  <a:pt x="953150" y="72533"/>
                </a:cubicBezTo>
                <a:close/>
                <a:moveTo>
                  <a:pt x="972786" y="35311"/>
                </a:moveTo>
                <a:lnTo>
                  <a:pt x="989491" y="28553"/>
                </a:lnTo>
                <a:lnTo>
                  <a:pt x="991742" y="28553"/>
                </a:lnTo>
                <a:lnTo>
                  <a:pt x="991742" y="41230"/>
                </a:lnTo>
                <a:cubicBezTo>
                  <a:pt x="994546" y="36451"/>
                  <a:pt x="997360" y="33124"/>
                  <a:pt x="1000183" y="31248"/>
                </a:cubicBezTo>
                <a:cubicBezTo>
                  <a:pt x="1003007" y="29372"/>
                  <a:pt x="1005979" y="28434"/>
                  <a:pt x="1009099" y="28434"/>
                </a:cubicBezTo>
                <a:cubicBezTo>
                  <a:pt x="1014549" y="28434"/>
                  <a:pt x="1019090" y="30564"/>
                  <a:pt x="1022723" y="34824"/>
                </a:cubicBezTo>
                <a:cubicBezTo>
                  <a:pt x="1027186" y="40032"/>
                  <a:pt x="1029417" y="46818"/>
                  <a:pt x="1029417" y="55182"/>
                </a:cubicBezTo>
                <a:cubicBezTo>
                  <a:pt x="1029417" y="64532"/>
                  <a:pt x="1026732" y="72264"/>
                  <a:pt x="1021361" y="78379"/>
                </a:cubicBezTo>
                <a:cubicBezTo>
                  <a:pt x="1016938" y="83390"/>
                  <a:pt x="1011369" y="85895"/>
                  <a:pt x="1004656" y="85895"/>
                </a:cubicBezTo>
                <a:cubicBezTo>
                  <a:pt x="1001733" y="85895"/>
                  <a:pt x="999206" y="85480"/>
                  <a:pt x="997073" y="84651"/>
                </a:cubicBezTo>
                <a:cubicBezTo>
                  <a:pt x="995494" y="84059"/>
                  <a:pt x="993717" y="82874"/>
                  <a:pt x="991742" y="81097"/>
                </a:cubicBezTo>
                <a:lnTo>
                  <a:pt x="991742" y="97624"/>
                </a:lnTo>
                <a:cubicBezTo>
                  <a:pt x="991742" y="101336"/>
                  <a:pt x="991969" y="103696"/>
                  <a:pt x="992423" y="104703"/>
                </a:cubicBezTo>
                <a:cubicBezTo>
                  <a:pt x="992877" y="105710"/>
                  <a:pt x="993667" y="106510"/>
                  <a:pt x="994793" y="107102"/>
                </a:cubicBezTo>
                <a:cubicBezTo>
                  <a:pt x="995918" y="107695"/>
                  <a:pt x="997962" y="107991"/>
                  <a:pt x="1000924" y="107991"/>
                </a:cubicBezTo>
                <a:lnTo>
                  <a:pt x="1000924" y="110183"/>
                </a:lnTo>
                <a:lnTo>
                  <a:pt x="972490" y="110183"/>
                </a:lnTo>
                <a:lnTo>
                  <a:pt x="972490" y="107991"/>
                </a:lnTo>
                <a:lnTo>
                  <a:pt x="973971" y="107991"/>
                </a:lnTo>
                <a:cubicBezTo>
                  <a:pt x="976143" y="108030"/>
                  <a:pt x="977999" y="107615"/>
                  <a:pt x="979539" y="106745"/>
                </a:cubicBezTo>
                <a:cubicBezTo>
                  <a:pt x="980289" y="106310"/>
                  <a:pt x="980872" y="105609"/>
                  <a:pt x="981286" y="104640"/>
                </a:cubicBezTo>
                <a:cubicBezTo>
                  <a:pt x="981701" y="103673"/>
                  <a:pt x="981908" y="101213"/>
                  <a:pt x="981908" y="97261"/>
                </a:cubicBezTo>
                <a:lnTo>
                  <a:pt x="981908" y="45922"/>
                </a:lnTo>
                <a:cubicBezTo>
                  <a:pt x="981908" y="42405"/>
                  <a:pt x="981750" y="40173"/>
                  <a:pt x="981435" y="39225"/>
                </a:cubicBezTo>
                <a:cubicBezTo>
                  <a:pt x="981119" y="38276"/>
                  <a:pt x="980615" y="37564"/>
                  <a:pt x="979924" y="37090"/>
                </a:cubicBezTo>
                <a:cubicBezTo>
                  <a:pt x="979233" y="36615"/>
                  <a:pt x="978295" y="36378"/>
                  <a:pt x="977110" y="36378"/>
                </a:cubicBezTo>
                <a:cubicBezTo>
                  <a:pt x="976162" y="36378"/>
                  <a:pt x="974958" y="36654"/>
                  <a:pt x="973497" y="37207"/>
                </a:cubicBezTo>
                <a:lnTo>
                  <a:pt x="972786" y="35311"/>
                </a:lnTo>
                <a:moveTo>
                  <a:pt x="991742" y="44832"/>
                </a:moveTo>
                <a:lnTo>
                  <a:pt x="991742" y="65065"/>
                </a:lnTo>
                <a:cubicBezTo>
                  <a:pt x="991742" y="69444"/>
                  <a:pt x="991920" y="72323"/>
                  <a:pt x="992275" y="73703"/>
                </a:cubicBezTo>
                <a:cubicBezTo>
                  <a:pt x="992828" y="75991"/>
                  <a:pt x="994181" y="78003"/>
                  <a:pt x="996333" y="79738"/>
                </a:cubicBezTo>
                <a:cubicBezTo>
                  <a:pt x="998485" y="81473"/>
                  <a:pt x="1001200" y="82341"/>
                  <a:pt x="1004478" y="82341"/>
                </a:cubicBezTo>
                <a:cubicBezTo>
                  <a:pt x="1008427" y="82341"/>
                  <a:pt x="1011626" y="80802"/>
                  <a:pt x="1014075" y="77726"/>
                </a:cubicBezTo>
                <a:cubicBezTo>
                  <a:pt x="1017274" y="73704"/>
                  <a:pt x="1018873" y="68044"/>
                  <a:pt x="1018873" y="60747"/>
                </a:cubicBezTo>
                <a:cubicBezTo>
                  <a:pt x="1018873" y="52464"/>
                  <a:pt x="1017056" y="46095"/>
                  <a:pt x="1013423" y="41639"/>
                </a:cubicBezTo>
                <a:cubicBezTo>
                  <a:pt x="1010896" y="38562"/>
                  <a:pt x="1007894" y="37024"/>
                  <a:pt x="1004419" y="37024"/>
                </a:cubicBezTo>
                <a:cubicBezTo>
                  <a:pt x="1002523" y="37024"/>
                  <a:pt x="1000647" y="37497"/>
                  <a:pt x="998791" y="38444"/>
                </a:cubicBezTo>
                <a:cubicBezTo>
                  <a:pt x="997370" y="39153"/>
                  <a:pt x="995020" y="41283"/>
                  <a:pt x="991742" y="448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20263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2026-09-05T17:18:10.9600000Z</dcterms:created>
  <dcterms:modified xsi:type="dcterms:W3CDTF">2026-09-05T17:18:10.9600000Z</dcterms:modified>
</coreProperties>
</file>